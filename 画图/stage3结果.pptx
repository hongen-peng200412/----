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0.xml" ContentType="application/vnd.ms-powerpoint.comments+xml"/>
  <Override PartName="/ppt/notesSlides/notesSlide2.xml" ContentType="application/vnd.openxmlformats-officedocument.presentationml.notesSlide+xml"/>
  <Override PartName="/ppt/comments/modernComment_101_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446000" cy="9144000"/>
  <p:notesSz cx="9144000" cy="1244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8/10/relationships/authors" Target="authors.xml"/></Relationships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BF44A2D-D9E0-49F6-B9A2-180CC31EA7E7}" authorId="{D3F71A66-0C34-DF1A-5236-FECDBC820DCB}" created="2026-10-02T14:55:41.142">
    <pc:sldMkLst xmlns:pc="http://schemas.microsoft.com/office/powerpoint/2013/main/command">
      <pc:docMk/>
      <pc:sldMk cId="0" sldId="256"/>
    </pc:sldMkLst>
    <p188:pos x="101600" y="101600"/>
    <p188:txBody>
      <a:bodyPr/>
      <a:lstStyle/>
      <a:p>
        <a:r>
          <a:rPr lang="zh-CN" altLang="en-US"/>
          <a:t>@@stage3-official-tuned</a:t>
        </a:r>
      </a:p>
    </p188:txBody>
  </p188:cm>
</p188:cmLst>
</file>

<file path=ppt/comments/modernComment_101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9AE10F5-1ADB-4808-A1F8-C40B0DFA5FF8}" authorId="{D3F71A66-0C34-DF1A-5236-FECDBC820DCB}" created="2026-10-02T14:55:41.194">
    <pc:sldMkLst xmlns:pc="http://schemas.microsoft.com/office/powerpoint/2013/main/command">
      <pc:docMk/>
      <pc:sldMk cId="0" sldId="257"/>
    </pc:sldMkLst>
    <p188:pos x="101600" y="101600"/>
    <p188:txBody>
      <a:bodyPr/>
      <a:lstStyle/>
      <a:p>
        <a:r>
          <a:rPr lang="zh-CN" altLang="en-US"/>
          <a:t>@@stage3-find-hit-head-to-head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96792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图 </a:t>
            </a:r>
            <a:r>
              <a:rPr lang="en-US" altLang="zh-CN"/>
              <a:t>7 | PocketXmol </a:t>
            </a:r>
            <a:r>
              <a:rPr lang="zh-CN" altLang="en-US"/>
              <a:t>官方模型与我们加入密度信息后的微调模型在 </a:t>
            </a:r>
            <a:r>
              <a:rPr lang="en-US" altLang="zh-CN"/>
              <a:t>446 </a:t>
            </a:r>
            <a:r>
              <a:rPr lang="zh-CN" altLang="en-US"/>
              <a:t>个小分子对接任务上的表现。</a:t>
            </a:r>
            <a:r>
              <a:rPr lang="en-US" altLang="zh-CN"/>
              <a:t>a</a:t>
            </a:r>
            <a:r>
              <a:rPr lang="zh-CN" altLang="en-US"/>
              <a:t>显示了相应模型的</a:t>
            </a:r>
            <a:r>
              <a:rPr lang="en-US" altLang="zh-CN"/>
              <a:t>top-1</a:t>
            </a:r>
            <a:r>
              <a:rPr lang="zh-CN" altLang="en-US"/>
              <a:t>构象与真实构象的逐实例</a:t>
            </a:r>
            <a:r>
              <a:rPr lang="en-US" altLang="zh-CN"/>
              <a:t>RMSD</a:t>
            </a:r>
            <a:r>
              <a:rPr lang="zh-CN" altLang="en-US"/>
              <a:t>，</a:t>
            </a:r>
            <a:r>
              <a:rPr lang="en-US" altLang="zh-CN"/>
              <a:t>b</a:t>
            </a:r>
            <a:r>
              <a:rPr lang="zh-CN" altLang="en-US"/>
              <a:t>则显示最佳构象的逐实例</a:t>
            </a:r>
            <a:r>
              <a:rPr lang="en-US" altLang="zh-CN"/>
              <a:t>RMSD</a:t>
            </a:r>
            <a:r>
              <a:rPr lang="zh-CN" altLang="en-US"/>
              <a:t>。使用结合位点 </a:t>
            </a:r>
            <a:r>
              <a:rPr lang="en-US" altLang="zh-CN"/>
              <a:t>15 Å </a:t>
            </a:r>
            <a:r>
              <a:rPr lang="zh-CN" altLang="en-US"/>
              <a:t>包络来定义口袋时，结果在左半边；使用每个配体原子的 </a:t>
            </a:r>
            <a:r>
              <a:rPr lang="en-US" altLang="zh-CN"/>
              <a:t>10 Å </a:t>
            </a:r>
            <a:r>
              <a:rPr lang="zh-CN" altLang="en-US"/>
              <a:t>包络来定义口袋时，结果在右半边。箱体、中间横线和须分别表示第 </a:t>
            </a:r>
            <a:r>
              <a:rPr lang="en-US" altLang="zh-CN"/>
              <a:t>25–75 </a:t>
            </a:r>
            <a:r>
              <a:rPr lang="zh-CN" altLang="en-US"/>
              <a:t>百分位数、中位数和第 </a:t>
            </a:r>
            <a:r>
              <a:rPr lang="en-US" altLang="zh-CN"/>
              <a:t>5–95 </a:t>
            </a:r>
            <a:r>
              <a:rPr lang="zh-CN" altLang="en-US"/>
              <a:t>百分位数；纵轴为对数刻度，两条虚线分别划定 </a:t>
            </a:r>
            <a:r>
              <a:rPr lang="en-US" altLang="zh-CN"/>
              <a:t>2 Å </a:t>
            </a:r>
            <a:r>
              <a:rPr lang="zh-CN" altLang="en-US"/>
              <a:t>和 </a:t>
            </a:r>
            <a:r>
              <a:rPr lang="en-US" altLang="zh-CN"/>
              <a:t>3 Å</a:t>
            </a:r>
            <a:r>
              <a:rPr lang="zh-CN" altLang="en-US"/>
              <a:t>。官方模型在一个实例上因为口袋不含蛋白原子而产生了报错。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图 </a:t>
            </a:r>
            <a:r>
              <a:rPr lang="en-US" altLang="zh-CN"/>
              <a:t>8 | Emap2lig-Find </a:t>
            </a:r>
            <a:r>
              <a:rPr lang="zh-CN" altLang="en-US"/>
              <a:t>命中实例</a:t>
            </a:r>
            <a:r>
              <a:rPr lang="en-US" altLang="zh-CN"/>
              <a:t>(n=237)</a:t>
            </a:r>
            <a:r>
              <a:rPr lang="zh-CN" altLang="en-US"/>
              <a:t>上 </a:t>
            </a:r>
            <a:r>
              <a:rPr lang="en-US" altLang="zh-CN"/>
              <a:t>PocketXmol-tuned </a:t>
            </a:r>
            <a:r>
              <a:rPr lang="zh-CN" altLang="en-US"/>
              <a:t>与 </a:t>
            </a:r>
            <a:r>
              <a:rPr lang="en-US" altLang="zh-CN"/>
              <a:t>Emap2lig-Build </a:t>
            </a:r>
            <a:r>
              <a:rPr lang="zh-CN" altLang="en-US"/>
              <a:t>的对接性能比较。左侧显示了相应模型的</a:t>
            </a:r>
            <a:r>
              <a:rPr lang="en-US" altLang="zh-CN"/>
              <a:t>top-1</a:t>
            </a:r>
            <a:r>
              <a:rPr lang="zh-CN" altLang="en-US"/>
              <a:t>构象的逐实例</a:t>
            </a:r>
            <a:r>
              <a:rPr lang="en-US" altLang="zh-CN"/>
              <a:t>RMSD</a:t>
            </a:r>
            <a:r>
              <a:rPr lang="zh-CN" altLang="en-US"/>
              <a:t>，右侧则显示最佳构象的逐实例</a:t>
            </a:r>
            <a:r>
              <a:rPr lang="en-US" altLang="zh-CN"/>
              <a:t>RMSD</a:t>
            </a:r>
            <a:r>
              <a:rPr lang="zh-CN" altLang="en-US"/>
              <a:t>。其中 </a:t>
            </a:r>
            <a:r>
              <a:rPr lang="en-US" altLang="zh-CN"/>
              <a:t>PocketXmol-tuned </a:t>
            </a:r>
            <a:r>
              <a:rPr lang="zh-CN" altLang="en-US"/>
              <a:t>分别使用真实受体和 </a:t>
            </a:r>
            <a:r>
              <a:rPr lang="en-US" altLang="zh-CN"/>
              <a:t>CryoAtom2 </a:t>
            </a:r>
            <a:r>
              <a:rPr lang="zh-CN" altLang="en-US"/>
              <a:t>受体进行测试，口袋由真实结合位点的 </a:t>
            </a:r>
            <a:r>
              <a:rPr lang="en-US" altLang="zh-CN"/>
              <a:t>15 Å </a:t>
            </a:r>
            <a:r>
              <a:rPr lang="zh-CN" altLang="en-US"/>
              <a:t>包络定义，而</a:t>
            </a:r>
            <a:r>
              <a:rPr lang="en-US" altLang="zh-CN"/>
              <a:t>Emap2lig-Build </a:t>
            </a:r>
            <a:r>
              <a:rPr lang="zh-CN" altLang="en-US"/>
              <a:t>使用 </a:t>
            </a:r>
            <a:r>
              <a:rPr lang="en-US" altLang="zh-CN"/>
              <a:t>Emap2lig-Find </a:t>
            </a:r>
            <a:r>
              <a:rPr lang="zh-CN" altLang="en-US"/>
              <a:t>产生的 </a:t>
            </a:r>
            <a:r>
              <a:rPr lang="en-US" altLang="zh-CN"/>
              <a:t>blob </a:t>
            </a:r>
            <a:r>
              <a:rPr lang="zh-CN" altLang="en-US"/>
              <a:t>进行提示。每点代表一个实例，箱体、中间横线和须分别表示第 </a:t>
            </a:r>
            <a:r>
              <a:rPr lang="en-US" altLang="zh-CN"/>
              <a:t>25–75 </a:t>
            </a:r>
            <a:r>
              <a:rPr lang="zh-CN" altLang="en-US"/>
              <a:t>百分位数、中位数和第 </a:t>
            </a:r>
            <a:r>
              <a:rPr lang="en-US" altLang="zh-CN"/>
              <a:t>5–95 </a:t>
            </a:r>
            <a:r>
              <a:rPr lang="zh-CN" altLang="en-US"/>
              <a:t>百分位数。纵轴为对数刻度，两条虚线分别划定 </a:t>
            </a:r>
            <a:r>
              <a:rPr lang="en-US" altLang="zh-CN"/>
              <a:t>2 Å </a:t>
            </a:r>
            <a:r>
              <a:rPr lang="zh-CN" altLang="en-US"/>
              <a:t>和 </a:t>
            </a:r>
            <a:r>
              <a:rPr lang="en-US" altLang="zh-CN"/>
              <a:t>3 Å</a:t>
            </a:r>
            <a:r>
              <a:rPr lang="zh-CN" altLang="en-US"/>
              <a:t>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0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0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73500" y="381000"/>
            <a:ext cx="190500" cy="114300"/>
          </a:xfrm>
          <a:prstGeom prst="rect">
            <a:avLst/>
          </a:prstGeom>
          <a:solidFill>
            <a:srgbClr val="2D887E"/>
          </a:solidFill>
          <a:ln w="12700">
            <a:solidFill>
              <a:srgbClr val="2D88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52900" y="279400"/>
            <a:ext cx="24638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GT receptor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112000" y="381000"/>
            <a:ext cx="190500" cy="114300"/>
          </a:xfrm>
          <a:prstGeom prst="rect">
            <a:avLst/>
          </a:prstGeom>
          <a:solidFill>
            <a:srgbClr val="5879BD"/>
          </a:solidFill>
          <a:ln w="12700">
            <a:solidFill>
              <a:srgbClr val="5879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91400" y="279400"/>
            <a:ext cx="24638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CryoAtom2 receptor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38200" y="787400"/>
            <a:ext cx="444500" cy="431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308100" y="787400"/>
            <a:ext cx="2413000" cy="393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 pose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2032000" y="11684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Centre pocket · C0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985000" y="11684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Envelope pocket · 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638300" y="1524000"/>
            <a:ext cx="127" cy="26162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38300" y="4140200"/>
            <a:ext cx="9893300" cy="127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74800" y="4026363"/>
            <a:ext cx="63500" cy="127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3300" y="391206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574800" y="3663783"/>
            <a:ext cx="63500" cy="127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3300" y="35494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574800" y="3389502"/>
            <a:ext cx="63500" cy="127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3300" y="327520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574800" y="3115221"/>
            <a:ext cx="63500" cy="127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3300" y="300092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574800" y="2954777"/>
            <a:ext cx="63500" cy="127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3300" y="2840477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574800" y="2752642"/>
            <a:ext cx="63500" cy="127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3300" y="263834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574800" y="2478361"/>
            <a:ext cx="63500" cy="127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3300" y="236406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574800" y="1841500"/>
            <a:ext cx="63500" cy="127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3300" y="1727200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1574800" y="1574800"/>
            <a:ext cx="63500" cy="127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7100" y="1447800"/>
            <a:ext cx="584200" cy="241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574800" y="17018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574800" y="17653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38300" y="3115221"/>
            <a:ext cx="9893300" cy="127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38300" y="2954777"/>
            <a:ext cx="9893300" cy="127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23900" y="1930400"/>
            <a:ext cx="393700" cy="2159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RMSD (Å)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578600" y="1536700"/>
            <a:ext cx="127" cy="2603500"/>
          </a:xfrm>
          <a:prstGeom prst="line">
            <a:avLst/>
          </a:prstGeom>
          <a:noFill/>
          <a:ln w="10795">
            <a:solidFill>
              <a:srgbClr val="B8C2C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92492" y="34026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749544" y="34786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501558" y="3372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719474" y="34417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384340" y="3460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583156" y="33845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553048" y="3538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608025" y="3366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587188" y="3386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797066" y="3393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598170" y="34538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742717" y="32582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584113" y="34805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785836" y="3469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424428" y="34530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416081" y="3437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441788" y="3414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531588" y="3418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433161" y="3492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742963" y="3431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755945" y="34076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441852" y="3451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546715" y="34042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416480" y="3420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401275" y="3424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569517" y="3570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448853" y="3441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766052" y="3427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521126" y="3419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486404" y="34470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374344" y="2528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793253" y="3359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553729" y="3412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520387" y="3386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769455" y="3367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720394" y="3358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413330" y="3481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490111" y="3481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2534377" y="3452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497429" y="3469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654129" y="3365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2533378" y="3323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431011" y="3469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454543" y="3437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373508" y="3301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579529" y="34846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515349" y="3388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2370099" y="3469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578715" y="3345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2589903" y="34216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2498003" y="3399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2483833" y="33712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640226" y="3439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2399796" y="3435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514101" y="35795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726547" y="3477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612088" y="3448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2674284" y="3358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2552355" y="34591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2752213" y="3367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2433133" y="3350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2579931" y="34137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646908" y="3295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399442" y="3457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576717" y="3450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504920" y="33698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376491" y="3369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644920" y="3472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654341" y="3478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482831" y="3444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2581113" y="3525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2744327" y="3368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610858" y="33861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561656" y="34150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2424495" y="34701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2591304" y="3419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2689358" y="3470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2536606" y="32180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2765436" y="26550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2605077" y="3367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2397241" y="2906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2531668" y="3258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2678622" y="34608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2759549" y="3516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2508653" y="3496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2754706" y="33414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2511637" y="34209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2628085" y="3481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2780559" y="34633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2388917" y="3539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2389111" y="3593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2776608" y="3451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2478221" y="3377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614871" y="3459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369153" y="3463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603607" y="3073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2563500" y="3421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2723826" y="33724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2704128" y="2997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2394089" y="3500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2492013" y="31365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2557040" y="3073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2749930" y="3424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2749919" y="27782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2402526" y="3497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2561670" y="27709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2631372" y="3078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2677828" y="2749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2584067" y="3052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2511924" y="3213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2780194" y="3408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2673098" y="2755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2683328" y="3039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2699751" y="35092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2387532" y="31517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2698664" y="2777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2653746" y="3534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2606045" y="3502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2791100" y="2728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2391677" y="2767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2791461" y="30540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2534566" y="3041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2532070" y="3124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2647766" y="2989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2581829" y="3069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2709566" y="2857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2740714" y="2949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2506434" y="2950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2451794" y="26260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2555998" y="24461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2577873" y="31244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2660018" y="24875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2381768" y="23813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2683710" y="2667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2680030" y="2538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2627767" y="2466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2772149" y="2625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2433042" y="2531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580706" y="2389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2398575" y="2557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2685292" y="2605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2743512" y="2491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2514839" y="2447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486049" y="2735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2501319" y="2487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2521505" y="2405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2555168" y="26010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435912" y="2410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2532633" y="2574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2506249" y="23438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2666949" y="2568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2449272" y="2217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2561239" y="2506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2716273" y="2676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2646783" y="23925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2739684" y="2341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2431636" y="2408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2561487" y="2586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2491634" y="2683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2623797" y="2556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2791438" y="2445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2776007" y="2630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2510709" y="2424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2445143" y="23769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2480702" y="2406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2479093" y="2455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2490145" y="2397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2541037" y="2242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2464016" y="2901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2600078" y="3045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2559127" y="3416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2762330" y="2573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2751047" y="2943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2644092" y="3305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2580496" y="33107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2710389" y="3192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2682248" y="2699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2509786" y="2673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2797906" y="2649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2572574" y="2740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2436391" y="25643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2580348" y="2500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2683143" y="24927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2789024" y="2889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2475846" y="2523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2404076" y="25332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2561060" y="26726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2715818" y="2487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2463148" y="2517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2545554" y="2734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2373746" y="26230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2659741" y="2761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2650375" y="2487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2701124" y="2705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2508806" y="28898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2607952" y="2532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2603593" y="2677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2796485" y="2706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2789455" y="25179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2543667" y="2385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2744273" y="2898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2674953" y="2620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2580762" y="2544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2490817" y="3166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2638229" y="2507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2633271" y="2654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2592057" y="2707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2527068" y="2698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2784918" y="3003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2794268" y="27981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2430686" y="2646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2713026" y="2621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2619429" y="34104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2423243" y="3386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2372904" y="3372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2774663" y="3063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2482036" y="3038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2756657" y="30600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2472486" y="2952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2684729" y="3028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2732749" y="30755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2774475" y="3007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2417607" y="3061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2630574" y="3087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2507886" y="3069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2529713" y="2992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2500192" y="3115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2646417" y="3400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2723045" y="3187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2511090" y="2791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2759353" y="3127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2379224" y="3206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2780492" y="244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2429623" y="3671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2631255" y="3654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2373270" y="3749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2476507" y="3504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2627605" y="3668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2466914" y="3499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2673768" y="3436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2592688" y="3600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2653580" y="3376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2457019" y="36256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2500228" y="3474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2584571" y="3602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2480625" y="3116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2536716" y="3362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2728567" y="315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2649435" y="3145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2643285" y="25232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2743367" y="2513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2645648" y="2519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" name="Shape 286"/>
          <p:cNvSpPr/>
          <p:nvPr/>
        </p:nvSpPr>
        <p:spPr>
          <a:xfrm>
            <a:off x="2566043" y="2522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2761630" y="2675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>
            <a:off x="2425152" y="2579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" name="Shape 289"/>
          <p:cNvSpPr/>
          <p:nvPr/>
        </p:nvSpPr>
        <p:spPr>
          <a:xfrm>
            <a:off x="2734374" y="3012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" name="Shape 290"/>
          <p:cNvSpPr/>
          <p:nvPr/>
        </p:nvSpPr>
        <p:spPr>
          <a:xfrm>
            <a:off x="2626621" y="2541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2594631" y="2662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>
            <a:off x="2471417" y="3135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2397361" y="3130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2749447" y="31496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2721515" y="3095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2443740" y="3127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2416472" y="3147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" name="Shape 298"/>
          <p:cNvSpPr/>
          <p:nvPr/>
        </p:nvSpPr>
        <p:spPr>
          <a:xfrm>
            <a:off x="2553443" y="3316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2725813" y="3342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2403212" y="30851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2784213" y="32817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2633379" y="2462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2629456" y="3359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2368847" y="3107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2480038" y="32855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2537559" y="33879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" name="Shape 307"/>
          <p:cNvSpPr/>
          <p:nvPr/>
        </p:nvSpPr>
        <p:spPr>
          <a:xfrm>
            <a:off x="2424918" y="2836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2433658" y="2396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" name="Shape 309"/>
          <p:cNvSpPr/>
          <p:nvPr/>
        </p:nvSpPr>
        <p:spPr>
          <a:xfrm>
            <a:off x="2452029" y="33649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" name="Shape 310"/>
          <p:cNvSpPr/>
          <p:nvPr/>
        </p:nvSpPr>
        <p:spPr>
          <a:xfrm>
            <a:off x="2606782" y="3507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2725490" y="3614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2550401" y="3476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2790399" y="35378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2526021" y="2332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2659457" y="2597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2492301" y="3250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>
            <a:off x="2465828" y="2978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2368343" y="2544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>
            <a:off x="2731728" y="2360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>
            <a:off x="2486773" y="2471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2534614" y="2765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4" name="Shape 322"/>
          <p:cNvSpPr/>
          <p:nvPr/>
        </p:nvSpPr>
        <p:spPr>
          <a:xfrm>
            <a:off x="2794239" y="2681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2643309" y="2730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2715067" y="2858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>
            <a:off x="2644240" y="3055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2433416" y="2647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2654678" y="2755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0" name="Shape 328"/>
          <p:cNvSpPr/>
          <p:nvPr/>
        </p:nvSpPr>
        <p:spPr>
          <a:xfrm>
            <a:off x="2522604" y="2703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1" name="Shape 329"/>
          <p:cNvSpPr/>
          <p:nvPr/>
        </p:nvSpPr>
        <p:spPr>
          <a:xfrm>
            <a:off x="2479049" y="27879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2671167" y="3257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2629583" y="2742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4" name="Shape 332"/>
          <p:cNvSpPr/>
          <p:nvPr/>
        </p:nvSpPr>
        <p:spPr>
          <a:xfrm>
            <a:off x="2424911" y="32151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5" name="Shape 333"/>
          <p:cNvSpPr/>
          <p:nvPr/>
        </p:nvSpPr>
        <p:spPr>
          <a:xfrm>
            <a:off x="2494125" y="3138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6" name="Shape 334"/>
          <p:cNvSpPr/>
          <p:nvPr/>
        </p:nvSpPr>
        <p:spPr>
          <a:xfrm>
            <a:off x="2453403" y="31546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7" name="Shape 335"/>
          <p:cNvSpPr/>
          <p:nvPr/>
        </p:nvSpPr>
        <p:spPr>
          <a:xfrm>
            <a:off x="2671573" y="3144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8" name="Shape 336"/>
          <p:cNvSpPr/>
          <p:nvPr/>
        </p:nvSpPr>
        <p:spPr>
          <a:xfrm>
            <a:off x="2589191" y="3144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9" name="Shape 337"/>
          <p:cNvSpPr/>
          <p:nvPr/>
        </p:nvSpPr>
        <p:spPr>
          <a:xfrm>
            <a:off x="2464058" y="3153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0" name="Shape 338"/>
          <p:cNvSpPr/>
          <p:nvPr/>
        </p:nvSpPr>
        <p:spPr>
          <a:xfrm>
            <a:off x="2621273" y="3542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1" name="Shape 339"/>
          <p:cNvSpPr/>
          <p:nvPr/>
        </p:nvSpPr>
        <p:spPr>
          <a:xfrm>
            <a:off x="2426203" y="3508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2" name="Shape 340"/>
          <p:cNvSpPr/>
          <p:nvPr/>
        </p:nvSpPr>
        <p:spPr>
          <a:xfrm>
            <a:off x="2617193" y="3335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2595838" y="3543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4" name="Shape 342"/>
          <p:cNvSpPr/>
          <p:nvPr/>
        </p:nvSpPr>
        <p:spPr>
          <a:xfrm>
            <a:off x="2592602" y="2693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2419043" y="3030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2649670" y="2734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>
            <a:off x="2443950" y="28498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>
            <a:off x="2777451" y="2895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2448188" y="29524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2687766" y="2880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2698535" y="29007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2" name="Shape 350"/>
          <p:cNvSpPr/>
          <p:nvPr/>
        </p:nvSpPr>
        <p:spPr>
          <a:xfrm>
            <a:off x="2669819" y="2605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2387923" y="3210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2544211" y="3090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5" name="Shape 353"/>
          <p:cNvSpPr/>
          <p:nvPr/>
        </p:nvSpPr>
        <p:spPr>
          <a:xfrm>
            <a:off x="2628243" y="30685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2615552" y="3128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>
            <a:off x="2683935" y="3117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>
            <a:off x="2420917" y="30794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2601685" y="2761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2375054" y="2968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2780713" y="2711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2508585" y="3159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3" name="Shape 361"/>
          <p:cNvSpPr/>
          <p:nvPr/>
        </p:nvSpPr>
        <p:spPr>
          <a:xfrm>
            <a:off x="2554950" y="2766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4" name="Shape 362"/>
          <p:cNvSpPr/>
          <p:nvPr/>
        </p:nvSpPr>
        <p:spPr>
          <a:xfrm>
            <a:off x="2641036" y="2630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2539089" y="3153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>
            <a:off x="2405481" y="26771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7" name="Shape 365"/>
          <p:cNvSpPr/>
          <p:nvPr/>
        </p:nvSpPr>
        <p:spPr>
          <a:xfrm>
            <a:off x="2711086" y="31236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>
            <a:off x="2777663" y="30901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" name="Shape 367"/>
          <p:cNvSpPr/>
          <p:nvPr/>
        </p:nvSpPr>
        <p:spPr>
          <a:xfrm>
            <a:off x="2407483" y="29794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2542309" y="26082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2718902" y="29115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" name="Shape 370"/>
          <p:cNvSpPr/>
          <p:nvPr/>
        </p:nvSpPr>
        <p:spPr>
          <a:xfrm>
            <a:off x="2762672" y="2561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" name="Shape 371"/>
          <p:cNvSpPr/>
          <p:nvPr/>
        </p:nvSpPr>
        <p:spPr>
          <a:xfrm>
            <a:off x="2534497" y="2497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" name="Shape 372"/>
          <p:cNvSpPr/>
          <p:nvPr/>
        </p:nvSpPr>
        <p:spPr>
          <a:xfrm>
            <a:off x="2550826" y="3180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" name="Shape 373"/>
          <p:cNvSpPr/>
          <p:nvPr/>
        </p:nvSpPr>
        <p:spPr>
          <a:xfrm>
            <a:off x="2497499" y="29154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" name="Shape 374"/>
          <p:cNvSpPr/>
          <p:nvPr/>
        </p:nvSpPr>
        <p:spPr>
          <a:xfrm>
            <a:off x="2432088" y="3700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" name="Shape 375"/>
          <p:cNvSpPr/>
          <p:nvPr/>
        </p:nvSpPr>
        <p:spPr>
          <a:xfrm>
            <a:off x="2517987" y="31190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" name="Shape 376"/>
          <p:cNvSpPr/>
          <p:nvPr/>
        </p:nvSpPr>
        <p:spPr>
          <a:xfrm>
            <a:off x="2595523" y="3416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" name="Shape 377"/>
          <p:cNvSpPr/>
          <p:nvPr/>
        </p:nvSpPr>
        <p:spPr>
          <a:xfrm>
            <a:off x="2591680" y="2880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2638789" y="2885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" name="Shape 379"/>
          <p:cNvSpPr/>
          <p:nvPr/>
        </p:nvSpPr>
        <p:spPr>
          <a:xfrm>
            <a:off x="2412449" y="2907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" name="Shape 380"/>
          <p:cNvSpPr/>
          <p:nvPr/>
        </p:nvSpPr>
        <p:spPr>
          <a:xfrm>
            <a:off x="2600158" y="3503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2680656" y="30933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" name="Shape 382"/>
          <p:cNvSpPr/>
          <p:nvPr/>
        </p:nvSpPr>
        <p:spPr>
          <a:xfrm>
            <a:off x="2393043" y="3299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" name="Shape 383"/>
          <p:cNvSpPr/>
          <p:nvPr/>
        </p:nvSpPr>
        <p:spPr>
          <a:xfrm>
            <a:off x="2694833" y="28200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2736612" y="29789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" name="Shape 385"/>
          <p:cNvSpPr/>
          <p:nvPr/>
        </p:nvSpPr>
        <p:spPr>
          <a:xfrm>
            <a:off x="2569382" y="2950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" name="Shape 386"/>
          <p:cNvSpPr/>
          <p:nvPr/>
        </p:nvSpPr>
        <p:spPr>
          <a:xfrm>
            <a:off x="2422731" y="3167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2754257" y="2967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2661649" y="3419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2619784" y="2890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2671155" y="3101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" name="Shape 391"/>
          <p:cNvSpPr/>
          <p:nvPr/>
        </p:nvSpPr>
        <p:spPr>
          <a:xfrm>
            <a:off x="2570290" y="2654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" name="Shape 392"/>
          <p:cNvSpPr/>
          <p:nvPr/>
        </p:nvSpPr>
        <p:spPr>
          <a:xfrm>
            <a:off x="2633666" y="3036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" name="Shape 393"/>
          <p:cNvSpPr/>
          <p:nvPr/>
        </p:nvSpPr>
        <p:spPr>
          <a:xfrm>
            <a:off x="2424616" y="26357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" name="Shape 394"/>
          <p:cNvSpPr/>
          <p:nvPr/>
        </p:nvSpPr>
        <p:spPr>
          <a:xfrm>
            <a:off x="2497794" y="2997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" name="Shape 395"/>
          <p:cNvSpPr/>
          <p:nvPr/>
        </p:nvSpPr>
        <p:spPr>
          <a:xfrm>
            <a:off x="2369999" y="15367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" name="Shape 396"/>
          <p:cNvSpPr/>
          <p:nvPr/>
        </p:nvSpPr>
        <p:spPr>
          <a:xfrm>
            <a:off x="2668839" y="2383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" name="Shape 397"/>
          <p:cNvSpPr/>
          <p:nvPr/>
        </p:nvSpPr>
        <p:spPr>
          <a:xfrm>
            <a:off x="2742081" y="3116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" name="Shape 398"/>
          <p:cNvSpPr/>
          <p:nvPr/>
        </p:nvSpPr>
        <p:spPr>
          <a:xfrm>
            <a:off x="2726289" y="2809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" name="Shape 399"/>
          <p:cNvSpPr/>
          <p:nvPr/>
        </p:nvSpPr>
        <p:spPr>
          <a:xfrm>
            <a:off x="2435859" y="25704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" name="Shape 400"/>
          <p:cNvSpPr/>
          <p:nvPr/>
        </p:nvSpPr>
        <p:spPr>
          <a:xfrm>
            <a:off x="2502010" y="26495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" name="Shape 401"/>
          <p:cNvSpPr/>
          <p:nvPr/>
        </p:nvSpPr>
        <p:spPr>
          <a:xfrm>
            <a:off x="2493559" y="3136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" name="Shape 402"/>
          <p:cNvSpPr/>
          <p:nvPr/>
        </p:nvSpPr>
        <p:spPr>
          <a:xfrm>
            <a:off x="2487667" y="2497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" name="Shape 403"/>
          <p:cNvSpPr/>
          <p:nvPr/>
        </p:nvSpPr>
        <p:spPr>
          <a:xfrm>
            <a:off x="2689189" y="2528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" name="Shape 404"/>
          <p:cNvSpPr/>
          <p:nvPr/>
        </p:nvSpPr>
        <p:spPr>
          <a:xfrm>
            <a:off x="2676110" y="2526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" name="Shape 405"/>
          <p:cNvSpPr/>
          <p:nvPr/>
        </p:nvSpPr>
        <p:spPr>
          <a:xfrm>
            <a:off x="2756160" y="2375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" name="Shape 406"/>
          <p:cNvSpPr/>
          <p:nvPr/>
        </p:nvSpPr>
        <p:spPr>
          <a:xfrm>
            <a:off x="2613886" y="2424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" name="Shape 407"/>
          <p:cNvSpPr/>
          <p:nvPr/>
        </p:nvSpPr>
        <p:spPr>
          <a:xfrm>
            <a:off x="2774973" y="23774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" name="Shape 408"/>
          <p:cNvSpPr/>
          <p:nvPr/>
        </p:nvSpPr>
        <p:spPr>
          <a:xfrm>
            <a:off x="2527243" y="24707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" name="Shape 409"/>
          <p:cNvSpPr/>
          <p:nvPr/>
        </p:nvSpPr>
        <p:spPr>
          <a:xfrm>
            <a:off x="2552313" y="24903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" name="Shape 410"/>
          <p:cNvSpPr/>
          <p:nvPr/>
        </p:nvSpPr>
        <p:spPr>
          <a:xfrm>
            <a:off x="2560692" y="2780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3" name="Shape 411"/>
          <p:cNvSpPr/>
          <p:nvPr/>
        </p:nvSpPr>
        <p:spPr>
          <a:xfrm>
            <a:off x="2564734" y="25161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4" name="Shape 412"/>
          <p:cNvSpPr/>
          <p:nvPr/>
        </p:nvSpPr>
        <p:spPr>
          <a:xfrm>
            <a:off x="2513000" y="26048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5" name="Shape 413"/>
          <p:cNvSpPr/>
          <p:nvPr/>
        </p:nvSpPr>
        <p:spPr>
          <a:xfrm>
            <a:off x="2454996" y="2526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6" name="Shape 414"/>
          <p:cNvSpPr/>
          <p:nvPr/>
        </p:nvSpPr>
        <p:spPr>
          <a:xfrm>
            <a:off x="2545074" y="2433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7" name="Shape 415"/>
          <p:cNvSpPr/>
          <p:nvPr/>
        </p:nvSpPr>
        <p:spPr>
          <a:xfrm>
            <a:off x="2692986" y="2465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8" name="Shape 416"/>
          <p:cNvSpPr/>
          <p:nvPr/>
        </p:nvSpPr>
        <p:spPr>
          <a:xfrm>
            <a:off x="2472999" y="2395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9" name="Shape 417"/>
          <p:cNvSpPr/>
          <p:nvPr/>
        </p:nvSpPr>
        <p:spPr>
          <a:xfrm>
            <a:off x="2690861" y="2472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0" name="Shape 418"/>
          <p:cNvSpPr/>
          <p:nvPr/>
        </p:nvSpPr>
        <p:spPr>
          <a:xfrm>
            <a:off x="2575200" y="2968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1" name="Shape 419"/>
          <p:cNvSpPr/>
          <p:nvPr/>
        </p:nvSpPr>
        <p:spPr>
          <a:xfrm>
            <a:off x="2604713" y="25726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2" name="Shape 420"/>
          <p:cNvSpPr/>
          <p:nvPr/>
        </p:nvSpPr>
        <p:spPr>
          <a:xfrm>
            <a:off x="2796953" y="3269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3" name="Shape 421"/>
          <p:cNvSpPr/>
          <p:nvPr/>
        </p:nvSpPr>
        <p:spPr>
          <a:xfrm>
            <a:off x="2653245" y="3599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4" name="Shape 422"/>
          <p:cNvSpPr/>
          <p:nvPr/>
        </p:nvSpPr>
        <p:spPr>
          <a:xfrm>
            <a:off x="2633294" y="29248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5" name="Shape 423"/>
          <p:cNvSpPr/>
          <p:nvPr/>
        </p:nvSpPr>
        <p:spPr>
          <a:xfrm>
            <a:off x="2720745" y="28888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6" name="Shape 424"/>
          <p:cNvSpPr/>
          <p:nvPr/>
        </p:nvSpPr>
        <p:spPr>
          <a:xfrm>
            <a:off x="2539775" y="2483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7" name="Shape 425"/>
          <p:cNvSpPr/>
          <p:nvPr/>
        </p:nvSpPr>
        <p:spPr>
          <a:xfrm>
            <a:off x="2616136" y="2514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8" name="Shape 426"/>
          <p:cNvSpPr/>
          <p:nvPr/>
        </p:nvSpPr>
        <p:spPr>
          <a:xfrm>
            <a:off x="2406177" y="2907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9" name="Shape 427"/>
          <p:cNvSpPr/>
          <p:nvPr/>
        </p:nvSpPr>
        <p:spPr>
          <a:xfrm>
            <a:off x="2628415" y="26418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0" name="Shape 428"/>
          <p:cNvSpPr/>
          <p:nvPr/>
        </p:nvSpPr>
        <p:spPr>
          <a:xfrm>
            <a:off x="2725742" y="3322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1" name="Shape 429"/>
          <p:cNvSpPr/>
          <p:nvPr/>
        </p:nvSpPr>
        <p:spPr>
          <a:xfrm>
            <a:off x="2673061" y="2838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2" name="Shape 430"/>
          <p:cNvSpPr/>
          <p:nvPr/>
        </p:nvSpPr>
        <p:spPr>
          <a:xfrm>
            <a:off x="2686475" y="3160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3" name="Shape 431"/>
          <p:cNvSpPr/>
          <p:nvPr/>
        </p:nvSpPr>
        <p:spPr>
          <a:xfrm>
            <a:off x="2678787" y="3797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4" name="Shape 432"/>
          <p:cNvSpPr/>
          <p:nvPr/>
        </p:nvSpPr>
        <p:spPr>
          <a:xfrm>
            <a:off x="2390684" y="2876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5" name="Shape 433"/>
          <p:cNvSpPr/>
          <p:nvPr/>
        </p:nvSpPr>
        <p:spPr>
          <a:xfrm>
            <a:off x="2493640" y="2773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6" name="Shape 434"/>
          <p:cNvSpPr/>
          <p:nvPr/>
        </p:nvSpPr>
        <p:spPr>
          <a:xfrm>
            <a:off x="2766226" y="2473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7" name="Shape 435"/>
          <p:cNvSpPr/>
          <p:nvPr/>
        </p:nvSpPr>
        <p:spPr>
          <a:xfrm>
            <a:off x="2611556" y="2772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8" name="Shape 436"/>
          <p:cNvSpPr/>
          <p:nvPr/>
        </p:nvSpPr>
        <p:spPr>
          <a:xfrm>
            <a:off x="2718122" y="2814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9" name="Shape 437"/>
          <p:cNvSpPr/>
          <p:nvPr/>
        </p:nvSpPr>
        <p:spPr>
          <a:xfrm>
            <a:off x="2494075" y="28873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0" name="Shape 438"/>
          <p:cNvSpPr/>
          <p:nvPr/>
        </p:nvSpPr>
        <p:spPr>
          <a:xfrm>
            <a:off x="2734040" y="28062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1" name="Shape 439"/>
          <p:cNvSpPr/>
          <p:nvPr/>
        </p:nvSpPr>
        <p:spPr>
          <a:xfrm>
            <a:off x="2694623" y="25586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2" name="Shape 440"/>
          <p:cNvSpPr/>
          <p:nvPr/>
        </p:nvSpPr>
        <p:spPr>
          <a:xfrm>
            <a:off x="2759533" y="2511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3" name="Shape 441"/>
          <p:cNvSpPr/>
          <p:nvPr/>
        </p:nvSpPr>
        <p:spPr>
          <a:xfrm>
            <a:off x="2430711" y="2543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4" name="Shape 442"/>
          <p:cNvSpPr/>
          <p:nvPr/>
        </p:nvSpPr>
        <p:spPr>
          <a:xfrm>
            <a:off x="2797031" y="24875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5" name="Shape 443"/>
          <p:cNvSpPr/>
          <p:nvPr/>
        </p:nvSpPr>
        <p:spPr>
          <a:xfrm>
            <a:off x="2632949" y="2488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6" name="Shape 444"/>
          <p:cNvSpPr/>
          <p:nvPr/>
        </p:nvSpPr>
        <p:spPr>
          <a:xfrm>
            <a:off x="2776588" y="2790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7" name="Shape 445"/>
          <p:cNvSpPr/>
          <p:nvPr/>
        </p:nvSpPr>
        <p:spPr>
          <a:xfrm>
            <a:off x="2722461" y="2804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8" name="Shape 446"/>
          <p:cNvSpPr/>
          <p:nvPr/>
        </p:nvSpPr>
        <p:spPr>
          <a:xfrm>
            <a:off x="2409130" y="3312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9" name="Shape 447"/>
          <p:cNvSpPr/>
          <p:nvPr/>
        </p:nvSpPr>
        <p:spPr>
          <a:xfrm>
            <a:off x="2622061" y="3289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0" name="Shape 448"/>
          <p:cNvSpPr/>
          <p:nvPr/>
        </p:nvSpPr>
        <p:spPr>
          <a:xfrm>
            <a:off x="2454239" y="2924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1" name="Shape 449"/>
          <p:cNvSpPr/>
          <p:nvPr/>
        </p:nvSpPr>
        <p:spPr>
          <a:xfrm>
            <a:off x="2489452" y="3372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2" name="Shape 450"/>
          <p:cNvSpPr/>
          <p:nvPr/>
        </p:nvSpPr>
        <p:spPr>
          <a:xfrm>
            <a:off x="2767365" y="35136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3" name="Shape 451"/>
          <p:cNvSpPr/>
          <p:nvPr/>
        </p:nvSpPr>
        <p:spPr>
          <a:xfrm>
            <a:off x="2412517" y="3602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4" name="Shape 452"/>
          <p:cNvSpPr/>
          <p:nvPr/>
        </p:nvSpPr>
        <p:spPr>
          <a:xfrm>
            <a:off x="2785182" y="2872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5" name="Shape 453"/>
          <p:cNvSpPr/>
          <p:nvPr/>
        </p:nvSpPr>
        <p:spPr>
          <a:xfrm>
            <a:off x="2429138" y="2788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6" name="Shape 454"/>
          <p:cNvSpPr/>
          <p:nvPr/>
        </p:nvSpPr>
        <p:spPr>
          <a:xfrm>
            <a:off x="2557031" y="2814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7" name="Shape 455"/>
          <p:cNvSpPr/>
          <p:nvPr/>
        </p:nvSpPr>
        <p:spPr>
          <a:xfrm>
            <a:off x="2664972" y="2667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" name="Shape 456"/>
          <p:cNvSpPr/>
          <p:nvPr/>
        </p:nvSpPr>
        <p:spPr>
          <a:xfrm>
            <a:off x="2672226" y="2825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" name="Shape 457"/>
          <p:cNvSpPr/>
          <p:nvPr/>
        </p:nvSpPr>
        <p:spPr>
          <a:xfrm>
            <a:off x="2378704" y="34699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" name="Shape 458"/>
          <p:cNvSpPr/>
          <p:nvPr/>
        </p:nvSpPr>
        <p:spPr>
          <a:xfrm>
            <a:off x="2542676" y="2967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" name="Shape 459"/>
          <p:cNvSpPr/>
          <p:nvPr/>
        </p:nvSpPr>
        <p:spPr>
          <a:xfrm>
            <a:off x="2706712" y="29086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" name="Shape 460"/>
          <p:cNvSpPr/>
          <p:nvPr/>
        </p:nvSpPr>
        <p:spPr>
          <a:xfrm>
            <a:off x="2383756" y="29251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" name="Shape 461"/>
          <p:cNvSpPr/>
          <p:nvPr/>
        </p:nvSpPr>
        <p:spPr>
          <a:xfrm>
            <a:off x="2750960" y="3512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" name="Shape 462"/>
          <p:cNvSpPr/>
          <p:nvPr/>
        </p:nvSpPr>
        <p:spPr>
          <a:xfrm>
            <a:off x="2665184" y="3511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" name="Shape 463"/>
          <p:cNvSpPr/>
          <p:nvPr/>
        </p:nvSpPr>
        <p:spPr>
          <a:xfrm>
            <a:off x="2459195" y="35174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" name="Shape 464"/>
          <p:cNvSpPr/>
          <p:nvPr/>
        </p:nvSpPr>
        <p:spPr>
          <a:xfrm>
            <a:off x="2558632" y="3670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" name="Shape 465"/>
          <p:cNvSpPr/>
          <p:nvPr/>
        </p:nvSpPr>
        <p:spPr>
          <a:xfrm>
            <a:off x="2478193" y="2892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" name="Shape 466"/>
          <p:cNvSpPr/>
          <p:nvPr/>
        </p:nvSpPr>
        <p:spPr>
          <a:xfrm>
            <a:off x="2692237" y="2796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" name="Shape 467"/>
          <p:cNvSpPr/>
          <p:nvPr/>
        </p:nvSpPr>
        <p:spPr>
          <a:xfrm>
            <a:off x="2671180" y="35392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" name="Shape 468"/>
          <p:cNvSpPr/>
          <p:nvPr/>
        </p:nvSpPr>
        <p:spPr>
          <a:xfrm>
            <a:off x="2432152" y="36088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" name="Shape 469"/>
          <p:cNvSpPr/>
          <p:nvPr/>
        </p:nvSpPr>
        <p:spPr>
          <a:xfrm>
            <a:off x="2457153" y="26765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" name="Shape 470"/>
          <p:cNvSpPr/>
          <p:nvPr/>
        </p:nvSpPr>
        <p:spPr>
          <a:xfrm>
            <a:off x="2578440" y="3387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" name="Shape 471"/>
          <p:cNvSpPr/>
          <p:nvPr/>
        </p:nvSpPr>
        <p:spPr>
          <a:xfrm>
            <a:off x="2576658" y="2833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" name="Shape 472"/>
          <p:cNvSpPr/>
          <p:nvPr/>
        </p:nvSpPr>
        <p:spPr>
          <a:xfrm>
            <a:off x="2602173" y="2747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" name="Shape 473"/>
          <p:cNvSpPr/>
          <p:nvPr/>
        </p:nvSpPr>
        <p:spPr>
          <a:xfrm>
            <a:off x="2404178" y="2443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" name="Shape 474"/>
          <p:cNvSpPr/>
          <p:nvPr/>
        </p:nvSpPr>
        <p:spPr>
          <a:xfrm>
            <a:off x="2376347" y="2618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" name="Shape 475"/>
          <p:cNvSpPr/>
          <p:nvPr/>
        </p:nvSpPr>
        <p:spPr>
          <a:xfrm>
            <a:off x="2492323" y="2854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" name="Shape 476"/>
          <p:cNvSpPr/>
          <p:nvPr/>
        </p:nvSpPr>
        <p:spPr>
          <a:xfrm>
            <a:off x="2535374" y="2475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" name="Shape 477"/>
          <p:cNvSpPr/>
          <p:nvPr/>
        </p:nvSpPr>
        <p:spPr>
          <a:xfrm>
            <a:off x="2584389" y="2874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" name="Shape 478"/>
          <p:cNvSpPr/>
          <p:nvPr/>
        </p:nvSpPr>
        <p:spPr>
          <a:xfrm>
            <a:off x="2695737" y="2652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" name="Shape 479"/>
          <p:cNvSpPr/>
          <p:nvPr/>
        </p:nvSpPr>
        <p:spPr>
          <a:xfrm>
            <a:off x="2603500" y="2444192"/>
            <a:ext cx="127" cy="111276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82" name="Shape 480"/>
          <p:cNvSpPr/>
          <p:nvPr/>
        </p:nvSpPr>
        <p:spPr>
          <a:xfrm>
            <a:off x="2489200" y="3556958"/>
            <a:ext cx="228600" cy="127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83" name="Shape 481"/>
          <p:cNvSpPr/>
          <p:nvPr/>
        </p:nvSpPr>
        <p:spPr>
          <a:xfrm>
            <a:off x="2489200" y="2444192"/>
            <a:ext cx="228600" cy="127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84" name="Shape 482"/>
          <p:cNvSpPr/>
          <p:nvPr/>
        </p:nvSpPr>
        <p:spPr>
          <a:xfrm>
            <a:off x="2438400" y="2674770"/>
            <a:ext cx="330200" cy="731806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485" name="Shape 483"/>
          <p:cNvSpPr/>
          <p:nvPr/>
        </p:nvSpPr>
        <p:spPr>
          <a:xfrm>
            <a:off x="2438400" y="3057844"/>
            <a:ext cx="330200" cy="127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486" name="Shape 484"/>
          <p:cNvSpPr/>
          <p:nvPr/>
        </p:nvSpPr>
        <p:spPr>
          <a:xfrm>
            <a:off x="3452892" y="3209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7" name="Shape 485"/>
          <p:cNvSpPr/>
          <p:nvPr/>
        </p:nvSpPr>
        <p:spPr>
          <a:xfrm>
            <a:off x="3409944" y="32988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8" name="Shape 486"/>
          <p:cNvSpPr/>
          <p:nvPr/>
        </p:nvSpPr>
        <p:spPr>
          <a:xfrm>
            <a:off x="3161958" y="3263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9" name="Shape 487"/>
          <p:cNvSpPr/>
          <p:nvPr/>
        </p:nvSpPr>
        <p:spPr>
          <a:xfrm>
            <a:off x="3379874" y="33668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0" name="Shape 488"/>
          <p:cNvSpPr/>
          <p:nvPr/>
        </p:nvSpPr>
        <p:spPr>
          <a:xfrm>
            <a:off x="3044740" y="3296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1" name="Shape 489"/>
          <p:cNvSpPr/>
          <p:nvPr/>
        </p:nvSpPr>
        <p:spPr>
          <a:xfrm>
            <a:off x="3243556" y="32564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2" name="Shape 490"/>
          <p:cNvSpPr/>
          <p:nvPr/>
        </p:nvSpPr>
        <p:spPr>
          <a:xfrm>
            <a:off x="3213448" y="3266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3" name="Shape 491"/>
          <p:cNvSpPr/>
          <p:nvPr/>
        </p:nvSpPr>
        <p:spPr>
          <a:xfrm>
            <a:off x="3268425" y="3308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4" name="Shape 492"/>
          <p:cNvSpPr/>
          <p:nvPr/>
        </p:nvSpPr>
        <p:spPr>
          <a:xfrm>
            <a:off x="3247588" y="3176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5" name="Shape 493"/>
          <p:cNvSpPr/>
          <p:nvPr/>
        </p:nvSpPr>
        <p:spPr>
          <a:xfrm>
            <a:off x="3457466" y="3056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6" name="Shape 494"/>
          <p:cNvSpPr/>
          <p:nvPr/>
        </p:nvSpPr>
        <p:spPr>
          <a:xfrm>
            <a:off x="3258570" y="3132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7" name="Shape 495"/>
          <p:cNvSpPr/>
          <p:nvPr/>
        </p:nvSpPr>
        <p:spPr>
          <a:xfrm>
            <a:off x="3403117" y="3185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8" name="Shape 496"/>
          <p:cNvSpPr/>
          <p:nvPr/>
        </p:nvSpPr>
        <p:spPr>
          <a:xfrm>
            <a:off x="3244513" y="3232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9" name="Shape 497"/>
          <p:cNvSpPr/>
          <p:nvPr/>
        </p:nvSpPr>
        <p:spPr>
          <a:xfrm>
            <a:off x="3446236" y="3248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0" name="Shape 498"/>
          <p:cNvSpPr/>
          <p:nvPr/>
        </p:nvSpPr>
        <p:spPr>
          <a:xfrm>
            <a:off x="3084828" y="30956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1" name="Shape 499"/>
          <p:cNvSpPr/>
          <p:nvPr/>
        </p:nvSpPr>
        <p:spPr>
          <a:xfrm>
            <a:off x="3076481" y="3311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2" name="Shape 500"/>
          <p:cNvSpPr/>
          <p:nvPr/>
        </p:nvSpPr>
        <p:spPr>
          <a:xfrm>
            <a:off x="3102188" y="3268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" name="Shape 501"/>
          <p:cNvSpPr/>
          <p:nvPr/>
        </p:nvSpPr>
        <p:spPr>
          <a:xfrm>
            <a:off x="3191988" y="32063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" name="Shape 502"/>
          <p:cNvSpPr/>
          <p:nvPr/>
        </p:nvSpPr>
        <p:spPr>
          <a:xfrm>
            <a:off x="3093561" y="3246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" name="Shape 503"/>
          <p:cNvSpPr/>
          <p:nvPr/>
        </p:nvSpPr>
        <p:spPr>
          <a:xfrm>
            <a:off x="3403363" y="3128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" name="Shape 504"/>
          <p:cNvSpPr/>
          <p:nvPr/>
        </p:nvSpPr>
        <p:spPr>
          <a:xfrm>
            <a:off x="3416345" y="3137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" name="Shape 505"/>
          <p:cNvSpPr/>
          <p:nvPr/>
        </p:nvSpPr>
        <p:spPr>
          <a:xfrm>
            <a:off x="3102252" y="3282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" name="Shape 506"/>
          <p:cNvSpPr/>
          <p:nvPr/>
        </p:nvSpPr>
        <p:spPr>
          <a:xfrm>
            <a:off x="3207115" y="3249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" name="Shape 507"/>
          <p:cNvSpPr/>
          <p:nvPr/>
        </p:nvSpPr>
        <p:spPr>
          <a:xfrm>
            <a:off x="3076880" y="3296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" name="Shape 508"/>
          <p:cNvSpPr/>
          <p:nvPr/>
        </p:nvSpPr>
        <p:spPr>
          <a:xfrm>
            <a:off x="3061675" y="3138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" name="Shape 509"/>
          <p:cNvSpPr/>
          <p:nvPr/>
        </p:nvSpPr>
        <p:spPr>
          <a:xfrm>
            <a:off x="3229917" y="3361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" name="Shape 510"/>
          <p:cNvSpPr/>
          <p:nvPr/>
        </p:nvSpPr>
        <p:spPr>
          <a:xfrm>
            <a:off x="3109253" y="32830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" name="Shape 511"/>
          <p:cNvSpPr/>
          <p:nvPr/>
        </p:nvSpPr>
        <p:spPr>
          <a:xfrm>
            <a:off x="3426452" y="3252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" name="Shape 512"/>
          <p:cNvSpPr/>
          <p:nvPr/>
        </p:nvSpPr>
        <p:spPr>
          <a:xfrm>
            <a:off x="3181526" y="3243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" name="Shape 513"/>
          <p:cNvSpPr/>
          <p:nvPr/>
        </p:nvSpPr>
        <p:spPr>
          <a:xfrm>
            <a:off x="3146804" y="3353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" name="Shape 514"/>
          <p:cNvSpPr/>
          <p:nvPr/>
        </p:nvSpPr>
        <p:spPr>
          <a:xfrm>
            <a:off x="3034744" y="3322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" name="Shape 515"/>
          <p:cNvSpPr/>
          <p:nvPr/>
        </p:nvSpPr>
        <p:spPr>
          <a:xfrm>
            <a:off x="3453653" y="3233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" name="Shape 516"/>
          <p:cNvSpPr/>
          <p:nvPr/>
        </p:nvSpPr>
        <p:spPr>
          <a:xfrm>
            <a:off x="3214129" y="3336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" name="Shape 517"/>
          <p:cNvSpPr/>
          <p:nvPr/>
        </p:nvSpPr>
        <p:spPr>
          <a:xfrm>
            <a:off x="3180787" y="32476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" name="Shape 518"/>
          <p:cNvSpPr/>
          <p:nvPr/>
        </p:nvSpPr>
        <p:spPr>
          <a:xfrm>
            <a:off x="3429855" y="3294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" name="Shape 519"/>
          <p:cNvSpPr/>
          <p:nvPr/>
        </p:nvSpPr>
        <p:spPr>
          <a:xfrm>
            <a:off x="3380794" y="3158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" name="Shape 520"/>
          <p:cNvSpPr/>
          <p:nvPr/>
        </p:nvSpPr>
        <p:spPr>
          <a:xfrm>
            <a:off x="3073730" y="3225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" name="Shape 521"/>
          <p:cNvSpPr/>
          <p:nvPr/>
        </p:nvSpPr>
        <p:spPr>
          <a:xfrm>
            <a:off x="3150511" y="3203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" name="Shape 522"/>
          <p:cNvSpPr/>
          <p:nvPr/>
        </p:nvSpPr>
        <p:spPr>
          <a:xfrm>
            <a:off x="3194777" y="3393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" name="Shape 523"/>
          <p:cNvSpPr/>
          <p:nvPr/>
        </p:nvSpPr>
        <p:spPr>
          <a:xfrm>
            <a:off x="3157829" y="3361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" name="Shape 524"/>
          <p:cNvSpPr/>
          <p:nvPr/>
        </p:nvSpPr>
        <p:spPr>
          <a:xfrm>
            <a:off x="3314529" y="3237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" name="Shape 525"/>
          <p:cNvSpPr/>
          <p:nvPr/>
        </p:nvSpPr>
        <p:spPr>
          <a:xfrm>
            <a:off x="3193778" y="3214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" name="Shape 526"/>
          <p:cNvSpPr/>
          <p:nvPr/>
        </p:nvSpPr>
        <p:spPr>
          <a:xfrm>
            <a:off x="3091411" y="3209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" name="Shape 527"/>
          <p:cNvSpPr/>
          <p:nvPr/>
        </p:nvSpPr>
        <p:spPr>
          <a:xfrm>
            <a:off x="3114943" y="3291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" name="Shape 528"/>
          <p:cNvSpPr/>
          <p:nvPr/>
        </p:nvSpPr>
        <p:spPr>
          <a:xfrm>
            <a:off x="3033908" y="3161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" name="Shape 529"/>
          <p:cNvSpPr/>
          <p:nvPr/>
        </p:nvSpPr>
        <p:spPr>
          <a:xfrm>
            <a:off x="3239929" y="3255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" name="Shape 530"/>
          <p:cNvSpPr/>
          <p:nvPr/>
        </p:nvSpPr>
        <p:spPr>
          <a:xfrm>
            <a:off x="3175749" y="3184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" name="Shape 531"/>
          <p:cNvSpPr/>
          <p:nvPr/>
        </p:nvSpPr>
        <p:spPr>
          <a:xfrm>
            <a:off x="3030499" y="3267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" name="Shape 532"/>
          <p:cNvSpPr/>
          <p:nvPr/>
        </p:nvSpPr>
        <p:spPr>
          <a:xfrm>
            <a:off x="3239115" y="3232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" name="Shape 533"/>
          <p:cNvSpPr/>
          <p:nvPr/>
        </p:nvSpPr>
        <p:spPr>
          <a:xfrm>
            <a:off x="3250303" y="3188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" name="Shape 534"/>
          <p:cNvSpPr/>
          <p:nvPr/>
        </p:nvSpPr>
        <p:spPr>
          <a:xfrm>
            <a:off x="3158403" y="33224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" name="Shape 535"/>
          <p:cNvSpPr/>
          <p:nvPr/>
        </p:nvSpPr>
        <p:spPr>
          <a:xfrm>
            <a:off x="3144233" y="3266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" name="Shape 536"/>
          <p:cNvSpPr/>
          <p:nvPr/>
        </p:nvSpPr>
        <p:spPr>
          <a:xfrm>
            <a:off x="3300626" y="3167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" name="Shape 537"/>
          <p:cNvSpPr/>
          <p:nvPr/>
        </p:nvSpPr>
        <p:spPr>
          <a:xfrm>
            <a:off x="3060196" y="30460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" name="Shape 538"/>
          <p:cNvSpPr/>
          <p:nvPr/>
        </p:nvSpPr>
        <p:spPr>
          <a:xfrm>
            <a:off x="3174501" y="33379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" name="Shape 539"/>
          <p:cNvSpPr/>
          <p:nvPr/>
        </p:nvSpPr>
        <p:spPr>
          <a:xfrm>
            <a:off x="3386947" y="3354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" name="Shape 540"/>
          <p:cNvSpPr/>
          <p:nvPr/>
        </p:nvSpPr>
        <p:spPr>
          <a:xfrm>
            <a:off x="3272488" y="3262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" name="Shape 541"/>
          <p:cNvSpPr/>
          <p:nvPr/>
        </p:nvSpPr>
        <p:spPr>
          <a:xfrm>
            <a:off x="3334684" y="33296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" name="Shape 542"/>
          <p:cNvSpPr/>
          <p:nvPr/>
        </p:nvSpPr>
        <p:spPr>
          <a:xfrm>
            <a:off x="3212755" y="3233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" name="Shape 543"/>
          <p:cNvSpPr/>
          <p:nvPr/>
        </p:nvSpPr>
        <p:spPr>
          <a:xfrm>
            <a:off x="3412613" y="3145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" name="Shape 544"/>
          <p:cNvSpPr/>
          <p:nvPr/>
        </p:nvSpPr>
        <p:spPr>
          <a:xfrm>
            <a:off x="3093533" y="31081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" name="Shape 545"/>
          <p:cNvSpPr/>
          <p:nvPr/>
        </p:nvSpPr>
        <p:spPr>
          <a:xfrm>
            <a:off x="3240331" y="3265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8" name="Shape 546"/>
          <p:cNvSpPr/>
          <p:nvPr/>
        </p:nvSpPr>
        <p:spPr>
          <a:xfrm>
            <a:off x="3307308" y="3314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9" name="Shape 547"/>
          <p:cNvSpPr/>
          <p:nvPr/>
        </p:nvSpPr>
        <p:spPr>
          <a:xfrm>
            <a:off x="3059842" y="3242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0" name="Shape 548"/>
          <p:cNvSpPr/>
          <p:nvPr/>
        </p:nvSpPr>
        <p:spPr>
          <a:xfrm>
            <a:off x="3237117" y="3222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1" name="Shape 549"/>
          <p:cNvSpPr/>
          <p:nvPr/>
        </p:nvSpPr>
        <p:spPr>
          <a:xfrm>
            <a:off x="3165320" y="3191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2" name="Shape 550"/>
          <p:cNvSpPr/>
          <p:nvPr/>
        </p:nvSpPr>
        <p:spPr>
          <a:xfrm>
            <a:off x="3036891" y="32407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3" name="Shape 551"/>
          <p:cNvSpPr/>
          <p:nvPr/>
        </p:nvSpPr>
        <p:spPr>
          <a:xfrm>
            <a:off x="3305320" y="3178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4" name="Shape 552"/>
          <p:cNvSpPr/>
          <p:nvPr/>
        </p:nvSpPr>
        <p:spPr>
          <a:xfrm>
            <a:off x="3314741" y="32906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5" name="Shape 553"/>
          <p:cNvSpPr/>
          <p:nvPr/>
        </p:nvSpPr>
        <p:spPr>
          <a:xfrm>
            <a:off x="3143231" y="3357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6" name="Shape 554"/>
          <p:cNvSpPr/>
          <p:nvPr/>
        </p:nvSpPr>
        <p:spPr>
          <a:xfrm>
            <a:off x="3241513" y="3246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7" name="Shape 555"/>
          <p:cNvSpPr/>
          <p:nvPr/>
        </p:nvSpPr>
        <p:spPr>
          <a:xfrm>
            <a:off x="3404727" y="3220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8" name="Shape 556"/>
          <p:cNvSpPr/>
          <p:nvPr/>
        </p:nvSpPr>
        <p:spPr>
          <a:xfrm>
            <a:off x="3271258" y="3376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9" name="Shape 557"/>
          <p:cNvSpPr/>
          <p:nvPr/>
        </p:nvSpPr>
        <p:spPr>
          <a:xfrm>
            <a:off x="3222056" y="3244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0" name="Shape 558"/>
          <p:cNvSpPr/>
          <p:nvPr/>
        </p:nvSpPr>
        <p:spPr>
          <a:xfrm>
            <a:off x="3084895" y="3292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1" name="Shape 559"/>
          <p:cNvSpPr/>
          <p:nvPr/>
        </p:nvSpPr>
        <p:spPr>
          <a:xfrm>
            <a:off x="3251704" y="3323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2" name="Shape 560"/>
          <p:cNvSpPr/>
          <p:nvPr/>
        </p:nvSpPr>
        <p:spPr>
          <a:xfrm>
            <a:off x="3349758" y="32847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3" name="Shape 561"/>
          <p:cNvSpPr/>
          <p:nvPr/>
        </p:nvSpPr>
        <p:spPr>
          <a:xfrm>
            <a:off x="3197006" y="3213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4" name="Shape 562"/>
          <p:cNvSpPr/>
          <p:nvPr/>
        </p:nvSpPr>
        <p:spPr>
          <a:xfrm>
            <a:off x="3425836" y="3038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5" name="Shape 563"/>
          <p:cNvSpPr/>
          <p:nvPr/>
        </p:nvSpPr>
        <p:spPr>
          <a:xfrm>
            <a:off x="3265477" y="3434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6" name="Shape 564"/>
          <p:cNvSpPr/>
          <p:nvPr/>
        </p:nvSpPr>
        <p:spPr>
          <a:xfrm>
            <a:off x="3057641" y="3278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7" name="Shape 565"/>
          <p:cNvSpPr/>
          <p:nvPr/>
        </p:nvSpPr>
        <p:spPr>
          <a:xfrm>
            <a:off x="3192068" y="3250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8" name="Shape 566"/>
          <p:cNvSpPr/>
          <p:nvPr/>
        </p:nvSpPr>
        <p:spPr>
          <a:xfrm>
            <a:off x="3339022" y="33372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9" name="Shape 567"/>
          <p:cNvSpPr/>
          <p:nvPr/>
        </p:nvSpPr>
        <p:spPr>
          <a:xfrm>
            <a:off x="3419949" y="3409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0" name="Shape 568"/>
          <p:cNvSpPr/>
          <p:nvPr/>
        </p:nvSpPr>
        <p:spPr>
          <a:xfrm>
            <a:off x="3169053" y="34130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1" name="Shape 569"/>
          <p:cNvSpPr/>
          <p:nvPr/>
        </p:nvSpPr>
        <p:spPr>
          <a:xfrm>
            <a:off x="3415106" y="3327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2" name="Shape 570"/>
          <p:cNvSpPr/>
          <p:nvPr/>
        </p:nvSpPr>
        <p:spPr>
          <a:xfrm>
            <a:off x="3172037" y="3426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3" name="Shape 571"/>
          <p:cNvSpPr/>
          <p:nvPr/>
        </p:nvSpPr>
        <p:spPr>
          <a:xfrm>
            <a:off x="3288485" y="3505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4" name="Shape 572"/>
          <p:cNvSpPr/>
          <p:nvPr/>
        </p:nvSpPr>
        <p:spPr>
          <a:xfrm>
            <a:off x="3440959" y="3420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5" name="Shape 573"/>
          <p:cNvSpPr/>
          <p:nvPr/>
        </p:nvSpPr>
        <p:spPr>
          <a:xfrm>
            <a:off x="3049317" y="3554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6" name="Shape 574"/>
          <p:cNvSpPr/>
          <p:nvPr/>
        </p:nvSpPr>
        <p:spPr>
          <a:xfrm>
            <a:off x="3049511" y="35032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7" name="Shape 575"/>
          <p:cNvSpPr/>
          <p:nvPr/>
        </p:nvSpPr>
        <p:spPr>
          <a:xfrm>
            <a:off x="3437008" y="3497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8" name="Shape 576"/>
          <p:cNvSpPr/>
          <p:nvPr/>
        </p:nvSpPr>
        <p:spPr>
          <a:xfrm>
            <a:off x="3138621" y="3331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9" name="Shape 577"/>
          <p:cNvSpPr/>
          <p:nvPr/>
        </p:nvSpPr>
        <p:spPr>
          <a:xfrm>
            <a:off x="3275271" y="34615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0" name="Shape 578"/>
          <p:cNvSpPr/>
          <p:nvPr/>
        </p:nvSpPr>
        <p:spPr>
          <a:xfrm>
            <a:off x="3029553" y="3471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1" name="Shape 579"/>
          <p:cNvSpPr/>
          <p:nvPr/>
        </p:nvSpPr>
        <p:spPr>
          <a:xfrm>
            <a:off x="3264007" y="3458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2" name="Shape 580"/>
          <p:cNvSpPr/>
          <p:nvPr/>
        </p:nvSpPr>
        <p:spPr>
          <a:xfrm>
            <a:off x="3223900" y="3385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3" name="Shape 581"/>
          <p:cNvSpPr/>
          <p:nvPr/>
        </p:nvSpPr>
        <p:spPr>
          <a:xfrm>
            <a:off x="3384226" y="33107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4" name="Shape 582"/>
          <p:cNvSpPr/>
          <p:nvPr/>
        </p:nvSpPr>
        <p:spPr>
          <a:xfrm>
            <a:off x="3364528" y="31937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5" name="Shape 583"/>
          <p:cNvSpPr/>
          <p:nvPr/>
        </p:nvSpPr>
        <p:spPr>
          <a:xfrm>
            <a:off x="3054489" y="31798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6" name="Shape 584"/>
          <p:cNvSpPr/>
          <p:nvPr/>
        </p:nvSpPr>
        <p:spPr>
          <a:xfrm>
            <a:off x="3152413" y="27368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7" name="Shape 585"/>
          <p:cNvSpPr/>
          <p:nvPr/>
        </p:nvSpPr>
        <p:spPr>
          <a:xfrm>
            <a:off x="3217440" y="2738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8" name="Shape 586"/>
          <p:cNvSpPr/>
          <p:nvPr/>
        </p:nvSpPr>
        <p:spPr>
          <a:xfrm>
            <a:off x="3410330" y="29849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9" name="Shape 587"/>
          <p:cNvSpPr/>
          <p:nvPr/>
        </p:nvSpPr>
        <p:spPr>
          <a:xfrm>
            <a:off x="3410319" y="2933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0" name="Shape 588"/>
          <p:cNvSpPr/>
          <p:nvPr/>
        </p:nvSpPr>
        <p:spPr>
          <a:xfrm>
            <a:off x="3062926" y="3422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1" name="Shape 589"/>
          <p:cNvSpPr/>
          <p:nvPr/>
        </p:nvSpPr>
        <p:spPr>
          <a:xfrm>
            <a:off x="3222070" y="28462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2" name="Shape 590"/>
          <p:cNvSpPr/>
          <p:nvPr/>
        </p:nvSpPr>
        <p:spPr>
          <a:xfrm>
            <a:off x="3291772" y="2699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3" name="Shape 591"/>
          <p:cNvSpPr/>
          <p:nvPr/>
        </p:nvSpPr>
        <p:spPr>
          <a:xfrm>
            <a:off x="3338228" y="2721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" name="Shape 592"/>
          <p:cNvSpPr/>
          <p:nvPr/>
        </p:nvSpPr>
        <p:spPr>
          <a:xfrm>
            <a:off x="3244467" y="2679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" name="Shape 593"/>
          <p:cNvSpPr/>
          <p:nvPr/>
        </p:nvSpPr>
        <p:spPr>
          <a:xfrm>
            <a:off x="3172324" y="2898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" name="Shape 594"/>
          <p:cNvSpPr/>
          <p:nvPr/>
        </p:nvSpPr>
        <p:spPr>
          <a:xfrm>
            <a:off x="3440594" y="3243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" name="Shape 595"/>
          <p:cNvSpPr/>
          <p:nvPr/>
        </p:nvSpPr>
        <p:spPr>
          <a:xfrm>
            <a:off x="3333498" y="283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" name="Shape 596"/>
          <p:cNvSpPr/>
          <p:nvPr/>
        </p:nvSpPr>
        <p:spPr>
          <a:xfrm>
            <a:off x="3343728" y="2662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" name="Shape 597"/>
          <p:cNvSpPr/>
          <p:nvPr/>
        </p:nvSpPr>
        <p:spPr>
          <a:xfrm>
            <a:off x="3360151" y="3255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" name="Shape 598"/>
          <p:cNvSpPr/>
          <p:nvPr/>
        </p:nvSpPr>
        <p:spPr>
          <a:xfrm>
            <a:off x="3047932" y="28374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" name="Shape 599"/>
          <p:cNvSpPr/>
          <p:nvPr/>
        </p:nvSpPr>
        <p:spPr>
          <a:xfrm>
            <a:off x="3359064" y="2907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" name="Shape 600"/>
          <p:cNvSpPr/>
          <p:nvPr/>
        </p:nvSpPr>
        <p:spPr>
          <a:xfrm>
            <a:off x="3314146" y="3200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" name="Shape 601"/>
          <p:cNvSpPr/>
          <p:nvPr/>
        </p:nvSpPr>
        <p:spPr>
          <a:xfrm>
            <a:off x="3266445" y="31064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" name="Shape 602"/>
          <p:cNvSpPr/>
          <p:nvPr/>
        </p:nvSpPr>
        <p:spPr>
          <a:xfrm>
            <a:off x="3451500" y="29116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" name="Shape 603"/>
          <p:cNvSpPr/>
          <p:nvPr/>
        </p:nvSpPr>
        <p:spPr>
          <a:xfrm>
            <a:off x="3052077" y="2731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" name="Shape 604"/>
          <p:cNvSpPr/>
          <p:nvPr/>
        </p:nvSpPr>
        <p:spPr>
          <a:xfrm>
            <a:off x="3451861" y="29839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" name="Shape 605"/>
          <p:cNvSpPr/>
          <p:nvPr/>
        </p:nvSpPr>
        <p:spPr>
          <a:xfrm>
            <a:off x="3194966" y="2926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" name="Shape 606"/>
          <p:cNvSpPr/>
          <p:nvPr/>
        </p:nvSpPr>
        <p:spPr>
          <a:xfrm>
            <a:off x="3192470" y="2730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" name="Shape 607"/>
          <p:cNvSpPr/>
          <p:nvPr/>
        </p:nvSpPr>
        <p:spPr>
          <a:xfrm>
            <a:off x="3308166" y="2985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" name="Shape 608"/>
          <p:cNvSpPr/>
          <p:nvPr/>
        </p:nvSpPr>
        <p:spPr>
          <a:xfrm>
            <a:off x="3242229" y="2729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" name="Shape 609"/>
          <p:cNvSpPr/>
          <p:nvPr/>
        </p:nvSpPr>
        <p:spPr>
          <a:xfrm>
            <a:off x="3369966" y="2716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" name="Shape 610"/>
          <p:cNvSpPr/>
          <p:nvPr/>
        </p:nvSpPr>
        <p:spPr>
          <a:xfrm>
            <a:off x="3401114" y="29506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" name="Shape 611"/>
          <p:cNvSpPr/>
          <p:nvPr/>
        </p:nvSpPr>
        <p:spPr>
          <a:xfrm>
            <a:off x="3166834" y="2752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" name="Shape 612"/>
          <p:cNvSpPr/>
          <p:nvPr/>
        </p:nvSpPr>
        <p:spPr>
          <a:xfrm>
            <a:off x="3112194" y="2369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" name="Shape 613"/>
          <p:cNvSpPr/>
          <p:nvPr/>
        </p:nvSpPr>
        <p:spPr>
          <a:xfrm>
            <a:off x="3216398" y="2739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" name="Shape 614"/>
          <p:cNvSpPr/>
          <p:nvPr/>
        </p:nvSpPr>
        <p:spPr>
          <a:xfrm>
            <a:off x="3238273" y="2387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" name="Shape 615"/>
          <p:cNvSpPr/>
          <p:nvPr/>
        </p:nvSpPr>
        <p:spPr>
          <a:xfrm>
            <a:off x="3320418" y="2569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" name="Shape 616"/>
          <p:cNvSpPr/>
          <p:nvPr/>
        </p:nvSpPr>
        <p:spPr>
          <a:xfrm>
            <a:off x="3042168" y="24311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" name="Shape 617"/>
          <p:cNvSpPr/>
          <p:nvPr/>
        </p:nvSpPr>
        <p:spPr>
          <a:xfrm>
            <a:off x="3344110" y="2741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" name="Shape 618"/>
          <p:cNvSpPr/>
          <p:nvPr/>
        </p:nvSpPr>
        <p:spPr>
          <a:xfrm>
            <a:off x="3340430" y="2545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" name="Shape 619"/>
          <p:cNvSpPr/>
          <p:nvPr/>
        </p:nvSpPr>
        <p:spPr>
          <a:xfrm>
            <a:off x="3288167" y="2360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" name="Shape 620"/>
          <p:cNvSpPr/>
          <p:nvPr/>
        </p:nvSpPr>
        <p:spPr>
          <a:xfrm>
            <a:off x="3432549" y="27299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" name="Shape 621"/>
          <p:cNvSpPr/>
          <p:nvPr/>
        </p:nvSpPr>
        <p:spPr>
          <a:xfrm>
            <a:off x="3093442" y="2518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" name="Shape 622"/>
          <p:cNvSpPr/>
          <p:nvPr/>
        </p:nvSpPr>
        <p:spPr>
          <a:xfrm>
            <a:off x="3241106" y="2446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" name="Shape 623"/>
          <p:cNvSpPr/>
          <p:nvPr/>
        </p:nvSpPr>
        <p:spPr>
          <a:xfrm>
            <a:off x="3058975" y="2516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" name="Shape 624"/>
          <p:cNvSpPr/>
          <p:nvPr/>
        </p:nvSpPr>
        <p:spPr>
          <a:xfrm>
            <a:off x="3345692" y="2572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" name="Shape 625"/>
          <p:cNvSpPr/>
          <p:nvPr/>
        </p:nvSpPr>
        <p:spPr>
          <a:xfrm>
            <a:off x="3403912" y="2500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" name="Shape 626"/>
          <p:cNvSpPr/>
          <p:nvPr/>
        </p:nvSpPr>
        <p:spPr>
          <a:xfrm>
            <a:off x="3175239" y="2400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" name="Shape 627"/>
          <p:cNvSpPr/>
          <p:nvPr/>
        </p:nvSpPr>
        <p:spPr>
          <a:xfrm>
            <a:off x="3146449" y="2729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" name="Shape 628"/>
          <p:cNvSpPr/>
          <p:nvPr/>
        </p:nvSpPr>
        <p:spPr>
          <a:xfrm>
            <a:off x="3161719" y="2498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" name="Shape 629"/>
          <p:cNvSpPr/>
          <p:nvPr/>
        </p:nvSpPr>
        <p:spPr>
          <a:xfrm>
            <a:off x="3181905" y="23580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" name="Shape 630"/>
          <p:cNvSpPr/>
          <p:nvPr/>
        </p:nvSpPr>
        <p:spPr>
          <a:xfrm>
            <a:off x="3215568" y="26224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" name="Shape 631"/>
          <p:cNvSpPr/>
          <p:nvPr/>
        </p:nvSpPr>
        <p:spPr>
          <a:xfrm>
            <a:off x="3096312" y="2419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" name="Shape 632"/>
          <p:cNvSpPr/>
          <p:nvPr/>
        </p:nvSpPr>
        <p:spPr>
          <a:xfrm>
            <a:off x="3193033" y="2643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" name="Shape 633"/>
          <p:cNvSpPr/>
          <p:nvPr/>
        </p:nvSpPr>
        <p:spPr>
          <a:xfrm>
            <a:off x="3166649" y="2389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" name="Shape 634"/>
          <p:cNvSpPr/>
          <p:nvPr/>
        </p:nvSpPr>
        <p:spPr>
          <a:xfrm>
            <a:off x="3327349" y="2520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" name="Shape 635"/>
          <p:cNvSpPr/>
          <p:nvPr/>
        </p:nvSpPr>
        <p:spPr>
          <a:xfrm>
            <a:off x="3109672" y="2381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" name="Shape 636"/>
          <p:cNvSpPr/>
          <p:nvPr/>
        </p:nvSpPr>
        <p:spPr>
          <a:xfrm>
            <a:off x="3221639" y="2372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9" name="Shape 637"/>
          <p:cNvSpPr/>
          <p:nvPr/>
        </p:nvSpPr>
        <p:spPr>
          <a:xfrm>
            <a:off x="3376673" y="2664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0" name="Shape 638"/>
          <p:cNvSpPr/>
          <p:nvPr/>
        </p:nvSpPr>
        <p:spPr>
          <a:xfrm>
            <a:off x="3307183" y="2363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1" name="Shape 639"/>
          <p:cNvSpPr/>
          <p:nvPr/>
        </p:nvSpPr>
        <p:spPr>
          <a:xfrm>
            <a:off x="3400084" y="2407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2" name="Shape 640"/>
          <p:cNvSpPr/>
          <p:nvPr/>
        </p:nvSpPr>
        <p:spPr>
          <a:xfrm>
            <a:off x="3092036" y="2410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3" name="Shape 641"/>
          <p:cNvSpPr/>
          <p:nvPr/>
        </p:nvSpPr>
        <p:spPr>
          <a:xfrm>
            <a:off x="3221887" y="2586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4" name="Shape 642"/>
          <p:cNvSpPr/>
          <p:nvPr/>
        </p:nvSpPr>
        <p:spPr>
          <a:xfrm>
            <a:off x="3152034" y="2457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5" name="Shape 643"/>
          <p:cNvSpPr/>
          <p:nvPr/>
        </p:nvSpPr>
        <p:spPr>
          <a:xfrm>
            <a:off x="3284197" y="2402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6" name="Shape 644"/>
          <p:cNvSpPr/>
          <p:nvPr/>
        </p:nvSpPr>
        <p:spPr>
          <a:xfrm>
            <a:off x="3451838" y="2413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7" name="Shape 645"/>
          <p:cNvSpPr/>
          <p:nvPr/>
        </p:nvSpPr>
        <p:spPr>
          <a:xfrm>
            <a:off x="3436407" y="25981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8" name="Shape 646"/>
          <p:cNvSpPr/>
          <p:nvPr/>
        </p:nvSpPr>
        <p:spPr>
          <a:xfrm>
            <a:off x="3171109" y="2479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9" name="Shape 647"/>
          <p:cNvSpPr/>
          <p:nvPr/>
        </p:nvSpPr>
        <p:spPr>
          <a:xfrm>
            <a:off x="3105543" y="22890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0" name="Shape 648"/>
          <p:cNvSpPr/>
          <p:nvPr/>
        </p:nvSpPr>
        <p:spPr>
          <a:xfrm>
            <a:off x="3141102" y="2402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1" name="Shape 649"/>
          <p:cNvSpPr/>
          <p:nvPr/>
        </p:nvSpPr>
        <p:spPr>
          <a:xfrm>
            <a:off x="3139493" y="2420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2" name="Shape 650"/>
          <p:cNvSpPr/>
          <p:nvPr/>
        </p:nvSpPr>
        <p:spPr>
          <a:xfrm>
            <a:off x="3150545" y="2519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3" name="Shape 651"/>
          <p:cNvSpPr/>
          <p:nvPr/>
        </p:nvSpPr>
        <p:spPr>
          <a:xfrm>
            <a:off x="3201437" y="22259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4" name="Shape 652"/>
          <p:cNvSpPr/>
          <p:nvPr/>
        </p:nvSpPr>
        <p:spPr>
          <a:xfrm>
            <a:off x="3124416" y="2878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5" name="Shape 653"/>
          <p:cNvSpPr/>
          <p:nvPr/>
        </p:nvSpPr>
        <p:spPr>
          <a:xfrm>
            <a:off x="3260478" y="3009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6" name="Shape 654"/>
          <p:cNvSpPr/>
          <p:nvPr/>
        </p:nvSpPr>
        <p:spPr>
          <a:xfrm>
            <a:off x="3219527" y="3454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7" name="Shape 655"/>
          <p:cNvSpPr/>
          <p:nvPr/>
        </p:nvSpPr>
        <p:spPr>
          <a:xfrm>
            <a:off x="3422730" y="2573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8" name="Shape 656"/>
          <p:cNvSpPr/>
          <p:nvPr/>
        </p:nvSpPr>
        <p:spPr>
          <a:xfrm>
            <a:off x="3411447" y="2876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9" name="Shape 657"/>
          <p:cNvSpPr/>
          <p:nvPr/>
        </p:nvSpPr>
        <p:spPr>
          <a:xfrm>
            <a:off x="3304492" y="32595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0" name="Shape 658"/>
          <p:cNvSpPr/>
          <p:nvPr/>
        </p:nvSpPr>
        <p:spPr>
          <a:xfrm>
            <a:off x="3240896" y="31601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1" name="Shape 659"/>
          <p:cNvSpPr/>
          <p:nvPr/>
        </p:nvSpPr>
        <p:spPr>
          <a:xfrm>
            <a:off x="3370789" y="3251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2" name="Shape 660"/>
          <p:cNvSpPr/>
          <p:nvPr/>
        </p:nvSpPr>
        <p:spPr>
          <a:xfrm>
            <a:off x="3342648" y="2514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3" name="Shape 661"/>
          <p:cNvSpPr/>
          <p:nvPr/>
        </p:nvSpPr>
        <p:spPr>
          <a:xfrm>
            <a:off x="3170186" y="2614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4" name="Shape 662"/>
          <p:cNvSpPr/>
          <p:nvPr/>
        </p:nvSpPr>
        <p:spPr>
          <a:xfrm>
            <a:off x="3458306" y="26303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5" name="Shape 663"/>
          <p:cNvSpPr/>
          <p:nvPr/>
        </p:nvSpPr>
        <p:spPr>
          <a:xfrm>
            <a:off x="3232974" y="2657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6" name="Shape 664"/>
          <p:cNvSpPr/>
          <p:nvPr/>
        </p:nvSpPr>
        <p:spPr>
          <a:xfrm>
            <a:off x="3096791" y="2556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7" name="Shape 665"/>
          <p:cNvSpPr/>
          <p:nvPr/>
        </p:nvSpPr>
        <p:spPr>
          <a:xfrm>
            <a:off x="3240748" y="3085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8" name="Shape 666"/>
          <p:cNvSpPr/>
          <p:nvPr/>
        </p:nvSpPr>
        <p:spPr>
          <a:xfrm>
            <a:off x="3343543" y="2855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9" name="Shape 667"/>
          <p:cNvSpPr/>
          <p:nvPr/>
        </p:nvSpPr>
        <p:spPr>
          <a:xfrm>
            <a:off x="3449424" y="2828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0" name="Shape 668"/>
          <p:cNvSpPr/>
          <p:nvPr/>
        </p:nvSpPr>
        <p:spPr>
          <a:xfrm>
            <a:off x="3136246" y="3043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1" name="Shape 669"/>
          <p:cNvSpPr/>
          <p:nvPr/>
        </p:nvSpPr>
        <p:spPr>
          <a:xfrm>
            <a:off x="3064476" y="272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2" name="Shape 670"/>
          <p:cNvSpPr/>
          <p:nvPr/>
        </p:nvSpPr>
        <p:spPr>
          <a:xfrm>
            <a:off x="3221460" y="2524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3" name="Shape 671"/>
          <p:cNvSpPr/>
          <p:nvPr/>
        </p:nvSpPr>
        <p:spPr>
          <a:xfrm>
            <a:off x="3376218" y="2848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4" name="Shape 672"/>
          <p:cNvSpPr/>
          <p:nvPr/>
        </p:nvSpPr>
        <p:spPr>
          <a:xfrm>
            <a:off x="3123548" y="3121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5" name="Shape 673"/>
          <p:cNvSpPr/>
          <p:nvPr/>
        </p:nvSpPr>
        <p:spPr>
          <a:xfrm>
            <a:off x="3205954" y="2549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6" name="Shape 674"/>
          <p:cNvSpPr/>
          <p:nvPr/>
        </p:nvSpPr>
        <p:spPr>
          <a:xfrm>
            <a:off x="3034146" y="2626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7" name="Shape 675"/>
          <p:cNvSpPr/>
          <p:nvPr/>
        </p:nvSpPr>
        <p:spPr>
          <a:xfrm>
            <a:off x="3320141" y="2622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8" name="Shape 676"/>
          <p:cNvSpPr/>
          <p:nvPr/>
        </p:nvSpPr>
        <p:spPr>
          <a:xfrm>
            <a:off x="3310775" y="31224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9" name="Shape 677"/>
          <p:cNvSpPr/>
          <p:nvPr/>
        </p:nvSpPr>
        <p:spPr>
          <a:xfrm>
            <a:off x="3361524" y="2496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0" name="Shape 678"/>
          <p:cNvSpPr/>
          <p:nvPr/>
        </p:nvSpPr>
        <p:spPr>
          <a:xfrm>
            <a:off x="3169206" y="2529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1" name="Shape 679"/>
          <p:cNvSpPr/>
          <p:nvPr/>
        </p:nvSpPr>
        <p:spPr>
          <a:xfrm>
            <a:off x="3268352" y="2499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2" name="Shape 680"/>
          <p:cNvSpPr/>
          <p:nvPr/>
        </p:nvSpPr>
        <p:spPr>
          <a:xfrm>
            <a:off x="3263993" y="26075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3" name="Shape 681"/>
          <p:cNvSpPr/>
          <p:nvPr/>
        </p:nvSpPr>
        <p:spPr>
          <a:xfrm>
            <a:off x="3456885" y="247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" name="Shape 682"/>
          <p:cNvSpPr/>
          <p:nvPr/>
        </p:nvSpPr>
        <p:spPr>
          <a:xfrm>
            <a:off x="3449855" y="2477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" name="Shape 683"/>
          <p:cNvSpPr/>
          <p:nvPr/>
        </p:nvSpPr>
        <p:spPr>
          <a:xfrm>
            <a:off x="3204067" y="2826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" name="Shape 684"/>
          <p:cNvSpPr/>
          <p:nvPr/>
        </p:nvSpPr>
        <p:spPr>
          <a:xfrm>
            <a:off x="3404673" y="24653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" name="Shape 685"/>
          <p:cNvSpPr/>
          <p:nvPr/>
        </p:nvSpPr>
        <p:spPr>
          <a:xfrm>
            <a:off x="3335353" y="2654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" name="Shape 686"/>
          <p:cNvSpPr/>
          <p:nvPr/>
        </p:nvSpPr>
        <p:spPr>
          <a:xfrm>
            <a:off x="3241162" y="2603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" name="Shape 687"/>
          <p:cNvSpPr/>
          <p:nvPr/>
        </p:nvSpPr>
        <p:spPr>
          <a:xfrm>
            <a:off x="3151217" y="2939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" name="Shape 688"/>
          <p:cNvSpPr/>
          <p:nvPr/>
        </p:nvSpPr>
        <p:spPr>
          <a:xfrm>
            <a:off x="3298629" y="2832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" name="Shape 689"/>
          <p:cNvSpPr/>
          <p:nvPr/>
        </p:nvSpPr>
        <p:spPr>
          <a:xfrm>
            <a:off x="3293671" y="2663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" name="Shape 690"/>
          <p:cNvSpPr/>
          <p:nvPr/>
        </p:nvSpPr>
        <p:spPr>
          <a:xfrm>
            <a:off x="3252457" y="2474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" name="Shape 691"/>
          <p:cNvSpPr/>
          <p:nvPr/>
        </p:nvSpPr>
        <p:spPr>
          <a:xfrm>
            <a:off x="3187468" y="2760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" name="Shape 692"/>
          <p:cNvSpPr/>
          <p:nvPr/>
        </p:nvSpPr>
        <p:spPr>
          <a:xfrm>
            <a:off x="3445318" y="2545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" name="Shape 693"/>
          <p:cNvSpPr/>
          <p:nvPr/>
        </p:nvSpPr>
        <p:spPr>
          <a:xfrm>
            <a:off x="3454668" y="2889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" name="Shape 694"/>
          <p:cNvSpPr/>
          <p:nvPr/>
        </p:nvSpPr>
        <p:spPr>
          <a:xfrm>
            <a:off x="3091086" y="27002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" name="Shape 695"/>
          <p:cNvSpPr/>
          <p:nvPr/>
        </p:nvSpPr>
        <p:spPr>
          <a:xfrm>
            <a:off x="3373426" y="2633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" name="Shape 696"/>
          <p:cNvSpPr/>
          <p:nvPr/>
        </p:nvSpPr>
        <p:spPr>
          <a:xfrm>
            <a:off x="3279829" y="3472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" name="Shape 697"/>
          <p:cNvSpPr/>
          <p:nvPr/>
        </p:nvSpPr>
        <p:spPr>
          <a:xfrm>
            <a:off x="3083643" y="3336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" name="Shape 698"/>
          <p:cNvSpPr/>
          <p:nvPr/>
        </p:nvSpPr>
        <p:spPr>
          <a:xfrm>
            <a:off x="3033304" y="2945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" name="Shape 699"/>
          <p:cNvSpPr/>
          <p:nvPr/>
        </p:nvSpPr>
        <p:spPr>
          <a:xfrm>
            <a:off x="3435063" y="3069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" name="Shape 700"/>
          <p:cNvSpPr/>
          <p:nvPr/>
        </p:nvSpPr>
        <p:spPr>
          <a:xfrm>
            <a:off x="3142436" y="3033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" name="Shape 701"/>
          <p:cNvSpPr/>
          <p:nvPr/>
        </p:nvSpPr>
        <p:spPr>
          <a:xfrm>
            <a:off x="3417057" y="3068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" name="Shape 702"/>
          <p:cNvSpPr/>
          <p:nvPr/>
        </p:nvSpPr>
        <p:spPr>
          <a:xfrm>
            <a:off x="3132886" y="30202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" name="Shape 703"/>
          <p:cNvSpPr/>
          <p:nvPr/>
        </p:nvSpPr>
        <p:spPr>
          <a:xfrm>
            <a:off x="3345129" y="30259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" name="Shape 704"/>
          <p:cNvSpPr/>
          <p:nvPr/>
        </p:nvSpPr>
        <p:spPr>
          <a:xfrm>
            <a:off x="3393149" y="3059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" name="Shape 705"/>
          <p:cNvSpPr/>
          <p:nvPr/>
        </p:nvSpPr>
        <p:spPr>
          <a:xfrm>
            <a:off x="3434875" y="3044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" name="Shape 706"/>
          <p:cNvSpPr/>
          <p:nvPr/>
        </p:nvSpPr>
        <p:spPr>
          <a:xfrm>
            <a:off x="3078007" y="3059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" name="Shape 707"/>
          <p:cNvSpPr/>
          <p:nvPr/>
        </p:nvSpPr>
        <p:spPr>
          <a:xfrm>
            <a:off x="3290974" y="30642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" name="Shape 708"/>
          <p:cNvSpPr/>
          <p:nvPr/>
        </p:nvSpPr>
        <p:spPr>
          <a:xfrm>
            <a:off x="3168286" y="3049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" name="Shape 709"/>
          <p:cNvSpPr/>
          <p:nvPr/>
        </p:nvSpPr>
        <p:spPr>
          <a:xfrm>
            <a:off x="3190113" y="2998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" name="Shape 710"/>
          <p:cNvSpPr/>
          <p:nvPr/>
        </p:nvSpPr>
        <p:spPr>
          <a:xfrm>
            <a:off x="3160592" y="3058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" name="Shape 711"/>
          <p:cNvSpPr/>
          <p:nvPr/>
        </p:nvSpPr>
        <p:spPr>
          <a:xfrm>
            <a:off x="3306817" y="30544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" name="Shape 712"/>
          <p:cNvSpPr/>
          <p:nvPr/>
        </p:nvSpPr>
        <p:spPr>
          <a:xfrm>
            <a:off x="3383445" y="2864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" name="Shape 713"/>
          <p:cNvSpPr/>
          <p:nvPr/>
        </p:nvSpPr>
        <p:spPr>
          <a:xfrm>
            <a:off x="3171490" y="2771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" name="Shape 714"/>
          <p:cNvSpPr/>
          <p:nvPr/>
        </p:nvSpPr>
        <p:spPr>
          <a:xfrm>
            <a:off x="3419753" y="2516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" name="Shape 715"/>
          <p:cNvSpPr/>
          <p:nvPr/>
        </p:nvSpPr>
        <p:spPr>
          <a:xfrm>
            <a:off x="3039624" y="3113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" name="Shape 716"/>
          <p:cNvSpPr/>
          <p:nvPr/>
        </p:nvSpPr>
        <p:spPr>
          <a:xfrm>
            <a:off x="3440892" y="2752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" name="Shape 717"/>
          <p:cNvSpPr/>
          <p:nvPr/>
        </p:nvSpPr>
        <p:spPr>
          <a:xfrm>
            <a:off x="3090023" y="35620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" name="Shape 718"/>
          <p:cNvSpPr/>
          <p:nvPr/>
        </p:nvSpPr>
        <p:spPr>
          <a:xfrm>
            <a:off x="3291655" y="3537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" name="Shape 719"/>
          <p:cNvSpPr/>
          <p:nvPr/>
        </p:nvSpPr>
        <p:spPr>
          <a:xfrm>
            <a:off x="3033670" y="36025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" name="Shape 720"/>
          <p:cNvSpPr/>
          <p:nvPr/>
        </p:nvSpPr>
        <p:spPr>
          <a:xfrm>
            <a:off x="3136907" y="3107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" name="Shape 721"/>
          <p:cNvSpPr/>
          <p:nvPr/>
        </p:nvSpPr>
        <p:spPr>
          <a:xfrm>
            <a:off x="3288005" y="3535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" name="Shape 722"/>
          <p:cNvSpPr/>
          <p:nvPr/>
        </p:nvSpPr>
        <p:spPr>
          <a:xfrm>
            <a:off x="3127314" y="3694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" name="Shape 723"/>
          <p:cNvSpPr/>
          <p:nvPr/>
        </p:nvSpPr>
        <p:spPr>
          <a:xfrm>
            <a:off x="3334168" y="3301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" name="Shape 724"/>
          <p:cNvSpPr/>
          <p:nvPr/>
        </p:nvSpPr>
        <p:spPr>
          <a:xfrm>
            <a:off x="3253088" y="36569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" name="Shape 725"/>
          <p:cNvSpPr/>
          <p:nvPr/>
        </p:nvSpPr>
        <p:spPr>
          <a:xfrm>
            <a:off x="3313980" y="30981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" name="Shape 726"/>
          <p:cNvSpPr/>
          <p:nvPr/>
        </p:nvSpPr>
        <p:spPr>
          <a:xfrm>
            <a:off x="3117419" y="3655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9" name="Shape 727"/>
          <p:cNvSpPr/>
          <p:nvPr/>
        </p:nvSpPr>
        <p:spPr>
          <a:xfrm>
            <a:off x="3160628" y="3118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0" name="Shape 728"/>
          <p:cNvSpPr/>
          <p:nvPr/>
        </p:nvSpPr>
        <p:spPr>
          <a:xfrm>
            <a:off x="3244971" y="36648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1" name="Shape 729"/>
          <p:cNvSpPr/>
          <p:nvPr/>
        </p:nvSpPr>
        <p:spPr>
          <a:xfrm>
            <a:off x="3141025" y="2564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2" name="Shape 730"/>
          <p:cNvSpPr/>
          <p:nvPr/>
        </p:nvSpPr>
        <p:spPr>
          <a:xfrm>
            <a:off x="3197116" y="2920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3" name="Shape 731"/>
          <p:cNvSpPr/>
          <p:nvPr/>
        </p:nvSpPr>
        <p:spPr>
          <a:xfrm>
            <a:off x="3388967" y="3259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4" name="Shape 732"/>
          <p:cNvSpPr/>
          <p:nvPr/>
        </p:nvSpPr>
        <p:spPr>
          <a:xfrm>
            <a:off x="3309835" y="3223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5" name="Shape 733"/>
          <p:cNvSpPr/>
          <p:nvPr/>
        </p:nvSpPr>
        <p:spPr>
          <a:xfrm>
            <a:off x="3303685" y="2519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6" name="Shape 734"/>
          <p:cNvSpPr/>
          <p:nvPr/>
        </p:nvSpPr>
        <p:spPr>
          <a:xfrm>
            <a:off x="3403767" y="25391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7" name="Shape 735"/>
          <p:cNvSpPr/>
          <p:nvPr/>
        </p:nvSpPr>
        <p:spPr>
          <a:xfrm>
            <a:off x="3306048" y="2738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8" name="Shape 736"/>
          <p:cNvSpPr/>
          <p:nvPr/>
        </p:nvSpPr>
        <p:spPr>
          <a:xfrm>
            <a:off x="3226443" y="28186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9" name="Shape 737"/>
          <p:cNvSpPr/>
          <p:nvPr/>
        </p:nvSpPr>
        <p:spPr>
          <a:xfrm>
            <a:off x="3422030" y="2545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0" name="Shape 738"/>
          <p:cNvSpPr/>
          <p:nvPr/>
        </p:nvSpPr>
        <p:spPr>
          <a:xfrm>
            <a:off x="3085552" y="2717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1" name="Shape 739"/>
          <p:cNvSpPr/>
          <p:nvPr/>
        </p:nvSpPr>
        <p:spPr>
          <a:xfrm>
            <a:off x="3394774" y="2712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2" name="Shape 740"/>
          <p:cNvSpPr/>
          <p:nvPr/>
        </p:nvSpPr>
        <p:spPr>
          <a:xfrm>
            <a:off x="3287021" y="2488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3" name="Shape 741"/>
          <p:cNvSpPr/>
          <p:nvPr/>
        </p:nvSpPr>
        <p:spPr>
          <a:xfrm>
            <a:off x="3255031" y="2622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4" name="Shape 742"/>
          <p:cNvSpPr/>
          <p:nvPr/>
        </p:nvSpPr>
        <p:spPr>
          <a:xfrm>
            <a:off x="3131817" y="31256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5" name="Shape 743"/>
          <p:cNvSpPr/>
          <p:nvPr/>
        </p:nvSpPr>
        <p:spPr>
          <a:xfrm>
            <a:off x="3057761" y="31199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6" name="Shape 744"/>
          <p:cNvSpPr/>
          <p:nvPr/>
        </p:nvSpPr>
        <p:spPr>
          <a:xfrm>
            <a:off x="3409847" y="3144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7" name="Shape 745"/>
          <p:cNvSpPr/>
          <p:nvPr/>
        </p:nvSpPr>
        <p:spPr>
          <a:xfrm>
            <a:off x="3381915" y="30975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8" name="Shape 746"/>
          <p:cNvSpPr/>
          <p:nvPr/>
        </p:nvSpPr>
        <p:spPr>
          <a:xfrm>
            <a:off x="3104140" y="3120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9" name="Shape 747"/>
          <p:cNvSpPr/>
          <p:nvPr/>
        </p:nvSpPr>
        <p:spPr>
          <a:xfrm>
            <a:off x="3076872" y="3148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0" name="Shape 748"/>
          <p:cNvSpPr/>
          <p:nvPr/>
        </p:nvSpPr>
        <p:spPr>
          <a:xfrm>
            <a:off x="3213843" y="2910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1" name="Shape 749"/>
          <p:cNvSpPr/>
          <p:nvPr/>
        </p:nvSpPr>
        <p:spPr>
          <a:xfrm>
            <a:off x="3386213" y="3119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2" name="Shape 750"/>
          <p:cNvSpPr/>
          <p:nvPr/>
        </p:nvSpPr>
        <p:spPr>
          <a:xfrm>
            <a:off x="3063612" y="2787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3" name="Shape 751"/>
          <p:cNvSpPr/>
          <p:nvPr/>
        </p:nvSpPr>
        <p:spPr>
          <a:xfrm>
            <a:off x="3444613" y="25860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4" name="Shape 752"/>
          <p:cNvSpPr/>
          <p:nvPr/>
        </p:nvSpPr>
        <p:spPr>
          <a:xfrm>
            <a:off x="3293779" y="2443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5" name="Shape 753"/>
          <p:cNvSpPr/>
          <p:nvPr/>
        </p:nvSpPr>
        <p:spPr>
          <a:xfrm>
            <a:off x="3289856" y="3349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6" name="Shape 754"/>
          <p:cNvSpPr/>
          <p:nvPr/>
        </p:nvSpPr>
        <p:spPr>
          <a:xfrm>
            <a:off x="3029247" y="33033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7" name="Shape 755"/>
          <p:cNvSpPr/>
          <p:nvPr/>
        </p:nvSpPr>
        <p:spPr>
          <a:xfrm>
            <a:off x="3140438" y="3191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8" name="Shape 756"/>
          <p:cNvSpPr/>
          <p:nvPr/>
        </p:nvSpPr>
        <p:spPr>
          <a:xfrm>
            <a:off x="3197959" y="32483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9" name="Shape 757"/>
          <p:cNvSpPr/>
          <p:nvPr/>
        </p:nvSpPr>
        <p:spPr>
          <a:xfrm>
            <a:off x="3085318" y="2732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0" name="Shape 758"/>
          <p:cNvSpPr/>
          <p:nvPr/>
        </p:nvSpPr>
        <p:spPr>
          <a:xfrm>
            <a:off x="3094058" y="2576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1" name="Shape 759"/>
          <p:cNvSpPr/>
          <p:nvPr/>
        </p:nvSpPr>
        <p:spPr>
          <a:xfrm>
            <a:off x="3112429" y="3059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2" name="Shape 760"/>
          <p:cNvSpPr/>
          <p:nvPr/>
        </p:nvSpPr>
        <p:spPr>
          <a:xfrm>
            <a:off x="3267182" y="3521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3" name="Shape 761"/>
          <p:cNvSpPr/>
          <p:nvPr/>
        </p:nvSpPr>
        <p:spPr>
          <a:xfrm>
            <a:off x="3385890" y="3531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4" name="Shape 762"/>
          <p:cNvSpPr/>
          <p:nvPr/>
        </p:nvSpPr>
        <p:spPr>
          <a:xfrm>
            <a:off x="3210801" y="34939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5" name="Shape 763"/>
          <p:cNvSpPr/>
          <p:nvPr/>
        </p:nvSpPr>
        <p:spPr>
          <a:xfrm>
            <a:off x="3450799" y="3516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6" name="Shape 764"/>
          <p:cNvSpPr/>
          <p:nvPr/>
        </p:nvSpPr>
        <p:spPr>
          <a:xfrm>
            <a:off x="3186421" y="24900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7" name="Shape 765"/>
          <p:cNvSpPr/>
          <p:nvPr/>
        </p:nvSpPr>
        <p:spPr>
          <a:xfrm>
            <a:off x="3319857" y="23601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8" name="Shape 766"/>
          <p:cNvSpPr/>
          <p:nvPr/>
        </p:nvSpPr>
        <p:spPr>
          <a:xfrm>
            <a:off x="3152701" y="3121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9" name="Shape 767"/>
          <p:cNvSpPr/>
          <p:nvPr/>
        </p:nvSpPr>
        <p:spPr>
          <a:xfrm>
            <a:off x="3228190" y="3300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0" name="Shape 768"/>
          <p:cNvSpPr/>
          <p:nvPr/>
        </p:nvSpPr>
        <p:spPr>
          <a:xfrm>
            <a:off x="3126228" y="2976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1" name="Shape 769"/>
          <p:cNvSpPr/>
          <p:nvPr/>
        </p:nvSpPr>
        <p:spPr>
          <a:xfrm>
            <a:off x="3028743" y="2539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2" name="Shape 770"/>
          <p:cNvSpPr/>
          <p:nvPr/>
        </p:nvSpPr>
        <p:spPr>
          <a:xfrm>
            <a:off x="3392128" y="2541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3" name="Shape 771"/>
          <p:cNvSpPr/>
          <p:nvPr/>
        </p:nvSpPr>
        <p:spPr>
          <a:xfrm>
            <a:off x="3147173" y="2342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4" name="Shape 772"/>
          <p:cNvSpPr/>
          <p:nvPr/>
        </p:nvSpPr>
        <p:spPr>
          <a:xfrm>
            <a:off x="3195014" y="2636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5" name="Shape 773"/>
          <p:cNvSpPr/>
          <p:nvPr/>
        </p:nvSpPr>
        <p:spPr>
          <a:xfrm>
            <a:off x="3454639" y="2707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6" name="Shape 774"/>
          <p:cNvSpPr/>
          <p:nvPr/>
        </p:nvSpPr>
        <p:spPr>
          <a:xfrm>
            <a:off x="3303709" y="2777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7" name="Shape 775"/>
          <p:cNvSpPr/>
          <p:nvPr/>
        </p:nvSpPr>
        <p:spPr>
          <a:xfrm>
            <a:off x="3375467" y="2780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8" name="Shape 776"/>
          <p:cNvSpPr/>
          <p:nvPr/>
        </p:nvSpPr>
        <p:spPr>
          <a:xfrm>
            <a:off x="3304640" y="3023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9" name="Shape 777"/>
          <p:cNvSpPr/>
          <p:nvPr/>
        </p:nvSpPr>
        <p:spPr>
          <a:xfrm>
            <a:off x="3093816" y="3017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0" name="Shape 778"/>
          <p:cNvSpPr/>
          <p:nvPr/>
        </p:nvSpPr>
        <p:spPr>
          <a:xfrm>
            <a:off x="3315078" y="2737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1" name="Shape 779"/>
          <p:cNvSpPr/>
          <p:nvPr/>
        </p:nvSpPr>
        <p:spPr>
          <a:xfrm>
            <a:off x="3183004" y="2895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2" name="Shape 780"/>
          <p:cNvSpPr/>
          <p:nvPr/>
        </p:nvSpPr>
        <p:spPr>
          <a:xfrm>
            <a:off x="3139449" y="2689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3" name="Shape 781"/>
          <p:cNvSpPr/>
          <p:nvPr/>
        </p:nvSpPr>
        <p:spPr>
          <a:xfrm>
            <a:off x="3331567" y="3438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4" name="Shape 782"/>
          <p:cNvSpPr/>
          <p:nvPr/>
        </p:nvSpPr>
        <p:spPr>
          <a:xfrm>
            <a:off x="3289983" y="28413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5" name="Shape 783"/>
          <p:cNvSpPr/>
          <p:nvPr/>
        </p:nvSpPr>
        <p:spPr>
          <a:xfrm>
            <a:off x="3085311" y="29038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6" name="Shape 784"/>
          <p:cNvSpPr/>
          <p:nvPr/>
        </p:nvSpPr>
        <p:spPr>
          <a:xfrm>
            <a:off x="3154525" y="28442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7" name="Shape 785"/>
          <p:cNvSpPr/>
          <p:nvPr/>
        </p:nvSpPr>
        <p:spPr>
          <a:xfrm>
            <a:off x="3113803" y="28626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8" name="Shape 786"/>
          <p:cNvSpPr/>
          <p:nvPr/>
        </p:nvSpPr>
        <p:spPr>
          <a:xfrm>
            <a:off x="3331973" y="2580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9" name="Shape 787"/>
          <p:cNvSpPr/>
          <p:nvPr/>
        </p:nvSpPr>
        <p:spPr>
          <a:xfrm>
            <a:off x="3249591" y="2815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0" name="Shape 788"/>
          <p:cNvSpPr/>
          <p:nvPr/>
        </p:nvSpPr>
        <p:spPr>
          <a:xfrm>
            <a:off x="3124458" y="2893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1" name="Shape 789"/>
          <p:cNvSpPr/>
          <p:nvPr/>
        </p:nvSpPr>
        <p:spPr>
          <a:xfrm>
            <a:off x="3281673" y="3520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2" name="Shape 790"/>
          <p:cNvSpPr/>
          <p:nvPr/>
        </p:nvSpPr>
        <p:spPr>
          <a:xfrm>
            <a:off x="3086603" y="3528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3" name="Shape 791"/>
          <p:cNvSpPr/>
          <p:nvPr/>
        </p:nvSpPr>
        <p:spPr>
          <a:xfrm>
            <a:off x="3277593" y="3548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4" name="Shape 792"/>
          <p:cNvSpPr/>
          <p:nvPr/>
        </p:nvSpPr>
        <p:spPr>
          <a:xfrm>
            <a:off x="3256238" y="3519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5" name="Shape 793"/>
          <p:cNvSpPr/>
          <p:nvPr/>
        </p:nvSpPr>
        <p:spPr>
          <a:xfrm>
            <a:off x="3253002" y="2689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6" name="Shape 794"/>
          <p:cNvSpPr/>
          <p:nvPr/>
        </p:nvSpPr>
        <p:spPr>
          <a:xfrm>
            <a:off x="3079443" y="2989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7" name="Shape 795"/>
          <p:cNvSpPr/>
          <p:nvPr/>
        </p:nvSpPr>
        <p:spPr>
          <a:xfrm>
            <a:off x="3310070" y="27417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8" name="Shape 796"/>
          <p:cNvSpPr/>
          <p:nvPr/>
        </p:nvSpPr>
        <p:spPr>
          <a:xfrm>
            <a:off x="3104350" y="2642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9" name="Shape 797"/>
          <p:cNvSpPr/>
          <p:nvPr/>
        </p:nvSpPr>
        <p:spPr>
          <a:xfrm>
            <a:off x="3437851" y="28983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0" name="Shape 798"/>
          <p:cNvSpPr/>
          <p:nvPr/>
        </p:nvSpPr>
        <p:spPr>
          <a:xfrm>
            <a:off x="3108588" y="2905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1" name="Shape 799"/>
          <p:cNvSpPr/>
          <p:nvPr/>
        </p:nvSpPr>
        <p:spPr>
          <a:xfrm>
            <a:off x="3348166" y="29335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2" name="Shape 800"/>
          <p:cNvSpPr/>
          <p:nvPr/>
        </p:nvSpPr>
        <p:spPr>
          <a:xfrm>
            <a:off x="3358935" y="3044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3" name="Shape 801"/>
          <p:cNvSpPr/>
          <p:nvPr/>
        </p:nvSpPr>
        <p:spPr>
          <a:xfrm>
            <a:off x="3330219" y="2711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4" name="Shape 802"/>
          <p:cNvSpPr/>
          <p:nvPr/>
        </p:nvSpPr>
        <p:spPr>
          <a:xfrm>
            <a:off x="3048323" y="2536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5" name="Shape 803"/>
          <p:cNvSpPr/>
          <p:nvPr/>
        </p:nvSpPr>
        <p:spPr>
          <a:xfrm>
            <a:off x="3204611" y="2836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6" name="Shape 804"/>
          <p:cNvSpPr/>
          <p:nvPr/>
        </p:nvSpPr>
        <p:spPr>
          <a:xfrm>
            <a:off x="3288643" y="3309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7" name="Shape 805"/>
          <p:cNvSpPr/>
          <p:nvPr/>
        </p:nvSpPr>
        <p:spPr>
          <a:xfrm>
            <a:off x="3275952" y="25358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8" name="Shape 806"/>
          <p:cNvSpPr/>
          <p:nvPr/>
        </p:nvSpPr>
        <p:spPr>
          <a:xfrm>
            <a:off x="3344335" y="33496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9" name="Shape 807"/>
          <p:cNvSpPr/>
          <p:nvPr/>
        </p:nvSpPr>
        <p:spPr>
          <a:xfrm>
            <a:off x="3081317" y="3362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0" name="Shape 808"/>
          <p:cNvSpPr/>
          <p:nvPr/>
        </p:nvSpPr>
        <p:spPr>
          <a:xfrm>
            <a:off x="3262085" y="26833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1" name="Shape 809"/>
          <p:cNvSpPr/>
          <p:nvPr/>
        </p:nvSpPr>
        <p:spPr>
          <a:xfrm>
            <a:off x="3035454" y="29864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2" name="Shape 810"/>
          <p:cNvSpPr/>
          <p:nvPr/>
        </p:nvSpPr>
        <p:spPr>
          <a:xfrm>
            <a:off x="3441113" y="26609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3" name="Shape 811"/>
          <p:cNvSpPr/>
          <p:nvPr/>
        </p:nvSpPr>
        <p:spPr>
          <a:xfrm>
            <a:off x="3168985" y="29572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4" name="Shape 812"/>
          <p:cNvSpPr/>
          <p:nvPr/>
        </p:nvSpPr>
        <p:spPr>
          <a:xfrm>
            <a:off x="3215350" y="23948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5" name="Shape 813"/>
          <p:cNvSpPr/>
          <p:nvPr/>
        </p:nvSpPr>
        <p:spPr>
          <a:xfrm>
            <a:off x="3301436" y="25642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6" name="Shape 814"/>
          <p:cNvSpPr/>
          <p:nvPr/>
        </p:nvSpPr>
        <p:spPr>
          <a:xfrm>
            <a:off x="3199489" y="3037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7" name="Shape 815"/>
          <p:cNvSpPr/>
          <p:nvPr/>
        </p:nvSpPr>
        <p:spPr>
          <a:xfrm>
            <a:off x="3065881" y="2655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8" name="Shape 816"/>
          <p:cNvSpPr/>
          <p:nvPr/>
        </p:nvSpPr>
        <p:spPr>
          <a:xfrm>
            <a:off x="3371486" y="31623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9" name="Shape 817"/>
          <p:cNvSpPr/>
          <p:nvPr/>
        </p:nvSpPr>
        <p:spPr>
          <a:xfrm>
            <a:off x="3438063" y="2758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0" name="Shape 818"/>
          <p:cNvSpPr/>
          <p:nvPr/>
        </p:nvSpPr>
        <p:spPr>
          <a:xfrm>
            <a:off x="3067883" y="29670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1" name="Shape 819"/>
          <p:cNvSpPr/>
          <p:nvPr/>
        </p:nvSpPr>
        <p:spPr>
          <a:xfrm>
            <a:off x="3202709" y="24242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2" name="Shape 820"/>
          <p:cNvSpPr/>
          <p:nvPr/>
        </p:nvSpPr>
        <p:spPr>
          <a:xfrm>
            <a:off x="3379302" y="2889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3" name="Shape 821"/>
          <p:cNvSpPr/>
          <p:nvPr/>
        </p:nvSpPr>
        <p:spPr>
          <a:xfrm>
            <a:off x="3423072" y="25916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4" name="Shape 822"/>
          <p:cNvSpPr/>
          <p:nvPr/>
        </p:nvSpPr>
        <p:spPr>
          <a:xfrm>
            <a:off x="3194897" y="2919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5" name="Shape 823"/>
          <p:cNvSpPr/>
          <p:nvPr/>
        </p:nvSpPr>
        <p:spPr>
          <a:xfrm>
            <a:off x="3211226" y="2705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6" name="Shape 824"/>
          <p:cNvSpPr/>
          <p:nvPr/>
        </p:nvSpPr>
        <p:spPr>
          <a:xfrm>
            <a:off x="3157899" y="2834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7" name="Shape 825"/>
          <p:cNvSpPr/>
          <p:nvPr/>
        </p:nvSpPr>
        <p:spPr>
          <a:xfrm>
            <a:off x="3092488" y="3565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8" name="Shape 826"/>
          <p:cNvSpPr/>
          <p:nvPr/>
        </p:nvSpPr>
        <p:spPr>
          <a:xfrm>
            <a:off x="3178387" y="28982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9" name="Shape 827"/>
          <p:cNvSpPr/>
          <p:nvPr/>
        </p:nvSpPr>
        <p:spPr>
          <a:xfrm>
            <a:off x="3255923" y="3489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0" name="Shape 828"/>
          <p:cNvSpPr/>
          <p:nvPr/>
        </p:nvSpPr>
        <p:spPr>
          <a:xfrm>
            <a:off x="3252080" y="2905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1" name="Shape 829"/>
          <p:cNvSpPr/>
          <p:nvPr/>
        </p:nvSpPr>
        <p:spPr>
          <a:xfrm>
            <a:off x="3299189" y="2894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2" name="Shape 830"/>
          <p:cNvSpPr/>
          <p:nvPr/>
        </p:nvSpPr>
        <p:spPr>
          <a:xfrm>
            <a:off x="3072849" y="2914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3" name="Shape 831"/>
          <p:cNvSpPr/>
          <p:nvPr/>
        </p:nvSpPr>
        <p:spPr>
          <a:xfrm>
            <a:off x="3260558" y="3475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4" name="Shape 832"/>
          <p:cNvSpPr/>
          <p:nvPr/>
        </p:nvSpPr>
        <p:spPr>
          <a:xfrm>
            <a:off x="3341056" y="2904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5" name="Shape 833"/>
          <p:cNvSpPr/>
          <p:nvPr/>
        </p:nvSpPr>
        <p:spPr>
          <a:xfrm>
            <a:off x="3053443" y="3352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6" name="Shape 834"/>
          <p:cNvSpPr/>
          <p:nvPr/>
        </p:nvSpPr>
        <p:spPr>
          <a:xfrm>
            <a:off x="3355233" y="28869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7" name="Shape 835"/>
          <p:cNvSpPr/>
          <p:nvPr/>
        </p:nvSpPr>
        <p:spPr>
          <a:xfrm>
            <a:off x="3397012" y="3061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8" name="Shape 836"/>
          <p:cNvSpPr/>
          <p:nvPr/>
        </p:nvSpPr>
        <p:spPr>
          <a:xfrm>
            <a:off x="3229782" y="3006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9" name="Shape 837"/>
          <p:cNvSpPr/>
          <p:nvPr/>
        </p:nvSpPr>
        <p:spPr>
          <a:xfrm>
            <a:off x="3083131" y="2956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0" name="Shape 838"/>
          <p:cNvSpPr/>
          <p:nvPr/>
        </p:nvSpPr>
        <p:spPr>
          <a:xfrm>
            <a:off x="3414657" y="2904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1" name="Shape 839"/>
          <p:cNvSpPr/>
          <p:nvPr/>
        </p:nvSpPr>
        <p:spPr>
          <a:xfrm>
            <a:off x="3322049" y="3335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2" name="Shape 840"/>
          <p:cNvSpPr/>
          <p:nvPr/>
        </p:nvSpPr>
        <p:spPr>
          <a:xfrm>
            <a:off x="3280184" y="2975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3" name="Shape 841"/>
          <p:cNvSpPr/>
          <p:nvPr/>
        </p:nvSpPr>
        <p:spPr>
          <a:xfrm>
            <a:off x="3331555" y="3313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4" name="Shape 842"/>
          <p:cNvSpPr/>
          <p:nvPr/>
        </p:nvSpPr>
        <p:spPr>
          <a:xfrm>
            <a:off x="3230690" y="2673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5" name="Shape 843"/>
          <p:cNvSpPr/>
          <p:nvPr/>
        </p:nvSpPr>
        <p:spPr>
          <a:xfrm>
            <a:off x="3294066" y="2519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6" name="Shape 844"/>
          <p:cNvSpPr/>
          <p:nvPr/>
        </p:nvSpPr>
        <p:spPr>
          <a:xfrm>
            <a:off x="3085016" y="2631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7" name="Shape 845"/>
          <p:cNvSpPr/>
          <p:nvPr/>
        </p:nvSpPr>
        <p:spPr>
          <a:xfrm>
            <a:off x="3158194" y="24552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8" name="Shape 846"/>
          <p:cNvSpPr/>
          <p:nvPr/>
        </p:nvSpPr>
        <p:spPr>
          <a:xfrm>
            <a:off x="3030399" y="15367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9" name="Shape 847"/>
          <p:cNvSpPr/>
          <p:nvPr/>
        </p:nvSpPr>
        <p:spPr>
          <a:xfrm>
            <a:off x="3329239" y="34634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0" name="Shape 848"/>
          <p:cNvSpPr/>
          <p:nvPr/>
        </p:nvSpPr>
        <p:spPr>
          <a:xfrm>
            <a:off x="3402481" y="2349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1" name="Shape 849"/>
          <p:cNvSpPr/>
          <p:nvPr/>
        </p:nvSpPr>
        <p:spPr>
          <a:xfrm>
            <a:off x="3386689" y="2709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2" name="Shape 850"/>
          <p:cNvSpPr/>
          <p:nvPr/>
        </p:nvSpPr>
        <p:spPr>
          <a:xfrm>
            <a:off x="3096259" y="25182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3" name="Shape 851"/>
          <p:cNvSpPr/>
          <p:nvPr/>
        </p:nvSpPr>
        <p:spPr>
          <a:xfrm>
            <a:off x="3162410" y="2420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4" name="Shape 852"/>
          <p:cNvSpPr/>
          <p:nvPr/>
        </p:nvSpPr>
        <p:spPr>
          <a:xfrm>
            <a:off x="3153959" y="25971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5" name="Shape 853"/>
          <p:cNvSpPr/>
          <p:nvPr/>
        </p:nvSpPr>
        <p:spPr>
          <a:xfrm>
            <a:off x="3148067" y="2725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6" name="Shape 854"/>
          <p:cNvSpPr/>
          <p:nvPr/>
        </p:nvSpPr>
        <p:spPr>
          <a:xfrm>
            <a:off x="3349589" y="2394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7" name="Shape 855"/>
          <p:cNvSpPr/>
          <p:nvPr/>
        </p:nvSpPr>
        <p:spPr>
          <a:xfrm>
            <a:off x="3336510" y="2504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8" name="Shape 856"/>
          <p:cNvSpPr/>
          <p:nvPr/>
        </p:nvSpPr>
        <p:spPr>
          <a:xfrm>
            <a:off x="3416560" y="2586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9" name="Shape 857"/>
          <p:cNvSpPr/>
          <p:nvPr/>
        </p:nvSpPr>
        <p:spPr>
          <a:xfrm>
            <a:off x="3274286" y="2321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0" name="Shape 858"/>
          <p:cNvSpPr/>
          <p:nvPr/>
        </p:nvSpPr>
        <p:spPr>
          <a:xfrm>
            <a:off x="3435373" y="2434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1" name="Shape 859"/>
          <p:cNvSpPr/>
          <p:nvPr/>
        </p:nvSpPr>
        <p:spPr>
          <a:xfrm>
            <a:off x="3187643" y="2460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2" name="Shape 860"/>
          <p:cNvSpPr/>
          <p:nvPr/>
        </p:nvSpPr>
        <p:spPr>
          <a:xfrm>
            <a:off x="3212713" y="2165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3" name="Shape 861"/>
          <p:cNvSpPr/>
          <p:nvPr/>
        </p:nvSpPr>
        <p:spPr>
          <a:xfrm>
            <a:off x="3221092" y="2703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4" name="Shape 862"/>
          <p:cNvSpPr/>
          <p:nvPr/>
        </p:nvSpPr>
        <p:spPr>
          <a:xfrm>
            <a:off x="3225134" y="2379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5" name="Shape 863"/>
          <p:cNvSpPr/>
          <p:nvPr/>
        </p:nvSpPr>
        <p:spPr>
          <a:xfrm>
            <a:off x="3173400" y="2431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6" name="Shape 864"/>
          <p:cNvSpPr/>
          <p:nvPr/>
        </p:nvSpPr>
        <p:spPr>
          <a:xfrm>
            <a:off x="3115396" y="2310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7" name="Shape 865"/>
          <p:cNvSpPr/>
          <p:nvPr/>
        </p:nvSpPr>
        <p:spPr>
          <a:xfrm>
            <a:off x="3205474" y="2441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8" name="Shape 866"/>
          <p:cNvSpPr/>
          <p:nvPr/>
        </p:nvSpPr>
        <p:spPr>
          <a:xfrm>
            <a:off x="3353386" y="2462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9" name="Shape 867"/>
          <p:cNvSpPr/>
          <p:nvPr/>
        </p:nvSpPr>
        <p:spPr>
          <a:xfrm>
            <a:off x="3133399" y="26341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0" name="Shape 868"/>
          <p:cNvSpPr/>
          <p:nvPr/>
        </p:nvSpPr>
        <p:spPr>
          <a:xfrm>
            <a:off x="3351261" y="2367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1" name="Shape 869"/>
          <p:cNvSpPr/>
          <p:nvPr/>
        </p:nvSpPr>
        <p:spPr>
          <a:xfrm>
            <a:off x="3235600" y="2545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2" name="Shape 870"/>
          <p:cNvSpPr/>
          <p:nvPr/>
        </p:nvSpPr>
        <p:spPr>
          <a:xfrm>
            <a:off x="3265113" y="22964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3" name="Shape 871"/>
          <p:cNvSpPr/>
          <p:nvPr/>
        </p:nvSpPr>
        <p:spPr>
          <a:xfrm>
            <a:off x="3457353" y="3213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4" name="Shape 872"/>
          <p:cNvSpPr/>
          <p:nvPr/>
        </p:nvSpPr>
        <p:spPr>
          <a:xfrm>
            <a:off x="3313645" y="3518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5" name="Shape 873"/>
          <p:cNvSpPr/>
          <p:nvPr/>
        </p:nvSpPr>
        <p:spPr>
          <a:xfrm>
            <a:off x="3293694" y="2500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6" name="Shape 874"/>
          <p:cNvSpPr/>
          <p:nvPr/>
        </p:nvSpPr>
        <p:spPr>
          <a:xfrm>
            <a:off x="3381145" y="3216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7" name="Shape 875"/>
          <p:cNvSpPr/>
          <p:nvPr/>
        </p:nvSpPr>
        <p:spPr>
          <a:xfrm>
            <a:off x="3200175" y="3416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8" name="Shape 876"/>
          <p:cNvSpPr/>
          <p:nvPr/>
        </p:nvSpPr>
        <p:spPr>
          <a:xfrm>
            <a:off x="3276536" y="2495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9" name="Shape 877"/>
          <p:cNvSpPr/>
          <p:nvPr/>
        </p:nvSpPr>
        <p:spPr>
          <a:xfrm>
            <a:off x="3066577" y="28853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0" name="Shape 878"/>
          <p:cNvSpPr/>
          <p:nvPr/>
        </p:nvSpPr>
        <p:spPr>
          <a:xfrm>
            <a:off x="3288815" y="28014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1" name="Shape 879"/>
          <p:cNvSpPr/>
          <p:nvPr/>
        </p:nvSpPr>
        <p:spPr>
          <a:xfrm>
            <a:off x="3386142" y="3707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2" name="Shape 880"/>
          <p:cNvSpPr/>
          <p:nvPr/>
        </p:nvSpPr>
        <p:spPr>
          <a:xfrm>
            <a:off x="3333461" y="2767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3" name="Shape 881"/>
          <p:cNvSpPr/>
          <p:nvPr/>
        </p:nvSpPr>
        <p:spPr>
          <a:xfrm>
            <a:off x="3346875" y="3068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4" name="Shape 882"/>
          <p:cNvSpPr/>
          <p:nvPr/>
        </p:nvSpPr>
        <p:spPr>
          <a:xfrm>
            <a:off x="3339187" y="3628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5" name="Shape 883"/>
          <p:cNvSpPr/>
          <p:nvPr/>
        </p:nvSpPr>
        <p:spPr>
          <a:xfrm>
            <a:off x="3051084" y="2746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6" name="Shape 884"/>
          <p:cNvSpPr/>
          <p:nvPr/>
        </p:nvSpPr>
        <p:spPr>
          <a:xfrm>
            <a:off x="3154040" y="2628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7" name="Shape 885"/>
          <p:cNvSpPr/>
          <p:nvPr/>
        </p:nvSpPr>
        <p:spPr>
          <a:xfrm>
            <a:off x="3426626" y="2454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8" name="Shape 886"/>
          <p:cNvSpPr/>
          <p:nvPr/>
        </p:nvSpPr>
        <p:spPr>
          <a:xfrm>
            <a:off x="3271956" y="25003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9" name="Shape 887"/>
          <p:cNvSpPr/>
          <p:nvPr/>
        </p:nvSpPr>
        <p:spPr>
          <a:xfrm>
            <a:off x="3378522" y="24686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0" name="Shape 888"/>
          <p:cNvSpPr/>
          <p:nvPr/>
        </p:nvSpPr>
        <p:spPr>
          <a:xfrm>
            <a:off x="3154475" y="2478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1" name="Shape 889"/>
          <p:cNvSpPr/>
          <p:nvPr/>
        </p:nvSpPr>
        <p:spPr>
          <a:xfrm>
            <a:off x="3394440" y="2619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2" name="Shape 890"/>
          <p:cNvSpPr/>
          <p:nvPr/>
        </p:nvSpPr>
        <p:spPr>
          <a:xfrm>
            <a:off x="3355023" y="2478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3" name="Shape 891"/>
          <p:cNvSpPr/>
          <p:nvPr/>
        </p:nvSpPr>
        <p:spPr>
          <a:xfrm>
            <a:off x="3419933" y="2460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4" name="Shape 892"/>
          <p:cNvSpPr/>
          <p:nvPr/>
        </p:nvSpPr>
        <p:spPr>
          <a:xfrm>
            <a:off x="3091111" y="2552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5" name="Shape 893"/>
          <p:cNvSpPr/>
          <p:nvPr/>
        </p:nvSpPr>
        <p:spPr>
          <a:xfrm>
            <a:off x="3457431" y="2548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6" name="Shape 894"/>
          <p:cNvSpPr/>
          <p:nvPr/>
        </p:nvSpPr>
        <p:spPr>
          <a:xfrm>
            <a:off x="3293349" y="24745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7" name="Shape 895"/>
          <p:cNvSpPr/>
          <p:nvPr/>
        </p:nvSpPr>
        <p:spPr>
          <a:xfrm>
            <a:off x="3436988" y="2892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8" name="Shape 896"/>
          <p:cNvSpPr/>
          <p:nvPr/>
        </p:nvSpPr>
        <p:spPr>
          <a:xfrm>
            <a:off x="3382861" y="2484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9" name="Shape 897"/>
          <p:cNvSpPr/>
          <p:nvPr/>
        </p:nvSpPr>
        <p:spPr>
          <a:xfrm>
            <a:off x="3069530" y="3309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0" name="Shape 898"/>
          <p:cNvSpPr/>
          <p:nvPr/>
        </p:nvSpPr>
        <p:spPr>
          <a:xfrm>
            <a:off x="3282461" y="32762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1" name="Shape 899"/>
          <p:cNvSpPr/>
          <p:nvPr/>
        </p:nvSpPr>
        <p:spPr>
          <a:xfrm>
            <a:off x="3114639" y="3156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2" name="Shape 900"/>
          <p:cNvSpPr/>
          <p:nvPr/>
        </p:nvSpPr>
        <p:spPr>
          <a:xfrm>
            <a:off x="3149852" y="33715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3" name="Shape 901"/>
          <p:cNvSpPr/>
          <p:nvPr/>
        </p:nvSpPr>
        <p:spPr>
          <a:xfrm>
            <a:off x="3427765" y="3538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4" name="Shape 902"/>
          <p:cNvSpPr/>
          <p:nvPr/>
        </p:nvSpPr>
        <p:spPr>
          <a:xfrm>
            <a:off x="3072917" y="3253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5" name="Shape 903"/>
          <p:cNvSpPr/>
          <p:nvPr/>
        </p:nvSpPr>
        <p:spPr>
          <a:xfrm>
            <a:off x="3445582" y="2712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6" name="Shape 904"/>
          <p:cNvSpPr/>
          <p:nvPr/>
        </p:nvSpPr>
        <p:spPr>
          <a:xfrm>
            <a:off x="3089538" y="2750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7" name="Shape 905"/>
          <p:cNvSpPr/>
          <p:nvPr/>
        </p:nvSpPr>
        <p:spPr>
          <a:xfrm>
            <a:off x="3217431" y="2765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8" name="Shape 906"/>
          <p:cNvSpPr/>
          <p:nvPr/>
        </p:nvSpPr>
        <p:spPr>
          <a:xfrm>
            <a:off x="3325372" y="2696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9" name="Shape 907"/>
          <p:cNvSpPr/>
          <p:nvPr/>
        </p:nvSpPr>
        <p:spPr>
          <a:xfrm>
            <a:off x="3332626" y="2752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0" name="Shape 908"/>
          <p:cNvSpPr/>
          <p:nvPr/>
        </p:nvSpPr>
        <p:spPr>
          <a:xfrm>
            <a:off x="3039104" y="3428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1" name="Shape 909"/>
          <p:cNvSpPr/>
          <p:nvPr/>
        </p:nvSpPr>
        <p:spPr>
          <a:xfrm>
            <a:off x="3203076" y="2983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2" name="Shape 910"/>
          <p:cNvSpPr/>
          <p:nvPr/>
        </p:nvSpPr>
        <p:spPr>
          <a:xfrm>
            <a:off x="3367112" y="29175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3" name="Shape 911"/>
          <p:cNvSpPr/>
          <p:nvPr/>
        </p:nvSpPr>
        <p:spPr>
          <a:xfrm>
            <a:off x="3044156" y="29764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4" name="Shape 912"/>
          <p:cNvSpPr/>
          <p:nvPr/>
        </p:nvSpPr>
        <p:spPr>
          <a:xfrm>
            <a:off x="3411360" y="3494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5" name="Shape 913"/>
          <p:cNvSpPr/>
          <p:nvPr/>
        </p:nvSpPr>
        <p:spPr>
          <a:xfrm>
            <a:off x="3325584" y="35350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6" name="Shape 914"/>
          <p:cNvSpPr/>
          <p:nvPr/>
        </p:nvSpPr>
        <p:spPr>
          <a:xfrm>
            <a:off x="3119595" y="3492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7" name="Shape 915"/>
          <p:cNvSpPr/>
          <p:nvPr/>
        </p:nvSpPr>
        <p:spPr>
          <a:xfrm>
            <a:off x="3219032" y="34769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8" name="Shape 916"/>
          <p:cNvSpPr/>
          <p:nvPr/>
        </p:nvSpPr>
        <p:spPr>
          <a:xfrm>
            <a:off x="3138593" y="2730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9" name="Shape 917"/>
          <p:cNvSpPr/>
          <p:nvPr/>
        </p:nvSpPr>
        <p:spPr>
          <a:xfrm>
            <a:off x="3352637" y="2631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0" name="Shape 918"/>
          <p:cNvSpPr/>
          <p:nvPr/>
        </p:nvSpPr>
        <p:spPr>
          <a:xfrm>
            <a:off x="3331580" y="3726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1" name="Shape 919"/>
          <p:cNvSpPr/>
          <p:nvPr/>
        </p:nvSpPr>
        <p:spPr>
          <a:xfrm>
            <a:off x="3092552" y="3598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2" name="Shape 920"/>
          <p:cNvSpPr/>
          <p:nvPr/>
        </p:nvSpPr>
        <p:spPr>
          <a:xfrm>
            <a:off x="3117553" y="2647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3" name="Shape 921"/>
          <p:cNvSpPr/>
          <p:nvPr/>
        </p:nvSpPr>
        <p:spPr>
          <a:xfrm>
            <a:off x="3238840" y="3328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4" name="Shape 922"/>
          <p:cNvSpPr/>
          <p:nvPr/>
        </p:nvSpPr>
        <p:spPr>
          <a:xfrm>
            <a:off x="3237058" y="2446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5" name="Shape 923"/>
          <p:cNvSpPr/>
          <p:nvPr/>
        </p:nvSpPr>
        <p:spPr>
          <a:xfrm>
            <a:off x="3262573" y="2468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6" name="Shape 924"/>
          <p:cNvSpPr/>
          <p:nvPr/>
        </p:nvSpPr>
        <p:spPr>
          <a:xfrm>
            <a:off x="3064578" y="2970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7" name="Shape 925"/>
          <p:cNvSpPr/>
          <p:nvPr/>
        </p:nvSpPr>
        <p:spPr>
          <a:xfrm>
            <a:off x="3036747" y="2465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8" name="Shape 926"/>
          <p:cNvSpPr/>
          <p:nvPr/>
        </p:nvSpPr>
        <p:spPr>
          <a:xfrm>
            <a:off x="3152723" y="28558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9" name="Shape 927"/>
          <p:cNvSpPr/>
          <p:nvPr/>
        </p:nvSpPr>
        <p:spPr>
          <a:xfrm>
            <a:off x="3195774" y="2463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30" name="Shape 928"/>
          <p:cNvSpPr/>
          <p:nvPr/>
        </p:nvSpPr>
        <p:spPr>
          <a:xfrm>
            <a:off x="3244789" y="2933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31" name="Shape 929"/>
          <p:cNvSpPr/>
          <p:nvPr/>
        </p:nvSpPr>
        <p:spPr>
          <a:xfrm>
            <a:off x="3356137" y="2422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32" name="Shape 930"/>
          <p:cNvSpPr/>
          <p:nvPr/>
        </p:nvSpPr>
        <p:spPr>
          <a:xfrm>
            <a:off x="3263900" y="2420497"/>
            <a:ext cx="127" cy="1117256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933" name="Shape 931"/>
          <p:cNvSpPr/>
          <p:nvPr/>
        </p:nvSpPr>
        <p:spPr>
          <a:xfrm>
            <a:off x="3149600" y="3537753"/>
            <a:ext cx="228600" cy="12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934" name="Shape 932"/>
          <p:cNvSpPr/>
          <p:nvPr/>
        </p:nvSpPr>
        <p:spPr>
          <a:xfrm>
            <a:off x="3149600" y="2420497"/>
            <a:ext cx="228600" cy="12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935" name="Shape 933"/>
          <p:cNvSpPr/>
          <p:nvPr/>
        </p:nvSpPr>
        <p:spPr>
          <a:xfrm>
            <a:off x="3098800" y="2642249"/>
            <a:ext cx="330200" cy="62757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936" name="Shape 934"/>
          <p:cNvSpPr/>
          <p:nvPr/>
        </p:nvSpPr>
        <p:spPr>
          <a:xfrm>
            <a:off x="3098800" y="2952980"/>
            <a:ext cx="330200" cy="127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937" name="Shape 935"/>
          <p:cNvSpPr/>
          <p:nvPr/>
        </p:nvSpPr>
        <p:spPr>
          <a:xfrm>
            <a:off x="2933700" y="4140200"/>
            <a:ext cx="127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938" name="Text 936"/>
          <p:cNvSpPr/>
          <p:nvPr/>
        </p:nvSpPr>
        <p:spPr>
          <a:xfrm>
            <a:off x="2108200" y="4229100"/>
            <a:ext cx="1651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</a:t>
            </a:r>
            <a:endParaRPr lang="en-US" sz="1600" dirty="0"/>
          </a:p>
        </p:txBody>
      </p:sp>
      <p:sp>
        <p:nvSpPr>
          <p:cNvPr id="939" name="Shape 937"/>
          <p:cNvSpPr/>
          <p:nvPr/>
        </p:nvSpPr>
        <p:spPr>
          <a:xfrm>
            <a:off x="5014992" y="3327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0" name="Shape 938"/>
          <p:cNvSpPr/>
          <p:nvPr/>
        </p:nvSpPr>
        <p:spPr>
          <a:xfrm>
            <a:off x="4972044" y="32209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1" name="Shape 939"/>
          <p:cNvSpPr/>
          <p:nvPr/>
        </p:nvSpPr>
        <p:spPr>
          <a:xfrm>
            <a:off x="4724058" y="34778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2" name="Shape 940"/>
          <p:cNvSpPr/>
          <p:nvPr/>
        </p:nvSpPr>
        <p:spPr>
          <a:xfrm>
            <a:off x="4941974" y="3202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3" name="Shape 941"/>
          <p:cNvSpPr/>
          <p:nvPr/>
        </p:nvSpPr>
        <p:spPr>
          <a:xfrm>
            <a:off x="4606840" y="3518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4" name="Shape 942"/>
          <p:cNvSpPr/>
          <p:nvPr/>
        </p:nvSpPr>
        <p:spPr>
          <a:xfrm>
            <a:off x="4805656" y="3447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5" name="Shape 943"/>
          <p:cNvSpPr/>
          <p:nvPr/>
        </p:nvSpPr>
        <p:spPr>
          <a:xfrm>
            <a:off x="4775548" y="3410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6" name="Shape 944"/>
          <p:cNvSpPr/>
          <p:nvPr/>
        </p:nvSpPr>
        <p:spPr>
          <a:xfrm>
            <a:off x="4830525" y="3385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7" name="Shape 945"/>
          <p:cNvSpPr/>
          <p:nvPr/>
        </p:nvSpPr>
        <p:spPr>
          <a:xfrm>
            <a:off x="4809688" y="3410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8" name="Shape 946"/>
          <p:cNvSpPr/>
          <p:nvPr/>
        </p:nvSpPr>
        <p:spPr>
          <a:xfrm>
            <a:off x="5019566" y="32762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9" name="Shape 947"/>
          <p:cNvSpPr/>
          <p:nvPr/>
        </p:nvSpPr>
        <p:spPr>
          <a:xfrm>
            <a:off x="4820670" y="3475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0" name="Shape 948"/>
          <p:cNvSpPr/>
          <p:nvPr/>
        </p:nvSpPr>
        <p:spPr>
          <a:xfrm>
            <a:off x="4965217" y="3289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1" name="Shape 949"/>
          <p:cNvSpPr/>
          <p:nvPr/>
        </p:nvSpPr>
        <p:spPr>
          <a:xfrm>
            <a:off x="4806613" y="3480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2" name="Shape 950"/>
          <p:cNvSpPr/>
          <p:nvPr/>
        </p:nvSpPr>
        <p:spPr>
          <a:xfrm>
            <a:off x="5008336" y="2532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3" name="Shape 951"/>
          <p:cNvSpPr/>
          <p:nvPr/>
        </p:nvSpPr>
        <p:spPr>
          <a:xfrm>
            <a:off x="4646928" y="3402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4" name="Shape 952"/>
          <p:cNvSpPr/>
          <p:nvPr/>
        </p:nvSpPr>
        <p:spPr>
          <a:xfrm>
            <a:off x="4638581" y="3534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5" name="Shape 953"/>
          <p:cNvSpPr/>
          <p:nvPr/>
        </p:nvSpPr>
        <p:spPr>
          <a:xfrm>
            <a:off x="4664288" y="3430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6" name="Shape 954"/>
          <p:cNvSpPr/>
          <p:nvPr/>
        </p:nvSpPr>
        <p:spPr>
          <a:xfrm>
            <a:off x="4754088" y="3263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7" name="Shape 955"/>
          <p:cNvSpPr/>
          <p:nvPr/>
        </p:nvSpPr>
        <p:spPr>
          <a:xfrm>
            <a:off x="4655661" y="3557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8" name="Shape 956"/>
          <p:cNvSpPr/>
          <p:nvPr/>
        </p:nvSpPr>
        <p:spPr>
          <a:xfrm>
            <a:off x="4965463" y="31933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9" name="Shape 957"/>
          <p:cNvSpPr/>
          <p:nvPr/>
        </p:nvSpPr>
        <p:spPr>
          <a:xfrm>
            <a:off x="4978445" y="3250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0" name="Shape 958"/>
          <p:cNvSpPr/>
          <p:nvPr/>
        </p:nvSpPr>
        <p:spPr>
          <a:xfrm>
            <a:off x="4664352" y="3351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1" name="Shape 959"/>
          <p:cNvSpPr/>
          <p:nvPr/>
        </p:nvSpPr>
        <p:spPr>
          <a:xfrm>
            <a:off x="4769215" y="3379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2" name="Shape 960"/>
          <p:cNvSpPr/>
          <p:nvPr/>
        </p:nvSpPr>
        <p:spPr>
          <a:xfrm>
            <a:off x="4638980" y="3309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3" name="Shape 961"/>
          <p:cNvSpPr/>
          <p:nvPr/>
        </p:nvSpPr>
        <p:spPr>
          <a:xfrm>
            <a:off x="4623775" y="3391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4" name="Shape 962"/>
          <p:cNvSpPr/>
          <p:nvPr/>
        </p:nvSpPr>
        <p:spPr>
          <a:xfrm>
            <a:off x="4792017" y="3537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5" name="Shape 963"/>
          <p:cNvSpPr/>
          <p:nvPr/>
        </p:nvSpPr>
        <p:spPr>
          <a:xfrm>
            <a:off x="4671353" y="3365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6" name="Shape 964"/>
          <p:cNvSpPr/>
          <p:nvPr/>
        </p:nvSpPr>
        <p:spPr>
          <a:xfrm>
            <a:off x="4988552" y="3434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7" name="Shape 965"/>
          <p:cNvSpPr/>
          <p:nvPr/>
        </p:nvSpPr>
        <p:spPr>
          <a:xfrm>
            <a:off x="4743626" y="34523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8" name="Shape 966"/>
          <p:cNvSpPr/>
          <p:nvPr/>
        </p:nvSpPr>
        <p:spPr>
          <a:xfrm>
            <a:off x="4708904" y="34603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9" name="Shape 967"/>
          <p:cNvSpPr/>
          <p:nvPr/>
        </p:nvSpPr>
        <p:spPr>
          <a:xfrm>
            <a:off x="4596844" y="34021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0" name="Shape 968"/>
          <p:cNvSpPr/>
          <p:nvPr/>
        </p:nvSpPr>
        <p:spPr>
          <a:xfrm>
            <a:off x="5015753" y="3229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1" name="Shape 969"/>
          <p:cNvSpPr/>
          <p:nvPr/>
        </p:nvSpPr>
        <p:spPr>
          <a:xfrm>
            <a:off x="4776229" y="3419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2" name="Shape 970"/>
          <p:cNvSpPr/>
          <p:nvPr/>
        </p:nvSpPr>
        <p:spPr>
          <a:xfrm>
            <a:off x="4742887" y="34162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3" name="Shape 971"/>
          <p:cNvSpPr/>
          <p:nvPr/>
        </p:nvSpPr>
        <p:spPr>
          <a:xfrm>
            <a:off x="4991955" y="3588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4" name="Shape 972"/>
          <p:cNvSpPr/>
          <p:nvPr/>
        </p:nvSpPr>
        <p:spPr>
          <a:xfrm>
            <a:off x="4942894" y="3389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5" name="Shape 973"/>
          <p:cNvSpPr/>
          <p:nvPr/>
        </p:nvSpPr>
        <p:spPr>
          <a:xfrm>
            <a:off x="4635830" y="3517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6" name="Shape 974"/>
          <p:cNvSpPr/>
          <p:nvPr/>
        </p:nvSpPr>
        <p:spPr>
          <a:xfrm>
            <a:off x="4712611" y="33923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7" name="Shape 975"/>
          <p:cNvSpPr/>
          <p:nvPr/>
        </p:nvSpPr>
        <p:spPr>
          <a:xfrm>
            <a:off x="4756877" y="3240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8" name="Shape 976"/>
          <p:cNvSpPr/>
          <p:nvPr/>
        </p:nvSpPr>
        <p:spPr>
          <a:xfrm>
            <a:off x="4719929" y="3418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9" name="Shape 977"/>
          <p:cNvSpPr/>
          <p:nvPr/>
        </p:nvSpPr>
        <p:spPr>
          <a:xfrm>
            <a:off x="4876629" y="3489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0" name="Shape 978"/>
          <p:cNvSpPr/>
          <p:nvPr/>
        </p:nvSpPr>
        <p:spPr>
          <a:xfrm>
            <a:off x="4755878" y="3466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1" name="Shape 979"/>
          <p:cNvSpPr/>
          <p:nvPr/>
        </p:nvSpPr>
        <p:spPr>
          <a:xfrm>
            <a:off x="4653511" y="3401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2" name="Shape 980"/>
          <p:cNvSpPr/>
          <p:nvPr/>
        </p:nvSpPr>
        <p:spPr>
          <a:xfrm>
            <a:off x="4677043" y="34436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3" name="Shape 981"/>
          <p:cNvSpPr/>
          <p:nvPr/>
        </p:nvSpPr>
        <p:spPr>
          <a:xfrm>
            <a:off x="4596008" y="3538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4" name="Shape 982"/>
          <p:cNvSpPr/>
          <p:nvPr/>
        </p:nvSpPr>
        <p:spPr>
          <a:xfrm>
            <a:off x="4802029" y="3493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5" name="Shape 983"/>
          <p:cNvSpPr/>
          <p:nvPr/>
        </p:nvSpPr>
        <p:spPr>
          <a:xfrm>
            <a:off x="4737849" y="3367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6" name="Shape 984"/>
          <p:cNvSpPr/>
          <p:nvPr/>
        </p:nvSpPr>
        <p:spPr>
          <a:xfrm>
            <a:off x="4592599" y="3403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7" name="Shape 985"/>
          <p:cNvSpPr/>
          <p:nvPr/>
        </p:nvSpPr>
        <p:spPr>
          <a:xfrm>
            <a:off x="4801215" y="3541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8" name="Shape 986"/>
          <p:cNvSpPr/>
          <p:nvPr/>
        </p:nvSpPr>
        <p:spPr>
          <a:xfrm>
            <a:off x="4812403" y="3354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9" name="Shape 987"/>
          <p:cNvSpPr/>
          <p:nvPr/>
        </p:nvSpPr>
        <p:spPr>
          <a:xfrm>
            <a:off x="4720503" y="3447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0" name="Shape 988"/>
          <p:cNvSpPr/>
          <p:nvPr/>
        </p:nvSpPr>
        <p:spPr>
          <a:xfrm>
            <a:off x="4706333" y="3451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1" name="Shape 989"/>
          <p:cNvSpPr/>
          <p:nvPr/>
        </p:nvSpPr>
        <p:spPr>
          <a:xfrm>
            <a:off x="4862726" y="3473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2" name="Shape 990"/>
          <p:cNvSpPr/>
          <p:nvPr/>
        </p:nvSpPr>
        <p:spPr>
          <a:xfrm>
            <a:off x="4622296" y="32993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3" name="Shape 991"/>
          <p:cNvSpPr/>
          <p:nvPr/>
        </p:nvSpPr>
        <p:spPr>
          <a:xfrm>
            <a:off x="4736601" y="3455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4" name="Shape 992"/>
          <p:cNvSpPr/>
          <p:nvPr/>
        </p:nvSpPr>
        <p:spPr>
          <a:xfrm>
            <a:off x="4949047" y="35530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5" name="Shape 993"/>
          <p:cNvSpPr/>
          <p:nvPr/>
        </p:nvSpPr>
        <p:spPr>
          <a:xfrm>
            <a:off x="4834588" y="3549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6" name="Shape 994"/>
          <p:cNvSpPr/>
          <p:nvPr/>
        </p:nvSpPr>
        <p:spPr>
          <a:xfrm>
            <a:off x="4896784" y="347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7" name="Shape 995"/>
          <p:cNvSpPr/>
          <p:nvPr/>
        </p:nvSpPr>
        <p:spPr>
          <a:xfrm>
            <a:off x="4774855" y="3399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8" name="Shape 996"/>
          <p:cNvSpPr/>
          <p:nvPr/>
        </p:nvSpPr>
        <p:spPr>
          <a:xfrm>
            <a:off x="4974713" y="3250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9" name="Shape 997"/>
          <p:cNvSpPr/>
          <p:nvPr/>
        </p:nvSpPr>
        <p:spPr>
          <a:xfrm>
            <a:off x="4655633" y="3215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0" name="Shape 998"/>
          <p:cNvSpPr/>
          <p:nvPr/>
        </p:nvSpPr>
        <p:spPr>
          <a:xfrm>
            <a:off x="4802431" y="3464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1" name="Shape 999"/>
          <p:cNvSpPr/>
          <p:nvPr/>
        </p:nvSpPr>
        <p:spPr>
          <a:xfrm>
            <a:off x="4869408" y="3422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2" name="Shape 1000"/>
          <p:cNvSpPr/>
          <p:nvPr/>
        </p:nvSpPr>
        <p:spPr>
          <a:xfrm>
            <a:off x="4621942" y="3304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3" name="Shape 1001"/>
          <p:cNvSpPr/>
          <p:nvPr/>
        </p:nvSpPr>
        <p:spPr>
          <a:xfrm>
            <a:off x="4799217" y="3226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4" name="Shape 1002"/>
          <p:cNvSpPr/>
          <p:nvPr/>
        </p:nvSpPr>
        <p:spPr>
          <a:xfrm>
            <a:off x="4727420" y="3335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5" name="Shape 1003"/>
          <p:cNvSpPr/>
          <p:nvPr/>
        </p:nvSpPr>
        <p:spPr>
          <a:xfrm>
            <a:off x="4598991" y="34304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6" name="Shape 1004"/>
          <p:cNvSpPr/>
          <p:nvPr/>
        </p:nvSpPr>
        <p:spPr>
          <a:xfrm>
            <a:off x="4867420" y="3409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7" name="Shape 1005"/>
          <p:cNvSpPr/>
          <p:nvPr/>
        </p:nvSpPr>
        <p:spPr>
          <a:xfrm>
            <a:off x="4876841" y="3514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8" name="Shape 1006"/>
          <p:cNvSpPr/>
          <p:nvPr/>
        </p:nvSpPr>
        <p:spPr>
          <a:xfrm>
            <a:off x="4705331" y="3484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9" name="Shape 1007"/>
          <p:cNvSpPr/>
          <p:nvPr/>
        </p:nvSpPr>
        <p:spPr>
          <a:xfrm>
            <a:off x="4803613" y="34232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0" name="Shape 1008"/>
          <p:cNvSpPr/>
          <p:nvPr/>
        </p:nvSpPr>
        <p:spPr>
          <a:xfrm>
            <a:off x="4966827" y="3480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1" name="Shape 1009"/>
          <p:cNvSpPr/>
          <p:nvPr/>
        </p:nvSpPr>
        <p:spPr>
          <a:xfrm>
            <a:off x="4833358" y="35087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2" name="Shape 1010"/>
          <p:cNvSpPr/>
          <p:nvPr/>
        </p:nvSpPr>
        <p:spPr>
          <a:xfrm>
            <a:off x="4784156" y="34868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3" name="Shape 1011"/>
          <p:cNvSpPr/>
          <p:nvPr/>
        </p:nvSpPr>
        <p:spPr>
          <a:xfrm>
            <a:off x="4646995" y="3423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4" name="Shape 1012"/>
          <p:cNvSpPr/>
          <p:nvPr/>
        </p:nvSpPr>
        <p:spPr>
          <a:xfrm>
            <a:off x="4813804" y="3373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5" name="Shape 1013"/>
          <p:cNvSpPr/>
          <p:nvPr/>
        </p:nvSpPr>
        <p:spPr>
          <a:xfrm>
            <a:off x="4911858" y="33887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6" name="Shape 1014"/>
          <p:cNvSpPr/>
          <p:nvPr/>
        </p:nvSpPr>
        <p:spPr>
          <a:xfrm>
            <a:off x="4759106" y="3452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7" name="Shape 1015"/>
          <p:cNvSpPr/>
          <p:nvPr/>
        </p:nvSpPr>
        <p:spPr>
          <a:xfrm>
            <a:off x="4987936" y="31837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8" name="Shape 1016"/>
          <p:cNvSpPr/>
          <p:nvPr/>
        </p:nvSpPr>
        <p:spPr>
          <a:xfrm>
            <a:off x="4827577" y="3406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9" name="Shape 1017"/>
          <p:cNvSpPr/>
          <p:nvPr/>
        </p:nvSpPr>
        <p:spPr>
          <a:xfrm>
            <a:off x="4619741" y="3343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0" name="Shape 1018"/>
          <p:cNvSpPr/>
          <p:nvPr/>
        </p:nvSpPr>
        <p:spPr>
          <a:xfrm>
            <a:off x="4754168" y="3308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1" name="Shape 1019"/>
          <p:cNvSpPr/>
          <p:nvPr/>
        </p:nvSpPr>
        <p:spPr>
          <a:xfrm>
            <a:off x="4901122" y="3553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2" name="Shape 1020"/>
          <p:cNvSpPr/>
          <p:nvPr/>
        </p:nvSpPr>
        <p:spPr>
          <a:xfrm>
            <a:off x="4982049" y="3499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3" name="Shape 1021"/>
          <p:cNvSpPr/>
          <p:nvPr/>
        </p:nvSpPr>
        <p:spPr>
          <a:xfrm>
            <a:off x="4731153" y="3530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4" name="Shape 1022"/>
          <p:cNvSpPr/>
          <p:nvPr/>
        </p:nvSpPr>
        <p:spPr>
          <a:xfrm>
            <a:off x="4977206" y="3483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5" name="Shape 1023"/>
          <p:cNvSpPr/>
          <p:nvPr/>
        </p:nvSpPr>
        <p:spPr>
          <a:xfrm>
            <a:off x="4734137" y="34630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6" name="Shape 1024"/>
          <p:cNvSpPr/>
          <p:nvPr/>
        </p:nvSpPr>
        <p:spPr>
          <a:xfrm>
            <a:off x="4850585" y="3553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7" name="Shape 1025"/>
          <p:cNvSpPr/>
          <p:nvPr/>
        </p:nvSpPr>
        <p:spPr>
          <a:xfrm>
            <a:off x="5003059" y="3441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8" name="Shape 1026"/>
          <p:cNvSpPr/>
          <p:nvPr/>
        </p:nvSpPr>
        <p:spPr>
          <a:xfrm>
            <a:off x="4611417" y="3586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9" name="Shape 1027"/>
          <p:cNvSpPr/>
          <p:nvPr/>
        </p:nvSpPr>
        <p:spPr>
          <a:xfrm>
            <a:off x="4611611" y="3789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0" name="Shape 1028"/>
          <p:cNvSpPr/>
          <p:nvPr/>
        </p:nvSpPr>
        <p:spPr>
          <a:xfrm>
            <a:off x="4999108" y="3418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1" name="Shape 1029"/>
          <p:cNvSpPr/>
          <p:nvPr/>
        </p:nvSpPr>
        <p:spPr>
          <a:xfrm>
            <a:off x="4700721" y="3643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2" name="Shape 1030"/>
          <p:cNvSpPr/>
          <p:nvPr/>
        </p:nvSpPr>
        <p:spPr>
          <a:xfrm>
            <a:off x="4837371" y="3586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3" name="Shape 1031"/>
          <p:cNvSpPr/>
          <p:nvPr/>
        </p:nvSpPr>
        <p:spPr>
          <a:xfrm>
            <a:off x="4591653" y="3582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4" name="Shape 1032"/>
          <p:cNvSpPr/>
          <p:nvPr/>
        </p:nvSpPr>
        <p:spPr>
          <a:xfrm>
            <a:off x="4826107" y="3733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5" name="Shape 1033"/>
          <p:cNvSpPr/>
          <p:nvPr/>
        </p:nvSpPr>
        <p:spPr>
          <a:xfrm>
            <a:off x="4786000" y="3622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6" name="Shape 1034"/>
          <p:cNvSpPr/>
          <p:nvPr/>
        </p:nvSpPr>
        <p:spPr>
          <a:xfrm>
            <a:off x="4946326" y="33563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7" name="Shape 1035"/>
          <p:cNvSpPr/>
          <p:nvPr/>
        </p:nvSpPr>
        <p:spPr>
          <a:xfrm>
            <a:off x="4926628" y="3423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8" name="Shape 1036"/>
          <p:cNvSpPr/>
          <p:nvPr/>
        </p:nvSpPr>
        <p:spPr>
          <a:xfrm>
            <a:off x="4616589" y="3331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9" name="Shape 1037"/>
          <p:cNvSpPr/>
          <p:nvPr/>
        </p:nvSpPr>
        <p:spPr>
          <a:xfrm>
            <a:off x="4714513" y="3155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0" name="Shape 1038"/>
          <p:cNvSpPr/>
          <p:nvPr/>
        </p:nvSpPr>
        <p:spPr>
          <a:xfrm>
            <a:off x="4779540" y="33893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1" name="Shape 1039"/>
          <p:cNvSpPr/>
          <p:nvPr/>
        </p:nvSpPr>
        <p:spPr>
          <a:xfrm>
            <a:off x="4972430" y="3473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2" name="Shape 1040"/>
          <p:cNvSpPr/>
          <p:nvPr/>
        </p:nvSpPr>
        <p:spPr>
          <a:xfrm>
            <a:off x="4972419" y="2797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3" name="Shape 1041"/>
          <p:cNvSpPr/>
          <p:nvPr/>
        </p:nvSpPr>
        <p:spPr>
          <a:xfrm>
            <a:off x="4625026" y="3319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4" name="Shape 1042"/>
          <p:cNvSpPr/>
          <p:nvPr/>
        </p:nvSpPr>
        <p:spPr>
          <a:xfrm>
            <a:off x="4784170" y="2745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5" name="Shape 1043"/>
          <p:cNvSpPr/>
          <p:nvPr/>
        </p:nvSpPr>
        <p:spPr>
          <a:xfrm>
            <a:off x="4853872" y="31588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6" name="Shape 1044"/>
          <p:cNvSpPr/>
          <p:nvPr/>
        </p:nvSpPr>
        <p:spPr>
          <a:xfrm>
            <a:off x="4900328" y="3212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7" name="Shape 1045"/>
          <p:cNvSpPr/>
          <p:nvPr/>
        </p:nvSpPr>
        <p:spPr>
          <a:xfrm>
            <a:off x="4806567" y="33642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8" name="Shape 1046"/>
          <p:cNvSpPr/>
          <p:nvPr/>
        </p:nvSpPr>
        <p:spPr>
          <a:xfrm>
            <a:off x="4734424" y="31568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9" name="Shape 1047"/>
          <p:cNvSpPr/>
          <p:nvPr/>
        </p:nvSpPr>
        <p:spPr>
          <a:xfrm>
            <a:off x="5002694" y="3269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0" name="Shape 1048"/>
          <p:cNvSpPr/>
          <p:nvPr/>
        </p:nvSpPr>
        <p:spPr>
          <a:xfrm>
            <a:off x="4895598" y="26937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1" name="Shape 1049"/>
          <p:cNvSpPr/>
          <p:nvPr/>
        </p:nvSpPr>
        <p:spPr>
          <a:xfrm>
            <a:off x="4905828" y="3342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2" name="Shape 1050"/>
          <p:cNvSpPr/>
          <p:nvPr/>
        </p:nvSpPr>
        <p:spPr>
          <a:xfrm>
            <a:off x="4922251" y="35700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3" name="Shape 1051"/>
          <p:cNvSpPr/>
          <p:nvPr/>
        </p:nvSpPr>
        <p:spPr>
          <a:xfrm>
            <a:off x="4610032" y="3183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4" name="Shape 1052"/>
          <p:cNvSpPr/>
          <p:nvPr/>
        </p:nvSpPr>
        <p:spPr>
          <a:xfrm>
            <a:off x="4921164" y="2763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5" name="Shape 1053"/>
          <p:cNvSpPr/>
          <p:nvPr/>
        </p:nvSpPr>
        <p:spPr>
          <a:xfrm>
            <a:off x="4876246" y="3316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6" name="Shape 1054"/>
          <p:cNvSpPr/>
          <p:nvPr/>
        </p:nvSpPr>
        <p:spPr>
          <a:xfrm>
            <a:off x="4828545" y="32061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7" name="Shape 1055"/>
          <p:cNvSpPr/>
          <p:nvPr/>
        </p:nvSpPr>
        <p:spPr>
          <a:xfrm>
            <a:off x="5013600" y="2771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8" name="Shape 1056"/>
          <p:cNvSpPr/>
          <p:nvPr/>
        </p:nvSpPr>
        <p:spPr>
          <a:xfrm>
            <a:off x="4614177" y="2766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9" name="Shape 1057"/>
          <p:cNvSpPr/>
          <p:nvPr/>
        </p:nvSpPr>
        <p:spPr>
          <a:xfrm>
            <a:off x="5013961" y="3195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0" name="Shape 1058"/>
          <p:cNvSpPr/>
          <p:nvPr/>
        </p:nvSpPr>
        <p:spPr>
          <a:xfrm>
            <a:off x="4757066" y="3181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1" name="Shape 1059"/>
          <p:cNvSpPr/>
          <p:nvPr/>
        </p:nvSpPr>
        <p:spPr>
          <a:xfrm>
            <a:off x="4754570" y="31897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2" name="Shape 1060"/>
          <p:cNvSpPr/>
          <p:nvPr/>
        </p:nvSpPr>
        <p:spPr>
          <a:xfrm>
            <a:off x="4870266" y="31064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3" name="Shape 1061"/>
          <p:cNvSpPr/>
          <p:nvPr/>
        </p:nvSpPr>
        <p:spPr>
          <a:xfrm>
            <a:off x="4804329" y="3268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4" name="Shape 1062"/>
          <p:cNvSpPr/>
          <p:nvPr/>
        </p:nvSpPr>
        <p:spPr>
          <a:xfrm>
            <a:off x="4932066" y="2982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5" name="Shape 1063"/>
          <p:cNvSpPr/>
          <p:nvPr/>
        </p:nvSpPr>
        <p:spPr>
          <a:xfrm>
            <a:off x="4963214" y="2942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6" name="Shape 1064"/>
          <p:cNvSpPr/>
          <p:nvPr/>
        </p:nvSpPr>
        <p:spPr>
          <a:xfrm>
            <a:off x="4728934" y="3483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7" name="Shape 1065"/>
          <p:cNvSpPr/>
          <p:nvPr/>
        </p:nvSpPr>
        <p:spPr>
          <a:xfrm>
            <a:off x="4674294" y="3492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8" name="Shape 1066"/>
          <p:cNvSpPr/>
          <p:nvPr/>
        </p:nvSpPr>
        <p:spPr>
          <a:xfrm>
            <a:off x="4778498" y="3141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9" name="Shape 1067"/>
          <p:cNvSpPr/>
          <p:nvPr/>
        </p:nvSpPr>
        <p:spPr>
          <a:xfrm>
            <a:off x="4800373" y="3198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0" name="Shape 1068"/>
          <p:cNvSpPr/>
          <p:nvPr/>
        </p:nvSpPr>
        <p:spPr>
          <a:xfrm>
            <a:off x="4882518" y="31350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1" name="Shape 1069"/>
          <p:cNvSpPr/>
          <p:nvPr/>
        </p:nvSpPr>
        <p:spPr>
          <a:xfrm>
            <a:off x="4604268" y="2807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2" name="Shape 1070"/>
          <p:cNvSpPr/>
          <p:nvPr/>
        </p:nvSpPr>
        <p:spPr>
          <a:xfrm>
            <a:off x="4906210" y="29635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3" name="Shape 1071"/>
          <p:cNvSpPr/>
          <p:nvPr/>
        </p:nvSpPr>
        <p:spPr>
          <a:xfrm>
            <a:off x="4902530" y="3228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4" name="Shape 1072"/>
          <p:cNvSpPr/>
          <p:nvPr/>
        </p:nvSpPr>
        <p:spPr>
          <a:xfrm>
            <a:off x="4850267" y="3159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5" name="Shape 1073"/>
          <p:cNvSpPr/>
          <p:nvPr/>
        </p:nvSpPr>
        <p:spPr>
          <a:xfrm>
            <a:off x="4994649" y="2417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6" name="Shape 1074"/>
          <p:cNvSpPr/>
          <p:nvPr/>
        </p:nvSpPr>
        <p:spPr>
          <a:xfrm>
            <a:off x="4655542" y="3240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7" name="Shape 1075"/>
          <p:cNvSpPr/>
          <p:nvPr/>
        </p:nvSpPr>
        <p:spPr>
          <a:xfrm>
            <a:off x="4803206" y="3206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8" name="Shape 1076"/>
          <p:cNvSpPr/>
          <p:nvPr/>
        </p:nvSpPr>
        <p:spPr>
          <a:xfrm>
            <a:off x="4621075" y="3443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9" name="Shape 1077"/>
          <p:cNvSpPr/>
          <p:nvPr/>
        </p:nvSpPr>
        <p:spPr>
          <a:xfrm>
            <a:off x="4907792" y="3604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0" name="Shape 1078"/>
          <p:cNvSpPr/>
          <p:nvPr/>
        </p:nvSpPr>
        <p:spPr>
          <a:xfrm>
            <a:off x="4966012" y="3539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1" name="Shape 1079"/>
          <p:cNvSpPr/>
          <p:nvPr/>
        </p:nvSpPr>
        <p:spPr>
          <a:xfrm>
            <a:off x="4737339" y="3486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2" name="Shape 1080"/>
          <p:cNvSpPr/>
          <p:nvPr/>
        </p:nvSpPr>
        <p:spPr>
          <a:xfrm>
            <a:off x="4708549" y="3455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3" name="Shape 1081"/>
          <p:cNvSpPr/>
          <p:nvPr/>
        </p:nvSpPr>
        <p:spPr>
          <a:xfrm>
            <a:off x="4723819" y="3524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4" name="Shape 1082"/>
          <p:cNvSpPr/>
          <p:nvPr/>
        </p:nvSpPr>
        <p:spPr>
          <a:xfrm>
            <a:off x="4744005" y="2443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5" name="Shape 1083"/>
          <p:cNvSpPr/>
          <p:nvPr/>
        </p:nvSpPr>
        <p:spPr>
          <a:xfrm>
            <a:off x="4777668" y="3512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6" name="Shape 1084"/>
          <p:cNvSpPr/>
          <p:nvPr/>
        </p:nvSpPr>
        <p:spPr>
          <a:xfrm>
            <a:off x="4658412" y="35261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7" name="Shape 1085"/>
          <p:cNvSpPr/>
          <p:nvPr/>
        </p:nvSpPr>
        <p:spPr>
          <a:xfrm>
            <a:off x="4755133" y="3500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8" name="Shape 1086"/>
          <p:cNvSpPr/>
          <p:nvPr/>
        </p:nvSpPr>
        <p:spPr>
          <a:xfrm>
            <a:off x="4728749" y="3054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9" name="Shape 1087"/>
          <p:cNvSpPr/>
          <p:nvPr/>
        </p:nvSpPr>
        <p:spPr>
          <a:xfrm>
            <a:off x="4889449" y="3064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0" name="Shape 1088"/>
          <p:cNvSpPr/>
          <p:nvPr/>
        </p:nvSpPr>
        <p:spPr>
          <a:xfrm>
            <a:off x="4671772" y="29706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1" name="Shape 1089"/>
          <p:cNvSpPr/>
          <p:nvPr/>
        </p:nvSpPr>
        <p:spPr>
          <a:xfrm>
            <a:off x="4783739" y="3165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2" name="Shape 1090"/>
          <p:cNvSpPr/>
          <p:nvPr/>
        </p:nvSpPr>
        <p:spPr>
          <a:xfrm>
            <a:off x="4938773" y="3151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3" name="Shape 1091"/>
          <p:cNvSpPr/>
          <p:nvPr/>
        </p:nvSpPr>
        <p:spPr>
          <a:xfrm>
            <a:off x="4869283" y="3163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4" name="Shape 1092"/>
          <p:cNvSpPr/>
          <p:nvPr/>
        </p:nvSpPr>
        <p:spPr>
          <a:xfrm>
            <a:off x="4962184" y="2964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5" name="Shape 1093"/>
          <p:cNvSpPr/>
          <p:nvPr/>
        </p:nvSpPr>
        <p:spPr>
          <a:xfrm>
            <a:off x="4654136" y="3199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6" name="Shape 1094"/>
          <p:cNvSpPr/>
          <p:nvPr/>
        </p:nvSpPr>
        <p:spPr>
          <a:xfrm>
            <a:off x="4783987" y="34840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7" name="Shape 1095"/>
          <p:cNvSpPr/>
          <p:nvPr/>
        </p:nvSpPr>
        <p:spPr>
          <a:xfrm>
            <a:off x="4714134" y="35854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8" name="Shape 1096"/>
          <p:cNvSpPr/>
          <p:nvPr/>
        </p:nvSpPr>
        <p:spPr>
          <a:xfrm>
            <a:off x="4846297" y="3133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9" name="Shape 1097"/>
          <p:cNvSpPr/>
          <p:nvPr/>
        </p:nvSpPr>
        <p:spPr>
          <a:xfrm>
            <a:off x="5013938" y="3250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0" name="Shape 1098"/>
          <p:cNvSpPr/>
          <p:nvPr/>
        </p:nvSpPr>
        <p:spPr>
          <a:xfrm>
            <a:off x="4998507" y="3590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1" name="Shape 1099"/>
          <p:cNvSpPr/>
          <p:nvPr/>
        </p:nvSpPr>
        <p:spPr>
          <a:xfrm>
            <a:off x="4733209" y="24176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2" name="Shape 1100"/>
          <p:cNvSpPr/>
          <p:nvPr/>
        </p:nvSpPr>
        <p:spPr>
          <a:xfrm>
            <a:off x="4667643" y="30829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3" name="Shape 1101"/>
          <p:cNvSpPr/>
          <p:nvPr/>
        </p:nvSpPr>
        <p:spPr>
          <a:xfrm>
            <a:off x="4703202" y="3176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4" name="Shape 1102"/>
          <p:cNvSpPr/>
          <p:nvPr/>
        </p:nvSpPr>
        <p:spPr>
          <a:xfrm>
            <a:off x="4701593" y="3121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5" name="Shape 1103"/>
          <p:cNvSpPr/>
          <p:nvPr/>
        </p:nvSpPr>
        <p:spPr>
          <a:xfrm>
            <a:off x="4712645" y="31183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6" name="Shape 1104"/>
          <p:cNvSpPr/>
          <p:nvPr/>
        </p:nvSpPr>
        <p:spPr>
          <a:xfrm>
            <a:off x="4763537" y="26145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7" name="Shape 1105"/>
          <p:cNvSpPr/>
          <p:nvPr/>
        </p:nvSpPr>
        <p:spPr>
          <a:xfrm>
            <a:off x="4686516" y="3467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8" name="Shape 1106"/>
          <p:cNvSpPr/>
          <p:nvPr/>
        </p:nvSpPr>
        <p:spPr>
          <a:xfrm>
            <a:off x="4822578" y="2488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9" name="Shape 1107"/>
          <p:cNvSpPr/>
          <p:nvPr/>
        </p:nvSpPr>
        <p:spPr>
          <a:xfrm>
            <a:off x="4781627" y="34528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0" name="Shape 1108"/>
          <p:cNvSpPr/>
          <p:nvPr/>
        </p:nvSpPr>
        <p:spPr>
          <a:xfrm>
            <a:off x="4984830" y="3402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1" name="Shape 1109"/>
          <p:cNvSpPr/>
          <p:nvPr/>
        </p:nvSpPr>
        <p:spPr>
          <a:xfrm>
            <a:off x="4973547" y="2444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2" name="Shape 1110"/>
          <p:cNvSpPr/>
          <p:nvPr/>
        </p:nvSpPr>
        <p:spPr>
          <a:xfrm>
            <a:off x="4866592" y="36037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3" name="Shape 1111"/>
          <p:cNvSpPr/>
          <p:nvPr/>
        </p:nvSpPr>
        <p:spPr>
          <a:xfrm>
            <a:off x="4802996" y="3346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4" name="Shape 1112"/>
          <p:cNvSpPr/>
          <p:nvPr/>
        </p:nvSpPr>
        <p:spPr>
          <a:xfrm>
            <a:off x="4932889" y="3260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5" name="Shape 1113"/>
          <p:cNvSpPr/>
          <p:nvPr/>
        </p:nvSpPr>
        <p:spPr>
          <a:xfrm>
            <a:off x="4904748" y="2556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6" name="Shape 1114"/>
          <p:cNvSpPr/>
          <p:nvPr/>
        </p:nvSpPr>
        <p:spPr>
          <a:xfrm>
            <a:off x="4732286" y="2474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7" name="Shape 1115"/>
          <p:cNvSpPr/>
          <p:nvPr/>
        </p:nvSpPr>
        <p:spPr>
          <a:xfrm>
            <a:off x="5020406" y="29130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8" name="Shape 1116"/>
          <p:cNvSpPr/>
          <p:nvPr/>
        </p:nvSpPr>
        <p:spPr>
          <a:xfrm>
            <a:off x="4795074" y="2996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9" name="Shape 1117"/>
          <p:cNvSpPr/>
          <p:nvPr/>
        </p:nvSpPr>
        <p:spPr>
          <a:xfrm>
            <a:off x="4658891" y="3243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0" name="Shape 1118"/>
          <p:cNvSpPr/>
          <p:nvPr/>
        </p:nvSpPr>
        <p:spPr>
          <a:xfrm>
            <a:off x="4802848" y="3302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1" name="Shape 1119"/>
          <p:cNvSpPr/>
          <p:nvPr/>
        </p:nvSpPr>
        <p:spPr>
          <a:xfrm>
            <a:off x="4905643" y="2902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2" name="Shape 1120"/>
          <p:cNvSpPr/>
          <p:nvPr/>
        </p:nvSpPr>
        <p:spPr>
          <a:xfrm>
            <a:off x="5011524" y="28674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3" name="Shape 1121"/>
          <p:cNvSpPr/>
          <p:nvPr/>
        </p:nvSpPr>
        <p:spPr>
          <a:xfrm>
            <a:off x="4698346" y="3271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4" name="Shape 1122"/>
          <p:cNvSpPr/>
          <p:nvPr/>
        </p:nvSpPr>
        <p:spPr>
          <a:xfrm>
            <a:off x="4626576" y="2299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5" name="Shape 1123"/>
          <p:cNvSpPr/>
          <p:nvPr/>
        </p:nvSpPr>
        <p:spPr>
          <a:xfrm>
            <a:off x="4783560" y="3009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6" name="Shape 1124"/>
          <p:cNvSpPr/>
          <p:nvPr/>
        </p:nvSpPr>
        <p:spPr>
          <a:xfrm>
            <a:off x="4938318" y="28905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7" name="Shape 1125"/>
          <p:cNvSpPr/>
          <p:nvPr/>
        </p:nvSpPr>
        <p:spPr>
          <a:xfrm>
            <a:off x="4685648" y="2491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8" name="Shape 1126"/>
          <p:cNvSpPr/>
          <p:nvPr/>
        </p:nvSpPr>
        <p:spPr>
          <a:xfrm>
            <a:off x="4768054" y="2474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9" name="Shape 1127"/>
          <p:cNvSpPr/>
          <p:nvPr/>
        </p:nvSpPr>
        <p:spPr>
          <a:xfrm>
            <a:off x="4596246" y="2948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0" name="Shape 1128"/>
          <p:cNvSpPr/>
          <p:nvPr/>
        </p:nvSpPr>
        <p:spPr>
          <a:xfrm>
            <a:off x="4882241" y="3351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1" name="Shape 1129"/>
          <p:cNvSpPr/>
          <p:nvPr/>
        </p:nvSpPr>
        <p:spPr>
          <a:xfrm>
            <a:off x="4872875" y="32422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2" name="Shape 1130"/>
          <p:cNvSpPr/>
          <p:nvPr/>
        </p:nvSpPr>
        <p:spPr>
          <a:xfrm>
            <a:off x="4923624" y="2846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3" name="Shape 1131"/>
          <p:cNvSpPr/>
          <p:nvPr/>
        </p:nvSpPr>
        <p:spPr>
          <a:xfrm>
            <a:off x="4731306" y="2838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4" name="Shape 1132"/>
          <p:cNvSpPr/>
          <p:nvPr/>
        </p:nvSpPr>
        <p:spPr>
          <a:xfrm>
            <a:off x="4830452" y="2470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5" name="Shape 1133"/>
          <p:cNvSpPr/>
          <p:nvPr/>
        </p:nvSpPr>
        <p:spPr>
          <a:xfrm>
            <a:off x="4826093" y="23797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6" name="Shape 1134"/>
          <p:cNvSpPr/>
          <p:nvPr/>
        </p:nvSpPr>
        <p:spPr>
          <a:xfrm>
            <a:off x="5018985" y="2758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7" name="Shape 1135"/>
          <p:cNvSpPr/>
          <p:nvPr/>
        </p:nvSpPr>
        <p:spPr>
          <a:xfrm>
            <a:off x="5011955" y="2973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8" name="Shape 1136"/>
          <p:cNvSpPr/>
          <p:nvPr/>
        </p:nvSpPr>
        <p:spPr>
          <a:xfrm>
            <a:off x="4766167" y="2370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9" name="Shape 1137"/>
          <p:cNvSpPr/>
          <p:nvPr/>
        </p:nvSpPr>
        <p:spPr>
          <a:xfrm>
            <a:off x="4966773" y="2401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0" name="Shape 1138"/>
          <p:cNvSpPr/>
          <p:nvPr/>
        </p:nvSpPr>
        <p:spPr>
          <a:xfrm>
            <a:off x="4897453" y="2800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1" name="Shape 1139"/>
          <p:cNvSpPr/>
          <p:nvPr/>
        </p:nvSpPr>
        <p:spPr>
          <a:xfrm>
            <a:off x="4803262" y="3068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2" name="Shape 1140"/>
          <p:cNvSpPr/>
          <p:nvPr/>
        </p:nvSpPr>
        <p:spPr>
          <a:xfrm>
            <a:off x="4713317" y="2927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3" name="Shape 1141"/>
          <p:cNvSpPr/>
          <p:nvPr/>
        </p:nvSpPr>
        <p:spPr>
          <a:xfrm>
            <a:off x="4860729" y="3013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4" name="Shape 1142"/>
          <p:cNvSpPr/>
          <p:nvPr/>
        </p:nvSpPr>
        <p:spPr>
          <a:xfrm>
            <a:off x="4855771" y="2381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5" name="Shape 1143"/>
          <p:cNvSpPr/>
          <p:nvPr/>
        </p:nvSpPr>
        <p:spPr>
          <a:xfrm>
            <a:off x="4814557" y="27879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6" name="Shape 1144"/>
          <p:cNvSpPr/>
          <p:nvPr/>
        </p:nvSpPr>
        <p:spPr>
          <a:xfrm>
            <a:off x="4749568" y="2960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7" name="Shape 1145"/>
          <p:cNvSpPr/>
          <p:nvPr/>
        </p:nvSpPr>
        <p:spPr>
          <a:xfrm>
            <a:off x="5007418" y="31039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8" name="Shape 1146"/>
          <p:cNvSpPr/>
          <p:nvPr/>
        </p:nvSpPr>
        <p:spPr>
          <a:xfrm>
            <a:off x="5016768" y="2920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9" name="Shape 1147"/>
          <p:cNvSpPr/>
          <p:nvPr/>
        </p:nvSpPr>
        <p:spPr>
          <a:xfrm>
            <a:off x="4653186" y="2385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0" name="Shape 1148"/>
          <p:cNvSpPr/>
          <p:nvPr/>
        </p:nvSpPr>
        <p:spPr>
          <a:xfrm>
            <a:off x="4935526" y="3043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1" name="Shape 1149"/>
          <p:cNvSpPr/>
          <p:nvPr/>
        </p:nvSpPr>
        <p:spPr>
          <a:xfrm>
            <a:off x="4841929" y="3466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2" name="Shape 1150"/>
          <p:cNvSpPr/>
          <p:nvPr/>
        </p:nvSpPr>
        <p:spPr>
          <a:xfrm>
            <a:off x="4645743" y="3146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3" name="Shape 1151"/>
          <p:cNvSpPr/>
          <p:nvPr/>
        </p:nvSpPr>
        <p:spPr>
          <a:xfrm>
            <a:off x="4595404" y="3367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4" name="Shape 1152"/>
          <p:cNvSpPr/>
          <p:nvPr/>
        </p:nvSpPr>
        <p:spPr>
          <a:xfrm>
            <a:off x="4997163" y="3125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5" name="Shape 1153"/>
          <p:cNvSpPr/>
          <p:nvPr/>
        </p:nvSpPr>
        <p:spPr>
          <a:xfrm>
            <a:off x="4704536" y="3139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6" name="Shape 1154"/>
          <p:cNvSpPr/>
          <p:nvPr/>
        </p:nvSpPr>
        <p:spPr>
          <a:xfrm>
            <a:off x="4979157" y="31376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7" name="Shape 1155"/>
          <p:cNvSpPr/>
          <p:nvPr/>
        </p:nvSpPr>
        <p:spPr>
          <a:xfrm>
            <a:off x="4694986" y="31221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8" name="Shape 1156"/>
          <p:cNvSpPr/>
          <p:nvPr/>
        </p:nvSpPr>
        <p:spPr>
          <a:xfrm>
            <a:off x="4907229" y="3128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9" name="Shape 1157"/>
          <p:cNvSpPr/>
          <p:nvPr/>
        </p:nvSpPr>
        <p:spPr>
          <a:xfrm>
            <a:off x="4955249" y="3116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0" name="Shape 1158"/>
          <p:cNvSpPr/>
          <p:nvPr/>
        </p:nvSpPr>
        <p:spPr>
          <a:xfrm>
            <a:off x="4996975" y="3138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1" name="Shape 1159"/>
          <p:cNvSpPr/>
          <p:nvPr/>
        </p:nvSpPr>
        <p:spPr>
          <a:xfrm>
            <a:off x="4640107" y="3127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2" name="Shape 1160"/>
          <p:cNvSpPr/>
          <p:nvPr/>
        </p:nvSpPr>
        <p:spPr>
          <a:xfrm>
            <a:off x="4853074" y="3142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3" name="Shape 1161"/>
          <p:cNvSpPr/>
          <p:nvPr/>
        </p:nvSpPr>
        <p:spPr>
          <a:xfrm>
            <a:off x="4730386" y="30940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4" name="Shape 1162"/>
          <p:cNvSpPr/>
          <p:nvPr/>
        </p:nvSpPr>
        <p:spPr>
          <a:xfrm>
            <a:off x="4752213" y="31041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5" name="Shape 1163"/>
          <p:cNvSpPr/>
          <p:nvPr/>
        </p:nvSpPr>
        <p:spPr>
          <a:xfrm>
            <a:off x="4722692" y="3326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6" name="Shape 1164"/>
          <p:cNvSpPr/>
          <p:nvPr/>
        </p:nvSpPr>
        <p:spPr>
          <a:xfrm>
            <a:off x="4868917" y="3251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7" name="Shape 1165"/>
          <p:cNvSpPr/>
          <p:nvPr/>
        </p:nvSpPr>
        <p:spPr>
          <a:xfrm>
            <a:off x="4945545" y="32970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8" name="Shape 1166"/>
          <p:cNvSpPr/>
          <p:nvPr/>
        </p:nvSpPr>
        <p:spPr>
          <a:xfrm>
            <a:off x="4733590" y="33255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9" name="Shape 1167"/>
          <p:cNvSpPr/>
          <p:nvPr/>
        </p:nvSpPr>
        <p:spPr>
          <a:xfrm>
            <a:off x="4981853" y="3301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0" name="Shape 1168"/>
          <p:cNvSpPr/>
          <p:nvPr/>
        </p:nvSpPr>
        <p:spPr>
          <a:xfrm>
            <a:off x="4601724" y="3249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1" name="Shape 1169"/>
          <p:cNvSpPr/>
          <p:nvPr/>
        </p:nvSpPr>
        <p:spPr>
          <a:xfrm>
            <a:off x="5002992" y="3436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2" name="Shape 1170"/>
          <p:cNvSpPr/>
          <p:nvPr/>
        </p:nvSpPr>
        <p:spPr>
          <a:xfrm>
            <a:off x="4652123" y="36293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3" name="Shape 1171"/>
          <p:cNvSpPr/>
          <p:nvPr/>
        </p:nvSpPr>
        <p:spPr>
          <a:xfrm>
            <a:off x="4853755" y="3621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4" name="Shape 1172"/>
          <p:cNvSpPr/>
          <p:nvPr/>
        </p:nvSpPr>
        <p:spPr>
          <a:xfrm>
            <a:off x="4595770" y="3535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5" name="Shape 1173"/>
          <p:cNvSpPr/>
          <p:nvPr/>
        </p:nvSpPr>
        <p:spPr>
          <a:xfrm>
            <a:off x="4699007" y="34958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6" name="Shape 1174"/>
          <p:cNvSpPr/>
          <p:nvPr/>
        </p:nvSpPr>
        <p:spPr>
          <a:xfrm>
            <a:off x="4850105" y="3472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7" name="Shape 1175"/>
          <p:cNvSpPr/>
          <p:nvPr/>
        </p:nvSpPr>
        <p:spPr>
          <a:xfrm>
            <a:off x="4689414" y="3759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8" name="Shape 1176"/>
          <p:cNvSpPr/>
          <p:nvPr/>
        </p:nvSpPr>
        <p:spPr>
          <a:xfrm>
            <a:off x="4896268" y="37097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9" name="Shape 1177"/>
          <p:cNvSpPr/>
          <p:nvPr/>
        </p:nvSpPr>
        <p:spPr>
          <a:xfrm>
            <a:off x="4815188" y="3687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0" name="Shape 1178"/>
          <p:cNvSpPr/>
          <p:nvPr/>
        </p:nvSpPr>
        <p:spPr>
          <a:xfrm>
            <a:off x="4876080" y="3672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1" name="Shape 1179"/>
          <p:cNvSpPr/>
          <p:nvPr/>
        </p:nvSpPr>
        <p:spPr>
          <a:xfrm>
            <a:off x="4679519" y="3557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2" name="Shape 1180"/>
          <p:cNvSpPr/>
          <p:nvPr/>
        </p:nvSpPr>
        <p:spPr>
          <a:xfrm>
            <a:off x="4722728" y="3589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3" name="Shape 1181"/>
          <p:cNvSpPr/>
          <p:nvPr/>
        </p:nvSpPr>
        <p:spPr>
          <a:xfrm>
            <a:off x="4807071" y="3754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4" name="Shape 1182"/>
          <p:cNvSpPr/>
          <p:nvPr/>
        </p:nvSpPr>
        <p:spPr>
          <a:xfrm>
            <a:off x="4703125" y="31656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5" name="Shape 1183"/>
          <p:cNvSpPr/>
          <p:nvPr/>
        </p:nvSpPr>
        <p:spPr>
          <a:xfrm>
            <a:off x="4759216" y="3362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6" name="Shape 1184"/>
          <p:cNvSpPr/>
          <p:nvPr/>
        </p:nvSpPr>
        <p:spPr>
          <a:xfrm>
            <a:off x="4951067" y="3375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7" name="Shape 1185"/>
          <p:cNvSpPr/>
          <p:nvPr/>
        </p:nvSpPr>
        <p:spPr>
          <a:xfrm>
            <a:off x="4871935" y="3291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8" name="Shape 1186"/>
          <p:cNvSpPr/>
          <p:nvPr/>
        </p:nvSpPr>
        <p:spPr>
          <a:xfrm>
            <a:off x="4865785" y="2676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9" name="Shape 1187"/>
          <p:cNvSpPr/>
          <p:nvPr/>
        </p:nvSpPr>
        <p:spPr>
          <a:xfrm>
            <a:off x="4965867" y="2478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0" name="Shape 1188"/>
          <p:cNvSpPr/>
          <p:nvPr/>
        </p:nvSpPr>
        <p:spPr>
          <a:xfrm>
            <a:off x="4868148" y="3226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1" name="Shape 1189"/>
          <p:cNvSpPr/>
          <p:nvPr/>
        </p:nvSpPr>
        <p:spPr>
          <a:xfrm>
            <a:off x="4788543" y="3318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2" name="Shape 1190"/>
          <p:cNvSpPr/>
          <p:nvPr/>
        </p:nvSpPr>
        <p:spPr>
          <a:xfrm>
            <a:off x="4984130" y="2478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3" name="Shape 1191"/>
          <p:cNvSpPr/>
          <p:nvPr/>
        </p:nvSpPr>
        <p:spPr>
          <a:xfrm>
            <a:off x="4647652" y="3204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4" name="Shape 1192"/>
          <p:cNvSpPr/>
          <p:nvPr/>
        </p:nvSpPr>
        <p:spPr>
          <a:xfrm>
            <a:off x="4956874" y="3086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5" name="Shape 1193"/>
          <p:cNvSpPr/>
          <p:nvPr/>
        </p:nvSpPr>
        <p:spPr>
          <a:xfrm>
            <a:off x="4849121" y="2785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6" name="Shape 1194"/>
          <p:cNvSpPr/>
          <p:nvPr/>
        </p:nvSpPr>
        <p:spPr>
          <a:xfrm>
            <a:off x="4817131" y="2477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7" name="Shape 1195"/>
          <p:cNvSpPr/>
          <p:nvPr/>
        </p:nvSpPr>
        <p:spPr>
          <a:xfrm>
            <a:off x="4693917" y="3172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8" name="Shape 1196"/>
          <p:cNvSpPr/>
          <p:nvPr/>
        </p:nvSpPr>
        <p:spPr>
          <a:xfrm>
            <a:off x="4619861" y="3140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9" name="Shape 1197"/>
          <p:cNvSpPr/>
          <p:nvPr/>
        </p:nvSpPr>
        <p:spPr>
          <a:xfrm>
            <a:off x="4971947" y="3139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0" name="Shape 1198"/>
          <p:cNvSpPr/>
          <p:nvPr/>
        </p:nvSpPr>
        <p:spPr>
          <a:xfrm>
            <a:off x="4944015" y="31587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1" name="Shape 1199"/>
          <p:cNvSpPr/>
          <p:nvPr/>
        </p:nvSpPr>
        <p:spPr>
          <a:xfrm>
            <a:off x="4666240" y="3159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2" name="Shape 1200"/>
          <p:cNvSpPr/>
          <p:nvPr/>
        </p:nvSpPr>
        <p:spPr>
          <a:xfrm>
            <a:off x="4638972" y="3142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3" name="Shape 1201"/>
          <p:cNvSpPr/>
          <p:nvPr/>
        </p:nvSpPr>
        <p:spPr>
          <a:xfrm>
            <a:off x="4775943" y="3466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4" name="Shape 1202"/>
          <p:cNvSpPr/>
          <p:nvPr/>
        </p:nvSpPr>
        <p:spPr>
          <a:xfrm>
            <a:off x="4948313" y="35023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5" name="Shape 1203"/>
          <p:cNvSpPr/>
          <p:nvPr/>
        </p:nvSpPr>
        <p:spPr>
          <a:xfrm>
            <a:off x="4625712" y="3415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6" name="Shape 1204"/>
          <p:cNvSpPr/>
          <p:nvPr/>
        </p:nvSpPr>
        <p:spPr>
          <a:xfrm>
            <a:off x="5006713" y="3219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7" name="Shape 1205"/>
          <p:cNvSpPr/>
          <p:nvPr/>
        </p:nvSpPr>
        <p:spPr>
          <a:xfrm>
            <a:off x="4855879" y="3124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8" name="Shape 1206"/>
          <p:cNvSpPr/>
          <p:nvPr/>
        </p:nvSpPr>
        <p:spPr>
          <a:xfrm>
            <a:off x="4851956" y="3460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9" name="Shape 1207"/>
          <p:cNvSpPr/>
          <p:nvPr/>
        </p:nvSpPr>
        <p:spPr>
          <a:xfrm>
            <a:off x="4591347" y="3534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0" name="Shape 1208"/>
          <p:cNvSpPr/>
          <p:nvPr/>
        </p:nvSpPr>
        <p:spPr>
          <a:xfrm>
            <a:off x="4702538" y="3514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1" name="Shape 1209"/>
          <p:cNvSpPr/>
          <p:nvPr/>
        </p:nvSpPr>
        <p:spPr>
          <a:xfrm>
            <a:off x="4760059" y="3389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2" name="Shape 1210"/>
          <p:cNvSpPr/>
          <p:nvPr/>
        </p:nvSpPr>
        <p:spPr>
          <a:xfrm>
            <a:off x="4647418" y="3480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3" name="Shape 1211"/>
          <p:cNvSpPr/>
          <p:nvPr/>
        </p:nvSpPr>
        <p:spPr>
          <a:xfrm>
            <a:off x="4656158" y="3232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4" name="Shape 1212"/>
          <p:cNvSpPr/>
          <p:nvPr/>
        </p:nvSpPr>
        <p:spPr>
          <a:xfrm>
            <a:off x="4674529" y="3580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5" name="Shape 1213"/>
          <p:cNvSpPr/>
          <p:nvPr/>
        </p:nvSpPr>
        <p:spPr>
          <a:xfrm>
            <a:off x="4829282" y="3495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6" name="Shape 1214"/>
          <p:cNvSpPr/>
          <p:nvPr/>
        </p:nvSpPr>
        <p:spPr>
          <a:xfrm>
            <a:off x="4947990" y="3588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7" name="Shape 1215"/>
          <p:cNvSpPr/>
          <p:nvPr/>
        </p:nvSpPr>
        <p:spPr>
          <a:xfrm>
            <a:off x="4772901" y="3483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8" name="Shape 1216"/>
          <p:cNvSpPr/>
          <p:nvPr/>
        </p:nvSpPr>
        <p:spPr>
          <a:xfrm>
            <a:off x="5012899" y="3496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9" name="Shape 1217"/>
          <p:cNvSpPr/>
          <p:nvPr/>
        </p:nvSpPr>
        <p:spPr>
          <a:xfrm>
            <a:off x="4748521" y="2408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0" name="Shape 1218"/>
          <p:cNvSpPr/>
          <p:nvPr/>
        </p:nvSpPr>
        <p:spPr>
          <a:xfrm>
            <a:off x="4881957" y="2377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1" name="Shape 1219"/>
          <p:cNvSpPr/>
          <p:nvPr/>
        </p:nvSpPr>
        <p:spPr>
          <a:xfrm>
            <a:off x="4714801" y="3370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2" name="Shape 1220"/>
          <p:cNvSpPr/>
          <p:nvPr/>
        </p:nvSpPr>
        <p:spPr>
          <a:xfrm>
            <a:off x="4790290" y="33861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3" name="Shape 1221"/>
          <p:cNvSpPr/>
          <p:nvPr/>
        </p:nvSpPr>
        <p:spPr>
          <a:xfrm>
            <a:off x="4688328" y="3591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4" name="Shape 1222"/>
          <p:cNvSpPr/>
          <p:nvPr/>
        </p:nvSpPr>
        <p:spPr>
          <a:xfrm>
            <a:off x="4590843" y="3172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5" name="Shape 1223"/>
          <p:cNvSpPr/>
          <p:nvPr/>
        </p:nvSpPr>
        <p:spPr>
          <a:xfrm>
            <a:off x="4954228" y="22837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6" name="Shape 1224"/>
          <p:cNvSpPr/>
          <p:nvPr/>
        </p:nvSpPr>
        <p:spPr>
          <a:xfrm>
            <a:off x="4709273" y="23414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7" name="Shape 1225"/>
          <p:cNvSpPr/>
          <p:nvPr/>
        </p:nvSpPr>
        <p:spPr>
          <a:xfrm>
            <a:off x="4757114" y="2358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8" name="Shape 1226"/>
          <p:cNvSpPr/>
          <p:nvPr/>
        </p:nvSpPr>
        <p:spPr>
          <a:xfrm>
            <a:off x="5016739" y="3350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9" name="Shape 1227"/>
          <p:cNvSpPr/>
          <p:nvPr/>
        </p:nvSpPr>
        <p:spPr>
          <a:xfrm>
            <a:off x="4865809" y="3148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0" name="Shape 1228"/>
          <p:cNvSpPr/>
          <p:nvPr/>
        </p:nvSpPr>
        <p:spPr>
          <a:xfrm>
            <a:off x="4937567" y="2775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1" name="Shape 1229"/>
          <p:cNvSpPr/>
          <p:nvPr/>
        </p:nvSpPr>
        <p:spPr>
          <a:xfrm>
            <a:off x="4866740" y="2791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2" name="Shape 1230"/>
          <p:cNvSpPr/>
          <p:nvPr/>
        </p:nvSpPr>
        <p:spPr>
          <a:xfrm>
            <a:off x="4655916" y="35336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3" name="Shape 1231"/>
          <p:cNvSpPr/>
          <p:nvPr/>
        </p:nvSpPr>
        <p:spPr>
          <a:xfrm>
            <a:off x="4877178" y="3454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4" name="Shape 1232"/>
          <p:cNvSpPr/>
          <p:nvPr/>
        </p:nvSpPr>
        <p:spPr>
          <a:xfrm>
            <a:off x="4745104" y="28261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5" name="Shape 1233"/>
          <p:cNvSpPr/>
          <p:nvPr/>
        </p:nvSpPr>
        <p:spPr>
          <a:xfrm>
            <a:off x="4701549" y="27135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6" name="Shape 1234"/>
          <p:cNvSpPr/>
          <p:nvPr/>
        </p:nvSpPr>
        <p:spPr>
          <a:xfrm>
            <a:off x="4893667" y="32889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7" name="Shape 1235"/>
          <p:cNvSpPr/>
          <p:nvPr/>
        </p:nvSpPr>
        <p:spPr>
          <a:xfrm>
            <a:off x="4852083" y="27847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8" name="Shape 1236"/>
          <p:cNvSpPr/>
          <p:nvPr/>
        </p:nvSpPr>
        <p:spPr>
          <a:xfrm>
            <a:off x="4647411" y="3129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9" name="Shape 1237"/>
          <p:cNvSpPr/>
          <p:nvPr/>
        </p:nvSpPr>
        <p:spPr>
          <a:xfrm>
            <a:off x="4716625" y="3094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0" name="Shape 1238"/>
          <p:cNvSpPr/>
          <p:nvPr/>
        </p:nvSpPr>
        <p:spPr>
          <a:xfrm>
            <a:off x="4675903" y="3124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1" name="Shape 1239"/>
          <p:cNvSpPr/>
          <p:nvPr/>
        </p:nvSpPr>
        <p:spPr>
          <a:xfrm>
            <a:off x="4894073" y="3146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2" name="Shape 1240"/>
          <p:cNvSpPr/>
          <p:nvPr/>
        </p:nvSpPr>
        <p:spPr>
          <a:xfrm>
            <a:off x="4811691" y="3153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3" name="Shape 1241"/>
          <p:cNvSpPr/>
          <p:nvPr/>
        </p:nvSpPr>
        <p:spPr>
          <a:xfrm>
            <a:off x="4686558" y="31365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4" name="Shape 1242"/>
          <p:cNvSpPr/>
          <p:nvPr/>
        </p:nvSpPr>
        <p:spPr>
          <a:xfrm>
            <a:off x="4843773" y="3507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5" name="Shape 1243"/>
          <p:cNvSpPr/>
          <p:nvPr/>
        </p:nvSpPr>
        <p:spPr>
          <a:xfrm>
            <a:off x="4648703" y="35341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6" name="Shape 1244"/>
          <p:cNvSpPr/>
          <p:nvPr/>
        </p:nvSpPr>
        <p:spPr>
          <a:xfrm>
            <a:off x="4839693" y="3512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7" name="Shape 1245"/>
          <p:cNvSpPr/>
          <p:nvPr/>
        </p:nvSpPr>
        <p:spPr>
          <a:xfrm>
            <a:off x="4818338" y="35433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8" name="Shape 1246"/>
          <p:cNvSpPr/>
          <p:nvPr/>
        </p:nvSpPr>
        <p:spPr>
          <a:xfrm>
            <a:off x="4815102" y="3211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9" name="Shape 1247"/>
          <p:cNvSpPr/>
          <p:nvPr/>
        </p:nvSpPr>
        <p:spPr>
          <a:xfrm>
            <a:off x="4641543" y="3022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0" name="Shape 1248"/>
          <p:cNvSpPr/>
          <p:nvPr/>
        </p:nvSpPr>
        <p:spPr>
          <a:xfrm>
            <a:off x="4872170" y="3319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1" name="Shape 1249"/>
          <p:cNvSpPr/>
          <p:nvPr/>
        </p:nvSpPr>
        <p:spPr>
          <a:xfrm>
            <a:off x="4666450" y="3056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2" name="Shape 1250"/>
          <p:cNvSpPr/>
          <p:nvPr/>
        </p:nvSpPr>
        <p:spPr>
          <a:xfrm>
            <a:off x="4999951" y="2941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3" name="Shape 1251"/>
          <p:cNvSpPr/>
          <p:nvPr/>
        </p:nvSpPr>
        <p:spPr>
          <a:xfrm>
            <a:off x="4670688" y="3358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4" name="Shape 1252"/>
          <p:cNvSpPr/>
          <p:nvPr/>
        </p:nvSpPr>
        <p:spPr>
          <a:xfrm>
            <a:off x="4910266" y="3098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5" name="Shape 1253"/>
          <p:cNvSpPr/>
          <p:nvPr/>
        </p:nvSpPr>
        <p:spPr>
          <a:xfrm>
            <a:off x="4921035" y="3061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6" name="Shape 1254"/>
          <p:cNvSpPr/>
          <p:nvPr/>
        </p:nvSpPr>
        <p:spPr>
          <a:xfrm>
            <a:off x="4892319" y="3071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7" name="Shape 1255"/>
          <p:cNvSpPr/>
          <p:nvPr/>
        </p:nvSpPr>
        <p:spPr>
          <a:xfrm>
            <a:off x="4610423" y="34305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8" name="Shape 1256"/>
          <p:cNvSpPr/>
          <p:nvPr/>
        </p:nvSpPr>
        <p:spPr>
          <a:xfrm>
            <a:off x="4766711" y="34114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9" name="Shape 1257"/>
          <p:cNvSpPr/>
          <p:nvPr/>
        </p:nvSpPr>
        <p:spPr>
          <a:xfrm>
            <a:off x="4850743" y="32439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0" name="Shape 1258"/>
          <p:cNvSpPr/>
          <p:nvPr/>
        </p:nvSpPr>
        <p:spPr>
          <a:xfrm>
            <a:off x="4838052" y="3357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1" name="Shape 1259"/>
          <p:cNvSpPr/>
          <p:nvPr/>
        </p:nvSpPr>
        <p:spPr>
          <a:xfrm>
            <a:off x="4906435" y="33227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2" name="Shape 1260"/>
          <p:cNvSpPr/>
          <p:nvPr/>
        </p:nvSpPr>
        <p:spPr>
          <a:xfrm>
            <a:off x="4643417" y="34603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3" name="Shape 1261"/>
          <p:cNvSpPr/>
          <p:nvPr/>
        </p:nvSpPr>
        <p:spPr>
          <a:xfrm>
            <a:off x="4824185" y="3363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4" name="Shape 1262"/>
          <p:cNvSpPr/>
          <p:nvPr/>
        </p:nvSpPr>
        <p:spPr>
          <a:xfrm>
            <a:off x="4597554" y="30754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5" name="Shape 1263"/>
          <p:cNvSpPr/>
          <p:nvPr/>
        </p:nvSpPr>
        <p:spPr>
          <a:xfrm>
            <a:off x="5003213" y="3341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6" name="Shape 1264"/>
          <p:cNvSpPr/>
          <p:nvPr/>
        </p:nvSpPr>
        <p:spPr>
          <a:xfrm>
            <a:off x="4731085" y="3305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7" name="Shape 1265"/>
          <p:cNvSpPr/>
          <p:nvPr/>
        </p:nvSpPr>
        <p:spPr>
          <a:xfrm>
            <a:off x="4777450" y="3061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8" name="Shape 1266"/>
          <p:cNvSpPr/>
          <p:nvPr/>
        </p:nvSpPr>
        <p:spPr>
          <a:xfrm>
            <a:off x="4863536" y="3078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9" name="Shape 1267"/>
          <p:cNvSpPr/>
          <p:nvPr/>
        </p:nvSpPr>
        <p:spPr>
          <a:xfrm>
            <a:off x="4761589" y="3055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0" name="Shape 1268"/>
          <p:cNvSpPr/>
          <p:nvPr/>
        </p:nvSpPr>
        <p:spPr>
          <a:xfrm>
            <a:off x="4627981" y="2991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1" name="Shape 1269"/>
          <p:cNvSpPr/>
          <p:nvPr/>
        </p:nvSpPr>
        <p:spPr>
          <a:xfrm>
            <a:off x="4933586" y="3390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2" name="Shape 1270"/>
          <p:cNvSpPr/>
          <p:nvPr/>
        </p:nvSpPr>
        <p:spPr>
          <a:xfrm>
            <a:off x="5000163" y="3255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3" name="Shape 1271"/>
          <p:cNvSpPr/>
          <p:nvPr/>
        </p:nvSpPr>
        <p:spPr>
          <a:xfrm>
            <a:off x="4629983" y="3235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4" name="Shape 1272"/>
          <p:cNvSpPr/>
          <p:nvPr/>
        </p:nvSpPr>
        <p:spPr>
          <a:xfrm>
            <a:off x="4764809" y="3037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5" name="Shape 1273"/>
          <p:cNvSpPr/>
          <p:nvPr/>
        </p:nvSpPr>
        <p:spPr>
          <a:xfrm>
            <a:off x="4941402" y="2920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6" name="Shape 1274"/>
          <p:cNvSpPr/>
          <p:nvPr/>
        </p:nvSpPr>
        <p:spPr>
          <a:xfrm>
            <a:off x="4985172" y="2486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7" name="Shape 1275"/>
          <p:cNvSpPr/>
          <p:nvPr/>
        </p:nvSpPr>
        <p:spPr>
          <a:xfrm>
            <a:off x="4756997" y="24828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8" name="Shape 1276"/>
          <p:cNvSpPr/>
          <p:nvPr/>
        </p:nvSpPr>
        <p:spPr>
          <a:xfrm>
            <a:off x="4773326" y="3274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9" name="Shape 1277"/>
          <p:cNvSpPr/>
          <p:nvPr/>
        </p:nvSpPr>
        <p:spPr>
          <a:xfrm>
            <a:off x="4719999" y="36180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0" name="Shape 1278"/>
          <p:cNvSpPr/>
          <p:nvPr/>
        </p:nvSpPr>
        <p:spPr>
          <a:xfrm>
            <a:off x="4654588" y="3492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1" name="Shape 1279"/>
          <p:cNvSpPr/>
          <p:nvPr/>
        </p:nvSpPr>
        <p:spPr>
          <a:xfrm>
            <a:off x="4740487" y="3509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2" name="Shape 1280"/>
          <p:cNvSpPr/>
          <p:nvPr/>
        </p:nvSpPr>
        <p:spPr>
          <a:xfrm>
            <a:off x="4818023" y="3518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3" name="Shape 1281"/>
          <p:cNvSpPr/>
          <p:nvPr/>
        </p:nvSpPr>
        <p:spPr>
          <a:xfrm>
            <a:off x="4814180" y="38063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4" name="Shape 1282"/>
          <p:cNvSpPr/>
          <p:nvPr/>
        </p:nvSpPr>
        <p:spPr>
          <a:xfrm>
            <a:off x="4861289" y="36400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5" name="Shape 1283"/>
          <p:cNvSpPr/>
          <p:nvPr/>
        </p:nvSpPr>
        <p:spPr>
          <a:xfrm>
            <a:off x="4634949" y="3614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6" name="Shape 1284"/>
          <p:cNvSpPr/>
          <p:nvPr/>
        </p:nvSpPr>
        <p:spPr>
          <a:xfrm>
            <a:off x="4822658" y="36631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7" name="Shape 1285"/>
          <p:cNvSpPr/>
          <p:nvPr/>
        </p:nvSpPr>
        <p:spPr>
          <a:xfrm>
            <a:off x="4903156" y="3539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8" name="Shape 1286"/>
          <p:cNvSpPr/>
          <p:nvPr/>
        </p:nvSpPr>
        <p:spPr>
          <a:xfrm>
            <a:off x="4615543" y="3477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9" name="Shape 1287"/>
          <p:cNvSpPr/>
          <p:nvPr/>
        </p:nvSpPr>
        <p:spPr>
          <a:xfrm>
            <a:off x="4917333" y="30248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0" name="Shape 1288"/>
          <p:cNvSpPr/>
          <p:nvPr/>
        </p:nvSpPr>
        <p:spPr>
          <a:xfrm>
            <a:off x="4959112" y="3134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1" name="Shape 1289"/>
          <p:cNvSpPr/>
          <p:nvPr/>
        </p:nvSpPr>
        <p:spPr>
          <a:xfrm>
            <a:off x="4791882" y="3092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2" name="Shape 1290"/>
          <p:cNvSpPr/>
          <p:nvPr/>
        </p:nvSpPr>
        <p:spPr>
          <a:xfrm>
            <a:off x="4645231" y="3384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3" name="Shape 1291"/>
          <p:cNvSpPr/>
          <p:nvPr/>
        </p:nvSpPr>
        <p:spPr>
          <a:xfrm>
            <a:off x="4976757" y="30642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4" name="Shape 1292"/>
          <p:cNvSpPr/>
          <p:nvPr/>
        </p:nvSpPr>
        <p:spPr>
          <a:xfrm>
            <a:off x="4884149" y="3047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5" name="Shape 1293"/>
          <p:cNvSpPr/>
          <p:nvPr/>
        </p:nvSpPr>
        <p:spPr>
          <a:xfrm>
            <a:off x="4842284" y="3198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6" name="Shape 1294"/>
          <p:cNvSpPr/>
          <p:nvPr/>
        </p:nvSpPr>
        <p:spPr>
          <a:xfrm>
            <a:off x="4893655" y="35622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7" name="Shape 1295"/>
          <p:cNvSpPr/>
          <p:nvPr/>
        </p:nvSpPr>
        <p:spPr>
          <a:xfrm>
            <a:off x="4792790" y="2464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8" name="Shape 1296"/>
          <p:cNvSpPr/>
          <p:nvPr/>
        </p:nvSpPr>
        <p:spPr>
          <a:xfrm>
            <a:off x="4856166" y="35179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9" name="Shape 1297"/>
          <p:cNvSpPr/>
          <p:nvPr/>
        </p:nvSpPr>
        <p:spPr>
          <a:xfrm>
            <a:off x="4647116" y="2994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0" name="Shape 1298"/>
          <p:cNvSpPr/>
          <p:nvPr/>
        </p:nvSpPr>
        <p:spPr>
          <a:xfrm>
            <a:off x="4720294" y="3455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1" name="Shape 1299"/>
          <p:cNvSpPr/>
          <p:nvPr/>
        </p:nvSpPr>
        <p:spPr>
          <a:xfrm>
            <a:off x="4610914" y="2655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2" name="Shape 1300"/>
          <p:cNvSpPr/>
          <p:nvPr/>
        </p:nvSpPr>
        <p:spPr>
          <a:xfrm>
            <a:off x="4891339" y="3494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3" name="Shape 1301"/>
          <p:cNvSpPr/>
          <p:nvPr/>
        </p:nvSpPr>
        <p:spPr>
          <a:xfrm>
            <a:off x="4964581" y="3469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4" name="Shape 1302"/>
          <p:cNvSpPr/>
          <p:nvPr/>
        </p:nvSpPr>
        <p:spPr>
          <a:xfrm>
            <a:off x="4948789" y="3121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5" name="Shape 1303"/>
          <p:cNvSpPr/>
          <p:nvPr/>
        </p:nvSpPr>
        <p:spPr>
          <a:xfrm>
            <a:off x="4658359" y="2998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6" name="Shape 1304"/>
          <p:cNvSpPr/>
          <p:nvPr/>
        </p:nvSpPr>
        <p:spPr>
          <a:xfrm>
            <a:off x="4724510" y="2971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7" name="Shape 1305"/>
          <p:cNvSpPr/>
          <p:nvPr/>
        </p:nvSpPr>
        <p:spPr>
          <a:xfrm>
            <a:off x="4716059" y="3423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8" name="Shape 1306"/>
          <p:cNvSpPr/>
          <p:nvPr/>
        </p:nvSpPr>
        <p:spPr>
          <a:xfrm>
            <a:off x="4710167" y="25675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9" name="Shape 1307"/>
          <p:cNvSpPr/>
          <p:nvPr/>
        </p:nvSpPr>
        <p:spPr>
          <a:xfrm>
            <a:off x="4911689" y="3114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0" name="Shape 1308"/>
          <p:cNvSpPr/>
          <p:nvPr/>
        </p:nvSpPr>
        <p:spPr>
          <a:xfrm>
            <a:off x="4898610" y="29881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1" name="Shape 1309"/>
          <p:cNvSpPr/>
          <p:nvPr/>
        </p:nvSpPr>
        <p:spPr>
          <a:xfrm>
            <a:off x="4978660" y="2962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2" name="Shape 1310"/>
          <p:cNvSpPr/>
          <p:nvPr/>
        </p:nvSpPr>
        <p:spPr>
          <a:xfrm>
            <a:off x="4836386" y="24933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3" name="Shape 1311"/>
          <p:cNvSpPr/>
          <p:nvPr/>
        </p:nvSpPr>
        <p:spPr>
          <a:xfrm>
            <a:off x="4997473" y="2670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4" name="Shape 1312"/>
          <p:cNvSpPr/>
          <p:nvPr/>
        </p:nvSpPr>
        <p:spPr>
          <a:xfrm>
            <a:off x="4749743" y="2762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5" name="Shape 1313"/>
          <p:cNvSpPr/>
          <p:nvPr/>
        </p:nvSpPr>
        <p:spPr>
          <a:xfrm>
            <a:off x="4774813" y="2672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6" name="Shape 1314"/>
          <p:cNvSpPr/>
          <p:nvPr/>
        </p:nvSpPr>
        <p:spPr>
          <a:xfrm>
            <a:off x="4783192" y="3061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7" name="Shape 1315"/>
          <p:cNvSpPr/>
          <p:nvPr/>
        </p:nvSpPr>
        <p:spPr>
          <a:xfrm>
            <a:off x="4787234" y="3042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8" name="Shape 1316"/>
          <p:cNvSpPr/>
          <p:nvPr/>
        </p:nvSpPr>
        <p:spPr>
          <a:xfrm>
            <a:off x="4735500" y="2777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9" name="Shape 1317"/>
          <p:cNvSpPr/>
          <p:nvPr/>
        </p:nvSpPr>
        <p:spPr>
          <a:xfrm>
            <a:off x="4677496" y="2520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0" name="Shape 1318"/>
          <p:cNvSpPr/>
          <p:nvPr/>
        </p:nvSpPr>
        <p:spPr>
          <a:xfrm>
            <a:off x="4767574" y="2543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1" name="Shape 1319"/>
          <p:cNvSpPr/>
          <p:nvPr/>
        </p:nvSpPr>
        <p:spPr>
          <a:xfrm>
            <a:off x="4915486" y="2572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2" name="Shape 1320"/>
          <p:cNvSpPr/>
          <p:nvPr/>
        </p:nvSpPr>
        <p:spPr>
          <a:xfrm>
            <a:off x="4695499" y="2713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3" name="Shape 1321"/>
          <p:cNvSpPr/>
          <p:nvPr/>
        </p:nvSpPr>
        <p:spPr>
          <a:xfrm>
            <a:off x="4913361" y="3009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4" name="Shape 1322"/>
          <p:cNvSpPr/>
          <p:nvPr/>
        </p:nvSpPr>
        <p:spPr>
          <a:xfrm>
            <a:off x="4797700" y="29070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5" name="Shape 1323"/>
          <p:cNvSpPr/>
          <p:nvPr/>
        </p:nvSpPr>
        <p:spPr>
          <a:xfrm>
            <a:off x="4827213" y="23069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6" name="Shape 1324"/>
          <p:cNvSpPr/>
          <p:nvPr/>
        </p:nvSpPr>
        <p:spPr>
          <a:xfrm>
            <a:off x="5019453" y="3287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7" name="Shape 1325"/>
          <p:cNvSpPr/>
          <p:nvPr/>
        </p:nvSpPr>
        <p:spPr>
          <a:xfrm>
            <a:off x="4875745" y="3463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8" name="Shape 1326"/>
          <p:cNvSpPr/>
          <p:nvPr/>
        </p:nvSpPr>
        <p:spPr>
          <a:xfrm>
            <a:off x="4855794" y="3197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9" name="Shape 1327"/>
          <p:cNvSpPr/>
          <p:nvPr/>
        </p:nvSpPr>
        <p:spPr>
          <a:xfrm>
            <a:off x="4943245" y="3218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0" name="Shape 1328"/>
          <p:cNvSpPr/>
          <p:nvPr/>
        </p:nvSpPr>
        <p:spPr>
          <a:xfrm>
            <a:off x="4762275" y="32348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1" name="Shape 1329"/>
          <p:cNvSpPr/>
          <p:nvPr/>
        </p:nvSpPr>
        <p:spPr>
          <a:xfrm>
            <a:off x="4838636" y="3219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2" name="Shape 1330"/>
          <p:cNvSpPr/>
          <p:nvPr/>
        </p:nvSpPr>
        <p:spPr>
          <a:xfrm>
            <a:off x="4628677" y="3185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3" name="Shape 1331"/>
          <p:cNvSpPr/>
          <p:nvPr/>
        </p:nvSpPr>
        <p:spPr>
          <a:xfrm>
            <a:off x="4850915" y="3235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4" name="Shape 1332"/>
          <p:cNvSpPr/>
          <p:nvPr/>
        </p:nvSpPr>
        <p:spPr>
          <a:xfrm>
            <a:off x="4948242" y="3551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5" name="Shape 1333"/>
          <p:cNvSpPr/>
          <p:nvPr/>
        </p:nvSpPr>
        <p:spPr>
          <a:xfrm>
            <a:off x="4895561" y="36292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6" name="Shape 1334"/>
          <p:cNvSpPr/>
          <p:nvPr/>
        </p:nvSpPr>
        <p:spPr>
          <a:xfrm>
            <a:off x="4908975" y="2380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7" name="Shape 1335"/>
          <p:cNvSpPr/>
          <p:nvPr/>
        </p:nvSpPr>
        <p:spPr>
          <a:xfrm>
            <a:off x="4901287" y="3817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8" name="Shape 1336"/>
          <p:cNvSpPr/>
          <p:nvPr/>
        </p:nvSpPr>
        <p:spPr>
          <a:xfrm>
            <a:off x="4613184" y="3181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9" name="Shape 1337"/>
          <p:cNvSpPr/>
          <p:nvPr/>
        </p:nvSpPr>
        <p:spPr>
          <a:xfrm>
            <a:off x="4716140" y="31953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0" name="Shape 1338"/>
          <p:cNvSpPr/>
          <p:nvPr/>
        </p:nvSpPr>
        <p:spPr>
          <a:xfrm>
            <a:off x="4988726" y="3259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1" name="Shape 1339"/>
          <p:cNvSpPr/>
          <p:nvPr/>
        </p:nvSpPr>
        <p:spPr>
          <a:xfrm>
            <a:off x="4834056" y="3210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2" name="Shape 1340"/>
          <p:cNvSpPr/>
          <p:nvPr/>
        </p:nvSpPr>
        <p:spPr>
          <a:xfrm>
            <a:off x="4940622" y="3323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3" name="Shape 1341"/>
          <p:cNvSpPr/>
          <p:nvPr/>
        </p:nvSpPr>
        <p:spPr>
          <a:xfrm>
            <a:off x="4716575" y="3258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4" name="Shape 1342"/>
          <p:cNvSpPr/>
          <p:nvPr/>
        </p:nvSpPr>
        <p:spPr>
          <a:xfrm>
            <a:off x="4956540" y="3282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5" name="Shape 1343"/>
          <p:cNvSpPr/>
          <p:nvPr/>
        </p:nvSpPr>
        <p:spPr>
          <a:xfrm>
            <a:off x="4917123" y="3302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6" name="Shape 1344"/>
          <p:cNvSpPr/>
          <p:nvPr/>
        </p:nvSpPr>
        <p:spPr>
          <a:xfrm>
            <a:off x="4982033" y="3259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7" name="Shape 1345"/>
          <p:cNvSpPr/>
          <p:nvPr/>
        </p:nvSpPr>
        <p:spPr>
          <a:xfrm>
            <a:off x="4653211" y="3325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8" name="Shape 1346"/>
          <p:cNvSpPr/>
          <p:nvPr/>
        </p:nvSpPr>
        <p:spPr>
          <a:xfrm>
            <a:off x="5019531" y="3244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9" name="Shape 1347"/>
          <p:cNvSpPr/>
          <p:nvPr/>
        </p:nvSpPr>
        <p:spPr>
          <a:xfrm>
            <a:off x="4855449" y="3245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0" name="Shape 1348"/>
          <p:cNvSpPr/>
          <p:nvPr/>
        </p:nvSpPr>
        <p:spPr>
          <a:xfrm>
            <a:off x="4999088" y="3252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1" name="Shape 1349"/>
          <p:cNvSpPr/>
          <p:nvPr/>
        </p:nvSpPr>
        <p:spPr>
          <a:xfrm>
            <a:off x="4944961" y="32472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2" name="Shape 1350"/>
          <p:cNvSpPr/>
          <p:nvPr/>
        </p:nvSpPr>
        <p:spPr>
          <a:xfrm>
            <a:off x="4631630" y="34754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3" name="Shape 1351"/>
          <p:cNvSpPr/>
          <p:nvPr/>
        </p:nvSpPr>
        <p:spPr>
          <a:xfrm>
            <a:off x="4844561" y="3513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4" name="Shape 1352"/>
          <p:cNvSpPr/>
          <p:nvPr/>
        </p:nvSpPr>
        <p:spPr>
          <a:xfrm>
            <a:off x="4676739" y="34498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5" name="Shape 1353"/>
          <p:cNvSpPr/>
          <p:nvPr/>
        </p:nvSpPr>
        <p:spPr>
          <a:xfrm>
            <a:off x="4711952" y="3420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6" name="Shape 1354"/>
          <p:cNvSpPr/>
          <p:nvPr/>
        </p:nvSpPr>
        <p:spPr>
          <a:xfrm>
            <a:off x="4989865" y="3605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7" name="Shape 1355"/>
          <p:cNvSpPr/>
          <p:nvPr/>
        </p:nvSpPr>
        <p:spPr>
          <a:xfrm>
            <a:off x="4635017" y="34911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8" name="Shape 1356"/>
          <p:cNvSpPr/>
          <p:nvPr/>
        </p:nvSpPr>
        <p:spPr>
          <a:xfrm>
            <a:off x="5007682" y="23877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9" name="Shape 1357"/>
          <p:cNvSpPr/>
          <p:nvPr/>
        </p:nvSpPr>
        <p:spPr>
          <a:xfrm>
            <a:off x="4651638" y="31176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0" name="Shape 1358"/>
          <p:cNvSpPr/>
          <p:nvPr/>
        </p:nvSpPr>
        <p:spPr>
          <a:xfrm>
            <a:off x="4779531" y="3323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1" name="Shape 1359"/>
          <p:cNvSpPr/>
          <p:nvPr/>
        </p:nvSpPr>
        <p:spPr>
          <a:xfrm>
            <a:off x="4887472" y="2623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2" name="Shape 1360"/>
          <p:cNvSpPr/>
          <p:nvPr/>
        </p:nvSpPr>
        <p:spPr>
          <a:xfrm>
            <a:off x="4894726" y="3489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3" name="Shape 1361"/>
          <p:cNvSpPr/>
          <p:nvPr/>
        </p:nvSpPr>
        <p:spPr>
          <a:xfrm>
            <a:off x="4601204" y="34584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4" name="Shape 1362"/>
          <p:cNvSpPr/>
          <p:nvPr/>
        </p:nvSpPr>
        <p:spPr>
          <a:xfrm>
            <a:off x="4765176" y="3456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5" name="Shape 1363"/>
          <p:cNvSpPr/>
          <p:nvPr/>
        </p:nvSpPr>
        <p:spPr>
          <a:xfrm>
            <a:off x="4929212" y="36636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6" name="Shape 1364"/>
          <p:cNvSpPr/>
          <p:nvPr/>
        </p:nvSpPr>
        <p:spPr>
          <a:xfrm>
            <a:off x="4606256" y="35086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7" name="Shape 1365"/>
          <p:cNvSpPr/>
          <p:nvPr/>
        </p:nvSpPr>
        <p:spPr>
          <a:xfrm>
            <a:off x="4973460" y="3639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8" name="Shape 1366"/>
          <p:cNvSpPr/>
          <p:nvPr/>
        </p:nvSpPr>
        <p:spPr>
          <a:xfrm>
            <a:off x="4887684" y="3589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9" name="Shape 1367"/>
          <p:cNvSpPr/>
          <p:nvPr/>
        </p:nvSpPr>
        <p:spPr>
          <a:xfrm>
            <a:off x="4681695" y="3474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0" name="Shape 1368"/>
          <p:cNvSpPr/>
          <p:nvPr/>
        </p:nvSpPr>
        <p:spPr>
          <a:xfrm>
            <a:off x="4781132" y="3670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1" name="Shape 1369"/>
          <p:cNvSpPr/>
          <p:nvPr/>
        </p:nvSpPr>
        <p:spPr>
          <a:xfrm>
            <a:off x="4700693" y="28724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2" name="Shape 1370"/>
          <p:cNvSpPr/>
          <p:nvPr/>
        </p:nvSpPr>
        <p:spPr>
          <a:xfrm>
            <a:off x="4914737" y="2876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3" name="Shape 1371"/>
          <p:cNvSpPr/>
          <p:nvPr/>
        </p:nvSpPr>
        <p:spPr>
          <a:xfrm>
            <a:off x="4893680" y="3526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4" name="Shape 1372"/>
          <p:cNvSpPr/>
          <p:nvPr/>
        </p:nvSpPr>
        <p:spPr>
          <a:xfrm>
            <a:off x="4654652" y="3630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5" name="Shape 1373"/>
          <p:cNvSpPr/>
          <p:nvPr/>
        </p:nvSpPr>
        <p:spPr>
          <a:xfrm>
            <a:off x="4679653" y="2974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6" name="Shape 1374"/>
          <p:cNvSpPr/>
          <p:nvPr/>
        </p:nvSpPr>
        <p:spPr>
          <a:xfrm>
            <a:off x="4800940" y="35223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7" name="Shape 1375"/>
          <p:cNvSpPr/>
          <p:nvPr/>
        </p:nvSpPr>
        <p:spPr>
          <a:xfrm>
            <a:off x="4799158" y="3168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8" name="Shape 1376"/>
          <p:cNvSpPr/>
          <p:nvPr/>
        </p:nvSpPr>
        <p:spPr>
          <a:xfrm>
            <a:off x="4824673" y="32008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9" name="Shape 1377"/>
          <p:cNvSpPr/>
          <p:nvPr/>
        </p:nvSpPr>
        <p:spPr>
          <a:xfrm>
            <a:off x="4626678" y="3187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0" name="Shape 1378"/>
          <p:cNvSpPr/>
          <p:nvPr/>
        </p:nvSpPr>
        <p:spPr>
          <a:xfrm>
            <a:off x="4598847" y="3290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1" name="Shape 1379"/>
          <p:cNvSpPr/>
          <p:nvPr/>
        </p:nvSpPr>
        <p:spPr>
          <a:xfrm>
            <a:off x="4714823" y="31571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2" name="Shape 1380"/>
          <p:cNvSpPr/>
          <p:nvPr/>
        </p:nvSpPr>
        <p:spPr>
          <a:xfrm>
            <a:off x="4757874" y="3202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3" name="Shape 1381"/>
          <p:cNvSpPr/>
          <p:nvPr/>
        </p:nvSpPr>
        <p:spPr>
          <a:xfrm>
            <a:off x="4806889" y="3125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4" name="Shape 1382"/>
          <p:cNvSpPr/>
          <p:nvPr/>
        </p:nvSpPr>
        <p:spPr>
          <a:xfrm>
            <a:off x="4918237" y="25591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5" name="Shape 1383"/>
          <p:cNvSpPr/>
          <p:nvPr/>
        </p:nvSpPr>
        <p:spPr>
          <a:xfrm>
            <a:off x="4826000" y="2497381"/>
            <a:ext cx="127" cy="1127599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386" name="Shape 1384"/>
          <p:cNvSpPr/>
          <p:nvPr/>
        </p:nvSpPr>
        <p:spPr>
          <a:xfrm>
            <a:off x="4711700" y="3624981"/>
            <a:ext cx="228600" cy="127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387" name="Shape 1385"/>
          <p:cNvSpPr/>
          <p:nvPr/>
        </p:nvSpPr>
        <p:spPr>
          <a:xfrm>
            <a:off x="4711700" y="2497381"/>
            <a:ext cx="228600" cy="127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388" name="Shape 1386"/>
          <p:cNvSpPr/>
          <p:nvPr/>
        </p:nvSpPr>
        <p:spPr>
          <a:xfrm>
            <a:off x="4660900" y="3099077"/>
            <a:ext cx="330200" cy="38511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1389" name="Shape 1387"/>
          <p:cNvSpPr/>
          <p:nvPr/>
        </p:nvSpPr>
        <p:spPr>
          <a:xfrm>
            <a:off x="4660900" y="3289119"/>
            <a:ext cx="330200" cy="127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1390" name="Shape 1388"/>
          <p:cNvSpPr/>
          <p:nvPr/>
        </p:nvSpPr>
        <p:spPr>
          <a:xfrm>
            <a:off x="5675392" y="350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1" name="Shape 1389"/>
          <p:cNvSpPr/>
          <p:nvPr/>
        </p:nvSpPr>
        <p:spPr>
          <a:xfrm>
            <a:off x="5632444" y="3417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2" name="Shape 1390"/>
          <p:cNvSpPr/>
          <p:nvPr/>
        </p:nvSpPr>
        <p:spPr>
          <a:xfrm>
            <a:off x="5384458" y="3368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3" name="Shape 1391"/>
          <p:cNvSpPr/>
          <p:nvPr/>
        </p:nvSpPr>
        <p:spPr>
          <a:xfrm>
            <a:off x="5602374" y="3211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4" name="Shape 1392"/>
          <p:cNvSpPr/>
          <p:nvPr/>
        </p:nvSpPr>
        <p:spPr>
          <a:xfrm>
            <a:off x="5267240" y="33819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5" name="Shape 1393"/>
          <p:cNvSpPr/>
          <p:nvPr/>
        </p:nvSpPr>
        <p:spPr>
          <a:xfrm>
            <a:off x="5466056" y="33170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6" name="Shape 1394"/>
          <p:cNvSpPr/>
          <p:nvPr/>
        </p:nvSpPr>
        <p:spPr>
          <a:xfrm>
            <a:off x="5435948" y="3452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7" name="Shape 1395"/>
          <p:cNvSpPr/>
          <p:nvPr/>
        </p:nvSpPr>
        <p:spPr>
          <a:xfrm>
            <a:off x="5490925" y="349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8" name="Shape 1396"/>
          <p:cNvSpPr/>
          <p:nvPr/>
        </p:nvSpPr>
        <p:spPr>
          <a:xfrm>
            <a:off x="5470088" y="25184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9" name="Shape 1397"/>
          <p:cNvSpPr/>
          <p:nvPr/>
        </p:nvSpPr>
        <p:spPr>
          <a:xfrm>
            <a:off x="5679966" y="3251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0" name="Shape 1398"/>
          <p:cNvSpPr/>
          <p:nvPr/>
        </p:nvSpPr>
        <p:spPr>
          <a:xfrm>
            <a:off x="5481070" y="3222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1" name="Shape 1399"/>
          <p:cNvSpPr/>
          <p:nvPr/>
        </p:nvSpPr>
        <p:spPr>
          <a:xfrm>
            <a:off x="5625617" y="3366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2" name="Shape 1400"/>
          <p:cNvSpPr/>
          <p:nvPr/>
        </p:nvSpPr>
        <p:spPr>
          <a:xfrm>
            <a:off x="5467013" y="3222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3" name="Shape 1401"/>
          <p:cNvSpPr/>
          <p:nvPr/>
        </p:nvSpPr>
        <p:spPr>
          <a:xfrm>
            <a:off x="5668736" y="3459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4" name="Shape 1402"/>
          <p:cNvSpPr/>
          <p:nvPr/>
        </p:nvSpPr>
        <p:spPr>
          <a:xfrm>
            <a:off x="5307328" y="3364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5" name="Shape 1403"/>
          <p:cNvSpPr/>
          <p:nvPr/>
        </p:nvSpPr>
        <p:spPr>
          <a:xfrm>
            <a:off x="5298981" y="3530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6" name="Shape 1404"/>
          <p:cNvSpPr/>
          <p:nvPr/>
        </p:nvSpPr>
        <p:spPr>
          <a:xfrm>
            <a:off x="5324688" y="3353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7" name="Shape 1405"/>
          <p:cNvSpPr/>
          <p:nvPr/>
        </p:nvSpPr>
        <p:spPr>
          <a:xfrm>
            <a:off x="5414488" y="3391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8" name="Shape 1406"/>
          <p:cNvSpPr/>
          <p:nvPr/>
        </p:nvSpPr>
        <p:spPr>
          <a:xfrm>
            <a:off x="5316061" y="319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9" name="Shape 1407"/>
          <p:cNvSpPr/>
          <p:nvPr/>
        </p:nvSpPr>
        <p:spPr>
          <a:xfrm>
            <a:off x="5625863" y="33481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0" name="Shape 1408"/>
          <p:cNvSpPr/>
          <p:nvPr/>
        </p:nvSpPr>
        <p:spPr>
          <a:xfrm>
            <a:off x="5638845" y="33075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1" name="Shape 1409"/>
          <p:cNvSpPr/>
          <p:nvPr/>
        </p:nvSpPr>
        <p:spPr>
          <a:xfrm>
            <a:off x="5324752" y="3290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2" name="Shape 1410"/>
          <p:cNvSpPr/>
          <p:nvPr/>
        </p:nvSpPr>
        <p:spPr>
          <a:xfrm>
            <a:off x="5429615" y="3311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3" name="Shape 1411"/>
          <p:cNvSpPr/>
          <p:nvPr/>
        </p:nvSpPr>
        <p:spPr>
          <a:xfrm>
            <a:off x="5299380" y="3182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4" name="Shape 1412"/>
          <p:cNvSpPr/>
          <p:nvPr/>
        </p:nvSpPr>
        <p:spPr>
          <a:xfrm>
            <a:off x="5284175" y="3468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5" name="Shape 1413"/>
          <p:cNvSpPr/>
          <p:nvPr/>
        </p:nvSpPr>
        <p:spPr>
          <a:xfrm>
            <a:off x="5452417" y="34545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6" name="Shape 1414"/>
          <p:cNvSpPr/>
          <p:nvPr/>
        </p:nvSpPr>
        <p:spPr>
          <a:xfrm>
            <a:off x="5331753" y="34314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7" name="Shape 1415"/>
          <p:cNvSpPr/>
          <p:nvPr/>
        </p:nvSpPr>
        <p:spPr>
          <a:xfrm>
            <a:off x="5648952" y="3374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8" name="Shape 1416"/>
          <p:cNvSpPr/>
          <p:nvPr/>
        </p:nvSpPr>
        <p:spPr>
          <a:xfrm>
            <a:off x="5404026" y="34469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9" name="Shape 1417"/>
          <p:cNvSpPr/>
          <p:nvPr/>
        </p:nvSpPr>
        <p:spPr>
          <a:xfrm>
            <a:off x="5369304" y="341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0" name="Shape 1418"/>
          <p:cNvSpPr/>
          <p:nvPr/>
        </p:nvSpPr>
        <p:spPr>
          <a:xfrm>
            <a:off x="5257244" y="33917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1" name="Shape 1419"/>
          <p:cNvSpPr/>
          <p:nvPr/>
        </p:nvSpPr>
        <p:spPr>
          <a:xfrm>
            <a:off x="5676153" y="3382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2" name="Shape 1420"/>
          <p:cNvSpPr/>
          <p:nvPr/>
        </p:nvSpPr>
        <p:spPr>
          <a:xfrm>
            <a:off x="5436629" y="33279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3" name="Shape 1421"/>
          <p:cNvSpPr/>
          <p:nvPr/>
        </p:nvSpPr>
        <p:spPr>
          <a:xfrm>
            <a:off x="5403287" y="3452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4" name="Shape 1422"/>
          <p:cNvSpPr/>
          <p:nvPr/>
        </p:nvSpPr>
        <p:spPr>
          <a:xfrm>
            <a:off x="5652355" y="34647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5" name="Shape 1423"/>
          <p:cNvSpPr/>
          <p:nvPr/>
        </p:nvSpPr>
        <p:spPr>
          <a:xfrm>
            <a:off x="5603294" y="3405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6" name="Shape 1424"/>
          <p:cNvSpPr/>
          <p:nvPr/>
        </p:nvSpPr>
        <p:spPr>
          <a:xfrm>
            <a:off x="5296230" y="3497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7" name="Shape 1425"/>
          <p:cNvSpPr/>
          <p:nvPr/>
        </p:nvSpPr>
        <p:spPr>
          <a:xfrm>
            <a:off x="5373011" y="3380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8" name="Shape 1426"/>
          <p:cNvSpPr/>
          <p:nvPr/>
        </p:nvSpPr>
        <p:spPr>
          <a:xfrm>
            <a:off x="5417277" y="32357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9" name="Shape 1427"/>
          <p:cNvSpPr/>
          <p:nvPr/>
        </p:nvSpPr>
        <p:spPr>
          <a:xfrm>
            <a:off x="5380329" y="33492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0" name="Shape 1428"/>
          <p:cNvSpPr/>
          <p:nvPr/>
        </p:nvSpPr>
        <p:spPr>
          <a:xfrm>
            <a:off x="5537029" y="3443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1" name="Shape 1429"/>
          <p:cNvSpPr/>
          <p:nvPr/>
        </p:nvSpPr>
        <p:spPr>
          <a:xfrm>
            <a:off x="5416278" y="3210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2" name="Shape 1430"/>
          <p:cNvSpPr/>
          <p:nvPr/>
        </p:nvSpPr>
        <p:spPr>
          <a:xfrm>
            <a:off x="5313911" y="3401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3" name="Shape 1431"/>
          <p:cNvSpPr/>
          <p:nvPr/>
        </p:nvSpPr>
        <p:spPr>
          <a:xfrm>
            <a:off x="5337443" y="3451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4" name="Shape 1432"/>
          <p:cNvSpPr/>
          <p:nvPr/>
        </p:nvSpPr>
        <p:spPr>
          <a:xfrm>
            <a:off x="5256408" y="3166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5" name="Shape 1433"/>
          <p:cNvSpPr/>
          <p:nvPr/>
        </p:nvSpPr>
        <p:spPr>
          <a:xfrm>
            <a:off x="5462429" y="3400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6" name="Shape 1434"/>
          <p:cNvSpPr/>
          <p:nvPr/>
        </p:nvSpPr>
        <p:spPr>
          <a:xfrm>
            <a:off x="5398249" y="34768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7" name="Shape 1435"/>
          <p:cNvSpPr/>
          <p:nvPr/>
        </p:nvSpPr>
        <p:spPr>
          <a:xfrm>
            <a:off x="5252999" y="3229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8" name="Shape 1436"/>
          <p:cNvSpPr/>
          <p:nvPr/>
        </p:nvSpPr>
        <p:spPr>
          <a:xfrm>
            <a:off x="5461615" y="3226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9" name="Shape 1437"/>
          <p:cNvSpPr/>
          <p:nvPr/>
        </p:nvSpPr>
        <p:spPr>
          <a:xfrm>
            <a:off x="5472803" y="34130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0" name="Shape 1438"/>
          <p:cNvSpPr/>
          <p:nvPr/>
        </p:nvSpPr>
        <p:spPr>
          <a:xfrm>
            <a:off x="5380903" y="34378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1" name="Shape 1439"/>
          <p:cNvSpPr/>
          <p:nvPr/>
        </p:nvSpPr>
        <p:spPr>
          <a:xfrm>
            <a:off x="5366733" y="3283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2" name="Shape 1440"/>
          <p:cNvSpPr/>
          <p:nvPr/>
        </p:nvSpPr>
        <p:spPr>
          <a:xfrm>
            <a:off x="5523126" y="3227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3" name="Shape 1441"/>
          <p:cNvSpPr/>
          <p:nvPr/>
        </p:nvSpPr>
        <p:spPr>
          <a:xfrm>
            <a:off x="5282696" y="3601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4" name="Shape 1442"/>
          <p:cNvSpPr/>
          <p:nvPr/>
        </p:nvSpPr>
        <p:spPr>
          <a:xfrm>
            <a:off x="5397001" y="34088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5" name="Shape 1443"/>
          <p:cNvSpPr/>
          <p:nvPr/>
        </p:nvSpPr>
        <p:spPr>
          <a:xfrm>
            <a:off x="5609447" y="3370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6" name="Shape 1444"/>
          <p:cNvSpPr/>
          <p:nvPr/>
        </p:nvSpPr>
        <p:spPr>
          <a:xfrm>
            <a:off x="5494988" y="2527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7" name="Shape 1445"/>
          <p:cNvSpPr/>
          <p:nvPr/>
        </p:nvSpPr>
        <p:spPr>
          <a:xfrm>
            <a:off x="5557184" y="3230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8" name="Shape 1446"/>
          <p:cNvSpPr/>
          <p:nvPr/>
        </p:nvSpPr>
        <p:spPr>
          <a:xfrm>
            <a:off x="5435255" y="34303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9" name="Shape 1447"/>
          <p:cNvSpPr/>
          <p:nvPr/>
        </p:nvSpPr>
        <p:spPr>
          <a:xfrm>
            <a:off x="5635113" y="33288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0" name="Shape 1448"/>
          <p:cNvSpPr/>
          <p:nvPr/>
        </p:nvSpPr>
        <p:spPr>
          <a:xfrm>
            <a:off x="5316033" y="3146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1" name="Shape 1449"/>
          <p:cNvSpPr/>
          <p:nvPr/>
        </p:nvSpPr>
        <p:spPr>
          <a:xfrm>
            <a:off x="5462831" y="3519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2" name="Shape 1450"/>
          <p:cNvSpPr/>
          <p:nvPr/>
        </p:nvSpPr>
        <p:spPr>
          <a:xfrm>
            <a:off x="5529808" y="3485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3" name="Shape 1451"/>
          <p:cNvSpPr/>
          <p:nvPr/>
        </p:nvSpPr>
        <p:spPr>
          <a:xfrm>
            <a:off x="5282342" y="3454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4" name="Shape 1452"/>
          <p:cNvSpPr/>
          <p:nvPr/>
        </p:nvSpPr>
        <p:spPr>
          <a:xfrm>
            <a:off x="5459617" y="3181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5" name="Shape 1453"/>
          <p:cNvSpPr/>
          <p:nvPr/>
        </p:nvSpPr>
        <p:spPr>
          <a:xfrm>
            <a:off x="5387820" y="35342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6" name="Shape 1454"/>
          <p:cNvSpPr/>
          <p:nvPr/>
        </p:nvSpPr>
        <p:spPr>
          <a:xfrm>
            <a:off x="5259391" y="3335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7" name="Shape 1455"/>
          <p:cNvSpPr/>
          <p:nvPr/>
        </p:nvSpPr>
        <p:spPr>
          <a:xfrm>
            <a:off x="5527820" y="3492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8" name="Shape 1456"/>
          <p:cNvSpPr/>
          <p:nvPr/>
        </p:nvSpPr>
        <p:spPr>
          <a:xfrm>
            <a:off x="5537241" y="3419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9" name="Shape 1457"/>
          <p:cNvSpPr/>
          <p:nvPr/>
        </p:nvSpPr>
        <p:spPr>
          <a:xfrm>
            <a:off x="5365731" y="3393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0" name="Shape 1458"/>
          <p:cNvSpPr/>
          <p:nvPr/>
        </p:nvSpPr>
        <p:spPr>
          <a:xfrm>
            <a:off x="5464013" y="3360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1" name="Shape 1459"/>
          <p:cNvSpPr/>
          <p:nvPr/>
        </p:nvSpPr>
        <p:spPr>
          <a:xfrm>
            <a:off x="5627227" y="3339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2" name="Shape 1460"/>
          <p:cNvSpPr/>
          <p:nvPr/>
        </p:nvSpPr>
        <p:spPr>
          <a:xfrm>
            <a:off x="5493758" y="3453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3" name="Shape 1461"/>
          <p:cNvSpPr/>
          <p:nvPr/>
        </p:nvSpPr>
        <p:spPr>
          <a:xfrm>
            <a:off x="5444556" y="34028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4" name="Shape 1462"/>
          <p:cNvSpPr/>
          <p:nvPr/>
        </p:nvSpPr>
        <p:spPr>
          <a:xfrm>
            <a:off x="5307395" y="3336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5" name="Shape 1463"/>
          <p:cNvSpPr/>
          <p:nvPr/>
        </p:nvSpPr>
        <p:spPr>
          <a:xfrm>
            <a:off x="5474204" y="33656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6" name="Shape 1464"/>
          <p:cNvSpPr/>
          <p:nvPr/>
        </p:nvSpPr>
        <p:spPr>
          <a:xfrm>
            <a:off x="5572258" y="3439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7" name="Shape 1465"/>
          <p:cNvSpPr/>
          <p:nvPr/>
        </p:nvSpPr>
        <p:spPr>
          <a:xfrm>
            <a:off x="5419506" y="3197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8" name="Shape 1466"/>
          <p:cNvSpPr/>
          <p:nvPr/>
        </p:nvSpPr>
        <p:spPr>
          <a:xfrm>
            <a:off x="5648336" y="3174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9" name="Shape 1467"/>
          <p:cNvSpPr/>
          <p:nvPr/>
        </p:nvSpPr>
        <p:spPr>
          <a:xfrm>
            <a:off x="5487977" y="3343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0" name="Shape 1468"/>
          <p:cNvSpPr/>
          <p:nvPr/>
        </p:nvSpPr>
        <p:spPr>
          <a:xfrm>
            <a:off x="5280141" y="334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1" name="Shape 1469"/>
          <p:cNvSpPr/>
          <p:nvPr/>
        </p:nvSpPr>
        <p:spPr>
          <a:xfrm>
            <a:off x="5414568" y="3329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2" name="Shape 1470"/>
          <p:cNvSpPr/>
          <p:nvPr/>
        </p:nvSpPr>
        <p:spPr>
          <a:xfrm>
            <a:off x="5561522" y="3396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3" name="Shape 1471"/>
          <p:cNvSpPr/>
          <p:nvPr/>
        </p:nvSpPr>
        <p:spPr>
          <a:xfrm>
            <a:off x="5642449" y="3500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4" name="Shape 1472"/>
          <p:cNvSpPr/>
          <p:nvPr/>
        </p:nvSpPr>
        <p:spPr>
          <a:xfrm>
            <a:off x="5391553" y="3434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5" name="Shape 1473"/>
          <p:cNvSpPr/>
          <p:nvPr/>
        </p:nvSpPr>
        <p:spPr>
          <a:xfrm>
            <a:off x="5637606" y="33663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6" name="Shape 1474"/>
          <p:cNvSpPr/>
          <p:nvPr/>
        </p:nvSpPr>
        <p:spPr>
          <a:xfrm>
            <a:off x="5394537" y="3486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7" name="Shape 1475"/>
          <p:cNvSpPr/>
          <p:nvPr/>
        </p:nvSpPr>
        <p:spPr>
          <a:xfrm>
            <a:off x="5510985" y="3445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8" name="Shape 1476"/>
          <p:cNvSpPr/>
          <p:nvPr/>
        </p:nvSpPr>
        <p:spPr>
          <a:xfrm>
            <a:off x="5663459" y="34291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9" name="Shape 1477"/>
          <p:cNvSpPr/>
          <p:nvPr/>
        </p:nvSpPr>
        <p:spPr>
          <a:xfrm>
            <a:off x="5271817" y="3616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0" name="Shape 1478"/>
          <p:cNvSpPr/>
          <p:nvPr/>
        </p:nvSpPr>
        <p:spPr>
          <a:xfrm>
            <a:off x="5272011" y="37689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1" name="Shape 1479"/>
          <p:cNvSpPr/>
          <p:nvPr/>
        </p:nvSpPr>
        <p:spPr>
          <a:xfrm>
            <a:off x="5659508" y="3533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2" name="Shape 1480"/>
          <p:cNvSpPr/>
          <p:nvPr/>
        </p:nvSpPr>
        <p:spPr>
          <a:xfrm>
            <a:off x="5361121" y="3616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3" name="Shape 1481"/>
          <p:cNvSpPr/>
          <p:nvPr/>
        </p:nvSpPr>
        <p:spPr>
          <a:xfrm>
            <a:off x="5497771" y="3677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4" name="Shape 1482"/>
          <p:cNvSpPr/>
          <p:nvPr/>
        </p:nvSpPr>
        <p:spPr>
          <a:xfrm>
            <a:off x="5252053" y="35739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5" name="Shape 1483"/>
          <p:cNvSpPr/>
          <p:nvPr/>
        </p:nvSpPr>
        <p:spPr>
          <a:xfrm>
            <a:off x="5486507" y="3709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6" name="Shape 1484"/>
          <p:cNvSpPr/>
          <p:nvPr/>
        </p:nvSpPr>
        <p:spPr>
          <a:xfrm>
            <a:off x="5446400" y="3434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7" name="Shape 1485"/>
          <p:cNvSpPr/>
          <p:nvPr/>
        </p:nvSpPr>
        <p:spPr>
          <a:xfrm>
            <a:off x="5606726" y="3321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8" name="Shape 1486"/>
          <p:cNvSpPr/>
          <p:nvPr/>
        </p:nvSpPr>
        <p:spPr>
          <a:xfrm>
            <a:off x="5587028" y="3427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9" name="Shape 1487"/>
          <p:cNvSpPr/>
          <p:nvPr/>
        </p:nvSpPr>
        <p:spPr>
          <a:xfrm>
            <a:off x="5276989" y="3313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0" name="Shape 1488"/>
          <p:cNvSpPr/>
          <p:nvPr/>
        </p:nvSpPr>
        <p:spPr>
          <a:xfrm>
            <a:off x="5374913" y="2393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1" name="Shape 1489"/>
          <p:cNvSpPr/>
          <p:nvPr/>
        </p:nvSpPr>
        <p:spPr>
          <a:xfrm>
            <a:off x="5439940" y="3213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2" name="Shape 1490"/>
          <p:cNvSpPr/>
          <p:nvPr/>
        </p:nvSpPr>
        <p:spPr>
          <a:xfrm>
            <a:off x="5632830" y="3009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3" name="Shape 1491"/>
          <p:cNvSpPr/>
          <p:nvPr/>
        </p:nvSpPr>
        <p:spPr>
          <a:xfrm>
            <a:off x="5632819" y="27204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4" name="Shape 1492"/>
          <p:cNvSpPr/>
          <p:nvPr/>
        </p:nvSpPr>
        <p:spPr>
          <a:xfrm>
            <a:off x="5285426" y="35111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5" name="Shape 1493"/>
          <p:cNvSpPr/>
          <p:nvPr/>
        </p:nvSpPr>
        <p:spPr>
          <a:xfrm>
            <a:off x="5444570" y="2747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6" name="Shape 1494"/>
          <p:cNvSpPr/>
          <p:nvPr/>
        </p:nvSpPr>
        <p:spPr>
          <a:xfrm>
            <a:off x="5514272" y="28034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7" name="Shape 1495"/>
          <p:cNvSpPr/>
          <p:nvPr/>
        </p:nvSpPr>
        <p:spPr>
          <a:xfrm>
            <a:off x="5560728" y="2926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8" name="Shape 1496"/>
          <p:cNvSpPr/>
          <p:nvPr/>
        </p:nvSpPr>
        <p:spPr>
          <a:xfrm>
            <a:off x="5466967" y="2853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9" name="Shape 1497"/>
          <p:cNvSpPr/>
          <p:nvPr/>
        </p:nvSpPr>
        <p:spPr>
          <a:xfrm>
            <a:off x="5394824" y="29189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0" name="Shape 1498"/>
          <p:cNvSpPr/>
          <p:nvPr/>
        </p:nvSpPr>
        <p:spPr>
          <a:xfrm>
            <a:off x="5663094" y="3353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1" name="Shape 1499"/>
          <p:cNvSpPr/>
          <p:nvPr/>
        </p:nvSpPr>
        <p:spPr>
          <a:xfrm>
            <a:off x="5555998" y="27772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2" name="Shape 1500"/>
          <p:cNvSpPr/>
          <p:nvPr/>
        </p:nvSpPr>
        <p:spPr>
          <a:xfrm>
            <a:off x="5566228" y="2652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3" name="Shape 1501"/>
          <p:cNvSpPr/>
          <p:nvPr/>
        </p:nvSpPr>
        <p:spPr>
          <a:xfrm>
            <a:off x="5582651" y="3432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4" name="Shape 1502"/>
          <p:cNvSpPr/>
          <p:nvPr/>
        </p:nvSpPr>
        <p:spPr>
          <a:xfrm>
            <a:off x="5270432" y="2859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5" name="Shape 1503"/>
          <p:cNvSpPr/>
          <p:nvPr/>
        </p:nvSpPr>
        <p:spPr>
          <a:xfrm>
            <a:off x="5581564" y="2763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6" name="Shape 1504"/>
          <p:cNvSpPr/>
          <p:nvPr/>
        </p:nvSpPr>
        <p:spPr>
          <a:xfrm>
            <a:off x="5536646" y="3227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7" name="Shape 1505"/>
          <p:cNvSpPr/>
          <p:nvPr/>
        </p:nvSpPr>
        <p:spPr>
          <a:xfrm>
            <a:off x="5488945" y="3160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8" name="Shape 1506"/>
          <p:cNvSpPr/>
          <p:nvPr/>
        </p:nvSpPr>
        <p:spPr>
          <a:xfrm>
            <a:off x="5674000" y="2727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9" name="Shape 1507"/>
          <p:cNvSpPr/>
          <p:nvPr/>
        </p:nvSpPr>
        <p:spPr>
          <a:xfrm>
            <a:off x="5274577" y="27213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0" name="Shape 1508"/>
          <p:cNvSpPr/>
          <p:nvPr/>
        </p:nvSpPr>
        <p:spPr>
          <a:xfrm>
            <a:off x="5674361" y="3079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1" name="Shape 1509"/>
          <p:cNvSpPr/>
          <p:nvPr/>
        </p:nvSpPr>
        <p:spPr>
          <a:xfrm>
            <a:off x="5417466" y="2767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2" name="Shape 1510"/>
          <p:cNvSpPr/>
          <p:nvPr/>
        </p:nvSpPr>
        <p:spPr>
          <a:xfrm>
            <a:off x="5414970" y="2615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3" name="Shape 1511"/>
          <p:cNvSpPr/>
          <p:nvPr/>
        </p:nvSpPr>
        <p:spPr>
          <a:xfrm>
            <a:off x="5530666" y="3031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4" name="Shape 1512"/>
          <p:cNvSpPr/>
          <p:nvPr/>
        </p:nvSpPr>
        <p:spPr>
          <a:xfrm>
            <a:off x="5464729" y="3095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5" name="Shape 1513"/>
          <p:cNvSpPr/>
          <p:nvPr/>
        </p:nvSpPr>
        <p:spPr>
          <a:xfrm>
            <a:off x="5592466" y="26419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6" name="Shape 1514"/>
          <p:cNvSpPr/>
          <p:nvPr/>
        </p:nvSpPr>
        <p:spPr>
          <a:xfrm>
            <a:off x="5623614" y="2946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7" name="Shape 1515"/>
          <p:cNvSpPr/>
          <p:nvPr/>
        </p:nvSpPr>
        <p:spPr>
          <a:xfrm>
            <a:off x="5389334" y="29487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8" name="Shape 1516"/>
          <p:cNvSpPr/>
          <p:nvPr/>
        </p:nvSpPr>
        <p:spPr>
          <a:xfrm>
            <a:off x="5334694" y="2693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9" name="Shape 1517"/>
          <p:cNvSpPr/>
          <p:nvPr/>
        </p:nvSpPr>
        <p:spPr>
          <a:xfrm>
            <a:off x="5438898" y="2380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0" name="Shape 1518"/>
          <p:cNvSpPr/>
          <p:nvPr/>
        </p:nvSpPr>
        <p:spPr>
          <a:xfrm>
            <a:off x="5460773" y="2378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1" name="Shape 1519"/>
          <p:cNvSpPr/>
          <p:nvPr/>
        </p:nvSpPr>
        <p:spPr>
          <a:xfrm>
            <a:off x="5542918" y="31571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2" name="Shape 1520"/>
          <p:cNvSpPr/>
          <p:nvPr/>
        </p:nvSpPr>
        <p:spPr>
          <a:xfrm>
            <a:off x="5264668" y="2480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3" name="Shape 1521"/>
          <p:cNvSpPr/>
          <p:nvPr/>
        </p:nvSpPr>
        <p:spPr>
          <a:xfrm>
            <a:off x="5566610" y="2967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4" name="Shape 1522"/>
          <p:cNvSpPr/>
          <p:nvPr/>
        </p:nvSpPr>
        <p:spPr>
          <a:xfrm>
            <a:off x="5562930" y="3049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5" name="Shape 1523"/>
          <p:cNvSpPr/>
          <p:nvPr/>
        </p:nvSpPr>
        <p:spPr>
          <a:xfrm>
            <a:off x="5510667" y="31610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6" name="Shape 1524"/>
          <p:cNvSpPr/>
          <p:nvPr/>
        </p:nvSpPr>
        <p:spPr>
          <a:xfrm>
            <a:off x="5655049" y="2418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7" name="Shape 1525"/>
          <p:cNvSpPr/>
          <p:nvPr/>
        </p:nvSpPr>
        <p:spPr>
          <a:xfrm>
            <a:off x="5315942" y="3249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8" name="Shape 1526"/>
          <p:cNvSpPr/>
          <p:nvPr/>
        </p:nvSpPr>
        <p:spPr>
          <a:xfrm>
            <a:off x="5463606" y="3200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9" name="Shape 1527"/>
          <p:cNvSpPr/>
          <p:nvPr/>
        </p:nvSpPr>
        <p:spPr>
          <a:xfrm>
            <a:off x="5281475" y="3451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0" name="Shape 1528"/>
          <p:cNvSpPr/>
          <p:nvPr/>
        </p:nvSpPr>
        <p:spPr>
          <a:xfrm>
            <a:off x="5568192" y="3468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1" name="Shape 1529"/>
          <p:cNvSpPr/>
          <p:nvPr/>
        </p:nvSpPr>
        <p:spPr>
          <a:xfrm>
            <a:off x="5626412" y="3509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2" name="Shape 1530"/>
          <p:cNvSpPr/>
          <p:nvPr/>
        </p:nvSpPr>
        <p:spPr>
          <a:xfrm>
            <a:off x="5397739" y="34904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3" name="Shape 1531"/>
          <p:cNvSpPr/>
          <p:nvPr/>
        </p:nvSpPr>
        <p:spPr>
          <a:xfrm>
            <a:off x="5368949" y="3184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4" name="Shape 1532"/>
          <p:cNvSpPr/>
          <p:nvPr/>
        </p:nvSpPr>
        <p:spPr>
          <a:xfrm>
            <a:off x="5384219" y="3495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5" name="Shape 1533"/>
          <p:cNvSpPr/>
          <p:nvPr/>
        </p:nvSpPr>
        <p:spPr>
          <a:xfrm>
            <a:off x="5404405" y="3092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6" name="Shape 1534"/>
          <p:cNvSpPr/>
          <p:nvPr/>
        </p:nvSpPr>
        <p:spPr>
          <a:xfrm>
            <a:off x="5438068" y="35232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7" name="Shape 1535"/>
          <p:cNvSpPr/>
          <p:nvPr/>
        </p:nvSpPr>
        <p:spPr>
          <a:xfrm>
            <a:off x="5318812" y="3519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8" name="Shape 1536"/>
          <p:cNvSpPr/>
          <p:nvPr/>
        </p:nvSpPr>
        <p:spPr>
          <a:xfrm>
            <a:off x="5415533" y="3483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9" name="Shape 1537"/>
          <p:cNvSpPr/>
          <p:nvPr/>
        </p:nvSpPr>
        <p:spPr>
          <a:xfrm>
            <a:off x="5389149" y="3156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0" name="Shape 1538"/>
          <p:cNvSpPr/>
          <p:nvPr/>
        </p:nvSpPr>
        <p:spPr>
          <a:xfrm>
            <a:off x="5549849" y="2585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1" name="Shape 1539"/>
          <p:cNvSpPr/>
          <p:nvPr/>
        </p:nvSpPr>
        <p:spPr>
          <a:xfrm>
            <a:off x="5332172" y="2973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2" name="Shape 1540"/>
          <p:cNvSpPr/>
          <p:nvPr/>
        </p:nvSpPr>
        <p:spPr>
          <a:xfrm>
            <a:off x="5444139" y="30386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3" name="Shape 1541"/>
          <p:cNvSpPr/>
          <p:nvPr/>
        </p:nvSpPr>
        <p:spPr>
          <a:xfrm>
            <a:off x="5599173" y="3126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4" name="Shape 1542"/>
          <p:cNvSpPr/>
          <p:nvPr/>
        </p:nvSpPr>
        <p:spPr>
          <a:xfrm>
            <a:off x="5529683" y="3402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5" name="Shape 1543"/>
          <p:cNvSpPr/>
          <p:nvPr/>
        </p:nvSpPr>
        <p:spPr>
          <a:xfrm>
            <a:off x="5622584" y="3017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6" name="Shape 1544"/>
          <p:cNvSpPr/>
          <p:nvPr/>
        </p:nvSpPr>
        <p:spPr>
          <a:xfrm>
            <a:off x="5314536" y="3208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7" name="Shape 1545"/>
          <p:cNvSpPr/>
          <p:nvPr/>
        </p:nvSpPr>
        <p:spPr>
          <a:xfrm>
            <a:off x="5444387" y="3447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8" name="Shape 1546"/>
          <p:cNvSpPr/>
          <p:nvPr/>
        </p:nvSpPr>
        <p:spPr>
          <a:xfrm>
            <a:off x="5374534" y="3430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9" name="Shape 1547"/>
          <p:cNvSpPr/>
          <p:nvPr/>
        </p:nvSpPr>
        <p:spPr>
          <a:xfrm>
            <a:off x="5506697" y="3133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0" name="Shape 1548"/>
          <p:cNvSpPr/>
          <p:nvPr/>
        </p:nvSpPr>
        <p:spPr>
          <a:xfrm>
            <a:off x="5674338" y="3211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1" name="Shape 1549"/>
          <p:cNvSpPr/>
          <p:nvPr/>
        </p:nvSpPr>
        <p:spPr>
          <a:xfrm>
            <a:off x="5658907" y="3630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2" name="Shape 1550"/>
          <p:cNvSpPr/>
          <p:nvPr/>
        </p:nvSpPr>
        <p:spPr>
          <a:xfrm>
            <a:off x="5393609" y="2412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3" name="Shape 1551"/>
          <p:cNvSpPr/>
          <p:nvPr/>
        </p:nvSpPr>
        <p:spPr>
          <a:xfrm>
            <a:off x="5328043" y="3072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4" name="Shape 1552"/>
          <p:cNvSpPr/>
          <p:nvPr/>
        </p:nvSpPr>
        <p:spPr>
          <a:xfrm>
            <a:off x="5363602" y="3174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5" name="Shape 1553"/>
          <p:cNvSpPr/>
          <p:nvPr/>
        </p:nvSpPr>
        <p:spPr>
          <a:xfrm>
            <a:off x="5361993" y="3164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6" name="Shape 1554"/>
          <p:cNvSpPr/>
          <p:nvPr/>
        </p:nvSpPr>
        <p:spPr>
          <a:xfrm>
            <a:off x="5373045" y="3347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7" name="Shape 1555"/>
          <p:cNvSpPr/>
          <p:nvPr/>
        </p:nvSpPr>
        <p:spPr>
          <a:xfrm>
            <a:off x="5423937" y="2624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8" name="Shape 1556"/>
          <p:cNvSpPr/>
          <p:nvPr/>
        </p:nvSpPr>
        <p:spPr>
          <a:xfrm>
            <a:off x="5346916" y="30819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9" name="Shape 1557"/>
          <p:cNvSpPr/>
          <p:nvPr/>
        </p:nvSpPr>
        <p:spPr>
          <a:xfrm>
            <a:off x="5482978" y="29796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0" name="Shape 1558"/>
          <p:cNvSpPr/>
          <p:nvPr/>
        </p:nvSpPr>
        <p:spPr>
          <a:xfrm>
            <a:off x="5442027" y="3467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1" name="Shape 1559"/>
          <p:cNvSpPr/>
          <p:nvPr/>
        </p:nvSpPr>
        <p:spPr>
          <a:xfrm>
            <a:off x="5645230" y="3277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2" name="Shape 1560"/>
          <p:cNvSpPr/>
          <p:nvPr/>
        </p:nvSpPr>
        <p:spPr>
          <a:xfrm>
            <a:off x="5633947" y="2456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3" name="Shape 1561"/>
          <p:cNvSpPr/>
          <p:nvPr/>
        </p:nvSpPr>
        <p:spPr>
          <a:xfrm>
            <a:off x="5526992" y="3380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4" name="Shape 1562"/>
          <p:cNvSpPr/>
          <p:nvPr/>
        </p:nvSpPr>
        <p:spPr>
          <a:xfrm>
            <a:off x="5463396" y="3293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5" name="Shape 1563"/>
          <p:cNvSpPr/>
          <p:nvPr/>
        </p:nvSpPr>
        <p:spPr>
          <a:xfrm>
            <a:off x="5593289" y="3315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6" name="Shape 1564"/>
          <p:cNvSpPr/>
          <p:nvPr/>
        </p:nvSpPr>
        <p:spPr>
          <a:xfrm>
            <a:off x="5565148" y="2311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7" name="Shape 1565"/>
          <p:cNvSpPr/>
          <p:nvPr/>
        </p:nvSpPr>
        <p:spPr>
          <a:xfrm>
            <a:off x="5392686" y="2469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8" name="Shape 1566"/>
          <p:cNvSpPr/>
          <p:nvPr/>
        </p:nvSpPr>
        <p:spPr>
          <a:xfrm>
            <a:off x="5680806" y="2577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9" name="Shape 1567"/>
          <p:cNvSpPr/>
          <p:nvPr/>
        </p:nvSpPr>
        <p:spPr>
          <a:xfrm>
            <a:off x="5455474" y="2987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0" name="Shape 1568"/>
          <p:cNvSpPr/>
          <p:nvPr/>
        </p:nvSpPr>
        <p:spPr>
          <a:xfrm>
            <a:off x="5319291" y="31690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1" name="Shape 1569"/>
          <p:cNvSpPr/>
          <p:nvPr/>
        </p:nvSpPr>
        <p:spPr>
          <a:xfrm>
            <a:off x="5463248" y="3258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2" name="Shape 1570"/>
          <p:cNvSpPr/>
          <p:nvPr/>
        </p:nvSpPr>
        <p:spPr>
          <a:xfrm>
            <a:off x="5566043" y="2505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3" name="Shape 1571"/>
          <p:cNvSpPr/>
          <p:nvPr/>
        </p:nvSpPr>
        <p:spPr>
          <a:xfrm>
            <a:off x="5671924" y="29679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4" name="Shape 1572"/>
          <p:cNvSpPr/>
          <p:nvPr/>
        </p:nvSpPr>
        <p:spPr>
          <a:xfrm>
            <a:off x="5358746" y="2484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5" name="Shape 1573"/>
          <p:cNvSpPr/>
          <p:nvPr/>
        </p:nvSpPr>
        <p:spPr>
          <a:xfrm>
            <a:off x="5286976" y="2554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6" name="Shape 1574"/>
          <p:cNvSpPr/>
          <p:nvPr/>
        </p:nvSpPr>
        <p:spPr>
          <a:xfrm>
            <a:off x="5443960" y="3168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7" name="Shape 1575"/>
          <p:cNvSpPr/>
          <p:nvPr/>
        </p:nvSpPr>
        <p:spPr>
          <a:xfrm>
            <a:off x="5598718" y="2926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8" name="Shape 1576"/>
          <p:cNvSpPr/>
          <p:nvPr/>
        </p:nvSpPr>
        <p:spPr>
          <a:xfrm>
            <a:off x="5346048" y="2492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9" name="Shape 1577"/>
          <p:cNvSpPr/>
          <p:nvPr/>
        </p:nvSpPr>
        <p:spPr>
          <a:xfrm>
            <a:off x="5428454" y="24734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0" name="Shape 1578"/>
          <p:cNvSpPr/>
          <p:nvPr/>
        </p:nvSpPr>
        <p:spPr>
          <a:xfrm>
            <a:off x="5256646" y="2971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1" name="Shape 1579"/>
          <p:cNvSpPr/>
          <p:nvPr/>
        </p:nvSpPr>
        <p:spPr>
          <a:xfrm>
            <a:off x="5542641" y="2489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2" name="Shape 1580"/>
          <p:cNvSpPr/>
          <p:nvPr/>
        </p:nvSpPr>
        <p:spPr>
          <a:xfrm>
            <a:off x="5533275" y="3222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3" name="Shape 1581"/>
          <p:cNvSpPr/>
          <p:nvPr/>
        </p:nvSpPr>
        <p:spPr>
          <a:xfrm>
            <a:off x="5584024" y="2845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4" name="Shape 1582"/>
          <p:cNvSpPr/>
          <p:nvPr/>
        </p:nvSpPr>
        <p:spPr>
          <a:xfrm>
            <a:off x="5391706" y="2946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5" name="Shape 1583"/>
          <p:cNvSpPr/>
          <p:nvPr/>
        </p:nvSpPr>
        <p:spPr>
          <a:xfrm>
            <a:off x="5490852" y="2467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6" name="Shape 1584"/>
          <p:cNvSpPr/>
          <p:nvPr/>
        </p:nvSpPr>
        <p:spPr>
          <a:xfrm>
            <a:off x="5486493" y="31420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7" name="Shape 1585"/>
          <p:cNvSpPr/>
          <p:nvPr/>
        </p:nvSpPr>
        <p:spPr>
          <a:xfrm>
            <a:off x="5679385" y="28916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8" name="Shape 1586"/>
          <p:cNvSpPr/>
          <p:nvPr/>
        </p:nvSpPr>
        <p:spPr>
          <a:xfrm>
            <a:off x="5672355" y="31046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9" name="Shape 1587"/>
          <p:cNvSpPr/>
          <p:nvPr/>
        </p:nvSpPr>
        <p:spPr>
          <a:xfrm>
            <a:off x="5426567" y="2376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0" name="Shape 1588"/>
          <p:cNvSpPr/>
          <p:nvPr/>
        </p:nvSpPr>
        <p:spPr>
          <a:xfrm>
            <a:off x="5627173" y="2897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1" name="Shape 1589"/>
          <p:cNvSpPr/>
          <p:nvPr/>
        </p:nvSpPr>
        <p:spPr>
          <a:xfrm>
            <a:off x="5557853" y="3166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2" name="Shape 1590"/>
          <p:cNvSpPr/>
          <p:nvPr/>
        </p:nvSpPr>
        <p:spPr>
          <a:xfrm>
            <a:off x="5463662" y="2741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3" name="Shape 1591"/>
          <p:cNvSpPr/>
          <p:nvPr/>
        </p:nvSpPr>
        <p:spPr>
          <a:xfrm>
            <a:off x="5373717" y="2921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4" name="Shape 1592"/>
          <p:cNvSpPr/>
          <p:nvPr/>
        </p:nvSpPr>
        <p:spPr>
          <a:xfrm>
            <a:off x="5521129" y="2985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5" name="Shape 1593"/>
          <p:cNvSpPr/>
          <p:nvPr/>
        </p:nvSpPr>
        <p:spPr>
          <a:xfrm>
            <a:off x="5516171" y="3191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6" name="Shape 1594"/>
          <p:cNvSpPr/>
          <p:nvPr/>
        </p:nvSpPr>
        <p:spPr>
          <a:xfrm>
            <a:off x="5474957" y="2945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7" name="Shape 1595"/>
          <p:cNvSpPr/>
          <p:nvPr/>
        </p:nvSpPr>
        <p:spPr>
          <a:xfrm>
            <a:off x="5409968" y="2974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8" name="Shape 1596"/>
          <p:cNvSpPr/>
          <p:nvPr/>
        </p:nvSpPr>
        <p:spPr>
          <a:xfrm>
            <a:off x="5667818" y="32140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9" name="Shape 1597"/>
          <p:cNvSpPr/>
          <p:nvPr/>
        </p:nvSpPr>
        <p:spPr>
          <a:xfrm>
            <a:off x="5677168" y="2899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0" name="Shape 1598"/>
          <p:cNvSpPr/>
          <p:nvPr/>
        </p:nvSpPr>
        <p:spPr>
          <a:xfrm>
            <a:off x="5313586" y="3105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1" name="Shape 1599"/>
          <p:cNvSpPr/>
          <p:nvPr/>
        </p:nvSpPr>
        <p:spPr>
          <a:xfrm>
            <a:off x="5595926" y="2997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2" name="Shape 1600"/>
          <p:cNvSpPr/>
          <p:nvPr/>
        </p:nvSpPr>
        <p:spPr>
          <a:xfrm>
            <a:off x="5502329" y="3543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3" name="Shape 1601"/>
          <p:cNvSpPr/>
          <p:nvPr/>
        </p:nvSpPr>
        <p:spPr>
          <a:xfrm>
            <a:off x="5306143" y="3219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4" name="Shape 1602"/>
          <p:cNvSpPr/>
          <p:nvPr/>
        </p:nvSpPr>
        <p:spPr>
          <a:xfrm>
            <a:off x="5255804" y="3307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5" name="Shape 1603"/>
          <p:cNvSpPr/>
          <p:nvPr/>
        </p:nvSpPr>
        <p:spPr>
          <a:xfrm>
            <a:off x="5657563" y="3098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6" name="Shape 1604"/>
          <p:cNvSpPr/>
          <p:nvPr/>
        </p:nvSpPr>
        <p:spPr>
          <a:xfrm>
            <a:off x="5364936" y="3122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7" name="Shape 1605"/>
          <p:cNvSpPr/>
          <p:nvPr/>
        </p:nvSpPr>
        <p:spPr>
          <a:xfrm>
            <a:off x="5639557" y="3131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8" name="Shape 1606"/>
          <p:cNvSpPr/>
          <p:nvPr/>
        </p:nvSpPr>
        <p:spPr>
          <a:xfrm>
            <a:off x="5355386" y="3092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9" name="Shape 1607"/>
          <p:cNvSpPr/>
          <p:nvPr/>
        </p:nvSpPr>
        <p:spPr>
          <a:xfrm>
            <a:off x="5567629" y="3131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0" name="Shape 1608"/>
          <p:cNvSpPr/>
          <p:nvPr/>
        </p:nvSpPr>
        <p:spPr>
          <a:xfrm>
            <a:off x="5615649" y="3076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1" name="Shape 1609"/>
          <p:cNvSpPr/>
          <p:nvPr/>
        </p:nvSpPr>
        <p:spPr>
          <a:xfrm>
            <a:off x="5657375" y="3136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2" name="Shape 1610"/>
          <p:cNvSpPr/>
          <p:nvPr/>
        </p:nvSpPr>
        <p:spPr>
          <a:xfrm>
            <a:off x="5300507" y="3119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3" name="Shape 1611"/>
          <p:cNvSpPr/>
          <p:nvPr/>
        </p:nvSpPr>
        <p:spPr>
          <a:xfrm>
            <a:off x="5513474" y="3078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4" name="Shape 1612"/>
          <p:cNvSpPr/>
          <p:nvPr/>
        </p:nvSpPr>
        <p:spPr>
          <a:xfrm>
            <a:off x="5390786" y="3072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5" name="Shape 1613"/>
          <p:cNvSpPr/>
          <p:nvPr/>
        </p:nvSpPr>
        <p:spPr>
          <a:xfrm>
            <a:off x="5412613" y="3021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6" name="Shape 1614"/>
          <p:cNvSpPr/>
          <p:nvPr/>
        </p:nvSpPr>
        <p:spPr>
          <a:xfrm>
            <a:off x="5383092" y="3220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7" name="Shape 1615"/>
          <p:cNvSpPr/>
          <p:nvPr/>
        </p:nvSpPr>
        <p:spPr>
          <a:xfrm>
            <a:off x="5529317" y="3157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8" name="Shape 1616"/>
          <p:cNvSpPr/>
          <p:nvPr/>
        </p:nvSpPr>
        <p:spPr>
          <a:xfrm>
            <a:off x="5605945" y="3281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9" name="Shape 1617"/>
          <p:cNvSpPr/>
          <p:nvPr/>
        </p:nvSpPr>
        <p:spPr>
          <a:xfrm>
            <a:off x="5393990" y="3340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0" name="Shape 1618"/>
          <p:cNvSpPr/>
          <p:nvPr/>
        </p:nvSpPr>
        <p:spPr>
          <a:xfrm>
            <a:off x="5642253" y="3305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1" name="Shape 1619"/>
          <p:cNvSpPr/>
          <p:nvPr/>
        </p:nvSpPr>
        <p:spPr>
          <a:xfrm>
            <a:off x="5262124" y="3342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2" name="Shape 1620"/>
          <p:cNvSpPr/>
          <p:nvPr/>
        </p:nvSpPr>
        <p:spPr>
          <a:xfrm>
            <a:off x="5663392" y="3340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3" name="Shape 1621"/>
          <p:cNvSpPr/>
          <p:nvPr/>
        </p:nvSpPr>
        <p:spPr>
          <a:xfrm>
            <a:off x="5312523" y="3531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4" name="Shape 1622"/>
          <p:cNvSpPr/>
          <p:nvPr/>
        </p:nvSpPr>
        <p:spPr>
          <a:xfrm>
            <a:off x="5514155" y="3495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5" name="Shape 1623"/>
          <p:cNvSpPr/>
          <p:nvPr/>
        </p:nvSpPr>
        <p:spPr>
          <a:xfrm>
            <a:off x="5256170" y="3543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6" name="Shape 1624"/>
          <p:cNvSpPr/>
          <p:nvPr/>
        </p:nvSpPr>
        <p:spPr>
          <a:xfrm>
            <a:off x="5359407" y="3492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7" name="Shape 1625"/>
          <p:cNvSpPr/>
          <p:nvPr/>
        </p:nvSpPr>
        <p:spPr>
          <a:xfrm>
            <a:off x="5510505" y="3525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8" name="Shape 1626"/>
          <p:cNvSpPr/>
          <p:nvPr/>
        </p:nvSpPr>
        <p:spPr>
          <a:xfrm>
            <a:off x="5349814" y="3626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9" name="Shape 1627"/>
          <p:cNvSpPr/>
          <p:nvPr/>
        </p:nvSpPr>
        <p:spPr>
          <a:xfrm>
            <a:off x="5556668" y="34033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0" name="Shape 1628"/>
          <p:cNvSpPr/>
          <p:nvPr/>
        </p:nvSpPr>
        <p:spPr>
          <a:xfrm>
            <a:off x="5475588" y="3560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1" name="Shape 1629"/>
          <p:cNvSpPr/>
          <p:nvPr/>
        </p:nvSpPr>
        <p:spPr>
          <a:xfrm>
            <a:off x="5536480" y="3514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2" name="Shape 1630"/>
          <p:cNvSpPr/>
          <p:nvPr/>
        </p:nvSpPr>
        <p:spPr>
          <a:xfrm>
            <a:off x="5339919" y="3647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3" name="Shape 1631"/>
          <p:cNvSpPr/>
          <p:nvPr/>
        </p:nvSpPr>
        <p:spPr>
          <a:xfrm>
            <a:off x="5383128" y="3496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4" name="Shape 1632"/>
          <p:cNvSpPr/>
          <p:nvPr/>
        </p:nvSpPr>
        <p:spPr>
          <a:xfrm>
            <a:off x="5467471" y="35700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5" name="Shape 1633"/>
          <p:cNvSpPr/>
          <p:nvPr/>
        </p:nvSpPr>
        <p:spPr>
          <a:xfrm>
            <a:off x="5363525" y="25226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6" name="Shape 1634"/>
          <p:cNvSpPr/>
          <p:nvPr/>
        </p:nvSpPr>
        <p:spPr>
          <a:xfrm>
            <a:off x="5419616" y="3057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7" name="Shape 1635"/>
          <p:cNvSpPr/>
          <p:nvPr/>
        </p:nvSpPr>
        <p:spPr>
          <a:xfrm>
            <a:off x="5611467" y="3425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8" name="Shape 1636"/>
          <p:cNvSpPr/>
          <p:nvPr/>
        </p:nvSpPr>
        <p:spPr>
          <a:xfrm>
            <a:off x="5532335" y="3428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9" name="Shape 1637"/>
          <p:cNvSpPr/>
          <p:nvPr/>
        </p:nvSpPr>
        <p:spPr>
          <a:xfrm>
            <a:off x="5526185" y="2675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0" name="Shape 1638"/>
          <p:cNvSpPr/>
          <p:nvPr/>
        </p:nvSpPr>
        <p:spPr>
          <a:xfrm>
            <a:off x="5626267" y="2478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1" name="Shape 1639"/>
          <p:cNvSpPr/>
          <p:nvPr/>
        </p:nvSpPr>
        <p:spPr>
          <a:xfrm>
            <a:off x="5528548" y="32419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2" name="Shape 1640"/>
          <p:cNvSpPr/>
          <p:nvPr/>
        </p:nvSpPr>
        <p:spPr>
          <a:xfrm>
            <a:off x="5448943" y="3095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3" name="Shape 1641"/>
          <p:cNvSpPr/>
          <p:nvPr/>
        </p:nvSpPr>
        <p:spPr>
          <a:xfrm>
            <a:off x="5644530" y="24786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4" name="Shape 1642"/>
          <p:cNvSpPr/>
          <p:nvPr/>
        </p:nvSpPr>
        <p:spPr>
          <a:xfrm>
            <a:off x="5308052" y="3190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5" name="Shape 1643"/>
          <p:cNvSpPr/>
          <p:nvPr/>
        </p:nvSpPr>
        <p:spPr>
          <a:xfrm>
            <a:off x="5617274" y="30841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6" name="Shape 1644"/>
          <p:cNvSpPr/>
          <p:nvPr/>
        </p:nvSpPr>
        <p:spPr>
          <a:xfrm>
            <a:off x="5509521" y="2805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7" name="Shape 1645"/>
          <p:cNvSpPr/>
          <p:nvPr/>
        </p:nvSpPr>
        <p:spPr>
          <a:xfrm>
            <a:off x="5477531" y="2477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8" name="Shape 1646"/>
          <p:cNvSpPr/>
          <p:nvPr/>
        </p:nvSpPr>
        <p:spPr>
          <a:xfrm>
            <a:off x="5354317" y="31493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9" name="Shape 1647"/>
          <p:cNvSpPr/>
          <p:nvPr/>
        </p:nvSpPr>
        <p:spPr>
          <a:xfrm>
            <a:off x="5280261" y="3126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0" name="Shape 1648"/>
          <p:cNvSpPr/>
          <p:nvPr/>
        </p:nvSpPr>
        <p:spPr>
          <a:xfrm>
            <a:off x="5632347" y="31478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1" name="Shape 1649"/>
          <p:cNvSpPr/>
          <p:nvPr/>
        </p:nvSpPr>
        <p:spPr>
          <a:xfrm>
            <a:off x="5604415" y="3160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2" name="Shape 1650"/>
          <p:cNvSpPr/>
          <p:nvPr/>
        </p:nvSpPr>
        <p:spPr>
          <a:xfrm>
            <a:off x="5326640" y="31661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3" name="Shape 1651"/>
          <p:cNvSpPr/>
          <p:nvPr/>
        </p:nvSpPr>
        <p:spPr>
          <a:xfrm>
            <a:off x="5299372" y="3145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4" name="Shape 1652"/>
          <p:cNvSpPr/>
          <p:nvPr/>
        </p:nvSpPr>
        <p:spPr>
          <a:xfrm>
            <a:off x="5436343" y="2336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5" name="Shape 1653"/>
          <p:cNvSpPr/>
          <p:nvPr/>
        </p:nvSpPr>
        <p:spPr>
          <a:xfrm>
            <a:off x="5608713" y="3241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6" name="Shape 1654"/>
          <p:cNvSpPr/>
          <p:nvPr/>
        </p:nvSpPr>
        <p:spPr>
          <a:xfrm>
            <a:off x="5286112" y="33693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7" name="Shape 1655"/>
          <p:cNvSpPr/>
          <p:nvPr/>
        </p:nvSpPr>
        <p:spPr>
          <a:xfrm>
            <a:off x="5667113" y="3227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8" name="Shape 1656"/>
          <p:cNvSpPr/>
          <p:nvPr/>
        </p:nvSpPr>
        <p:spPr>
          <a:xfrm>
            <a:off x="5516279" y="3110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9" name="Shape 1657"/>
          <p:cNvSpPr/>
          <p:nvPr/>
        </p:nvSpPr>
        <p:spPr>
          <a:xfrm>
            <a:off x="5512356" y="3500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0" name="Shape 1658"/>
          <p:cNvSpPr/>
          <p:nvPr/>
        </p:nvSpPr>
        <p:spPr>
          <a:xfrm>
            <a:off x="5251747" y="3432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1" name="Shape 1659"/>
          <p:cNvSpPr/>
          <p:nvPr/>
        </p:nvSpPr>
        <p:spPr>
          <a:xfrm>
            <a:off x="5362938" y="3458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2" name="Shape 1660"/>
          <p:cNvSpPr/>
          <p:nvPr/>
        </p:nvSpPr>
        <p:spPr>
          <a:xfrm>
            <a:off x="5420459" y="33372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3" name="Shape 1661"/>
          <p:cNvSpPr/>
          <p:nvPr/>
        </p:nvSpPr>
        <p:spPr>
          <a:xfrm>
            <a:off x="5307818" y="2678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4" name="Shape 1662"/>
          <p:cNvSpPr/>
          <p:nvPr/>
        </p:nvSpPr>
        <p:spPr>
          <a:xfrm>
            <a:off x="5316558" y="3264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5" name="Shape 1663"/>
          <p:cNvSpPr/>
          <p:nvPr/>
        </p:nvSpPr>
        <p:spPr>
          <a:xfrm>
            <a:off x="5334929" y="3440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6" name="Shape 1664"/>
          <p:cNvSpPr/>
          <p:nvPr/>
        </p:nvSpPr>
        <p:spPr>
          <a:xfrm>
            <a:off x="5489682" y="3479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7" name="Shape 1665"/>
          <p:cNvSpPr/>
          <p:nvPr/>
        </p:nvSpPr>
        <p:spPr>
          <a:xfrm>
            <a:off x="5608390" y="3561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8" name="Shape 1666"/>
          <p:cNvSpPr/>
          <p:nvPr/>
        </p:nvSpPr>
        <p:spPr>
          <a:xfrm>
            <a:off x="5433301" y="3607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9" name="Shape 1667"/>
          <p:cNvSpPr/>
          <p:nvPr/>
        </p:nvSpPr>
        <p:spPr>
          <a:xfrm>
            <a:off x="5673299" y="3483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0" name="Shape 1668"/>
          <p:cNvSpPr/>
          <p:nvPr/>
        </p:nvSpPr>
        <p:spPr>
          <a:xfrm>
            <a:off x="5408921" y="2319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1" name="Shape 1669"/>
          <p:cNvSpPr/>
          <p:nvPr/>
        </p:nvSpPr>
        <p:spPr>
          <a:xfrm>
            <a:off x="5542357" y="2407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2" name="Shape 1670"/>
          <p:cNvSpPr/>
          <p:nvPr/>
        </p:nvSpPr>
        <p:spPr>
          <a:xfrm>
            <a:off x="5375201" y="3243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3" name="Shape 1671"/>
          <p:cNvSpPr/>
          <p:nvPr/>
        </p:nvSpPr>
        <p:spPr>
          <a:xfrm>
            <a:off x="5450690" y="3436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4" name="Shape 1672"/>
          <p:cNvSpPr/>
          <p:nvPr/>
        </p:nvSpPr>
        <p:spPr>
          <a:xfrm>
            <a:off x="5348728" y="3597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5" name="Shape 1673"/>
          <p:cNvSpPr/>
          <p:nvPr/>
        </p:nvSpPr>
        <p:spPr>
          <a:xfrm>
            <a:off x="5251243" y="3180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6" name="Shape 1674"/>
          <p:cNvSpPr/>
          <p:nvPr/>
        </p:nvSpPr>
        <p:spPr>
          <a:xfrm>
            <a:off x="5614628" y="3126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7" name="Shape 1675"/>
          <p:cNvSpPr/>
          <p:nvPr/>
        </p:nvSpPr>
        <p:spPr>
          <a:xfrm>
            <a:off x="5369673" y="2336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8" name="Shape 1676"/>
          <p:cNvSpPr/>
          <p:nvPr/>
        </p:nvSpPr>
        <p:spPr>
          <a:xfrm>
            <a:off x="5417514" y="23711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9" name="Shape 1677"/>
          <p:cNvSpPr/>
          <p:nvPr/>
        </p:nvSpPr>
        <p:spPr>
          <a:xfrm>
            <a:off x="5677139" y="2721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0" name="Shape 1678"/>
          <p:cNvSpPr/>
          <p:nvPr/>
        </p:nvSpPr>
        <p:spPr>
          <a:xfrm>
            <a:off x="5526209" y="27364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1" name="Shape 1679"/>
          <p:cNvSpPr/>
          <p:nvPr/>
        </p:nvSpPr>
        <p:spPr>
          <a:xfrm>
            <a:off x="5597967" y="3015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2" name="Shape 1680"/>
          <p:cNvSpPr/>
          <p:nvPr/>
        </p:nvSpPr>
        <p:spPr>
          <a:xfrm>
            <a:off x="5527140" y="32964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3" name="Shape 1681"/>
          <p:cNvSpPr/>
          <p:nvPr/>
        </p:nvSpPr>
        <p:spPr>
          <a:xfrm>
            <a:off x="5316316" y="2801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4" name="Shape 1682"/>
          <p:cNvSpPr/>
          <p:nvPr/>
        </p:nvSpPr>
        <p:spPr>
          <a:xfrm>
            <a:off x="5537578" y="3336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5" name="Shape 1683"/>
          <p:cNvSpPr/>
          <p:nvPr/>
        </p:nvSpPr>
        <p:spPr>
          <a:xfrm>
            <a:off x="5405504" y="27861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6" name="Shape 1684"/>
          <p:cNvSpPr/>
          <p:nvPr/>
        </p:nvSpPr>
        <p:spPr>
          <a:xfrm>
            <a:off x="5361949" y="2715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7" name="Shape 1685"/>
          <p:cNvSpPr/>
          <p:nvPr/>
        </p:nvSpPr>
        <p:spPr>
          <a:xfrm>
            <a:off x="5554067" y="34578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8" name="Shape 1686"/>
          <p:cNvSpPr/>
          <p:nvPr/>
        </p:nvSpPr>
        <p:spPr>
          <a:xfrm>
            <a:off x="5512483" y="27995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9" name="Shape 1687"/>
          <p:cNvSpPr/>
          <p:nvPr/>
        </p:nvSpPr>
        <p:spPr>
          <a:xfrm>
            <a:off x="5307811" y="3308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0" name="Shape 1688"/>
          <p:cNvSpPr/>
          <p:nvPr/>
        </p:nvSpPr>
        <p:spPr>
          <a:xfrm>
            <a:off x="5377025" y="30443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1" name="Shape 1689"/>
          <p:cNvSpPr/>
          <p:nvPr/>
        </p:nvSpPr>
        <p:spPr>
          <a:xfrm>
            <a:off x="5336303" y="3020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2" name="Shape 1690"/>
          <p:cNvSpPr/>
          <p:nvPr/>
        </p:nvSpPr>
        <p:spPr>
          <a:xfrm>
            <a:off x="5554473" y="3132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3" name="Shape 1691"/>
          <p:cNvSpPr/>
          <p:nvPr/>
        </p:nvSpPr>
        <p:spPr>
          <a:xfrm>
            <a:off x="5472091" y="3298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4" name="Shape 1692"/>
          <p:cNvSpPr/>
          <p:nvPr/>
        </p:nvSpPr>
        <p:spPr>
          <a:xfrm>
            <a:off x="5346958" y="3102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5" name="Shape 1693"/>
          <p:cNvSpPr/>
          <p:nvPr/>
        </p:nvSpPr>
        <p:spPr>
          <a:xfrm>
            <a:off x="5504173" y="35512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6" name="Shape 1694"/>
          <p:cNvSpPr/>
          <p:nvPr/>
        </p:nvSpPr>
        <p:spPr>
          <a:xfrm>
            <a:off x="5309103" y="3407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7" name="Shape 1695"/>
          <p:cNvSpPr/>
          <p:nvPr/>
        </p:nvSpPr>
        <p:spPr>
          <a:xfrm>
            <a:off x="5500093" y="3526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8" name="Shape 1696"/>
          <p:cNvSpPr/>
          <p:nvPr/>
        </p:nvSpPr>
        <p:spPr>
          <a:xfrm>
            <a:off x="5478738" y="34971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9" name="Shape 1697"/>
          <p:cNvSpPr/>
          <p:nvPr/>
        </p:nvSpPr>
        <p:spPr>
          <a:xfrm>
            <a:off x="5475502" y="25958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0" name="Shape 1698"/>
          <p:cNvSpPr/>
          <p:nvPr/>
        </p:nvSpPr>
        <p:spPr>
          <a:xfrm>
            <a:off x="5301943" y="3061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1" name="Shape 1699"/>
          <p:cNvSpPr/>
          <p:nvPr/>
        </p:nvSpPr>
        <p:spPr>
          <a:xfrm>
            <a:off x="5532570" y="33364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2" name="Shape 1700"/>
          <p:cNvSpPr/>
          <p:nvPr/>
        </p:nvSpPr>
        <p:spPr>
          <a:xfrm>
            <a:off x="5326850" y="3003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3" name="Shape 1701"/>
          <p:cNvSpPr/>
          <p:nvPr/>
        </p:nvSpPr>
        <p:spPr>
          <a:xfrm>
            <a:off x="5660351" y="2806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4" name="Shape 1702"/>
          <p:cNvSpPr/>
          <p:nvPr/>
        </p:nvSpPr>
        <p:spPr>
          <a:xfrm>
            <a:off x="5331088" y="3118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5" name="Shape 1703"/>
          <p:cNvSpPr/>
          <p:nvPr/>
        </p:nvSpPr>
        <p:spPr>
          <a:xfrm>
            <a:off x="5570666" y="30789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6" name="Shape 1704"/>
          <p:cNvSpPr/>
          <p:nvPr/>
        </p:nvSpPr>
        <p:spPr>
          <a:xfrm>
            <a:off x="5581435" y="30468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7" name="Shape 1705"/>
          <p:cNvSpPr/>
          <p:nvPr/>
        </p:nvSpPr>
        <p:spPr>
          <a:xfrm>
            <a:off x="5552719" y="3013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8" name="Shape 1706"/>
          <p:cNvSpPr/>
          <p:nvPr/>
        </p:nvSpPr>
        <p:spPr>
          <a:xfrm>
            <a:off x="5270823" y="3452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9" name="Shape 1707"/>
          <p:cNvSpPr/>
          <p:nvPr/>
        </p:nvSpPr>
        <p:spPr>
          <a:xfrm>
            <a:off x="5427111" y="3430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0" name="Shape 1708"/>
          <p:cNvSpPr/>
          <p:nvPr/>
        </p:nvSpPr>
        <p:spPr>
          <a:xfrm>
            <a:off x="5511143" y="33639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1" name="Shape 1709"/>
          <p:cNvSpPr/>
          <p:nvPr/>
        </p:nvSpPr>
        <p:spPr>
          <a:xfrm>
            <a:off x="5498452" y="34328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2" name="Shape 1710"/>
          <p:cNvSpPr/>
          <p:nvPr/>
        </p:nvSpPr>
        <p:spPr>
          <a:xfrm>
            <a:off x="5566835" y="34441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3" name="Shape 1711"/>
          <p:cNvSpPr/>
          <p:nvPr/>
        </p:nvSpPr>
        <p:spPr>
          <a:xfrm>
            <a:off x="5303817" y="3367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4" name="Shape 1712"/>
          <p:cNvSpPr/>
          <p:nvPr/>
        </p:nvSpPr>
        <p:spPr>
          <a:xfrm>
            <a:off x="5484585" y="2382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5" name="Shape 1713"/>
          <p:cNvSpPr/>
          <p:nvPr/>
        </p:nvSpPr>
        <p:spPr>
          <a:xfrm>
            <a:off x="5257954" y="2753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6" name="Shape 1714"/>
          <p:cNvSpPr/>
          <p:nvPr/>
        </p:nvSpPr>
        <p:spPr>
          <a:xfrm>
            <a:off x="5663613" y="32713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7" name="Shape 1715"/>
          <p:cNvSpPr/>
          <p:nvPr/>
        </p:nvSpPr>
        <p:spPr>
          <a:xfrm>
            <a:off x="5391485" y="3135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8" name="Shape 1716"/>
          <p:cNvSpPr/>
          <p:nvPr/>
        </p:nvSpPr>
        <p:spPr>
          <a:xfrm>
            <a:off x="5437850" y="23914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9" name="Shape 1717"/>
          <p:cNvSpPr/>
          <p:nvPr/>
        </p:nvSpPr>
        <p:spPr>
          <a:xfrm>
            <a:off x="5523936" y="3002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0" name="Shape 1718"/>
          <p:cNvSpPr/>
          <p:nvPr/>
        </p:nvSpPr>
        <p:spPr>
          <a:xfrm>
            <a:off x="5421989" y="3117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1" name="Shape 1719"/>
          <p:cNvSpPr/>
          <p:nvPr/>
        </p:nvSpPr>
        <p:spPr>
          <a:xfrm>
            <a:off x="5288381" y="27744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2" name="Shape 1720"/>
          <p:cNvSpPr/>
          <p:nvPr/>
        </p:nvSpPr>
        <p:spPr>
          <a:xfrm>
            <a:off x="5593986" y="3425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3" name="Shape 1721"/>
          <p:cNvSpPr/>
          <p:nvPr/>
        </p:nvSpPr>
        <p:spPr>
          <a:xfrm>
            <a:off x="5660563" y="3173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4" name="Shape 1722"/>
          <p:cNvSpPr/>
          <p:nvPr/>
        </p:nvSpPr>
        <p:spPr>
          <a:xfrm>
            <a:off x="5290383" y="3388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5" name="Shape 1723"/>
          <p:cNvSpPr/>
          <p:nvPr/>
        </p:nvSpPr>
        <p:spPr>
          <a:xfrm>
            <a:off x="5425209" y="3046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6" name="Shape 1724"/>
          <p:cNvSpPr/>
          <p:nvPr/>
        </p:nvSpPr>
        <p:spPr>
          <a:xfrm>
            <a:off x="5601802" y="2811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7" name="Shape 1725"/>
          <p:cNvSpPr/>
          <p:nvPr/>
        </p:nvSpPr>
        <p:spPr>
          <a:xfrm>
            <a:off x="5645572" y="31204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8" name="Shape 1726"/>
          <p:cNvSpPr/>
          <p:nvPr/>
        </p:nvSpPr>
        <p:spPr>
          <a:xfrm>
            <a:off x="5417397" y="2477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9" name="Shape 1727"/>
          <p:cNvSpPr/>
          <p:nvPr/>
        </p:nvSpPr>
        <p:spPr>
          <a:xfrm>
            <a:off x="5433726" y="3309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0" name="Shape 1728"/>
          <p:cNvSpPr/>
          <p:nvPr/>
        </p:nvSpPr>
        <p:spPr>
          <a:xfrm>
            <a:off x="5380399" y="3538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1" name="Shape 1729"/>
          <p:cNvSpPr/>
          <p:nvPr/>
        </p:nvSpPr>
        <p:spPr>
          <a:xfrm>
            <a:off x="5314988" y="3645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2" name="Shape 1730"/>
          <p:cNvSpPr/>
          <p:nvPr/>
        </p:nvSpPr>
        <p:spPr>
          <a:xfrm>
            <a:off x="5400887" y="34531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3" name="Shape 1731"/>
          <p:cNvSpPr/>
          <p:nvPr/>
        </p:nvSpPr>
        <p:spPr>
          <a:xfrm>
            <a:off x="5478423" y="3533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4" name="Shape 1732"/>
          <p:cNvSpPr/>
          <p:nvPr/>
        </p:nvSpPr>
        <p:spPr>
          <a:xfrm>
            <a:off x="5474580" y="36024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5" name="Shape 1733"/>
          <p:cNvSpPr/>
          <p:nvPr/>
        </p:nvSpPr>
        <p:spPr>
          <a:xfrm>
            <a:off x="5521689" y="3565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6" name="Shape 1734"/>
          <p:cNvSpPr/>
          <p:nvPr/>
        </p:nvSpPr>
        <p:spPr>
          <a:xfrm>
            <a:off x="5295349" y="3480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7" name="Shape 1735"/>
          <p:cNvSpPr/>
          <p:nvPr/>
        </p:nvSpPr>
        <p:spPr>
          <a:xfrm>
            <a:off x="5483058" y="3576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8" name="Shape 1736"/>
          <p:cNvSpPr/>
          <p:nvPr/>
        </p:nvSpPr>
        <p:spPr>
          <a:xfrm>
            <a:off x="5563556" y="3537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9" name="Shape 1737"/>
          <p:cNvSpPr/>
          <p:nvPr/>
        </p:nvSpPr>
        <p:spPr>
          <a:xfrm>
            <a:off x="5275943" y="3501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0" name="Shape 1738"/>
          <p:cNvSpPr/>
          <p:nvPr/>
        </p:nvSpPr>
        <p:spPr>
          <a:xfrm>
            <a:off x="5577733" y="29382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1" name="Shape 1739"/>
          <p:cNvSpPr/>
          <p:nvPr/>
        </p:nvSpPr>
        <p:spPr>
          <a:xfrm>
            <a:off x="5619512" y="3220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2" name="Shape 1740"/>
          <p:cNvSpPr/>
          <p:nvPr/>
        </p:nvSpPr>
        <p:spPr>
          <a:xfrm>
            <a:off x="5452282" y="3117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3" name="Shape 1741"/>
          <p:cNvSpPr/>
          <p:nvPr/>
        </p:nvSpPr>
        <p:spPr>
          <a:xfrm>
            <a:off x="5305631" y="33250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4" name="Shape 1742"/>
          <p:cNvSpPr/>
          <p:nvPr/>
        </p:nvSpPr>
        <p:spPr>
          <a:xfrm>
            <a:off x="5637157" y="32251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5" name="Shape 1743"/>
          <p:cNvSpPr/>
          <p:nvPr/>
        </p:nvSpPr>
        <p:spPr>
          <a:xfrm>
            <a:off x="5544549" y="3086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6" name="Shape 1744"/>
          <p:cNvSpPr/>
          <p:nvPr/>
        </p:nvSpPr>
        <p:spPr>
          <a:xfrm>
            <a:off x="5502684" y="2976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7" name="Shape 1745"/>
          <p:cNvSpPr/>
          <p:nvPr/>
        </p:nvSpPr>
        <p:spPr>
          <a:xfrm>
            <a:off x="5554055" y="3469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8" name="Shape 1746"/>
          <p:cNvSpPr/>
          <p:nvPr/>
        </p:nvSpPr>
        <p:spPr>
          <a:xfrm>
            <a:off x="5453190" y="3271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9" name="Shape 1747"/>
          <p:cNvSpPr/>
          <p:nvPr/>
        </p:nvSpPr>
        <p:spPr>
          <a:xfrm>
            <a:off x="5516566" y="2979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0" name="Shape 1748"/>
          <p:cNvSpPr/>
          <p:nvPr/>
        </p:nvSpPr>
        <p:spPr>
          <a:xfrm>
            <a:off x="5307516" y="2993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1" name="Shape 1749"/>
          <p:cNvSpPr/>
          <p:nvPr/>
        </p:nvSpPr>
        <p:spPr>
          <a:xfrm>
            <a:off x="5380694" y="3458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2" name="Shape 1750"/>
          <p:cNvSpPr/>
          <p:nvPr/>
        </p:nvSpPr>
        <p:spPr>
          <a:xfrm>
            <a:off x="5271314" y="2776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3" name="Shape 1751"/>
          <p:cNvSpPr/>
          <p:nvPr/>
        </p:nvSpPr>
        <p:spPr>
          <a:xfrm>
            <a:off x="5551739" y="3505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4" name="Shape 1752"/>
          <p:cNvSpPr/>
          <p:nvPr/>
        </p:nvSpPr>
        <p:spPr>
          <a:xfrm>
            <a:off x="5624981" y="34858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5" name="Shape 1753"/>
          <p:cNvSpPr/>
          <p:nvPr/>
        </p:nvSpPr>
        <p:spPr>
          <a:xfrm>
            <a:off x="5609189" y="31668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6" name="Shape 1754"/>
          <p:cNvSpPr/>
          <p:nvPr/>
        </p:nvSpPr>
        <p:spPr>
          <a:xfrm>
            <a:off x="5318759" y="3039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7" name="Shape 1755"/>
          <p:cNvSpPr/>
          <p:nvPr/>
        </p:nvSpPr>
        <p:spPr>
          <a:xfrm>
            <a:off x="5384910" y="29581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8" name="Shape 1756"/>
          <p:cNvSpPr/>
          <p:nvPr/>
        </p:nvSpPr>
        <p:spPr>
          <a:xfrm>
            <a:off x="5376459" y="2575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9" name="Shape 1757"/>
          <p:cNvSpPr/>
          <p:nvPr/>
        </p:nvSpPr>
        <p:spPr>
          <a:xfrm>
            <a:off x="5370567" y="2663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0" name="Shape 1758"/>
          <p:cNvSpPr/>
          <p:nvPr/>
        </p:nvSpPr>
        <p:spPr>
          <a:xfrm>
            <a:off x="5572089" y="2658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1" name="Shape 1759"/>
          <p:cNvSpPr/>
          <p:nvPr/>
        </p:nvSpPr>
        <p:spPr>
          <a:xfrm>
            <a:off x="5559010" y="3129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2" name="Shape 1760"/>
          <p:cNvSpPr/>
          <p:nvPr/>
        </p:nvSpPr>
        <p:spPr>
          <a:xfrm>
            <a:off x="5639060" y="2942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3" name="Shape 1761"/>
          <p:cNvSpPr/>
          <p:nvPr/>
        </p:nvSpPr>
        <p:spPr>
          <a:xfrm>
            <a:off x="5496786" y="2304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4" name="Shape 1762"/>
          <p:cNvSpPr/>
          <p:nvPr/>
        </p:nvSpPr>
        <p:spPr>
          <a:xfrm>
            <a:off x="5657873" y="2685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5" name="Shape 1763"/>
          <p:cNvSpPr/>
          <p:nvPr/>
        </p:nvSpPr>
        <p:spPr>
          <a:xfrm>
            <a:off x="5410143" y="2610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6" name="Shape 1764"/>
          <p:cNvSpPr/>
          <p:nvPr/>
        </p:nvSpPr>
        <p:spPr>
          <a:xfrm>
            <a:off x="5435213" y="2486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7" name="Shape 1765"/>
          <p:cNvSpPr/>
          <p:nvPr/>
        </p:nvSpPr>
        <p:spPr>
          <a:xfrm>
            <a:off x="5443592" y="3035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8" name="Shape 1766"/>
          <p:cNvSpPr/>
          <p:nvPr/>
        </p:nvSpPr>
        <p:spPr>
          <a:xfrm>
            <a:off x="5447634" y="2912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9" name="Shape 1767"/>
          <p:cNvSpPr/>
          <p:nvPr/>
        </p:nvSpPr>
        <p:spPr>
          <a:xfrm>
            <a:off x="5395900" y="2758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0" name="Shape 1768"/>
          <p:cNvSpPr/>
          <p:nvPr/>
        </p:nvSpPr>
        <p:spPr>
          <a:xfrm>
            <a:off x="5337896" y="3146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1" name="Shape 1769"/>
          <p:cNvSpPr/>
          <p:nvPr/>
        </p:nvSpPr>
        <p:spPr>
          <a:xfrm>
            <a:off x="5427974" y="2640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2" name="Shape 1770"/>
          <p:cNvSpPr/>
          <p:nvPr/>
        </p:nvSpPr>
        <p:spPr>
          <a:xfrm>
            <a:off x="5575886" y="2579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3" name="Shape 1771"/>
          <p:cNvSpPr/>
          <p:nvPr/>
        </p:nvSpPr>
        <p:spPr>
          <a:xfrm>
            <a:off x="5355899" y="2682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4" name="Shape 1772"/>
          <p:cNvSpPr/>
          <p:nvPr/>
        </p:nvSpPr>
        <p:spPr>
          <a:xfrm>
            <a:off x="5573761" y="3070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5" name="Shape 1773"/>
          <p:cNvSpPr/>
          <p:nvPr/>
        </p:nvSpPr>
        <p:spPr>
          <a:xfrm>
            <a:off x="5458100" y="2532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6" name="Shape 1774"/>
          <p:cNvSpPr/>
          <p:nvPr/>
        </p:nvSpPr>
        <p:spPr>
          <a:xfrm>
            <a:off x="5487613" y="2673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7" name="Shape 1775"/>
          <p:cNvSpPr/>
          <p:nvPr/>
        </p:nvSpPr>
        <p:spPr>
          <a:xfrm>
            <a:off x="5679853" y="3233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8" name="Shape 1776"/>
          <p:cNvSpPr/>
          <p:nvPr/>
        </p:nvSpPr>
        <p:spPr>
          <a:xfrm>
            <a:off x="5536145" y="3496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9" name="Shape 1777"/>
          <p:cNvSpPr/>
          <p:nvPr/>
        </p:nvSpPr>
        <p:spPr>
          <a:xfrm>
            <a:off x="5516194" y="31969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0" name="Shape 1778"/>
          <p:cNvSpPr/>
          <p:nvPr/>
        </p:nvSpPr>
        <p:spPr>
          <a:xfrm>
            <a:off x="5603645" y="3251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1" name="Shape 1779"/>
          <p:cNvSpPr/>
          <p:nvPr/>
        </p:nvSpPr>
        <p:spPr>
          <a:xfrm>
            <a:off x="5422675" y="3058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2" name="Shape 1780"/>
          <p:cNvSpPr/>
          <p:nvPr/>
        </p:nvSpPr>
        <p:spPr>
          <a:xfrm>
            <a:off x="5499036" y="3221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3" name="Shape 1781"/>
          <p:cNvSpPr/>
          <p:nvPr/>
        </p:nvSpPr>
        <p:spPr>
          <a:xfrm>
            <a:off x="5289077" y="3234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4" name="Shape 1782"/>
          <p:cNvSpPr/>
          <p:nvPr/>
        </p:nvSpPr>
        <p:spPr>
          <a:xfrm>
            <a:off x="5511315" y="3061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5" name="Shape 1783"/>
          <p:cNvSpPr/>
          <p:nvPr/>
        </p:nvSpPr>
        <p:spPr>
          <a:xfrm>
            <a:off x="5608642" y="3665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6" name="Shape 1784"/>
          <p:cNvSpPr/>
          <p:nvPr/>
        </p:nvSpPr>
        <p:spPr>
          <a:xfrm>
            <a:off x="5555961" y="3403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7" name="Shape 1785"/>
          <p:cNvSpPr/>
          <p:nvPr/>
        </p:nvSpPr>
        <p:spPr>
          <a:xfrm>
            <a:off x="5569375" y="2878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8" name="Shape 1786"/>
          <p:cNvSpPr/>
          <p:nvPr/>
        </p:nvSpPr>
        <p:spPr>
          <a:xfrm>
            <a:off x="5561687" y="385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9" name="Shape 1787"/>
          <p:cNvSpPr/>
          <p:nvPr/>
        </p:nvSpPr>
        <p:spPr>
          <a:xfrm>
            <a:off x="5273584" y="2424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0" name="Shape 1788"/>
          <p:cNvSpPr/>
          <p:nvPr/>
        </p:nvSpPr>
        <p:spPr>
          <a:xfrm>
            <a:off x="5376540" y="3280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1" name="Shape 1789"/>
          <p:cNvSpPr/>
          <p:nvPr/>
        </p:nvSpPr>
        <p:spPr>
          <a:xfrm>
            <a:off x="5649126" y="3233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2" name="Shape 1790"/>
          <p:cNvSpPr/>
          <p:nvPr/>
        </p:nvSpPr>
        <p:spPr>
          <a:xfrm>
            <a:off x="5494456" y="3221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3" name="Shape 1791"/>
          <p:cNvSpPr/>
          <p:nvPr/>
        </p:nvSpPr>
        <p:spPr>
          <a:xfrm>
            <a:off x="5601022" y="2424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4" name="Shape 1792"/>
          <p:cNvSpPr/>
          <p:nvPr/>
        </p:nvSpPr>
        <p:spPr>
          <a:xfrm>
            <a:off x="5376975" y="3254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5" name="Shape 1793"/>
          <p:cNvSpPr/>
          <p:nvPr/>
        </p:nvSpPr>
        <p:spPr>
          <a:xfrm>
            <a:off x="5616940" y="3296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6" name="Shape 1794"/>
          <p:cNvSpPr/>
          <p:nvPr/>
        </p:nvSpPr>
        <p:spPr>
          <a:xfrm>
            <a:off x="5577523" y="3301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7" name="Shape 1795"/>
          <p:cNvSpPr/>
          <p:nvPr/>
        </p:nvSpPr>
        <p:spPr>
          <a:xfrm>
            <a:off x="5642433" y="3245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8" name="Shape 1796"/>
          <p:cNvSpPr/>
          <p:nvPr/>
        </p:nvSpPr>
        <p:spPr>
          <a:xfrm>
            <a:off x="5313611" y="3261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9" name="Shape 1797"/>
          <p:cNvSpPr/>
          <p:nvPr/>
        </p:nvSpPr>
        <p:spPr>
          <a:xfrm>
            <a:off x="5679931" y="3175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0" name="Shape 1798"/>
          <p:cNvSpPr/>
          <p:nvPr/>
        </p:nvSpPr>
        <p:spPr>
          <a:xfrm>
            <a:off x="5515849" y="3279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1" name="Shape 1799"/>
          <p:cNvSpPr/>
          <p:nvPr/>
        </p:nvSpPr>
        <p:spPr>
          <a:xfrm>
            <a:off x="5659488" y="3241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2" name="Shape 1800"/>
          <p:cNvSpPr/>
          <p:nvPr/>
        </p:nvSpPr>
        <p:spPr>
          <a:xfrm>
            <a:off x="5605361" y="3289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3" name="Shape 1801"/>
          <p:cNvSpPr/>
          <p:nvPr/>
        </p:nvSpPr>
        <p:spPr>
          <a:xfrm>
            <a:off x="5292030" y="3443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4" name="Shape 1802"/>
          <p:cNvSpPr/>
          <p:nvPr/>
        </p:nvSpPr>
        <p:spPr>
          <a:xfrm>
            <a:off x="5504961" y="34303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5" name="Shape 1803"/>
          <p:cNvSpPr/>
          <p:nvPr/>
        </p:nvSpPr>
        <p:spPr>
          <a:xfrm>
            <a:off x="5337139" y="3266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6" name="Shape 1804"/>
          <p:cNvSpPr/>
          <p:nvPr/>
        </p:nvSpPr>
        <p:spPr>
          <a:xfrm>
            <a:off x="5372352" y="3409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7" name="Shape 1805"/>
          <p:cNvSpPr/>
          <p:nvPr/>
        </p:nvSpPr>
        <p:spPr>
          <a:xfrm>
            <a:off x="5650265" y="3590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8" name="Shape 1806"/>
          <p:cNvSpPr/>
          <p:nvPr/>
        </p:nvSpPr>
        <p:spPr>
          <a:xfrm>
            <a:off x="5295417" y="34604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9" name="Shape 1807"/>
          <p:cNvSpPr/>
          <p:nvPr/>
        </p:nvSpPr>
        <p:spPr>
          <a:xfrm>
            <a:off x="5668082" y="3144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0" name="Shape 1808"/>
          <p:cNvSpPr/>
          <p:nvPr/>
        </p:nvSpPr>
        <p:spPr>
          <a:xfrm>
            <a:off x="5312038" y="3186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1" name="Shape 1809"/>
          <p:cNvSpPr/>
          <p:nvPr/>
        </p:nvSpPr>
        <p:spPr>
          <a:xfrm>
            <a:off x="5439931" y="2976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2" name="Shape 1810"/>
          <p:cNvSpPr/>
          <p:nvPr/>
        </p:nvSpPr>
        <p:spPr>
          <a:xfrm>
            <a:off x="5547872" y="3100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3" name="Shape 1811"/>
          <p:cNvSpPr/>
          <p:nvPr/>
        </p:nvSpPr>
        <p:spPr>
          <a:xfrm>
            <a:off x="5555126" y="3593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4" name="Shape 1812"/>
          <p:cNvSpPr/>
          <p:nvPr/>
        </p:nvSpPr>
        <p:spPr>
          <a:xfrm>
            <a:off x="5261604" y="3382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5" name="Shape 1813"/>
          <p:cNvSpPr/>
          <p:nvPr/>
        </p:nvSpPr>
        <p:spPr>
          <a:xfrm>
            <a:off x="5425576" y="35842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6" name="Shape 1814"/>
          <p:cNvSpPr/>
          <p:nvPr/>
        </p:nvSpPr>
        <p:spPr>
          <a:xfrm>
            <a:off x="5589612" y="3579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7" name="Shape 1815"/>
          <p:cNvSpPr/>
          <p:nvPr/>
        </p:nvSpPr>
        <p:spPr>
          <a:xfrm>
            <a:off x="5266656" y="3553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8" name="Shape 1816"/>
          <p:cNvSpPr/>
          <p:nvPr/>
        </p:nvSpPr>
        <p:spPr>
          <a:xfrm>
            <a:off x="5633860" y="37309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9" name="Shape 1817"/>
          <p:cNvSpPr/>
          <p:nvPr/>
        </p:nvSpPr>
        <p:spPr>
          <a:xfrm>
            <a:off x="5548084" y="3517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0" name="Shape 1818"/>
          <p:cNvSpPr/>
          <p:nvPr/>
        </p:nvSpPr>
        <p:spPr>
          <a:xfrm>
            <a:off x="5342095" y="3462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1" name="Shape 1819"/>
          <p:cNvSpPr/>
          <p:nvPr/>
        </p:nvSpPr>
        <p:spPr>
          <a:xfrm>
            <a:off x="5441532" y="3521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2" name="Shape 1820"/>
          <p:cNvSpPr/>
          <p:nvPr/>
        </p:nvSpPr>
        <p:spPr>
          <a:xfrm>
            <a:off x="5361093" y="26521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3" name="Shape 1821"/>
          <p:cNvSpPr/>
          <p:nvPr/>
        </p:nvSpPr>
        <p:spPr>
          <a:xfrm>
            <a:off x="5575137" y="28728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4" name="Shape 1822"/>
          <p:cNvSpPr/>
          <p:nvPr/>
        </p:nvSpPr>
        <p:spPr>
          <a:xfrm>
            <a:off x="5554080" y="3529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5" name="Shape 1823"/>
          <p:cNvSpPr/>
          <p:nvPr/>
        </p:nvSpPr>
        <p:spPr>
          <a:xfrm>
            <a:off x="5315052" y="3634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6" name="Shape 1824"/>
          <p:cNvSpPr/>
          <p:nvPr/>
        </p:nvSpPr>
        <p:spPr>
          <a:xfrm>
            <a:off x="5340053" y="29984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7" name="Shape 1825"/>
          <p:cNvSpPr/>
          <p:nvPr/>
        </p:nvSpPr>
        <p:spPr>
          <a:xfrm>
            <a:off x="5461340" y="34659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8" name="Shape 1826"/>
          <p:cNvSpPr/>
          <p:nvPr/>
        </p:nvSpPr>
        <p:spPr>
          <a:xfrm>
            <a:off x="5459558" y="3102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9" name="Shape 1827"/>
          <p:cNvSpPr/>
          <p:nvPr/>
        </p:nvSpPr>
        <p:spPr>
          <a:xfrm>
            <a:off x="5485073" y="3303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0" name="Shape 1828"/>
          <p:cNvSpPr/>
          <p:nvPr/>
        </p:nvSpPr>
        <p:spPr>
          <a:xfrm>
            <a:off x="5287078" y="3197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1" name="Shape 1829"/>
          <p:cNvSpPr/>
          <p:nvPr/>
        </p:nvSpPr>
        <p:spPr>
          <a:xfrm>
            <a:off x="5259247" y="3294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2" name="Shape 1830"/>
          <p:cNvSpPr/>
          <p:nvPr/>
        </p:nvSpPr>
        <p:spPr>
          <a:xfrm>
            <a:off x="5375223" y="3169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3" name="Shape 1831"/>
          <p:cNvSpPr/>
          <p:nvPr/>
        </p:nvSpPr>
        <p:spPr>
          <a:xfrm>
            <a:off x="5418274" y="3252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4" name="Shape 1832"/>
          <p:cNvSpPr/>
          <p:nvPr/>
        </p:nvSpPr>
        <p:spPr>
          <a:xfrm>
            <a:off x="5467289" y="3145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5" name="Shape 1833"/>
          <p:cNvSpPr/>
          <p:nvPr/>
        </p:nvSpPr>
        <p:spPr>
          <a:xfrm>
            <a:off x="5578637" y="3187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6" name="Shape 1834"/>
          <p:cNvSpPr/>
          <p:nvPr/>
        </p:nvSpPr>
        <p:spPr>
          <a:xfrm>
            <a:off x="5486400" y="2497466"/>
            <a:ext cx="127" cy="1095233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837" name="Shape 1835"/>
          <p:cNvSpPr/>
          <p:nvPr/>
        </p:nvSpPr>
        <p:spPr>
          <a:xfrm>
            <a:off x="5372100" y="3592699"/>
            <a:ext cx="228600" cy="12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838" name="Shape 1836"/>
          <p:cNvSpPr/>
          <p:nvPr/>
        </p:nvSpPr>
        <p:spPr>
          <a:xfrm>
            <a:off x="5372100" y="2497466"/>
            <a:ext cx="228600" cy="12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839" name="Shape 1837"/>
          <p:cNvSpPr/>
          <p:nvPr/>
        </p:nvSpPr>
        <p:spPr>
          <a:xfrm>
            <a:off x="5321300" y="3019071"/>
            <a:ext cx="330200" cy="43095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1840" name="Shape 1838"/>
          <p:cNvSpPr/>
          <p:nvPr/>
        </p:nvSpPr>
        <p:spPr>
          <a:xfrm>
            <a:off x="5321300" y="3245696"/>
            <a:ext cx="330200" cy="127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1841" name="Shape 1839"/>
          <p:cNvSpPr/>
          <p:nvPr/>
        </p:nvSpPr>
        <p:spPr>
          <a:xfrm>
            <a:off x="5156200" y="4140200"/>
            <a:ext cx="127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842" name="Text 1840"/>
          <p:cNvSpPr/>
          <p:nvPr/>
        </p:nvSpPr>
        <p:spPr>
          <a:xfrm>
            <a:off x="4330700" y="4229100"/>
            <a:ext cx="1651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Tuned</a:t>
            </a:r>
            <a:endParaRPr lang="en-US" sz="1600" dirty="0"/>
          </a:p>
        </p:txBody>
      </p:sp>
      <p:sp>
        <p:nvSpPr>
          <p:cNvPr id="1843" name="Shape 1841"/>
          <p:cNvSpPr/>
          <p:nvPr/>
        </p:nvSpPr>
        <p:spPr>
          <a:xfrm>
            <a:off x="7872492" y="3365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4" name="Shape 1842"/>
          <p:cNvSpPr/>
          <p:nvPr/>
        </p:nvSpPr>
        <p:spPr>
          <a:xfrm>
            <a:off x="7829544" y="3434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5" name="Shape 1843"/>
          <p:cNvSpPr/>
          <p:nvPr/>
        </p:nvSpPr>
        <p:spPr>
          <a:xfrm>
            <a:off x="7581558" y="3487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6" name="Shape 1844"/>
          <p:cNvSpPr/>
          <p:nvPr/>
        </p:nvSpPr>
        <p:spPr>
          <a:xfrm>
            <a:off x="7799474" y="3393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7" name="Shape 1845"/>
          <p:cNvSpPr/>
          <p:nvPr/>
        </p:nvSpPr>
        <p:spPr>
          <a:xfrm>
            <a:off x="7464340" y="3507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8" name="Shape 1846"/>
          <p:cNvSpPr/>
          <p:nvPr/>
        </p:nvSpPr>
        <p:spPr>
          <a:xfrm>
            <a:off x="7663156" y="3422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9" name="Shape 1847"/>
          <p:cNvSpPr/>
          <p:nvPr/>
        </p:nvSpPr>
        <p:spPr>
          <a:xfrm>
            <a:off x="7633048" y="3421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0" name="Shape 1848"/>
          <p:cNvSpPr/>
          <p:nvPr/>
        </p:nvSpPr>
        <p:spPr>
          <a:xfrm>
            <a:off x="7688025" y="3463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1" name="Shape 1849"/>
          <p:cNvSpPr/>
          <p:nvPr/>
        </p:nvSpPr>
        <p:spPr>
          <a:xfrm>
            <a:off x="7667188" y="3412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2" name="Shape 1850"/>
          <p:cNvSpPr/>
          <p:nvPr/>
        </p:nvSpPr>
        <p:spPr>
          <a:xfrm>
            <a:off x="7877066" y="3503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3" name="Shape 1851"/>
          <p:cNvSpPr/>
          <p:nvPr/>
        </p:nvSpPr>
        <p:spPr>
          <a:xfrm>
            <a:off x="7678170" y="3492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4" name="Shape 1852"/>
          <p:cNvSpPr/>
          <p:nvPr/>
        </p:nvSpPr>
        <p:spPr>
          <a:xfrm>
            <a:off x="7822717" y="34343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5" name="Shape 1853"/>
          <p:cNvSpPr/>
          <p:nvPr/>
        </p:nvSpPr>
        <p:spPr>
          <a:xfrm>
            <a:off x="7664113" y="3533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6" name="Shape 1854"/>
          <p:cNvSpPr/>
          <p:nvPr/>
        </p:nvSpPr>
        <p:spPr>
          <a:xfrm>
            <a:off x="7865836" y="3534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7" name="Shape 1855"/>
          <p:cNvSpPr/>
          <p:nvPr/>
        </p:nvSpPr>
        <p:spPr>
          <a:xfrm>
            <a:off x="7504428" y="35277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8" name="Shape 1856"/>
          <p:cNvSpPr/>
          <p:nvPr/>
        </p:nvSpPr>
        <p:spPr>
          <a:xfrm>
            <a:off x="7496081" y="34612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9" name="Shape 1857"/>
          <p:cNvSpPr/>
          <p:nvPr/>
        </p:nvSpPr>
        <p:spPr>
          <a:xfrm>
            <a:off x="7521788" y="3510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0" name="Shape 1858"/>
          <p:cNvSpPr/>
          <p:nvPr/>
        </p:nvSpPr>
        <p:spPr>
          <a:xfrm>
            <a:off x="7611588" y="3448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1" name="Shape 1859"/>
          <p:cNvSpPr/>
          <p:nvPr/>
        </p:nvSpPr>
        <p:spPr>
          <a:xfrm>
            <a:off x="7513161" y="3404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2" name="Shape 1860"/>
          <p:cNvSpPr/>
          <p:nvPr/>
        </p:nvSpPr>
        <p:spPr>
          <a:xfrm>
            <a:off x="7822963" y="35261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3" name="Shape 1861"/>
          <p:cNvSpPr/>
          <p:nvPr/>
        </p:nvSpPr>
        <p:spPr>
          <a:xfrm>
            <a:off x="7835945" y="35078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4" name="Shape 1862"/>
          <p:cNvSpPr/>
          <p:nvPr/>
        </p:nvSpPr>
        <p:spPr>
          <a:xfrm>
            <a:off x="7521852" y="34753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5" name="Shape 1863"/>
          <p:cNvSpPr/>
          <p:nvPr/>
        </p:nvSpPr>
        <p:spPr>
          <a:xfrm>
            <a:off x="7626715" y="3537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6" name="Shape 1864"/>
          <p:cNvSpPr/>
          <p:nvPr/>
        </p:nvSpPr>
        <p:spPr>
          <a:xfrm>
            <a:off x="7496480" y="3448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7" name="Shape 1865"/>
          <p:cNvSpPr/>
          <p:nvPr/>
        </p:nvSpPr>
        <p:spPr>
          <a:xfrm>
            <a:off x="7481275" y="3383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8" name="Shape 1866"/>
          <p:cNvSpPr/>
          <p:nvPr/>
        </p:nvSpPr>
        <p:spPr>
          <a:xfrm>
            <a:off x="7649517" y="3643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9" name="Shape 1867"/>
          <p:cNvSpPr/>
          <p:nvPr/>
        </p:nvSpPr>
        <p:spPr>
          <a:xfrm>
            <a:off x="7528853" y="3361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0" name="Shape 1868"/>
          <p:cNvSpPr/>
          <p:nvPr/>
        </p:nvSpPr>
        <p:spPr>
          <a:xfrm>
            <a:off x="7846052" y="34655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1" name="Shape 1869"/>
          <p:cNvSpPr/>
          <p:nvPr/>
        </p:nvSpPr>
        <p:spPr>
          <a:xfrm>
            <a:off x="7601126" y="3474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2" name="Shape 1870"/>
          <p:cNvSpPr/>
          <p:nvPr/>
        </p:nvSpPr>
        <p:spPr>
          <a:xfrm>
            <a:off x="7566404" y="34565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3" name="Shape 1871"/>
          <p:cNvSpPr/>
          <p:nvPr/>
        </p:nvSpPr>
        <p:spPr>
          <a:xfrm>
            <a:off x="7454344" y="34076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4" name="Shape 1872"/>
          <p:cNvSpPr/>
          <p:nvPr/>
        </p:nvSpPr>
        <p:spPr>
          <a:xfrm>
            <a:off x="7873253" y="3468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5" name="Shape 1873"/>
          <p:cNvSpPr/>
          <p:nvPr/>
        </p:nvSpPr>
        <p:spPr>
          <a:xfrm>
            <a:off x="7633729" y="3407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6" name="Shape 1874"/>
          <p:cNvSpPr/>
          <p:nvPr/>
        </p:nvSpPr>
        <p:spPr>
          <a:xfrm>
            <a:off x="7600387" y="3521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7" name="Shape 1875"/>
          <p:cNvSpPr/>
          <p:nvPr/>
        </p:nvSpPr>
        <p:spPr>
          <a:xfrm>
            <a:off x="7849455" y="3413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8" name="Shape 1876"/>
          <p:cNvSpPr/>
          <p:nvPr/>
        </p:nvSpPr>
        <p:spPr>
          <a:xfrm>
            <a:off x="7800394" y="3362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9" name="Shape 1877"/>
          <p:cNvSpPr/>
          <p:nvPr/>
        </p:nvSpPr>
        <p:spPr>
          <a:xfrm>
            <a:off x="7493330" y="35298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0" name="Shape 1878"/>
          <p:cNvSpPr/>
          <p:nvPr/>
        </p:nvSpPr>
        <p:spPr>
          <a:xfrm>
            <a:off x="7570111" y="3503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1" name="Shape 1879"/>
          <p:cNvSpPr/>
          <p:nvPr/>
        </p:nvSpPr>
        <p:spPr>
          <a:xfrm>
            <a:off x="7614377" y="3442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2" name="Shape 1880"/>
          <p:cNvSpPr/>
          <p:nvPr/>
        </p:nvSpPr>
        <p:spPr>
          <a:xfrm>
            <a:off x="7577429" y="34453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3" name="Shape 1881"/>
          <p:cNvSpPr/>
          <p:nvPr/>
        </p:nvSpPr>
        <p:spPr>
          <a:xfrm>
            <a:off x="7734129" y="3370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4" name="Shape 1882"/>
          <p:cNvSpPr/>
          <p:nvPr/>
        </p:nvSpPr>
        <p:spPr>
          <a:xfrm>
            <a:off x="7613378" y="3433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5" name="Shape 1883"/>
          <p:cNvSpPr/>
          <p:nvPr/>
        </p:nvSpPr>
        <p:spPr>
          <a:xfrm>
            <a:off x="7511011" y="3401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6" name="Shape 1884"/>
          <p:cNvSpPr/>
          <p:nvPr/>
        </p:nvSpPr>
        <p:spPr>
          <a:xfrm>
            <a:off x="7534543" y="3456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7" name="Shape 1885"/>
          <p:cNvSpPr/>
          <p:nvPr/>
        </p:nvSpPr>
        <p:spPr>
          <a:xfrm>
            <a:off x="7453508" y="3552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8" name="Shape 1886"/>
          <p:cNvSpPr/>
          <p:nvPr/>
        </p:nvSpPr>
        <p:spPr>
          <a:xfrm>
            <a:off x="7659529" y="3502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9" name="Shape 1887"/>
          <p:cNvSpPr/>
          <p:nvPr/>
        </p:nvSpPr>
        <p:spPr>
          <a:xfrm>
            <a:off x="7595349" y="3480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0" name="Shape 1888"/>
          <p:cNvSpPr/>
          <p:nvPr/>
        </p:nvSpPr>
        <p:spPr>
          <a:xfrm>
            <a:off x="7450099" y="3538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1" name="Shape 1889"/>
          <p:cNvSpPr/>
          <p:nvPr/>
        </p:nvSpPr>
        <p:spPr>
          <a:xfrm>
            <a:off x="7658715" y="3511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2" name="Shape 1890"/>
          <p:cNvSpPr/>
          <p:nvPr/>
        </p:nvSpPr>
        <p:spPr>
          <a:xfrm>
            <a:off x="7669903" y="3407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3" name="Shape 1891"/>
          <p:cNvSpPr/>
          <p:nvPr/>
        </p:nvSpPr>
        <p:spPr>
          <a:xfrm>
            <a:off x="7578003" y="3410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4" name="Shape 1892"/>
          <p:cNvSpPr/>
          <p:nvPr/>
        </p:nvSpPr>
        <p:spPr>
          <a:xfrm>
            <a:off x="7563833" y="3423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5" name="Shape 1893"/>
          <p:cNvSpPr/>
          <p:nvPr/>
        </p:nvSpPr>
        <p:spPr>
          <a:xfrm>
            <a:off x="7720226" y="32409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6" name="Shape 1894"/>
          <p:cNvSpPr/>
          <p:nvPr/>
        </p:nvSpPr>
        <p:spPr>
          <a:xfrm>
            <a:off x="7479796" y="3498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7" name="Shape 1895"/>
          <p:cNvSpPr/>
          <p:nvPr/>
        </p:nvSpPr>
        <p:spPr>
          <a:xfrm>
            <a:off x="7594101" y="3592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8" name="Shape 1896"/>
          <p:cNvSpPr/>
          <p:nvPr/>
        </p:nvSpPr>
        <p:spPr>
          <a:xfrm>
            <a:off x="7806547" y="3480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9" name="Shape 1897"/>
          <p:cNvSpPr/>
          <p:nvPr/>
        </p:nvSpPr>
        <p:spPr>
          <a:xfrm>
            <a:off x="7692088" y="3428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0" name="Shape 1898"/>
          <p:cNvSpPr/>
          <p:nvPr/>
        </p:nvSpPr>
        <p:spPr>
          <a:xfrm>
            <a:off x="7754284" y="3438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1" name="Shape 1899"/>
          <p:cNvSpPr/>
          <p:nvPr/>
        </p:nvSpPr>
        <p:spPr>
          <a:xfrm>
            <a:off x="7632355" y="35282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2" name="Shape 1900"/>
          <p:cNvSpPr/>
          <p:nvPr/>
        </p:nvSpPr>
        <p:spPr>
          <a:xfrm>
            <a:off x="7832213" y="34863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3" name="Shape 1901"/>
          <p:cNvSpPr/>
          <p:nvPr/>
        </p:nvSpPr>
        <p:spPr>
          <a:xfrm>
            <a:off x="7513133" y="33620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4" name="Shape 1902"/>
          <p:cNvSpPr/>
          <p:nvPr/>
        </p:nvSpPr>
        <p:spPr>
          <a:xfrm>
            <a:off x="7659931" y="35855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5" name="Shape 1903"/>
          <p:cNvSpPr/>
          <p:nvPr/>
        </p:nvSpPr>
        <p:spPr>
          <a:xfrm>
            <a:off x="7726908" y="3456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6" name="Shape 1904"/>
          <p:cNvSpPr/>
          <p:nvPr/>
        </p:nvSpPr>
        <p:spPr>
          <a:xfrm>
            <a:off x="7479442" y="3480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7" name="Shape 1905"/>
          <p:cNvSpPr/>
          <p:nvPr/>
        </p:nvSpPr>
        <p:spPr>
          <a:xfrm>
            <a:off x="7656717" y="3462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8" name="Shape 1906"/>
          <p:cNvSpPr/>
          <p:nvPr/>
        </p:nvSpPr>
        <p:spPr>
          <a:xfrm>
            <a:off x="7584920" y="3387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9" name="Shape 1907"/>
          <p:cNvSpPr/>
          <p:nvPr/>
        </p:nvSpPr>
        <p:spPr>
          <a:xfrm>
            <a:off x="7456491" y="3401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0" name="Shape 1908"/>
          <p:cNvSpPr/>
          <p:nvPr/>
        </p:nvSpPr>
        <p:spPr>
          <a:xfrm>
            <a:off x="7724920" y="3514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1" name="Shape 1909"/>
          <p:cNvSpPr/>
          <p:nvPr/>
        </p:nvSpPr>
        <p:spPr>
          <a:xfrm>
            <a:off x="7734341" y="3524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2" name="Shape 1910"/>
          <p:cNvSpPr/>
          <p:nvPr/>
        </p:nvSpPr>
        <p:spPr>
          <a:xfrm>
            <a:off x="7562831" y="3364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3" name="Shape 1911"/>
          <p:cNvSpPr/>
          <p:nvPr/>
        </p:nvSpPr>
        <p:spPr>
          <a:xfrm>
            <a:off x="7661113" y="3547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4" name="Shape 1912"/>
          <p:cNvSpPr/>
          <p:nvPr/>
        </p:nvSpPr>
        <p:spPr>
          <a:xfrm>
            <a:off x="7824327" y="3396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5" name="Shape 1913"/>
          <p:cNvSpPr/>
          <p:nvPr/>
        </p:nvSpPr>
        <p:spPr>
          <a:xfrm>
            <a:off x="7690858" y="3353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6" name="Shape 1914"/>
          <p:cNvSpPr/>
          <p:nvPr/>
        </p:nvSpPr>
        <p:spPr>
          <a:xfrm>
            <a:off x="7641656" y="3517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7" name="Shape 1915"/>
          <p:cNvSpPr/>
          <p:nvPr/>
        </p:nvSpPr>
        <p:spPr>
          <a:xfrm>
            <a:off x="7504495" y="3496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8" name="Shape 1916"/>
          <p:cNvSpPr/>
          <p:nvPr/>
        </p:nvSpPr>
        <p:spPr>
          <a:xfrm>
            <a:off x="7671304" y="3456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9" name="Shape 1917"/>
          <p:cNvSpPr/>
          <p:nvPr/>
        </p:nvSpPr>
        <p:spPr>
          <a:xfrm>
            <a:off x="7769358" y="3485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0" name="Shape 1918"/>
          <p:cNvSpPr/>
          <p:nvPr/>
        </p:nvSpPr>
        <p:spPr>
          <a:xfrm>
            <a:off x="7616606" y="32190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1" name="Shape 1919"/>
          <p:cNvSpPr/>
          <p:nvPr/>
        </p:nvSpPr>
        <p:spPr>
          <a:xfrm>
            <a:off x="7845436" y="3107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2" name="Shape 1920"/>
          <p:cNvSpPr/>
          <p:nvPr/>
        </p:nvSpPr>
        <p:spPr>
          <a:xfrm>
            <a:off x="7685077" y="3396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3" name="Shape 1921"/>
          <p:cNvSpPr/>
          <p:nvPr/>
        </p:nvSpPr>
        <p:spPr>
          <a:xfrm>
            <a:off x="7477241" y="3269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4" name="Shape 1922"/>
          <p:cNvSpPr/>
          <p:nvPr/>
        </p:nvSpPr>
        <p:spPr>
          <a:xfrm>
            <a:off x="7611668" y="3261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5" name="Shape 1923"/>
          <p:cNvSpPr/>
          <p:nvPr/>
        </p:nvSpPr>
        <p:spPr>
          <a:xfrm>
            <a:off x="7758622" y="3468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6" name="Shape 1924"/>
          <p:cNvSpPr/>
          <p:nvPr/>
        </p:nvSpPr>
        <p:spPr>
          <a:xfrm>
            <a:off x="7839549" y="3546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7" name="Shape 1925"/>
          <p:cNvSpPr/>
          <p:nvPr/>
        </p:nvSpPr>
        <p:spPr>
          <a:xfrm>
            <a:off x="7588653" y="36227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8" name="Shape 1926"/>
          <p:cNvSpPr/>
          <p:nvPr/>
        </p:nvSpPr>
        <p:spPr>
          <a:xfrm>
            <a:off x="7834706" y="3397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9" name="Shape 1927"/>
          <p:cNvSpPr/>
          <p:nvPr/>
        </p:nvSpPr>
        <p:spPr>
          <a:xfrm>
            <a:off x="7591637" y="3417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0" name="Shape 1928"/>
          <p:cNvSpPr/>
          <p:nvPr/>
        </p:nvSpPr>
        <p:spPr>
          <a:xfrm>
            <a:off x="7708085" y="3530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1" name="Shape 1929"/>
          <p:cNvSpPr/>
          <p:nvPr/>
        </p:nvSpPr>
        <p:spPr>
          <a:xfrm>
            <a:off x="7860559" y="3486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2" name="Shape 1930"/>
          <p:cNvSpPr/>
          <p:nvPr/>
        </p:nvSpPr>
        <p:spPr>
          <a:xfrm>
            <a:off x="7468917" y="3577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3" name="Shape 1931"/>
          <p:cNvSpPr/>
          <p:nvPr/>
        </p:nvSpPr>
        <p:spPr>
          <a:xfrm>
            <a:off x="7469111" y="3599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4" name="Shape 1932"/>
          <p:cNvSpPr/>
          <p:nvPr/>
        </p:nvSpPr>
        <p:spPr>
          <a:xfrm>
            <a:off x="7856608" y="34819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5" name="Shape 1933"/>
          <p:cNvSpPr/>
          <p:nvPr/>
        </p:nvSpPr>
        <p:spPr>
          <a:xfrm>
            <a:off x="7558221" y="34300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6" name="Shape 1934"/>
          <p:cNvSpPr/>
          <p:nvPr/>
        </p:nvSpPr>
        <p:spPr>
          <a:xfrm>
            <a:off x="7694871" y="35068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7" name="Shape 1935"/>
          <p:cNvSpPr/>
          <p:nvPr/>
        </p:nvSpPr>
        <p:spPr>
          <a:xfrm>
            <a:off x="7449153" y="34540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8" name="Shape 1936"/>
          <p:cNvSpPr/>
          <p:nvPr/>
        </p:nvSpPr>
        <p:spPr>
          <a:xfrm>
            <a:off x="7683607" y="3651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9" name="Shape 1937"/>
          <p:cNvSpPr/>
          <p:nvPr/>
        </p:nvSpPr>
        <p:spPr>
          <a:xfrm>
            <a:off x="7643500" y="3615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0" name="Shape 1938"/>
          <p:cNvSpPr/>
          <p:nvPr/>
        </p:nvSpPr>
        <p:spPr>
          <a:xfrm>
            <a:off x="7803826" y="33750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1" name="Shape 1939"/>
          <p:cNvSpPr/>
          <p:nvPr/>
        </p:nvSpPr>
        <p:spPr>
          <a:xfrm>
            <a:off x="7784128" y="34863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2" name="Shape 1940"/>
          <p:cNvSpPr/>
          <p:nvPr/>
        </p:nvSpPr>
        <p:spPr>
          <a:xfrm>
            <a:off x="7474089" y="3488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3" name="Shape 1941"/>
          <p:cNvSpPr/>
          <p:nvPr/>
        </p:nvSpPr>
        <p:spPr>
          <a:xfrm>
            <a:off x="7572013" y="3155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4" name="Shape 1942"/>
          <p:cNvSpPr/>
          <p:nvPr/>
        </p:nvSpPr>
        <p:spPr>
          <a:xfrm>
            <a:off x="7637040" y="3093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5" name="Shape 1943"/>
          <p:cNvSpPr/>
          <p:nvPr/>
        </p:nvSpPr>
        <p:spPr>
          <a:xfrm>
            <a:off x="7829930" y="35183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6" name="Shape 1944"/>
          <p:cNvSpPr/>
          <p:nvPr/>
        </p:nvSpPr>
        <p:spPr>
          <a:xfrm>
            <a:off x="7829919" y="3517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7" name="Shape 1945"/>
          <p:cNvSpPr/>
          <p:nvPr/>
        </p:nvSpPr>
        <p:spPr>
          <a:xfrm>
            <a:off x="7482526" y="3292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8" name="Shape 1946"/>
          <p:cNvSpPr/>
          <p:nvPr/>
        </p:nvSpPr>
        <p:spPr>
          <a:xfrm>
            <a:off x="7641670" y="36235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9" name="Shape 1947"/>
          <p:cNvSpPr/>
          <p:nvPr/>
        </p:nvSpPr>
        <p:spPr>
          <a:xfrm>
            <a:off x="7711372" y="3119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0" name="Shape 1948"/>
          <p:cNvSpPr/>
          <p:nvPr/>
        </p:nvSpPr>
        <p:spPr>
          <a:xfrm>
            <a:off x="7757828" y="3391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1" name="Shape 1949"/>
          <p:cNvSpPr/>
          <p:nvPr/>
        </p:nvSpPr>
        <p:spPr>
          <a:xfrm>
            <a:off x="7664067" y="3065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2" name="Shape 1950"/>
          <p:cNvSpPr/>
          <p:nvPr/>
        </p:nvSpPr>
        <p:spPr>
          <a:xfrm>
            <a:off x="7591924" y="3133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3" name="Shape 1951"/>
          <p:cNvSpPr/>
          <p:nvPr/>
        </p:nvSpPr>
        <p:spPr>
          <a:xfrm>
            <a:off x="7860194" y="3515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4" name="Shape 1952"/>
          <p:cNvSpPr/>
          <p:nvPr/>
        </p:nvSpPr>
        <p:spPr>
          <a:xfrm>
            <a:off x="7753098" y="3621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5" name="Shape 1953"/>
          <p:cNvSpPr/>
          <p:nvPr/>
        </p:nvSpPr>
        <p:spPr>
          <a:xfrm>
            <a:off x="7763328" y="3129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6" name="Shape 1954"/>
          <p:cNvSpPr/>
          <p:nvPr/>
        </p:nvSpPr>
        <p:spPr>
          <a:xfrm>
            <a:off x="7779751" y="3578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7" name="Shape 1955"/>
          <p:cNvSpPr/>
          <p:nvPr/>
        </p:nvSpPr>
        <p:spPr>
          <a:xfrm>
            <a:off x="7467532" y="3136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8" name="Shape 1956"/>
          <p:cNvSpPr/>
          <p:nvPr/>
        </p:nvSpPr>
        <p:spPr>
          <a:xfrm>
            <a:off x="7778664" y="3658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9" name="Shape 1957"/>
          <p:cNvSpPr/>
          <p:nvPr/>
        </p:nvSpPr>
        <p:spPr>
          <a:xfrm>
            <a:off x="7733746" y="35589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0" name="Shape 1958"/>
          <p:cNvSpPr/>
          <p:nvPr/>
        </p:nvSpPr>
        <p:spPr>
          <a:xfrm>
            <a:off x="7686045" y="3528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1" name="Shape 1959"/>
          <p:cNvSpPr/>
          <p:nvPr/>
        </p:nvSpPr>
        <p:spPr>
          <a:xfrm>
            <a:off x="7871100" y="3550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2" name="Shape 1960"/>
          <p:cNvSpPr/>
          <p:nvPr/>
        </p:nvSpPr>
        <p:spPr>
          <a:xfrm>
            <a:off x="7471677" y="35607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3" name="Shape 1961"/>
          <p:cNvSpPr/>
          <p:nvPr/>
        </p:nvSpPr>
        <p:spPr>
          <a:xfrm>
            <a:off x="7871461" y="3062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4" name="Shape 1962"/>
          <p:cNvSpPr/>
          <p:nvPr/>
        </p:nvSpPr>
        <p:spPr>
          <a:xfrm>
            <a:off x="7614566" y="30898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5" name="Shape 1963"/>
          <p:cNvSpPr/>
          <p:nvPr/>
        </p:nvSpPr>
        <p:spPr>
          <a:xfrm>
            <a:off x="7612070" y="3169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6" name="Shape 1964"/>
          <p:cNvSpPr/>
          <p:nvPr/>
        </p:nvSpPr>
        <p:spPr>
          <a:xfrm>
            <a:off x="7727766" y="3258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7" name="Shape 1965"/>
          <p:cNvSpPr/>
          <p:nvPr/>
        </p:nvSpPr>
        <p:spPr>
          <a:xfrm>
            <a:off x="7661829" y="3103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8" name="Shape 1966"/>
          <p:cNvSpPr/>
          <p:nvPr/>
        </p:nvSpPr>
        <p:spPr>
          <a:xfrm>
            <a:off x="7789566" y="311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9" name="Shape 1967"/>
          <p:cNvSpPr/>
          <p:nvPr/>
        </p:nvSpPr>
        <p:spPr>
          <a:xfrm>
            <a:off x="7820714" y="3695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0" name="Shape 1968"/>
          <p:cNvSpPr/>
          <p:nvPr/>
        </p:nvSpPr>
        <p:spPr>
          <a:xfrm>
            <a:off x="7586434" y="3864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1" name="Shape 1969"/>
          <p:cNvSpPr/>
          <p:nvPr/>
        </p:nvSpPr>
        <p:spPr>
          <a:xfrm>
            <a:off x="7531794" y="35093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2" name="Shape 1970"/>
          <p:cNvSpPr/>
          <p:nvPr/>
        </p:nvSpPr>
        <p:spPr>
          <a:xfrm>
            <a:off x="7635998" y="3414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3" name="Shape 1971"/>
          <p:cNvSpPr/>
          <p:nvPr/>
        </p:nvSpPr>
        <p:spPr>
          <a:xfrm>
            <a:off x="7657873" y="3548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4" name="Shape 1972"/>
          <p:cNvSpPr/>
          <p:nvPr/>
        </p:nvSpPr>
        <p:spPr>
          <a:xfrm>
            <a:off x="7740018" y="2832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5" name="Shape 1973"/>
          <p:cNvSpPr/>
          <p:nvPr/>
        </p:nvSpPr>
        <p:spPr>
          <a:xfrm>
            <a:off x="7461768" y="3154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6" name="Shape 1974"/>
          <p:cNvSpPr/>
          <p:nvPr/>
        </p:nvSpPr>
        <p:spPr>
          <a:xfrm>
            <a:off x="7763710" y="2441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7" name="Shape 1975"/>
          <p:cNvSpPr/>
          <p:nvPr/>
        </p:nvSpPr>
        <p:spPr>
          <a:xfrm>
            <a:off x="7760030" y="3028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8" name="Shape 1976"/>
          <p:cNvSpPr/>
          <p:nvPr/>
        </p:nvSpPr>
        <p:spPr>
          <a:xfrm>
            <a:off x="7707767" y="2853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9" name="Shape 1977"/>
          <p:cNvSpPr/>
          <p:nvPr/>
        </p:nvSpPr>
        <p:spPr>
          <a:xfrm>
            <a:off x="7852149" y="2990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0" name="Shape 1978"/>
          <p:cNvSpPr/>
          <p:nvPr/>
        </p:nvSpPr>
        <p:spPr>
          <a:xfrm>
            <a:off x="7513042" y="3000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1" name="Shape 1979"/>
          <p:cNvSpPr/>
          <p:nvPr/>
        </p:nvSpPr>
        <p:spPr>
          <a:xfrm>
            <a:off x="7660706" y="3091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2" name="Shape 1980"/>
          <p:cNvSpPr/>
          <p:nvPr/>
        </p:nvSpPr>
        <p:spPr>
          <a:xfrm>
            <a:off x="7478575" y="2945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3" name="Shape 1981"/>
          <p:cNvSpPr/>
          <p:nvPr/>
        </p:nvSpPr>
        <p:spPr>
          <a:xfrm>
            <a:off x="7765292" y="3010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4" name="Shape 1982"/>
          <p:cNvSpPr/>
          <p:nvPr/>
        </p:nvSpPr>
        <p:spPr>
          <a:xfrm>
            <a:off x="7823512" y="3169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5" name="Shape 1983"/>
          <p:cNvSpPr/>
          <p:nvPr/>
        </p:nvSpPr>
        <p:spPr>
          <a:xfrm>
            <a:off x="7594839" y="31189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6" name="Shape 1984"/>
          <p:cNvSpPr/>
          <p:nvPr/>
        </p:nvSpPr>
        <p:spPr>
          <a:xfrm>
            <a:off x="7566049" y="3018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7" name="Shape 1985"/>
          <p:cNvSpPr/>
          <p:nvPr/>
        </p:nvSpPr>
        <p:spPr>
          <a:xfrm>
            <a:off x="7581319" y="2964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8" name="Shape 1986"/>
          <p:cNvSpPr/>
          <p:nvPr/>
        </p:nvSpPr>
        <p:spPr>
          <a:xfrm>
            <a:off x="7601505" y="2701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9" name="Shape 1987"/>
          <p:cNvSpPr/>
          <p:nvPr/>
        </p:nvSpPr>
        <p:spPr>
          <a:xfrm>
            <a:off x="7635168" y="3149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0" name="Shape 1988"/>
          <p:cNvSpPr/>
          <p:nvPr/>
        </p:nvSpPr>
        <p:spPr>
          <a:xfrm>
            <a:off x="7515912" y="3195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1" name="Shape 1989"/>
          <p:cNvSpPr/>
          <p:nvPr/>
        </p:nvSpPr>
        <p:spPr>
          <a:xfrm>
            <a:off x="7612633" y="3089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2" name="Shape 1990"/>
          <p:cNvSpPr/>
          <p:nvPr/>
        </p:nvSpPr>
        <p:spPr>
          <a:xfrm>
            <a:off x="7586249" y="29390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3" name="Shape 1991"/>
          <p:cNvSpPr/>
          <p:nvPr/>
        </p:nvSpPr>
        <p:spPr>
          <a:xfrm>
            <a:off x="7746949" y="29353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4" name="Shape 1992"/>
          <p:cNvSpPr/>
          <p:nvPr/>
        </p:nvSpPr>
        <p:spPr>
          <a:xfrm>
            <a:off x="7529272" y="2174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5" name="Shape 1993"/>
          <p:cNvSpPr/>
          <p:nvPr/>
        </p:nvSpPr>
        <p:spPr>
          <a:xfrm>
            <a:off x="7641239" y="3042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6" name="Shape 1994"/>
          <p:cNvSpPr/>
          <p:nvPr/>
        </p:nvSpPr>
        <p:spPr>
          <a:xfrm>
            <a:off x="7796273" y="3108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7" name="Shape 1995"/>
          <p:cNvSpPr/>
          <p:nvPr/>
        </p:nvSpPr>
        <p:spPr>
          <a:xfrm>
            <a:off x="7726783" y="2967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8" name="Shape 1996"/>
          <p:cNvSpPr/>
          <p:nvPr/>
        </p:nvSpPr>
        <p:spPr>
          <a:xfrm>
            <a:off x="7819684" y="2482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9" name="Shape 1997"/>
          <p:cNvSpPr/>
          <p:nvPr/>
        </p:nvSpPr>
        <p:spPr>
          <a:xfrm>
            <a:off x="7511636" y="2790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0" name="Shape 1998"/>
          <p:cNvSpPr/>
          <p:nvPr/>
        </p:nvSpPr>
        <p:spPr>
          <a:xfrm>
            <a:off x="7641487" y="2972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1" name="Shape 1999"/>
          <p:cNvSpPr/>
          <p:nvPr/>
        </p:nvSpPr>
        <p:spPr>
          <a:xfrm>
            <a:off x="7571634" y="3077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2" name="Shape 2000"/>
          <p:cNvSpPr/>
          <p:nvPr/>
        </p:nvSpPr>
        <p:spPr>
          <a:xfrm>
            <a:off x="7703797" y="3004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3" name="Shape 2001"/>
          <p:cNvSpPr/>
          <p:nvPr/>
        </p:nvSpPr>
        <p:spPr>
          <a:xfrm>
            <a:off x="7871438" y="3109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4" name="Shape 2002"/>
          <p:cNvSpPr/>
          <p:nvPr/>
        </p:nvSpPr>
        <p:spPr>
          <a:xfrm>
            <a:off x="7856007" y="30631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5" name="Shape 2003"/>
          <p:cNvSpPr/>
          <p:nvPr/>
        </p:nvSpPr>
        <p:spPr>
          <a:xfrm>
            <a:off x="7590709" y="2530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6" name="Shape 2004"/>
          <p:cNvSpPr/>
          <p:nvPr/>
        </p:nvSpPr>
        <p:spPr>
          <a:xfrm>
            <a:off x="7525143" y="3127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7" name="Shape 2005"/>
          <p:cNvSpPr/>
          <p:nvPr/>
        </p:nvSpPr>
        <p:spPr>
          <a:xfrm>
            <a:off x="7560702" y="3138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8" name="Shape 2006"/>
          <p:cNvSpPr/>
          <p:nvPr/>
        </p:nvSpPr>
        <p:spPr>
          <a:xfrm>
            <a:off x="7559093" y="2892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9" name="Shape 2007"/>
          <p:cNvSpPr/>
          <p:nvPr/>
        </p:nvSpPr>
        <p:spPr>
          <a:xfrm>
            <a:off x="7570145" y="3114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0" name="Shape 2008"/>
          <p:cNvSpPr/>
          <p:nvPr/>
        </p:nvSpPr>
        <p:spPr>
          <a:xfrm>
            <a:off x="7621037" y="30436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1" name="Shape 2009"/>
          <p:cNvSpPr/>
          <p:nvPr/>
        </p:nvSpPr>
        <p:spPr>
          <a:xfrm>
            <a:off x="7544016" y="30330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2" name="Shape 2010"/>
          <p:cNvSpPr/>
          <p:nvPr/>
        </p:nvSpPr>
        <p:spPr>
          <a:xfrm>
            <a:off x="7680078" y="2470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3" name="Shape 2011"/>
          <p:cNvSpPr/>
          <p:nvPr/>
        </p:nvSpPr>
        <p:spPr>
          <a:xfrm>
            <a:off x="7639127" y="3338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4" name="Shape 2012"/>
          <p:cNvSpPr/>
          <p:nvPr/>
        </p:nvSpPr>
        <p:spPr>
          <a:xfrm>
            <a:off x="7842330" y="30250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5" name="Shape 2013"/>
          <p:cNvSpPr/>
          <p:nvPr/>
        </p:nvSpPr>
        <p:spPr>
          <a:xfrm>
            <a:off x="7831047" y="30167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6" name="Shape 2014"/>
          <p:cNvSpPr/>
          <p:nvPr/>
        </p:nvSpPr>
        <p:spPr>
          <a:xfrm>
            <a:off x="7724092" y="3308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7" name="Shape 2015"/>
          <p:cNvSpPr/>
          <p:nvPr/>
        </p:nvSpPr>
        <p:spPr>
          <a:xfrm>
            <a:off x="7660496" y="3308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8" name="Shape 2016"/>
          <p:cNvSpPr/>
          <p:nvPr/>
        </p:nvSpPr>
        <p:spPr>
          <a:xfrm>
            <a:off x="7790389" y="3188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9" name="Shape 2017"/>
          <p:cNvSpPr/>
          <p:nvPr/>
        </p:nvSpPr>
        <p:spPr>
          <a:xfrm>
            <a:off x="7762248" y="250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0" name="Shape 2018"/>
          <p:cNvSpPr/>
          <p:nvPr/>
        </p:nvSpPr>
        <p:spPr>
          <a:xfrm>
            <a:off x="7589786" y="3086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1" name="Shape 2019"/>
          <p:cNvSpPr/>
          <p:nvPr/>
        </p:nvSpPr>
        <p:spPr>
          <a:xfrm>
            <a:off x="7877906" y="24467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2" name="Shape 2020"/>
          <p:cNvSpPr/>
          <p:nvPr/>
        </p:nvSpPr>
        <p:spPr>
          <a:xfrm>
            <a:off x="7652574" y="3179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3" name="Shape 2021"/>
          <p:cNvSpPr/>
          <p:nvPr/>
        </p:nvSpPr>
        <p:spPr>
          <a:xfrm>
            <a:off x="7516391" y="2471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4" name="Shape 2022"/>
          <p:cNvSpPr/>
          <p:nvPr/>
        </p:nvSpPr>
        <p:spPr>
          <a:xfrm>
            <a:off x="7660348" y="3150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5" name="Shape 2023"/>
          <p:cNvSpPr/>
          <p:nvPr/>
        </p:nvSpPr>
        <p:spPr>
          <a:xfrm>
            <a:off x="7763143" y="2946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6" name="Shape 2024"/>
          <p:cNvSpPr/>
          <p:nvPr/>
        </p:nvSpPr>
        <p:spPr>
          <a:xfrm>
            <a:off x="7869024" y="2493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7" name="Shape 2025"/>
          <p:cNvSpPr/>
          <p:nvPr/>
        </p:nvSpPr>
        <p:spPr>
          <a:xfrm>
            <a:off x="7555846" y="2785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8" name="Shape 2026"/>
          <p:cNvSpPr/>
          <p:nvPr/>
        </p:nvSpPr>
        <p:spPr>
          <a:xfrm>
            <a:off x="7484076" y="2501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9" name="Shape 2027"/>
          <p:cNvSpPr/>
          <p:nvPr/>
        </p:nvSpPr>
        <p:spPr>
          <a:xfrm>
            <a:off x="7641060" y="29734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0" name="Shape 2028"/>
          <p:cNvSpPr/>
          <p:nvPr/>
        </p:nvSpPr>
        <p:spPr>
          <a:xfrm>
            <a:off x="7795818" y="2514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1" name="Shape 2029"/>
          <p:cNvSpPr/>
          <p:nvPr/>
        </p:nvSpPr>
        <p:spPr>
          <a:xfrm>
            <a:off x="7543148" y="2504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2" name="Shape 2030"/>
          <p:cNvSpPr/>
          <p:nvPr/>
        </p:nvSpPr>
        <p:spPr>
          <a:xfrm>
            <a:off x="7625554" y="24662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3" name="Shape 2031"/>
          <p:cNvSpPr/>
          <p:nvPr/>
        </p:nvSpPr>
        <p:spPr>
          <a:xfrm>
            <a:off x="7453746" y="3002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4" name="Shape 2032"/>
          <p:cNvSpPr/>
          <p:nvPr/>
        </p:nvSpPr>
        <p:spPr>
          <a:xfrm>
            <a:off x="7739741" y="3151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5" name="Shape 2033"/>
          <p:cNvSpPr/>
          <p:nvPr/>
        </p:nvSpPr>
        <p:spPr>
          <a:xfrm>
            <a:off x="7730375" y="2471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6" name="Shape 2034"/>
          <p:cNvSpPr/>
          <p:nvPr/>
        </p:nvSpPr>
        <p:spPr>
          <a:xfrm>
            <a:off x="7781124" y="2925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7" name="Shape 2035"/>
          <p:cNvSpPr/>
          <p:nvPr/>
        </p:nvSpPr>
        <p:spPr>
          <a:xfrm>
            <a:off x="7588806" y="2803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8" name="Shape 2036"/>
          <p:cNvSpPr/>
          <p:nvPr/>
        </p:nvSpPr>
        <p:spPr>
          <a:xfrm>
            <a:off x="7687952" y="3209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9" name="Shape 2037"/>
          <p:cNvSpPr/>
          <p:nvPr/>
        </p:nvSpPr>
        <p:spPr>
          <a:xfrm>
            <a:off x="7683593" y="3264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0" name="Shape 2038"/>
          <p:cNvSpPr/>
          <p:nvPr/>
        </p:nvSpPr>
        <p:spPr>
          <a:xfrm>
            <a:off x="7876485" y="2672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1" name="Shape 2039"/>
          <p:cNvSpPr/>
          <p:nvPr/>
        </p:nvSpPr>
        <p:spPr>
          <a:xfrm>
            <a:off x="7869455" y="32092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2" name="Shape 2040"/>
          <p:cNvSpPr/>
          <p:nvPr/>
        </p:nvSpPr>
        <p:spPr>
          <a:xfrm>
            <a:off x="7623667" y="31752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3" name="Shape 2041"/>
          <p:cNvSpPr/>
          <p:nvPr/>
        </p:nvSpPr>
        <p:spPr>
          <a:xfrm>
            <a:off x="7824273" y="2376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4" name="Shape 2042"/>
          <p:cNvSpPr/>
          <p:nvPr/>
        </p:nvSpPr>
        <p:spPr>
          <a:xfrm>
            <a:off x="7754953" y="2328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5" name="Shape 2043"/>
          <p:cNvSpPr/>
          <p:nvPr/>
        </p:nvSpPr>
        <p:spPr>
          <a:xfrm>
            <a:off x="7660762" y="23718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6" name="Shape 2044"/>
          <p:cNvSpPr/>
          <p:nvPr/>
        </p:nvSpPr>
        <p:spPr>
          <a:xfrm>
            <a:off x="7570817" y="29001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7" name="Shape 2045"/>
          <p:cNvSpPr/>
          <p:nvPr/>
        </p:nvSpPr>
        <p:spPr>
          <a:xfrm>
            <a:off x="7718229" y="2500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8" name="Shape 2046"/>
          <p:cNvSpPr/>
          <p:nvPr/>
        </p:nvSpPr>
        <p:spPr>
          <a:xfrm>
            <a:off x="7713271" y="3254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9" name="Shape 2047"/>
          <p:cNvSpPr/>
          <p:nvPr/>
        </p:nvSpPr>
        <p:spPr>
          <a:xfrm>
            <a:off x="7672057" y="2722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0" name="Shape 2048"/>
          <p:cNvSpPr/>
          <p:nvPr/>
        </p:nvSpPr>
        <p:spPr>
          <a:xfrm>
            <a:off x="7607068" y="24376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1" name="Shape 2049"/>
          <p:cNvSpPr/>
          <p:nvPr/>
        </p:nvSpPr>
        <p:spPr>
          <a:xfrm>
            <a:off x="7864918" y="3209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2" name="Shape 2050"/>
          <p:cNvSpPr/>
          <p:nvPr/>
        </p:nvSpPr>
        <p:spPr>
          <a:xfrm>
            <a:off x="7874268" y="2386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3" name="Shape 2051"/>
          <p:cNvSpPr/>
          <p:nvPr/>
        </p:nvSpPr>
        <p:spPr>
          <a:xfrm>
            <a:off x="7510686" y="2660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4" name="Shape 2052"/>
          <p:cNvSpPr/>
          <p:nvPr/>
        </p:nvSpPr>
        <p:spPr>
          <a:xfrm>
            <a:off x="7793026" y="2377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5" name="Shape 2053"/>
          <p:cNvSpPr/>
          <p:nvPr/>
        </p:nvSpPr>
        <p:spPr>
          <a:xfrm>
            <a:off x="7699429" y="3425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6" name="Shape 2054"/>
          <p:cNvSpPr/>
          <p:nvPr/>
        </p:nvSpPr>
        <p:spPr>
          <a:xfrm>
            <a:off x="7503243" y="3321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7" name="Shape 2055"/>
          <p:cNvSpPr/>
          <p:nvPr/>
        </p:nvSpPr>
        <p:spPr>
          <a:xfrm>
            <a:off x="7452904" y="3302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8" name="Shape 2056"/>
          <p:cNvSpPr/>
          <p:nvPr/>
        </p:nvSpPr>
        <p:spPr>
          <a:xfrm>
            <a:off x="7854663" y="3071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9" name="Shape 2057"/>
          <p:cNvSpPr/>
          <p:nvPr/>
        </p:nvSpPr>
        <p:spPr>
          <a:xfrm>
            <a:off x="7562036" y="3043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0" name="Shape 2058"/>
          <p:cNvSpPr/>
          <p:nvPr/>
        </p:nvSpPr>
        <p:spPr>
          <a:xfrm>
            <a:off x="7836657" y="3047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1" name="Shape 2059"/>
          <p:cNvSpPr/>
          <p:nvPr/>
        </p:nvSpPr>
        <p:spPr>
          <a:xfrm>
            <a:off x="7552486" y="3063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2" name="Shape 2060"/>
          <p:cNvSpPr/>
          <p:nvPr/>
        </p:nvSpPr>
        <p:spPr>
          <a:xfrm>
            <a:off x="7764729" y="3030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3" name="Shape 2061"/>
          <p:cNvSpPr/>
          <p:nvPr/>
        </p:nvSpPr>
        <p:spPr>
          <a:xfrm>
            <a:off x="7812749" y="3071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4" name="Shape 2062"/>
          <p:cNvSpPr/>
          <p:nvPr/>
        </p:nvSpPr>
        <p:spPr>
          <a:xfrm>
            <a:off x="7854475" y="3108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5" name="Shape 2063"/>
          <p:cNvSpPr/>
          <p:nvPr/>
        </p:nvSpPr>
        <p:spPr>
          <a:xfrm>
            <a:off x="7497607" y="3071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6" name="Shape 2064"/>
          <p:cNvSpPr/>
          <p:nvPr/>
        </p:nvSpPr>
        <p:spPr>
          <a:xfrm>
            <a:off x="7710574" y="30875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7" name="Shape 2065"/>
          <p:cNvSpPr/>
          <p:nvPr/>
        </p:nvSpPr>
        <p:spPr>
          <a:xfrm>
            <a:off x="7587886" y="3058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8" name="Shape 2066"/>
          <p:cNvSpPr/>
          <p:nvPr/>
        </p:nvSpPr>
        <p:spPr>
          <a:xfrm>
            <a:off x="7609713" y="3033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9" name="Shape 2067"/>
          <p:cNvSpPr/>
          <p:nvPr/>
        </p:nvSpPr>
        <p:spPr>
          <a:xfrm>
            <a:off x="7580192" y="3118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0" name="Shape 2068"/>
          <p:cNvSpPr/>
          <p:nvPr/>
        </p:nvSpPr>
        <p:spPr>
          <a:xfrm>
            <a:off x="7726417" y="3461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1" name="Shape 2069"/>
          <p:cNvSpPr/>
          <p:nvPr/>
        </p:nvSpPr>
        <p:spPr>
          <a:xfrm>
            <a:off x="7803045" y="29322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2" name="Shape 2070"/>
          <p:cNvSpPr/>
          <p:nvPr/>
        </p:nvSpPr>
        <p:spPr>
          <a:xfrm>
            <a:off x="7591090" y="3279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3" name="Shape 2071"/>
          <p:cNvSpPr/>
          <p:nvPr/>
        </p:nvSpPr>
        <p:spPr>
          <a:xfrm>
            <a:off x="7839353" y="3248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4" name="Shape 2072"/>
          <p:cNvSpPr/>
          <p:nvPr/>
        </p:nvSpPr>
        <p:spPr>
          <a:xfrm>
            <a:off x="7459224" y="3354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5" name="Shape 2073"/>
          <p:cNvSpPr/>
          <p:nvPr/>
        </p:nvSpPr>
        <p:spPr>
          <a:xfrm>
            <a:off x="7860492" y="3253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6" name="Shape 2074"/>
          <p:cNvSpPr/>
          <p:nvPr/>
        </p:nvSpPr>
        <p:spPr>
          <a:xfrm>
            <a:off x="7509623" y="3614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7" name="Shape 2075"/>
          <p:cNvSpPr/>
          <p:nvPr/>
        </p:nvSpPr>
        <p:spPr>
          <a:xfrm>
            <a:off x="7711255" y="3684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8" name="Shape 2076"/>
          <p:cNvSpPr/>
          <p:nvPr/>
        </p:nvSpPr>
        <p:spPr>
          <a:xfrm>
            <a:off x="7453270" y="3753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9" name="Shape 2077"/>
          <p:cNvSpPr/>
          <p:nvPr/>
        </p:nvSpPr>
        <p:spPr>
          <a:xfrm>
            <a:off x="7556507" y="34151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0" name="Shape 2078"/>
          <p:cNvSpPr/>
          <p:nvPr/>
        </p:nvSpPr>
        <p:spPr>
          <a:xfrm>
            <a:off x="7707605" y="3686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1" name="Shape 2079"/>
          <p:cNvSpPr/>
          <p:nvPr/>
        </p:nvSpPr>
        <p:spPr>
          <a:xfrm>
            <a:off x="7546914" y="3658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2" name="Shape 2080"/>
          <p:cNvSpPr/>
          <p:nvPr/>
        </p:nvSpPr>
        <p:spPr>
          <a:xfrm>
            <a:off x="7753768" y="3521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3" name="Shape 2081"/>
          <p:cNvSpPr/>
          <p:nvPr/>
        </p:nvSpPr>
        <p:spPr>
          <a:xfrm>
            <a:off x="7672688" y="3563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4" name="Shape 2082"/>
          <p:cNvSpPr/>
          <p:nvPr/>
        </p:nvSpPr>
        <p:spPr>
          <a:xfrm>
            <a:off x="7733580" y="34514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5" name="Shape 2083"/>
          <p:cNvSpPr/>
          <p:nvPr/>
        </p:nvSpPr>
        <p:spPr>
          <a:xfrm>
            <a:off x="7537019" y="3441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6" name="Shape 2084"/>
          <p:cNvSpPr/>
          <p:nvPr/>
        </p:nvSpPr>
        <p:spPr>
          <a:xfrm>
            <a:off x="7580228" y="35781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7" name="Shape 2085"/>
          <p:cNvSpPr/>
          <p:nvPr/>
        </p:nvSpPr>
        <p:spPr>
          <a:xfrm>
            <a:off x="7664571" y="3577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8" name="Shape 2086"/>
          <p:cNvSpPr/>
          <p:nvPr/>
        </p:nvSpPr>
        <p:spPr>
          <a:xfrm>
            <a:off x="7560625" y="31680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9" name="Shape 2087"/>
          <p:cNvSpPr/>
          <p:nvPr/>
        </p:nvSpPr>
        <p:spPr>
          <a:xfrm>
            <a:off x="7616716" y="3419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0" name="Shape 2088"/>
          <p:cNvSpPr/>
          <p:nvPr/>
        </p:nvSpPr>
        <p:spPr>
          <a:xfrm>
            <a:off x="7808567" y="3256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1" name="Shape 2089"/>
          <p:cNvSpPr/>
          <p:nvPr/>
        </p:nvSpPr>
        <p:spPr>
          <a:xfrm>
            <a:off x="7729435" y="3256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2" name="Shape 2090"/>
          <p:cNvSpPr/>
          <p:nvPr/>
        </p:nvSpPr>
        <p:spPr>
          <a:xfrm>
            <a:off x="7723285" y="2735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3" name="Shape 2091"/>
          <p:cNvSpPr/>
          <p:nvPr/>
        </p:nvSpPr>
        <p:spPr>
          <a:xfrm>
            <a:off x="7823367" y="27414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4" name="Shape 2092"/>
          <p:cNvSpPr/>
          <p:nvPr/>
        </p:nvSpPr>
        <p:spPr>
          <a:xfrm>
            <a:off x="7725648" y="3249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5" name="Shape 2093"/>
          <p:cNvSpPr/>
          <p:nvPr/>
        </p:nvSpPr>
        <p:spPr>
          <a:xfrm>
            <a:off x="7646043" y="2922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6" name="Shape 2094"/>
          <p:cNvSpPr/>
          <p:nvPr/>
        </p:nvSpPr>
        <p:spPr>
          <a:xfrm>
            <a:off x="7841630" y="2760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7" name="Shape 2095"/>
          <p:cNvSpPr/>
          <p:nvPr/>
        </p:nvSpPr>
        <p:spPr>
          <a:xfrm>
            <a:off x="7505152" y="3267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8" name="Shape 2096"/>
          <p:cNvSpPr/>
          <p:nvPr/>
        </p:nvSpPr>
        <p:spPr>
          <a:xfrm>
            <a:off x="7814374" y="3294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9" name="Shape 2097"/>
          <p:cNvSpPr/>
          <p:nvPr/>
        </p:nvSpPr>
        <p:spPr>
          <a:xfrm>
            <a:off x="7706621" y="2911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0" name="Shape 2098"/>
          <p:cNvSpPr/>
          <p:nvPr/>
        </p:nvSpPr>
        <p:spPr>
          <a:xfrm>
            <a:off x="7674631" y="2430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1" name="Shape 2099"/>
          <p:cNvSpPr/>
          <p:nvPr/>
        </p:nvSpPr>
        <p:spPr>
          <a:xfrm>
            <a:off x="7551417" y="318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2" name="Shape 2100"/>
          <p:cNvSpPr/>
          <p:nvPr/>
        </p:nvSpPr>
        <p:spPr>
          <a:xfrm>
            <a:off x="7477361" y="31320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3" name="Shape 2101"/>
          <p:cNvSpPr/>
          <p:nvPr/>
        </p:nvSpPr>
        <p:spPr>
          <a:xfrm>
            <a:off x="7829447" y="3146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4" name="Shape 2102"/>
          <p:cNvSpPr/>
          <p:nvPr/>
        </p:nvSpPr>
        <p:spPr>
          <a:xfrm>
            <a:off x="7801515" y="3137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5" name="Shape 2103"/>
          <p:cNvSpPr/>
          <p:nvPr/>
        </p:nvSpPr>
        <p:spPr>
          <a:xfrm>
            <a:off x="7523740" y="3173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6" name="Shape 2104"/>
          <p:cNvSpPr/>
          <p:nvPr/>
        </p:nvSpPr>
        <p:spPr>
          <a:xfrm>
            <a:off x="7496472" y="3147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7" name="Shape 2105"/>
          <p:cNvSpPr/>
          <p:nvPr/>
        </p:nvSpPr>
        <p:spPr>
          <a:xfrm>
            <a:off x="7633443" y="3633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8" name="Shape 2106"/>
          <p:cNvSpPr/>
          <p:nvPr/>
        </p:nvSpPr>
        <p:spPr>
          <a:xfrm>
            <a:off x="7805813" y="35953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9" name="Shape 2107"/>
          <p:cNvSpPr/>
          <p:nvPr/>
        </p:nvSpPr>
        <p:spPr>
          <a:xfrm>
            <a:off x="7483212" y="33000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0" name="Shape 2108"/>
          <p:cNvSpPr/>
          <p:nvPr/>
        </p:nvSpPr>
        <p:spPr>
          <a:xfrm>
            <a:off x="7864213" y="26184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1" name="Shape 2109"/>
          <p:cNvSpPr/>
          <p:nvPr/>
        </p:nvSpPr>
        <p:spPr>
          <a:xfrm>
            <a:off x="7713379" y="3301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2" name="Shape 2110"/>
          <p:cNvSpPr/>
          <p:nvPr/>
        </p:nvSpPr>
        <p:spPr>
          <a:xfrm>
            <a:off x="7709456" y="3608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3" name="Shape 2111"/>
          <p:cNvSpPr/>
          <p:nvPr/>
        </p:nvSpPr>
        <p:spPr>
          <a:xfrm>
            <a:off x="7448847" y="3106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4" name="Shape 2112"/>
          <p:cNvSpPr/>
          <p:nvPr/>
        </p:nvSpPr>
        <p:spPr>
          <a:xfrm>
            <a:off x="7560038" y="33321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5" name="Shape 2113"/>
          <p:cNvSpPr/>
          <p:nvPr/>
        </p:nvSpPr>
        <p:spPr>
          <a:xfrm>
            <a:off x="7617559" y="3495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6" name="Shape 2114"/>
          <p:cNvSpPr/>
          <p:nvPr/>
        </p:nvSpPr>
        <p:spPr>
          <a:xfrm>
            <a:off x="7504918" y="3051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7" name="Shape 2115"/>
          <p:cNvSpPr/>
          <p:nvPr/>
        </p:nvSpPr>
        <p:spPr>
          <a:xfrm>
            <a:off x="7513658" y="338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8" name="Shape 2116"/>
          <p:cNvSpPr/>
          <p:nvPr/>
        </p:nvSpPr>
        <p:spPr>
          <a:xfrm>
            <a:off x="7532029" y="3635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9" name="Shape 2117"/>
          <p:cNvSpPr/>
          <p:nvPr/>
        </p:nvSpPr>
        <p:spPr>
          <a:xfrm>
            <a:off x="7686782" y="3458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0" name="Shape 2118"/>
          <p:cNvSpPr/>
          <p:nvPr/>
        </p:nvSpPr>
        <p:spPr>
          <a:xfrm>
            <a:off x="7805490" y="35846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1" name="Shape 2119"/>
          <p:cNvSpPr/>
          <p:nvPr/>
        </p:nvSpPr>
        <p:spPr>
          <a:xfrm>
            <a:off x="7630401" y="3581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2" name="Shape 2120"/>
          <p:cNvSpPr/>
          <p:nvPr/>
        </p:nvSpPr>
        <p:spPr>
          <a:xfrm>
            <a:off x="7870399" y="34015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3" name="Shape 2121"/>
          <p:cNvSpPr/>
          <p:nvPr/>
        </p:nvSpPr>
        <p:spPr>
          <a:xfrm>
            <a:off x="7606021" y="2494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4" name="Shape 2122"/>
          <p:cNvSpPr/>
          <p:nvPr/>
        </p:nvSpPr>
        <p:spPr>
          <a:xfrm>
            <a:off x="7739457" y="23223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5" name="Shape 2123"/>
          <p:cNvSpPr/>
          <p:nvPr/>
        </p:nvSpPr>
        <p:spPr>
          <a:xfrm>
            <a:off x="7572301" y="3217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6" name="Shape 2124"/>
          <p:cNvSpPr/>
          <p:nvPr/>
        </p:nvSpPr>
        <p:spPr>
          <a:xfrm>
            <a:off x="7545828" y="2495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7" name="Shape 2125"/>
          <p:cNvSpPr/>
          <p:nvPr/>
        </p:nvSpPr>
        <p:spPr>
          <a:xfrm>
            <a:off x="7448343" y="2419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8" name="Shape 2126"/>
          <p:cNvSpPr/>
          <p:nvPr/>
        </p:nvSpPr>
        <p:spPr>
          <a:xfrm>
            <a:off x="7811728" y="2490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9" name="Shape 2127"/>
          <p:cNvSpPr/>
          <p:nvPr/>
        </p:nvSpPr>
        <p:spPr>
          <a:xfrm>
            <a:off x="7566773" y="32157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0" name="Shape 2128"/>
          <p:cNvSpPr/>
          <p:nvPr/>
        </p:nvSpPr>
        <p:spPr>
          <a:xfrm>
            <a:off x="7614614" y="24228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1" name="Shape 2129"/>
          <p:cNvSpPr/>
          <p:nvPr/>
        </p:nvSpPr>
        <p:spPr>
          <a:xfrm>
            <a:off x="7874239" y="2754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2" name="Shape 2130"/>
          <p:cNvSpPr/>
          <p:nvPr/>
        </p:nvSpPr>
        <p:spPr>
          <a:xfrm>
            <a:off x="7723309" y="2918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3" name="Shape 2131"/>
          <p:cNvSpPr/>
          <p:nvPr/>
        </p:nvSpPr>
        <p:spPr>
          <a:xfrm>
            <a:off x="7795067" y="26957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4" name="Shape 2132"/>
          <p:cNvSpPr/>
          <p:nvPr/>
        </p:nvSpPr>
        <p:spPr>
          <a:xfrm>
            <a:off x="7724240" y="2989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5" name="Shape 2133"/>
          <p:cNvSpPr/>
          <p:nvPr/>
        </p:nvSpPr>
        <p:spPr>
          <a:xfrm>
            <a:off x="7513416" y="2687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6" name="Shape 2134"/>
          <p:cNvSpPr/>
          <p:nvPr/>
        </p:nvSpPr>
        <p:spPr>
          <a:xfrm>
            <a:off x="7734678" y="3035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7" name="Shape 2135"/>
          <p:cNvSpPr/>
          <p:nvPr/>
        </p:nvSpPr>
        <p:spPr>
          <a:xfrm>
            <a:off x="7602604" y="28008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8" name="Shape 2136"/>
          <p:cNvSpPr/>
          <p:nvPr/>
        </p:nvSpPr>
        <p:spPr>
          <a:xfrm>
            <a:off x="7559049" y="26929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9" name="Shape 2137"/>
          <p:cNvSpPr/>
          <p:nvPr/>
        </p:nvSpPr>
        <p:spPr>
          <a:xfrm>
            <a:off x="7751167" y="3268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0" name="Shape 2138"/>
          <p:cNvSpPr/>
          <p:nvPr/>
        </p:nvSpPr>
        <p:spPr>
          <a:xfrm>
            <a:off x="7709583" y="3366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1" name="Shape 2139"/>
          <p:cNvSpPr/>
          <p:nvPr/>
        </p:nvSpPr>
        <p:spPr>
          <a:xfrm>
            <a:off x="7504911" y="3156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2" name="Shape 2140"/>
          <p:cNvSpPr/>
          <p:nvPr/>
        </p:nvSpPr>
        <p:spPr>
          <a:xfrm>
            <a:off x="7574125" y="3124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3" name="Shape 2141"/>
          <p:cNvSpPr/>
          <p:nvPr/>
        </p:nvSpPr>
        <p:spPr>
          <a:xfrm>
            <a:off x="7533403" y="3151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4" name="Shape 2142"/>
          <p:cNvSpPr/>
          <p:nvPr/>
        </p:nvSpPr>
        <p:spPr>
          <a:xfrm>
            <a:off x="7751573" y="3165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5" name="Shape 2143"/>
          <p:cNvSpPr/>
          <p:nvPr/>
        </p:nvSpPr>
        <p:spPr>
          <a:xfrm>
            <a:off x="7669191" y="3150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6" name="Shape 2144"/>
          <p:cNvSpPr/>
          <p:nvPr/>
        </p:nvSpPr>
        <p:spPr>
          <a:xfrm>
            <a:off x="7544058" y="3166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7" name="Shape 2145"/>
          <p:cNvSpPr/>
          <p:nvPr/>
        </p:nvSpPr>
        <p:spPr>
          <a:xfrm>
            <a:off x="7701273" y="3540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8" name="Shape 2146"/>
          <p:cNvSpPr/>
          <p:nvPr/>
        </p:nvSpPr>
        <p:spPr>
          <a:xfrm>
            <a:off x="7506203" y="3556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9" name="Shape 2147"/>
          <p:cNvSpPr/>
          <p:nvPr/>
        </p:nvSpPr>
        <p:spPr>
          <a:xfrm>
            <a:off x="7697193" y="35554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0" name="Shape 2148"/>
          <p:cNvSpPr/>
          <p:nvPr/>
        </p:nvSpPr>
        <p:spPr>
          <a:xfrm>
            <a:off x="7675838" y="3553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1" name="Shape 2149"/>
          <p:cNvSpPr/>
          <p:nvPr/>
        </p:nvSpPr>
        <p:spPr>
          <a:xfrm>
            <a:off x="7672602" y="3200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2" name="Shape 2150"/>
          <p:cNvSpPr/>
          <p:nvPr/>
        </p:nvSpPr>
        <p:spPr>
          <a:xfrm>
            <a:off x="7499043" y="34015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3" name="Shape 2151"/>
          <p:cNvSpPr/>
          <p:nvPr/>
        </p:nvSpPr>
        <p:spPr>
          <a:xfrm>
            <a:off x="7729670" y="2796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4" name="Shape 2152"/>
          <p:cNvSpPr/>
          <p:nvPr/>
        </p:nvSpPr>
        <p:spPr>
          <a:xfrm>
            <a:off x="7523950" y="2864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5" name="Shape 2153"/>
          <p:cNvSpPr/>
          <p:nvPr/>
        </p:nvSpPr>
        <p:spPr>
          <a:xfrm>
            <a:off x="7857451" y="2790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6" name="Shape 2154"/>
          <p:cNvSpPr/>
          <p:nvPr/>
        </p:nvSpPr>
        <p:spPr>
          <a:xfrm>
            <a:off x="7528188" y="2898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7" name="Shape 2155"/>
          <p:cNvSpPr/>
          <p:nvPr/>
        </p:nvSpPr>
        <p:spPr>
          <a:xfrm>
            <a:off x="7767766" y="35437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8" name="Shape 2156"/>
          <p:cNvSpPr/>
          <p:nvPr/>
        </p:nvSpPr>
        <p:spPr>
          <a:xfrm>
            <a:off x="7778535" y="30405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9" name="Shape 2157"/>
          <p:cNvSpPr/>
          <p:nvPr/>
        </p:nvSpPr>
        <p:spPr>
          <a:xfrm>
            <a:off x="7749819" y="28507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0" name="Shape 2158"/>
          <p:cNvSpPr/>
          <p:nvPr/>
        </p:nvSpPr>
        <p:spPr>
          <a:xfrm>
            <a:off x="7467923" y="2948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1" name="Shape 2159"/>
          <p:cNvSpPr/>
          <p:nvPr/>
        </p:nvSpPr>
        <p:spPr>
          <a:xfrm>
            <a:off x="7624211" y="2912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2" name="Shape 2160"/>
          <p:cNvSpPr/>
          <p:nvPr/>
        </p:nvSpPr>
        <p:spPr>
          <a:xfrm>
            <a:off x="7708243" y="3165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3" name="Shape 2161"/>
          <p:cNvSpPr/>
          <p:nvPr/>
        </p:nvSpPr>
        <p:spPr>
          <a:xfrm>
            <a:off x="7695552" y="29393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4" name="Shape 2162"/>
          <p:cNvSpPr/>
          <p:nvPr/>
        </p:nvSpPr>
        <p:spPr>
          <a:xfrm>
            <a:off x="7763935" y="3409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5" name="Shape 2163"/>
          <p:cNvSpPr/>
          <p:nvPr/>
        </p:nvSpPr>
        <p:spPr>
          <a:xfrm>
            <a:off x="7500917" y="2926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6" name="Shape 2164"/>
          <p:cNvSpPr/>
          <p:nvPr/>
        </p:nvSpPr>
        <p:spPr>
          <a:xfrm>
            <a:off x="7681685" y="29815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7" name="Shape 2165"/>
          <p:cNvSpPr/>
          <p:nvPr/>
        </p:nvSpPr>
        <p:spPr>
          <a:xfrm>
            <a:off x="7455054" y="31134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8" name="Shape 2166"/>
          <p:cNvSpPr/>
          <p:nvPr/>
        </p:nvSpPr>
        <p:spPr>
          <a:xfrm>
            <a:off x="7860713" y="3139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9" name="Shape 2167"/>
          <p:cNvSpPr/>
          <p:nvPr/>
        </p:nvSpPr>
        <p:spPr>
          <a:xfrm>
            <a:off x="7588585" y="3279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0" name="Shape 2168"/>
          <p:cNvSpPr/>
          <p:nvPr/>
        </p:nvSpPr>
        <p:spPr>
          <a:xfrm>
            <a:off x="7634950" y="3057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1" name="Shape 2169"/>
          <p:cNvSpPr/>
          <p:nvPr/>
        </p:nvSpPr>
        <p:spPr>
          <a:xfrm>
            <a:off x="7721036" y="2794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2" name="Shape 2170"/>
          <p:cNvSpPr/>
          <p:nvPr/>
        </p:nvSpPr>
        <p:spPr>
          <a:xfrm>
            <a:off x="7619089" y="2970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3" name="Shape 2171"/>
          <p:cNvSpPr/>
          <p:nvPr/>
        </p:nvSpPr>
        <p:spPr>
          <a:xfrm>
            <a:off x="7485481" y="25374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4" name="Shape 2172"/>
          <p:cNvSpPr/>
          <p:nvPr/>
        </p:nvSpPr>
        <p:spPr>
          <a:xfrm>
            <a:off x="7791086" y="3145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5" name="Shape 2173"/>
          <p:cNvSpPr/>
          <p:nvPr/>
        </p:nvSpPr>
        <p:spPr>
          <a:xfrm>
            <a:off x="7857663" y="2997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6" name="Shape 2174"/>
          <p:cNvSpPr/>
          <p:nvPr/>
        </p:nvSpPr>
        <p:spPr>
          <a:xfrm>
            <a:off x="7487483" y="31119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7" name="Shape 2175"/>
          <p:cNvSpPr/>
          <p:nvPr/>
        </p:nvSpPr>
        <p:spPr>
          <a:xfrm>
            <a:off x="7622309" y="2842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8" name="Shape 2176"/>
          <p:cNvSpPr/>
          <p:nvPr/>
        </p:nvSpPr>
        <p:spPr>
          <a:xfrm>
            <a:off x="7798902" y="2505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9" name="Shape 2177"/>
          <p:cNvSpPr/>
          <p:nvPr/>
        </p:nvSpPr>
        <p:spPr>
          <a:xfrm>
            <a:off x="7842672" y="31521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0" name="Shape 2178"/>
          <p:cNvSpPr/>
          <p:nvPr/>
        </p:nvSpPr>
        <p:spPr>
          <a:xfrm>
            <a:off x="7614497" y="2974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1" name="Shape 2179"/>
          <p:cNvSpPr/>
          <p:nvPr/>
        </p:nvSpPr>
        <p:spPr>
          <a:xfrm>
            <a:off x="7630826" y="3046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2" name="Shape 2180"/>
          <p:cNvSpPr/>
          <p:nvPr/>
        </p:nvSpPr>
        <p:spPr>
          <a:xfrm>
            <a:off x="7577499" y="3494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3" name="Shape 2181"/>
          <p:cNvSpPr/>
          <p:nvPr/>
        </p:nvSpPr>
        <p:spPr>
          <a:xfrm>
            <a:off x="7512088" y="3406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4" name="Shape 2182"/>
          <p:cNvSpPr/>
          <p:nvPr/>
        </p:nvSpPr>
        <p:spPr>
          <a:xfrm>
            <a:off x="7597987" y="36074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5" name="Shape 2183"/>
          <p:cNvSpPr/>
          <p:nvPr/>
        </p:nvSpPr>
        <p:spPr>
          <a:xfrm>
            <a:off x="7675523" y="3426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6" name="Shape 2184"/>
          <p:cNvSpPr/>
          <p:nvPr/>
        </p:nvSpPr>
        <p:spPr>
          <a:xfrm>
            <a:off x="7671680" y="2511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7" name="Shape 2185"/>
          <p:cNvSpPr/>
          <p:nvPr/>
        </p:nvSpPr>
        <p:spPr>
          <a:xfrm>
            <a:off x="7718789" y="3108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8" name="Shape 2186"/>
          <p:cNvSpPr/>
          <p:nvPr/>
        </p:nvSpPr>
        <p:spPr>
          <a:xfrm>
            <a:off x="7492449" y="3384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9" name="Shape 2187"/>
          <p:cNvSpPr/>
          <p:nvPr/>
        </p:nvSpPr>
        <p:spPr>
          <a:xfrm>
            <a:off x="7680158" y="31120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0" name="Shape 2188"/>
          <p:cNvSpPr/>
          <p:nvPr/>
        </p:nvSpPr>
        <p:spPr>
          <a:xfrm>
            <a:off x="7760656" y="3328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1" name="Shape 2189"/>
          <p:cNvSpPr/>
          <p:nvPr/>
        </p:nvSpPr>
        <p:spPr>
          <a:xfrm>
            <a:off x="7473043" y="3588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2" name="Shape 2190"/>
          <p:cNvSpPr/>
          <p:nvPr/>
        </p:nvSpPr>
        <p:spPr>
          <a:xfrm>
            <a:off x="7774833" y="3022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3" name="Shape 2191"/>
          <p:cNvSpPr/>
          <p:nvPr/>
        </p:nvSpPr>
        <p:spPr>
          <a:xfrm>
            <a:off x="7816612" y="2972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4" name="Shape 2192"/>
          <p:cNvSpPr/>
          <p:nvPr/>
        </p:nvSpPr>
        <p:spPr>
          <a:xfrm>
            <a:off x="7649382" y="3077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5" name="Shape 2193"/>
          <p:cNvSpPr/>
          <p:nvPr/>
        </p:nvSpPr>
        <p:spPr>
          <a:xfrm>
            <a:off x="7502731" y="3172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6" name="Shape 2194"/>
          <p:cNvSpPr/>
          <p:nvPr/>
        </p:nvSpPr>
        <p:spPr>
          <a:xfrm>
            <a:off x="7834257" y="3135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7" name="Shape 2195"/>
          <p:cNvSpPr/>
          <p:nvPr/>
        </p:nvSpPr>
        <p:spPr>
          <a:xfrm>
            <a:off x="7741649" y="33682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8" name="Shape 2196"/>
          <p:cNvSpPr/>
          <p:nvPr/>
        </p:nvSpPr>
        <p:spPr>
          <a:xfrm>
            <a:off x="7699784" y="3087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9" name="Shape 2197"/>
          <p:cNvSpPr/>
          <p:nvPr/>
        </p:nvSpPr>
        <p:spPr>
          <a:xfrm>
            <a:off x="7751155" y="35179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0" name="Shape 2198"/>
          <p:cNvSpPr/>
          <p:nvPr/>
        </p:nvSpPr>
        <p:spPr>
          <a:xfrm>
            <a:off x="7650290" y="29587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1" name="Shape 2199"/>
          <p:cNvSpPr/>
          <p:nvPr/>
        </p:nvSpPr>
        <p:spPr>
          <a:xfrm>
            <a:off x="7713666" y="2661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2" name="Shape 2200"/>
          <p:cNvSpPr/>
          <p:nvPr/>
        </p:nvSpPr>
        <p:spPr>
          <a:xfrm>
            <a:off x="7504616" y="2893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3" name="Shape 2201"/>
          <p:cNvSpPr/>
          <p:nvPr/>
        </p:nvSpPr>
        <p:spPr>
          <a:xfrm>
            <a:off x="7577794" y="3258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4" name="Shape 2202"/>
          <p:cNvSpPr/>
          <p:nvPr/>
        </p:nvSpPr>
        <p:spPr>
          <a:xfrm>
            <a:off x="7449999" y="15367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5" name="Shape 2203"/>
          <p:cNvSpPr/>
          <p:nvPr/>
        </p:nvSpPr>
        <p:spPr>
          <a:xfrm>
            <a:off x="7748839" y="3520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6" name="Shape 2204"/>
          <p:cNvSpPr/>
          <p:nvPr/>
        </p:nvSpPr>
        <p:spPr>
          <a:xfrm>
            <a:off x="7822081" y="3475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7" name="Shape 2205"/>
          <p:cNvSpPr/>
          <p:nvPr/>
        </p:nvSpPr>
        <p:spPr>
          <a:xfrm>
            <a:off x="7806289" y="2497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8" name="Shape 2206"/>
          <p:cNvSpPr/>
          <p:nvPr/>
        </p:nvSpPr>
        <p:spPr>
          <a:xfrm>
            <a:off x="7515859" y="2457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9" name="Shape 2207"/>
          <p:cNvSpPr/>
          <p:nvPr/>
        </p:nvSpPr>
        <p:spPr>
          <a:xfrm>
            <a:off x="7582010" y="28550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0" name="Shape 2208"/>
          <p:cNvSpPr/>
          <p:nvPr/>
        </p:nvSpPr>
        <p:spPr>
          <a:xfrm>
            <a:off x="7573559" y="3144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1" name="Shape 2209"/>
          <p:cNvSpPr/>
          <p:nvPr/>
        </p:nvSpPr>
        <p:spPr>
          <a:xfrm>
            <a:off x="7567667" y="2856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2" name="Shape 2210"/>
          <p:cNvSpPr/>
          <p:nvPr/>
        </p:nvSpPr>
        <p:spPr>
          <a:xfrm>
            <a:off x="7769189" y="2964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3" name="Shape 2211"/>
          <p:cNvSpPr/>
          <p:nvPr/>
        </p:nvSpPr>
        <p:spPr>
          <a:xfrm>
            <a:off x="7756110" y="2842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4" name="Shape 2212"/>
          <p:cNvSpPr/>
          <p:nvPr/>
        </p:nvSpPr>
        <p:spPr>
          <a:xfrm>
            <a:off x="7836160" y="2508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5" name="Shape 2213"/>
          <p:cNvSpPr/>
          <p:nvPr/>
        </p:nvSpPr>
        <p:spPr>
          <a:xfrm>
            <a:off x="7693886" y="2666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6" name="Shape 2214"/>
          <p:cNvSpPr/>
          <p:nvPr/>
        </p:nvSpPr>
        <p:spPr>
          <a:xfrm>
            <a:off x="7854973" y="2796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7" name="Shape 2215"/>
          <p:cNvSpPr/>
          <p:nvPr/>
        </p:nvSpPr>
        <p:spPr>
          <a:xfrm>
            <a:off x="7607243" y="2524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8" name="Shape 2216"/>
          <p:cNvSpPr/>
          <p:nvPr/>
        </p:nvSpPr>
        <p:spPr>
          <a:xfrm>
            <a:off x="7632313" y="2832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9" name="Shape 2217"/>
          <p:cNvSpPr/>
          <p:nvPr/>
        </p:nvSpPr>
        <p:spPr>
          <a:xfrm>
            <a:off x="7640692" y="2728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0" name="Shape 2218"/>
          <p:cNvSpPr/>
          <p:nvPr/>
        </p:nvSpPr>
        <p:spPr>
          <a:xfrm>
            <a:off x="7644734" y="2647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1" name="Shape 2219"/>
          <p:cNvSpPr/>
          <p:nvPr/>
        </p:nvSpPr>
        <p:spPr>
          <a:xfrm>
            <a:off x="7593000" y="2548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2" name="Shape 2220"/>
          <p:cNvSpPr/>
          <p:nvPr/>
        </p:nvSpPr>
        <p:spPr>
          <a:xfrm>
            <a:off x="7534996" y="26889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3" name="Shape 2221"/>
          <p:cNvSpPr/>
          <p:nvPr/>
        </p:nvSpPr>
        <p:spPr>
          <a:xfrm>
            <a:off x="7625074" y="2634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4" name="Shape 2222"/>
          <p:cNvSpPr/>
          <p:nvPr/>
        </p:nvSpPr>
        <p:spPr>
          <a:xfrm>
            <a:off x="7772986" y="2769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5" name="Shape 2223"/>
          <p:cNvSpPr/>
          <p:nvPr/>
        </p:nvSpPr>
        <p:spPr>
          <a:xfrm>
            <a:off x="7552999" y="2674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6" name="Shape 2224"/>
          <p:cNvSpPr/>
          <p:nvPr/>
        </p:nvSpPr>
        <p:spPr>
          <a:xfrm>
            <a:off x="7770861" y="27723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7" name="Shape 2225"/>
          <p:cNvSpPr/>
          <p:nvPr/>
        </p:nvSpPr>
        <p:spPr>
          <a:xfrm>
            <a:off x="7655200" y="2555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8" name="Shape 2226"/>
          <p:cNvSpPr/>
          <p:nvPr/>
        </p:nvSpPr>
        <p:spPr>
          <a:xfrm>
            <a:off x="7684713" y="2640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9" name="Shape 2227"/>
          <p:cNvSpPr/>
          <p:nvPr/>
        </p:nvSpPr>
        <p:spPr>
          <a:xfrm>
            <a:off x="7876953" y="32865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0" name="Shape 2228"/>
          <p:cNvSpPr/>
          <p:nvPr/>
        </p:nvSpPr>
        <p:spPr>
          <a:xfrm>
            <a:off x="7733245" y="3571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1" name="Shape 2229"/>
          <p:cNvSpPr/>
          <p:nvPr/>
        </p:nvSpPr>
        <p:spPr>
          <a:xfrm>
            <a:off x="7713294" y="32038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2" name="Shape 2230"/>
          <p:cNvSpPr/>
          <p:nvPr/>
        </p:nvSpPr>
        <p:spPr>
          <a:xfrm>
            <a:off x="7800745" y="3184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3" name="Shape 2231"/>
          <p:cNvSpPr/>
          <p:nvPr/>
        </p:nvSpPr>
        <p:spPr>
          <a:xfrm>
            <a:off x="7619775" y="3440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4" name="Shape 2232"/>
          <p:cNvSpPr/>
          <p:nvPr/>
        </p:nvSpPr>
        <p:spPr>
          <a:xfrm>
            <a:off x="7696136" y="3350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5" name="Shape 2233"/>
          <p:cNvSpPr/>
          <p:nvPr/>
        </p:nvSpPr>
        <p:spPr>
          <a:xfrm>
            <a:off x="7486177" y="3204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6" name="Shape 2234"/>
          <p:cNvSpPr/>
          <p:nvPr/>
        </p:nvSpPr>
        <p:spPr>
          <a:xfrm>
            <a:off x="7708415" y="3214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7" name="Shape 2235"/>
          <p:cNvSpPr/>
          <p:nvPr/>
        </p:nvSpPr>
        <p:spPr>
          <a:xfrm>
            <a:off x="7805742" y="3713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8" name="Shape 2236"/>
          <p:cNvSpPr/>
          <p:nvPr/>
        </p:nvSpPr>
        <p:spPr>
          <a:xfrm>
            <a:off x="7753061" y="3676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9" name="Shape 2237"/>
          <p:cNvSpPr/>
          <p:nvPr/>
        </p:nvSpPr>
        <p:spPr>
          <a:xfrm>
            <a:off x="7766475" y="3542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0" name="Shape 2238"/>
          <p:cNvSpPr/>
          <p:nvPr/>
        </p:nvSpPr>
        <p:spPr>
          <a:xfrm>
            <a:off x="7758787" y="3816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1" name="Shape 2239"/>
          <p:cNvSpPr/>
          <p:nvPr/>
        </p:nvSpPr>
        <p:spPr>
          <a:xfrm>
            <a:off x="7470684" y="2408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2" name="Shape 2240"/>
          <p:cNvSpPr/>
          <p:nvPr/>
        </p:nvSpPr>
        <p:spPr>
          <a:xfrm>
            <a:off x="7573640" y="2421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3" name="Shape 2241"/>
          <p:cNvSpPr/>
          <p:nvPr/>
        </p:nvSpPr>
        <p:spPr>
          <a:xfrm>
            <a:off x="7846226" y="24104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4" name="Shape 2242"/>
          <p:cNvSpPr/>
          <p:nvPr/>
        </p:nvSpPr>
        <p:spPr>
          <a:xfrm>
            <a:off x="7691556" y="2406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5" name="Shape 2243"/>
          <p:cNvSpPr/>
          <p:nvPr/>
        </p:nvSpPr>
        <p:spPr>
          <a:xfrm>
            <a:off x="7798122" y="2401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6" name="Shape 2244"/>
          <p:cNvSpPr/>
          <p:nvPr/>
        </p:nvSpPr>
        <p:spPr>
          <a:xfrm>
            <a:off x="7574075" y="2425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7" name="Shape 2245"/>
          <p:cNvSpPr/>
          <p:nvPr/>
        </p:nvSpPr>
        <p:spPr>
          <a:xfrm>
            <a:off x="7814040" y="2417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8" name="Shape 2246"/>
          <p:cNvSpPr/>
          <p:nvPr/>
        </p:nvSpPr>
        <p:spPr>
          <a:xfrm>
            <a:off x="7774623" y="2416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9" name="Shape 2247"/>
          <p:cNvSpPr/>
          <p:nvPr/>
        </p:nvSpPr>
        <p:spPr>
          <a:xfrm>
            <a:off x="7839533" y="240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0" name="Shape 2248"/>
          <p:cNvSpPr/>
          <p:nvPr/>
        </p:nvSpPr>
        <p:spPr>
          <a:xfrm>
            <a:off x="7510711" y="3318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1" name="Shape 2249"/>
          <p:cNvSpPr/>
          <p:nvPr/>
        </p:nvSpPr>
        <p:spPr>
          <a:xfrm>
            <a:off x="7877031" y="2407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2" name="Shape 2250"/>
          <p:cNvSpPr/>
          <p:nvPr/>
        </p:nvSpPr>
        <p:spPr>
          <a:xfrm>
            <a:off x="7712949" y="2411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3" name="Shape 2251"/>
          <p:cNvSpPr/>
          <p:nvPr/>
        </p:nvSpPr>
        <p:spPr>
          <a:xfrm>
            <a:off x="7856588" y="3123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4" name="Shape 2252"/>
          <p:cNvSpPr/>
          <p:nvPr/>
        </p:nvSpPr>
        <p:spPr>
          <a:xfrm>
            <a:off x="7802461" y="2409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5" name="Shape 2253"/>
          <p:cNvSpPr/>
          <p:nvPr/>
        </p:nvSpPr>
        <p:spPr>
          <a:xfrm>
            <a:off x="7489130" y="3311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6" name="Shape 2254"/>
          <p:cNvSpPr/>
          <p:nvPr/>
        </p:nvSpPr>
        <p:spPr>
          <a:xfrm>
            <a:off x="7702061" y="3272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7" name="Shape 2255"/>
          <p:cNvSpPr/>
          <p:nvPr/>
        </p:nvSpPr>
        <p:spPr>
          <a:xfrm>
            <a:off x="7534239" y="30422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8" name="Shape 2256"/>
          <p:cNvSpPr/>
          <p:nvPr/>
        </p:nvSpPr>
        <p:spPr>
          <a:xfrm>
            <a:off x="7569452" y="34065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9" name="Shape 2257"/>
          <p:cNvSpPr/>
          <p:nvPr/>
        </p:nvSpPr>
        <p:spPr>
          <a:xfrm>
            <a:off x="7847365" y="35150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0" name="Shape 2258"/>
          <p:cNvSpPr/>
          <p:nvPr/>
        </p:nvSpPr>
        <p:spPr>
          <a:xfrm>
            <a:off x="7492517" y="3668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1" name="Shape 2259"/>
          <p:cNvSpPr/>
          <p:nvPr/>
        </p:nvSpPr>
        <p:spPr>
          <a:xfrm>
            <a:off x="7865182" y="3114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2" name="Shape 2260"/>
          <p:cNvSpPr/>
          <p:nvPr/>
        </p:nvSpPr>
        <p:spPr>
          <a:xfrm>
            <a:off x="7509138" y="3028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3" name="Shape 2261"/>
          <p:cNvSpPr/>
          <p:nvPr/>
        </p:nvSpPr>
        <p:spPr>
          <a:xfrm>
            <a:off x="7637031" y="3079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4" name="Shape 2262"/>
          <p:cNvSpPr/>
          <p:nvPr/>
        </p:nvSpPr>
        <p:spPr>
          <a:xfrm>
            <a:off x="7744972" y="2852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5" name="Shape 2263"/>
          <p:cNvSpPr/>
          <p:nvPr/>
        </p:nvSpPr>
        <p:spPr>
          <a:xfrm>
            <a:off x="7752226" y="3277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6" name="Shape 2264"/>
          <p:cNvSpPr/>
          <p:nvPr/>
        </p:nvSpPr>
        <p:spPr>
          <a:xfrm>
            <a:off x="7458704" y="3450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7" name="Shape 2265"/>
          <p:cNvSpPr/>
          <p:nvPr/>
        </p:nvSpPr>
        <p:spPr>
          <a:xfrm>
            <a:off x="7622676" y="3611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8" name="Shape 2266"/>
          <p:cNvSpPr/>
          <p:nvPr/>
        </p:nvSpPr>
        <p:spPr>
          <a:xfrm>
            <a:off x="7786712" y="360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9" name="Shape 2267"/>
          <p:cNvSpPr/>
          <p:nvPr/>
        </p:nvSpPr>
        <p:spPr>
          <a:xfrm>
            <a:off x="7463756" y="3623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0" name="Shape 2268"/>
          <p:cNvSpPr/>
          <p:nvPr/>
        </p:nvSpPr>
        <p:spPr>
          <a:xfrm>
            <a:off x="7830960" y="3453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1" name="Shape 2269"/>
          <p:cNvSpPr/>
          <p:nvPr/>
        </p:nvSpPr>
        <p:spPr>
          <a:xfrm>
            <a:off x="7745184" y="3618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2" name="Shape 2270"/>
          <p:cNvSpPr/>
          <p:nvPr/>
        </p:nvSpPr>
        <p:spPr>
          <a:xfrm>
            <a:off x="7539195" y="3486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3" name="Shape 2271"/>
          <p:cNvSpPr/>
          <p:nvPr/>
        </p:nvSpPr>
        <p:spPr>
          <a:xfrm>
            <a:off x="7638632" y="3585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4" name="Shape 2272"/>
          <p:cNvSpPr/>
          <p:nvPr/>
        </p:nvSpPr>
        <p:spPr>
          <a:xfrm>
            <a:off x="7558193" y="2894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5" name="Shape 2273"/>
          <p:cNvSpPr/>
          <p:nvPr/>
        </p:nvSpPr>
        <p:spPr>
          <a:xfrm>
            <a:off x="7772237" y="2877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6" name="Shape 2274"/>
          <p:cNvSpPr/>
          <p:nvPr/>
        </p:nvSpPr>
        <p:spPr>
          <a:xfrm>
            <a:off x="7751180" y="35473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7" name="Shape 2275"/>
          <p:cNvSpPr/>
          <p:nvPr/>
        </p:nvSpPr>
        <p:spPr>
          <a:xfrm>
            <a:off x="7512152" y="36495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8" name="Shape 2276"/>
          <p:cNvSpPr/>
          <p:nvPr/>
        </p:nvSpPr>
        <p:spPr>
          <a:xfrm>
            <a:off x="7537153" y="2946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9" name="Shape 2277"/>
          <p:cNvSpPr/>
          <p:nvPr/>
        </p:nvSpPr>
        <p:spPr>
          <a:xfrm>
            <a:off x="7658440" y="3579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0" name="Shape 2278"/>
          <p:cNvSpPr/>
          <p:nvPr/>
        </p:nvSpPr>
        <p:spPr>
          <a:xfrm>
            <a:off x="7656658" y="32440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1" name="Shape 2279"/>
          <p:cNvSpPr/>
          <p:nvPr/>
        </p:nvSpPr>
        <p:spPr>
          <a:xfrm>
            <a:off x="7682173" y="3130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2" name="Shape 2280"/>
          <p:cNvSpPr/>
          <p:nvPr/>
        </p:nvSpPr>
        <p:spPr>
          <a:xfrm>
            <a:off x="7484178" y="31268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3" name="Shape 2281"/>
          <p:cNvSpPr/>
          <p:nvPr/>
        </p:nvSpPr>
        <p:spPr>
          <a:xfrm>
            <a:off x="7456347" y="306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4" name="Shape 2282"/>
          <p:cNvSpPr/>
          <p:nvPr/>
        </p:nvSpPr>
        <p:spPr>
          <a:xfrm>
            <a:off x="7572323" y="3172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5" name="Shape 2283"/>
          <p:cNvSpPr/>
          <p:nvPr/>
        </p:nvSpPr>
        <p:spPr>
          <a:xfrm>
            <a:off x="7615374" y="3248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6" name="Shape 2284"/>
          <p:cNvSpPr/>
          <p:nvPr/>
        </p:nvSpPr>
        <p:spPr>
          <a:xfrm>
            <a:off x="7664389" y="3161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7" name="Shape 2285"/>
          <p:cNvSpPr/>
          <p:nvPr/>
        </p:nvSpPr>
        <p:spPr>
          <a:xfrm>
            <a:off x="7775737" y="3231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8" name="Shape 2286"/>
          <p:cNvSpPr/>
          <p:nvPr/>
        </p:nvSpPr>
        <p:spPr>
          <a:xfrm>
            <a:off x="7683500" y="2451705"/>
            <a:ext cx="127" cy="118188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289" name="Shape 2287"/>
          <p:cNvSpPr/>
          <p:nvPr/>
        </p:nvSpPr>
        <p:spPr>
          <a:xfrm>
            <a:off x="7569200" y="3633590"/>
            <a:ext cx="228600" cy="127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290" name="Shape 2288"/>
          <p:cNvSpPr/>
          <p:nvPr/>
        </p:nvSpPr>
        <p:spPr>
          <a:xfrm>
            <a:off x="7569200" y="2451705"/>
            <a:ext cx="228600" cy="127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291" name="Shape 2289"/>
          <p:cNvSpPr/>
          <p:nvPr/>
        </p:nvSpPr>
        <p:spPr>
          <a:xfrm>
            <a:off x="7518400" y="2983786"/>
            <a:ext cx="330200" cy="49715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2292" name="Shape 2290"/>
          <p:cNvSpPr/>
          <p:nvPr/>
        </p:nvSpPr>
        <p:spPr>
          <a:xfrm>
            <a:off x="7518400" y="3214814"/>
            <a:ext cx="330200" cy="127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2293" name="Shape 2291"/>
          <p:cNvSpPr/>
          <p:nvPr/>
        </p:nvSpPr>
        <p:spPr>
          <a:xfrm>
            <a:off x="8532892" y="31934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4" name="Shape 2292"/>
          <p:cNvSpPr/>
          <p:nvPr/>
        </p:nvSpPr>
        <p:spPr>
          <a:xfrm>
            <a:off x="8489944" y="3323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5" name="Shape 2293"/>
          <p:cNvSpPr/>
          <p:nvPr/>
        </p:nvSpPr>
        <p:spPr>
          <a:xfrm>
            <a:off x="8241958" y="3377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6" name="Shape 2294"/>
          <p:cNvSpPr/>
          <p:nvPr/>
        </p:nvSpPr>
        <p:spPr>
          <a:xfrm>
            <a:off x="8459874" y="3402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7" name="Shape 2295"/>
          <p:cNvSpPr/>
          <p:nvPr/>
        </p:nvSpPr>
        <p:spPr>
          <a:xfrm>
            <a:off x="8124740" y="3124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8" name="Shape 2296"/>
          <p:cNvSpPr/>
          <p:nvPr/>
        </p:nvSpPr>
        <p:spPr>
          <a:xfrm>
            <a:off x="8323556" y="3305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9" name="Shape 2297"/>
          <p:cNvSpPr/>
          <p:nvPr/>
        </p:nvSpPr>
        <p:spPr>
          <a:xfrm>
            <a:off x="8293448" y="2509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0" name="Shape 2298"/>
          <p:cNvSpPr/>
          <p:nvPr/>
        </p:nvSpPr>
        <p:spPr>
          <a:xfrm>
            <a:off x="8348425" y="33540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1" name="Shape 2299"/>
          <p:cNvSpPr/>
          <p:nvPr/>
        </p:nvSpPr>
        <p:spPr>
          <a:xfrm>
            <a:off x="8327588" y="3141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2" name="Shape 2300"/>
          <p:cNvSpPr/>
          <p:nvPr/>
        </p:nvSpPr>
        <p:spPr>
          <a:xfrm>
            <a:off x="8537466" y="3372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3" name="Shape 2301"/>
          <p:cNvSpPr/>
          <p:nvPr/>
        </p:nvSpPr>
        <p:spPr>
          <a:xfrm>
            <a:off x="8338570" y="3260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4" name="Shape 2302"/>
          <p:cNvSpPr/>
          <p:nvPr/>
        </p:nvSpPr>
        <p:spPr>
          <a:xfrm>
            <a:off x="8483117" y="3167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5" name="Shape 2303"/>
          <p:cNvSpPr/>
          <p:nvPr/>
        </p:nvSpPr>
        <p:spPr>
          <a:xfrm>
            <a:off x="8324513" y="3301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6" name="Shape 2304"/>
          <p:cNvSpPr/>
          <p:nvPr/>
        </p:nvSpPr>
        <p:spPr>
          <a:xfrm>
            <a:off x="8526236" y="32105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7" name="Shape 2305"/>
          <p:cNvSpPr/>
          <p:nvPr/>
        </p:nvSpPr>
        <p:spPr>
          <a:xfrm>
            <a:off x="8164828" y="3213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8" name="Shape 2306"/>
          <p:cNvSpPr/>
          <p:nvPr/>
        </p:nvSpPr>
        <p:spPr>
          <a:xfrm>
            <a:off x="8156481" y="3260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9" name="Shape 2307"/>
          <p:cNvSpPr/>
          <p:nvPr/>
        </p:nvSpPr>
        <p:spPr>
          <a:xfrm>
            <a:off x="8182188" y="3176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0" name="Shape 2308"/>
          <p:cNvSpPr/>
          <p:nvPr/>
        </p:nvSpPr>
        <p:spPr>
          <a:xfrm>
            <a:off x="8271988" y="3220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1" name="Shape 2309"/>
          <p:cNvSpPr/>
          <p:nvPr/>
        </p:nvSpPr>
        <p:spPr>
          <a:xfrm>
            <a:off x="8173561" y="3318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2" name="Shape 2310"/>
          <p:cNvSpPr/>
          <p:nvPr/>
        </p:nvSpPr>
        <p:spPr>
          <a:xfrm>
            <a:off x="8483363" y="3300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3" name="Shape 2311"/>
          <p:cNvSpPr/>
          <p:nvPr/>
        </p:nvSpPr>
        <p:spPr>
          <a:xfrm>
            <a:off x="8496345" y="2512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4" name="Shape 2312"/>
          <p:cNvSpPr/>
          <p:nvPr/>
        </p:nvSpPr>
        <p:spPr>
          <a:xfrm>
            <a:off x="8182252" y="3276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5" name="Shape 2313"/>
          <p:cNvSpPr/>
          <p:nvPr/>
        </p:nvSpPr>
        <p:spPr>
          <a:xfrm>
            <a:off x="8287115" y="3353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6" name="Shape 2314"/>
          <p:cNvSpPr/>
          <p:nvPr/>
        </p:nvSpPr>
        <p:spPr>
          <a:xfrm>
            <a:off x="8156880" y="32179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7" name="Shape 2315"/>
          <p:cNvSpPr/>
          <p:nvPr/>
        </p:nvSpPr>
        <p:spPr>
          <a:xfrm>
            <a:off x="8141675" y="2504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8" name="Shape 2316"/>
          <p:cNvSpPr/>
          <p:nvPr/>
        </p:nvSpPr>
        <p:spPr>
          <a:xfrm>
            <a:off x="8309917" y="33912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9" name="Shape 2317"/>
          <p:cNvSpPr/>
          <p:nvPr/>
        </p:nvSpPr>
        <p:spPr>
          <a:xfrm>
            <a:off x="8189253" y="33104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0" name="Shape 2318"/>
          <p:cNvSpPr/>
          <p:nvPr/>
        </p:nvSpPr>
        <p:spPr>
          <a:xfrm>
            <a:off x="8506452" y="3394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1" name="Shape 2319"/>
          <p:cNvSpPr/>
          <p:nvPr/>
        </p:nvSpPr>
        <p:spPr>
          <a:xfrm>
            <a:off x="8261526" y="3319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2" name="Shape 2320"/>
          <p:cNvSpPr/>
          <p:nvPr/>
        </p:nvSpPr>
        <p:spPr>
          <a:xfrm>
            <a:off x="8226804" y="33508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3" name="Shape 2321"/>
          <p:cNvSpPr/>
          <p:nvPr/>
        </p:nvSpPr>
        <p:spPr>
          <a:xfrm>
            <a:off x="8114744" y="3355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4" name="Shape 2322"/>
          <p:cNvSpPr/>
          <p:nvPr/>
        </p:nvSpPr>
        <p:spPr>
          <a:xfrm>
            <a:off x="8533653" y="32368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5" name="Shape 2323"/>
          <p:cNvSpPr/>
          <p:nvPr/>
        </p:nvSpPr>
        <p:spPr>
          <a:xfrm>
            <a:off x="8294129" y="3392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6" name="Shape 2324"/>
          <p:cNvSpPr/>
          <p:nvPr/>
        </p:nvSpPr>
        <p:spPr>
          <a:xfrm>
            <a:off x="8260787" y="3143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7" name="Shape 2325"/>
          <p:cNvSpPr/>
          <p:nvPr/>
        </p:nvSpPr>
        <p:spPr>
          <a:xfrm>
            <a:off x="8509855" y="3267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8" name="Shape 2326"/>
          <p:cNvSpPr/>
          <p:nvPr/>
        </p:nvSpPr>
        <p:spPr>
          <a:xfrm>
            <a:off x="8460794" y="3348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9" name="Shape 2327"/>
          <p:cNvSpPr/>
          <p:nvPr/>
        </p:nvSpPr>
        <p:spPr>
          <a:xfrm>
            <a:off x="8153730" y="3246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0" name="Shape 2328"/>
          <p:cNvSpPr/>
          <p:nvPr/>
        </p:nvSpPr>
        <p:spPr>
          <a:xfrm>
            <a:off x="8230511" y="3278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1" name="Shape 2329"/>
          <p:cNvSpPr/>
          <p:nvPr/>
        </p:nvSpPr>
        <p:spPr>
          <a:xfrm>
            <a:off x="8274777" y="33749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2" name="Shape 2330"/>
          <p:cNvSpPr/>
          <p:nvPr/>
        </p:nvSpPr>
        <p:spPr>
          <a:xfrm>
            <a:off x="8237829" y="33890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3" name="Shape 2331"/>
          <p:cNvSpPr/>
          <p:nvPr/>
        </p:nvSpPr>
        <p:spPr>
          <a:xfrm>
            <a:off x="8394529" y="33487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4" name="Shape 2332"/>
          <p:cNvSpPr/>
          <p:nvPr/>
        </p:nvSpPr>
        <p:spPr>
          <a:xfrm>
            <a:off x="8273778" y="32923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5" name="Shape 2333"/>
          <p:cNvSpPr/>
          <p:nvPr/>
        </p:nvSpPr>
        <p:spPr>
          <a:xfrm>
            <a:off x="8171411" y="3270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6" name="Shape 2334"/>
          <p:cNvSpPr/>
          <p:nvPr/>
        </p:nvSpPr>
        <p:spPr>
          <a:xfrm>
            <a:off x="8194943" y="33230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7" name="Shape 2335"/>
          <p:cNvSpPr/>
          <p:nvPr/>
        </p:nvSpPr>
        <p:spPr>
          <a:xfrm>
            <a:off x="8113908" y="3317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8" name="Shape 2336"/>
          <p:cNvSpPr/>
          <p:nvPr/>
        </p:nvSpPr>
        <p:spPr>
          <a:xfrm>
            <a:off x="8319929" y="31876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9" name="Shape 2337"/>
          <p:cNvSpPr/>
          <p:nvPr/>
        </p:nvSpPr>
        <p:spPr>
          <a:xfrm>
            <a:off x="8255749" y="3202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0" name="Shape 2338"/>
          <p:cNvSpPr/>
          <p:nvPr/>
        </p:nvSpPr>
        <p:spPr>
          <a:xfrm>
            <a:off x="8110499" y="3262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1" name="Shape 2339"/>
          <p:cNvSpPr/>
          <p:nvPr/>
        </p:nvSpPr>
        <p:spPr>
          <a:xfrm>
            <a:off x="8319115" y="2490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2" name="Shape 2340"/>
          <p:cNvSpPr/>
          <p:nvPr/>
        </p:nvSpPr>
        <p:spPr>
          <a:xfrm>
            <a:off x="8330303" y="32937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3" name="Shape 2341"/>
          <p:cNvSpPr/>
          <p:nvPr/>
        </p:nvSpPr>
        <p:spPr>
          <a:xfrm>
            <a:off x="8238403" y="3345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4" name="Shape 2342"/>
          <p:cNvSpPr/>
          <p:nvPr/>
        </p:nvSpPr>
        <p:spPr>
          <a:xfrm>
            <a:off x="8224233" y="3210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5" name="Shape 2343"/>
          <p:cNvSpPr/>
          <p:nvPr/>
        </p:nvSpPr>
        <p:spPr>
          <a:xfrm>
            <a:off x="8380626" y="34488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6" name="Shape 2344"/>
          <p:cNvSpPr/>
          <p:nvPr/>
        </p:nvSpPr>
        <p:spPr>
          <a:xfrm>
            <a:off x="8140196" y="3210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7" name="Shape 2345"/>
          <p:cNvSpPr/>
          <p:nvPr/>
        </p:nvSpPr>
        <p:spPr>
          <a:xfrm>
            <a:off x="8254501" y="33024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8" name="Shape 2346"/>
          <p:cNvSpPr/>
          <p:nvPr/>
        </p:nvSpPr>
        <p:spPr>
          <a:xfrm>
            <a:off x="8466947" y="3443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9" name="Shape 2347"/>
          <p:cNvSpPr/>
          <p:nvPr/>
        </p:nvSpPr>
        <p:spPr>
          <a:xfrm>
            <a:off x="8352488" y="3155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0" name="Shape 2348"/>
          <p:cNvSpPr/>
          <p:nvPr/>
        </p:nvSpPr>
        <p:spPr>
          <a:xfrm>
            <a:off x="8414684" y="3176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1" name="Shape 2349"/>
          <p:cNvSpPr/>
          <p:nvPr/>
        </p:nvSpPr>
        <p:spPr>
          <a:xfrm>
            <a:off x="8292755" y="33246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2" name="Shape 2350"/>
          <p:cNvSpPr/>
          <p:nvPr/>
        </p:nvSpPr>
        <p:spPr>
          <a:xfrm>
            <a:off x="8492613" y="3146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3" name="Shape 2351"/>
          <p:cNvSpPr/>
          <p:nvPr/>
        </p:nvSpPr>
        <p:spPr>
          <a:xfrm>
            <a:off x="8173533" y="32639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4" name="Shape 2352"/>
          <p:cNvSpPr/>
          <p:nvPr/>
        </p:nvSpPr>
        <p:spPr>
          <a:xfrm>
            <a:off x="8320331" y="33134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5" name="Shape 2353"/>
          <p:cNvSpPr/>
          <p:nvPr/>
        </p:nvSpPr>
        <p:spPr>
          <a:xfrm>
            <a:off x="8387308" y="3326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6" name="Shape 2354"/>
          <p:cNvSpPr/>
          <p:nvPr/>
        </p:nvSpPr>
        <p:spPr>
          <a:xfrm>
            <a:off x="8139842" y="3280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7" name="Shape 2355"/>
          <p:cNvSpPr/>
          <p:nvPr/>
        </p:nvSpPr>
        <p:spPr>
          <a:xfrm>
            <a:off x="8317117" y="3225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8" name="Shape 2356"/>
          <p:cNvSpPr/>
          <p:nvPr/>
        </p:nvSpPr>
        <p:spPr>
          <a:xfrm>
            <a:off x="8245320" y="3141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9" name="Shape 2357"/>
          <p:cNvSpPr/>
          <p:nvPr/>
        </p:nvSpPr>
        <p:spPr>
          <a:xfrm>
            <a:off x="8116891" y="3279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0" name="Shape 2358"/>
          <p:cNvSpPr/>
          <p:nvPr/>
        </p:nvSpPr>
        <p:spPr>
          <a:xfrm>
            <a:off x="8385320" y="3158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1" name="Shape 2359"/>
          <p:cNvSpPr/>
          <p:nvPr/>
        </p:nvSpPr>
        <p:spPr>
          <a:xfrm>
            <a:off x="8394741" y="3368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2" name="Shape 2360"/>
          <p:cNvSpPr/>
          <p:nvPr/>
        </p:nvSpPr>
        <p:spPr>
          <a:xfrm>
            <a:off x="8223231" y="3396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3" name="Shape 2361"/>
          <p:cNvSpPr/>
          <p:nvPr/>
        </p:nvSpPr>
        <p:spPr>
          <a:xfrm>
            <a:off x="8321513" y="3253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4" name="Shape 2362"/>
          <p:cNvSpPr/>
          <p:nvPr/>
        </p:nvSpPr>
        <p:spPr>
          <a:xfrm>
            <a:off x="8484727" y="32400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5" name="Shape 2363"/>
          <p:cNvSpPr/>
          <p:nvPr/>
        </p:nvSpPr>
        <p:spPr>
          <a:xfrm>
            <a:off x="8351258" y="3247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6" name="Shape 2364"/>
          <p:cNvSpPr/>
          <p:nvPr/>
        </p:nvSpPr>
        <p:spPr>
          <a:xfrm>
            <a:off x="8302056" y="3340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7" name="Shape 2365"/>
          <p:cNvSpPr/>
          <p:nvPr/>
        </p:nvSpPr>
        <p:spPr>
          <a:xfrm>
            <a:off x="8164895" y="33415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8" name="Shape 2366"/>
          <p:cNvSpPr/>
          <p:nvPr/>
        </p:nvSpPr>
        <p:spPr>
          <a:xfrm>
            <a:off x="8331704" y="3192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9" name="Shape 2367"/>
          <p:cNvSpPr/>
          <p:nvPr/>
        </p:nvSpPr>
        <p:spPr>
          <a:xfrm>
            <a:off x="8429758" y="3348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0" name="Shape 2368"/>
          <p:cNvSpPr/>
          <p:nvPr/>
        </p:nvSpPr>
        <p:spPr>
          <a:xfrm>
            <a:off x="8277006" y="3303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1" name="Shape 2369"/>
          <p:cNvSpPr/>
          <p:nvPr/>
        </p:nvSpPr>
        <p:spPr>
          <a:xfrm>
            <a:off x="8505836" y="3067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2" name="Shape 2370"/>
          <p:cNvSpPr/>
          <p:nvPr/>
        </p:nvSpPr>
        <p:spPr>
          <a:xfrm>
            <a:off x="8345477" y="3316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3" name="Shape 2371"/>
          <p:cNvSpPr/>
          <p:nvPr/>
        </p:nvSpPr>
        <p:spPr>
          <a:xfrm>
            <a:off x="8137641" y="3285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4" name="Shape 2372"/>
          <p:cNvSpPr/>
          <p:nvPr/>
        </p:nvSpPr>
        <p:spPr>
          <a:xfrm>
            <a:off x="8272068" y="3287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5" name="Shape 2373"/>
          <p:cNvSpPr/>
          <p:nvPr/>
        </p:nvSpPr>
        <p:spPr>
          <a:xfrm>
            <a:off x="8419022" y="3344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6" name="Shape 2374"/>
          <p:cNvSpPr/>
          <p:nvPr/>
        </p:nvSpPr>
        <p:spPr>
          <a:xfrm>
            <a:off x="8499949" y="3436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7" name="Shape 2375"/>
          <p:cNvSpPr/>
          <p:nvPr/>
        </p:nvSpPr>
        <p:spPr>
          <a:xfrm>
            <a:off x="8249053" y="3414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8" name="Shape 2376"/>
          <p:cNvSpPr/>
          <p:nvPr/>
        </p:nvSpPr>
        <p:spPr>
          <a:xfrm>
            <a:off x="8495106" y="3392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9" name="Shape 2377"/>
          <p:cNvSpPr/>
          <p:nvPr/>
        </p:nvSpPr>
        <p:spPr>
          <a:xfrm>
            <a:off x="8252037" y="34155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0" name="Shape 2378"/>
          <p:cNvSpPr/>
          <p:nvPr/>
        </p:nvSpPr>
        <p:spPr>
          <a:xfrm>
            <a:off x="8368485" y="35313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1" name="Shape 2379"/>
          <p:cNvSpPr/>
          <p:nvPr/>
        </p:nvSpPr>
        <p:spPr>
          <a:xfrm>
            <a:off x="8520959" y="3439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2" name="Shape 2380"/>
          <p:cNvSpPr/>
          <p:nvPr/>
        </p:nvSpPr>
        <p:spPr>
          <a:xfrm>
            <a:off x="8129317" y="3485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3" name="Shape 2381"/>
          <p:cNvSpPr/>
          <p:nvPr/>
        </p:nvSpPr>
        <p:spPr>
          <a:xfrm>
            <a:off x="8129511" y="3497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4" name="Shape 2382"/>
          <p:cNvSpPr/>
          <p:nvPr/>
        </p:nvSpPr>
        <p:spPr>
          <a:xfrm>
            <a:off x="8517008" y="35162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5" name="Shape 2383"/>
          <p:cNvSpPr/>
          <p:nvPr/>
        </p:nvSpPr>
        <p:spPr>
          <a:xfrm>
            <a:off x="8218621" y="3420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6" name="Shape 2384"/>
          <p:cNvSpPr/>
          <p:nvPr/>
        </p:nvSpPr>
        <p:spPr>
          <a:xfrm>
            <a:off x="8355271" y="3471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7" name="Shape 2385"/>
          <p:cNvSpPr/>
          <p:nvPr/>
        </p:nvSpPr>
        <p:spPr>
          <a:xfrm>
            <a:off x="8109553" y="3444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8" name="Shape 2386"/>
          <p:cNvSpPr/>
          <p:nvPr/>
        </p:nvSpPr>
        <p:spPr>
          <a:xfrm>
            <a:off x="8344007" y="3573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9" name="Shape 2387"/>
          <p:cNvSpPr/>
          <p:nvPr/>
        </p:nvSpPr>
        <p:spPr>
          <a:xfrm>
            <a:off x="8303900" y="3347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0" name="Shape 2388"/>
          <p:cNvSpPr/>
          <p:nvPr/>
        </p:nvSpPr>
        <p:spPr>
          <a:xfrm>
            <a:off x="8464226" y="3369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1" name="Shape 2389"/>
          <p:cNvSpPr/>
          <p:nvPr/>
        </p:nvSpPr>
        <p:spPr>
          <a:xfrm>
            <a:off x="8444528" y="3322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2" name="Shape 2390"/>
          <p:cNvSpPr/>
          <p:nvPr/>
        </p:nvSpPr>
        <p:spPr>
          <a:xfrm>
            <a:off x="8134489" y="30485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3" name="Shape 2391"/>
          <p:cNvSpPr/>
          <p:nvPr/>
        </p:nvSpPr>
        <p:spPr>
          <a:xfrm>
            <a:off x="8232413" y="2764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4" name="Shape 2392"/>
          <p:cNvSpPr/>
          <p:nvPr/>
        </p:nvSpPr>
        <p:spPr>
          <a:xfrm>
            <a:off x="8297440" y="2958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5" name="Shape 2393"/>
          <p:cNvSpPr/>
          <p:nvPr/>
        </p:nvSpPr>
        <p:spPr>
          <a:xfrm>
            <a:off x="8490330" y="34549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6" name="Shape 2394"/>
          <p:cNvSpPr/>
          <p:nvPr/>
        </p:nvSpPr>
        <p:spPr>
          <a:xfrm>
            <a:off x="8490319" y="3059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7" name="Shape 2395"/>
          <p:cNvSpPr/>
          <p:nvPr/>
        </p:nvSpPr>
        <p:spPr>
          <a:xfrm>
            <a:off x="8142926" y="3564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8" name="Shape 2396"/>
          <p:cNvSpPr/>
          <p:nvPr/>
        </p:nvSpPr>
        <p:spPr>
          <a:xfrm>
            <a:off x="8302070" y="3168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9" name="Shape 2397"/>
          <p:cNvSpPr/>
          <p:nvPr/>
        </p:nvSpPr>
        <p:spPr>
          <a:xfrm>
            <a:off x="8371772" y="3062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0" name="Shape 2398"/>
          <p:cNvSpPr/>
          <p:nvPr/>
        </p:nvSpPr>
        <p:spPr>
          <a:xfrm>
            <a:off x="8418228" y="30457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1" name="Shape 2399"/>
          <p:cNvSpPr/>
          <p:nvPr/>
        </p:nvSpPr>
        <p:spPr>
          <a:xfrm>
            <a:off x="8324467" y="3052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2" name="Shape 2400"/>
          <p:cNvSpPr/>
          <p:nvPr/>
        </p:nvSpPr>
        <p:spPr>
          <a:xfrm>
            <a:off x="8252324" y="3055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3" name="Shape 2401"/>
          <p:cNvSpPr/>
          <p:nvPr/>
        </p:nvSpPr>
        <p:spPr>
          <a:xfrm>
            <a:off x="8520594" y="3418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4" name="Shape 2402"/>
          <p:cNvSpPr/>
          <p:nvPr/>
        </p:nvSpPr>
        <p:spPr>
          <a:xfrm>
            <a:off x="8413498" y="3291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5" name="Shape 2403"/>
          <p:cNvSpPr/>
          <p:nvPr/>
        </p:nvSpPr>
        <p:spPr>
          <a:xfrm>
            <a:off x="8423728" y="2696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6" name="Shape 2404"/>
          <p:cNvSpPr/>
          <p:nvPr/>
        </p:nvSpPr>
        <p:spPr>
          <a:xfrm>
            <a:off x="8440151" y="3417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7" name="Shape 2405"/>
          <p:cNvSpPr/>
          <p:nvPr/>
        </p:nvSpPr>
        <p:spPr>
          <a:xfrm>
            <a:off x="8127932" y="2928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8" name="Shape 2406"/>
          <p:cNvSpPr/>
          <p:nvPr/>
        </p:nvSpPr>
        <p:spPr>
          <a:xfrm>
            <a:off x="8439064" y="31458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9" name="Shape 2407"/>
          <p:cNvSpPr/>
          <p:nvPr/>
        </p:nvSpPr>
        <p:spPr>
          <a:xfrm>
            <a:off x="8394146" y="3389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0" name="Shape 2408"/>
          <p:cNvSpPr/>
          <p:nvPr/>
        </p:nvSpPr>
        <p:spPr>
          <a:xfrm>
            <a:off x="8346445" y="3191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1" name="Shape 2409"/>
          <p:cNvSpPr/>
          <p:nvPr/>
        </p:nvSpPr>
        <p:spPr>
          <a:xfrm>
            <a:off x="8531500" y="3105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2" name="Shape 2410"/>
          <p:cNvSpPr/>
          <p:nvPr/>
        </p:nvSpPr>
        <p:spPr>
          <a:xfrm>
            <a:off x="8132077" y="31117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3" name="Shape 2411"/>
          <p:cNvSpPr/>
          <p:nvPr/>
        </p:nvSpPr>
        <p:spPr>
          <a:xfrm>
            <a:off x="8531861" y="3052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4" name="Shape 2412"/>
          <p:cNvSpPr/>
          <p:nvPr/>
        </p:nvSpPr>
        <p:spPr>
          <a:xfrm>
            <a:off x="8274966" y="30828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5" name="Shape 2413"/>
          <p:cNvSpPr/>
          <p:nvPr/>
        </p:nvSpPr>
        <p:spPr>
          <a:xfrm>
            <a:off x="8272470" y="3123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6" name="Shape 2414"/>
          <p:cNvSpPr/>
          <p:nvPr/>
        </p:nvSpPr>
        <p:spPr>
          <a:xfrm>
            <a:off x="8388166" y="30066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7" name="Shape 2415"/>
          <p:cNvSpPr/>
          <p:nvPr/>
        </p:nvSpPr>
        <p:spPr>
          <a:xfrm>
            <a:off x="8322229" y="3045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8" name="Shape 2416"/>
          <p:cNvSpPr/>
          <p:nvPr/>
        </p:nvSpPr>
        <p:spPr>
          <a:xfrm>
            <a:off x="8449966" y="30026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9" name="Shape 2417"/>
          <p:cNvSpPr/>
          <p:nvPr/>
        </p:nvSpPr>
        <p:spPr>
          <a:xfrm>
            <a:off x="8481114" y="3522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0" name="Shape 2418"/>
          <p:cNvSpPr/>
          <p:nvPr/>
        </p:nvSpPr>
        <p:spPr>
          <a:xfrm>
            <a:off x="8246834" y="2951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1" name="Shape 2419"/>
          <p:cNvSpPr/>
          <p:nvPr/>
        </p:nvSpPr>
        <p:spPr>
          <a:xfrm>
            <a:off x="8192194" y="2371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2" name="Shape 2420"/>
          <p:cNvSpPr/>
          <p:nvPr/>
        </p:nvSpPr>
        <p:spPr>
          <a:xfrm>
            <a:off x="8296398" y="2786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3" name="Shape 2421"/>
          <p:cNvSpPr/>
          <p:nvPr/>
        </p:nvSpPr>
        <p:spPr>
          <a:xfrm>
            <a:off x="8318273" y="2947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4" name="Shape 2422"/>
          <p:cNvSpPr/>
          <p:nvPr/>
        </p:nvSpPr>
        <p:spPr>
          <a:xfrm>
            <a:off x="8400418" y="2716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5" name="Shape 2423"/>
          <p:cNvSpPr/>
          <p:nvPr/>
        </p:nvSpPr>
        <p:spPr>
          <a:xfrm>
            <a:off x="8122168" y="2409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6" name="Shape 2424"/>
          <p:cNvSpPr/>
          <p:nvPr/>
        </p:nvSpPr>
        <p:spPr>
          <a:xfrm>
            <a:off x="8424110" y="2425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7" name="Shape 2425"/>
          <p:cNvSpPr/>
          <p:nvPr/>
        </p:nvSpPr>
        <p:spPr>
          <a:xfrm>
            <a:off x="8420430" y="3027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8" name="Shape 2426"/>
          <p:cNvSpPr/>
          <p:nvPr/>
        </p:nvSpPr>
        <p:spPr>
          <a:xfrm>
            <a:off x="8368167" y="30404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9" name="Shape 2427"/>
          <p:cNvSpPr/>
          <p:nvPr/>
        </p:nvSpPr>
        <p:spPr>
          <a:xfrm>
            <a:off x="8512549" y="2933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0" name="Shape 2428"/>
          <p:cNvSpPr/>
          <p:nvPr/>
        </p:nvSpPr>
        <p:spPr>
          <a:xfrm>
            <a:off x="8173442" y="3039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1" name="Shape 2429"/>
          <p:cNvSpPr/>
          <p:nvPr/>
        </p:nvSpPr>
        <p:spPr>
          <a:xfrm>
            <a:off x="8321106" y="2991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2" name="Shape 2430"/>
          <p:cNvSpPr/>
          <p:nvPr/>
        </p:nvSpPr>
        <p:spPr>
          <a:xfrm>
            <a:off x="8138975" y="29903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3" name="Shape 2431"/>
          <p:cNvSpPr/>
          <p:nvPr/>
        </p:nvSpPr>
        <p:spPr>
          <a:xfrm>
            <a:off x="8425692" y="30004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4" name="Shape 2432"/>
          <p:cNvSpPr/>
          <p:nvPr/>
        </p:nvSpPr>
        <p:spPr>
          <a:xfrm>
            <a:off x="8483912" y="3036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5" name="Shape 2433"/>
          <p:cNvSpPr/>
          <p:nvPr/>
        </p:nvSpPr>
        <p:spPr>
          <a:xfrm>
            <a:off x="8255239" y="28316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6" name="Shape 2434"/>
          <p:cNvSpPr/>
          <p:nvPr/>
        </p:nvSpPr>
        <p:spPr>
          <a:xfrm>
            <a:off x="8226449" y="3155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7" name="Shape 2435"/>
          <p:cNvSpPr/>
          <p:nvPr/>
        </p:nvSpPr>
        <p:spPr>
          <a:xfrm>
            <a:off x="8241719" y="2924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8" name="Shape 2436"/>
          <p:cNvSpPr/>
          <p:nvPr/>
        </p:nvSpPr>
        <p:spPr>
          <a:xfrm>
            <a:off x="8261905" y="27510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9" name="Shape 2437"/>
          <p:cNvSpPr/>
          <p:nvPr/>
        </p:nvSpPr>
        <p:spPr>
          <a:xfrm>
            <a:off x="8295568" y="31287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0" name="Shape 2438"/>
          <p:cNvSpPr/>
          <p:nvPr/>
        </p:nvSpPr>
        <p:spPr>
          <a:xfrm>
            <a:off x="8176312" y="31714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1" name="Shape 2439"/>
          <p:cNvSpPr/>
          <p:nvPr/>
        </p:nvSpPr>
        <p:spPr>
          <a:xfrm>
            <a:off x="8273033" y="3083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2" name="Shape 2440"/>
          <p:cNvSpPr/>
          <p:nvPr/>
        </p:nvSpPr>
        <p:spPr>
          <a:xfrm>
            <a:off x="8246649" y="2971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3" name="Shape 2441"/>
          <p:cNvSpPr/>
          <p:nvPr/>
        </p:nvSpPr>
        <p:spPr>
          <a:xfrm>
            <a:off x="8407349" y="2199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4" name="Shape 2442"/>
          <p:cNvSpPr/>
          <p:nvPr/>
        </p:nvSpPr>
        <p:spPr>
          <a:xfrm>
            <a:off x="8189672" y="29028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5" name="Shape 2443"/>
          <p:cNvSpPr/>
          <p:nvPr/>
        </p:nvSpPr>
        <p:spPr>
          <a:xfrm>
            <a:off x="8301639" y="2492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6" name="Shape 2444"/>
          <p:cNvSpPr/>
          <p:nvPr/>
        </p:nvSpPr>
        <p:spPr>
          <a:xfrm>
            <a:off x="8456673" y="3052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7" name="Shape 2445"/>
          <p:cNvSpPr/>
          <p:nvPr/>
        </p:nvSpPr>
        <p:spPr>
          <a:xfrm>
            <a:off x="8387183" y="3005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8" name="Shape 2446"/>
          <p:cNvSpPr/>
          <p:nvPr/>
        </p:nvSpPr>
        <p:spPr>
          <a:xfrm>
            <a:off x="8480084" y="2166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9" name="Shape 2447"/>
          <p:cNvSpPr/>
          <p:nvPr/>
        </p:nvSpPr>
        <p:spPr>
          <a:xfrm>
            <a:off x="8172036" y="2747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0" name="Shape 2448"/>
          <p:cNvSpPr/>
          <p:nvPr/>
        </p:nvSpPr>
        <p:spPr>
          <a:xfrm>
            <a:off x="8301887" y="3139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1" name="Shape 2449"/>
          <p:cNvSpPr/>
          <p:nvPr/>
        </p:nvSpPr>
        <p:spPr>
          <a:xfrm>
            <a:off x="8232034" y="3116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2" name="Shape 2450"/>
          <p:cNvSpPr/>
          <p:nvPr/>
        </p:nvSpPr>
        <p:spPr>
          <a:xfrm>
            <a:off x="8364197" y="3025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3" name="Shape 2451"/>
          <p:cNvSpPr/>
          <p:nvPr/>
        </p:nvSpPr>
        <p:spPr>
          <a:xfrm>
            <a:off x="8531838" y="2990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4" name="Shape 2452"/>
          <p:cNvSpPr/>
          <p:nvPr/>
        </p:nvSpPr>
        <p:spPr>
          <a:xfrm>
            <a:off x="8516407" y="30479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5" name="Shape 2453"/>
          <p:cNvSpPr/>
          <p:nvPr/>
        </p:nvSpPr>
        <p:spPr>
          <a:xfrm>
            <a:off x="8251109" y="2696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6" name="Shape 2454"/>
          <p:cNvSpPr/>
          <p:nvPr/>
        </p:nvSpPr>
        <p:spPr>
          <a:xfrm>
            <a:off x="8185543" y="3016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7" name="Shape 2455"/>
          <p:cNvSpPr/>
          <p:nvPr/>
        </p:nvSpPr>
        <p:spPr>
          <a:xfrm>
            <a:off x="8221102" y="3056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8" name="Shape 2456"/>
          <p:cNvSpPr/>
          <p:nvPr/>
        </p:nvSpPr>
        <p:spPr>
          <a:xfrm>
            <a:off x="8219493" y="3014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9" name="Shape 2457"/>
          <p:cNvSpPr/>
          <p:nvPr/>
        </p:nvSpPr>
        <p:spPr>
          <a:xfrm>
            <a:off x="8230545" y="2961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0" name="Shape 2458"/>
          <p:cNvSpPr/>
          <p:nvPr/>
        </p:nvSpPr>
        <p:spPr>
          <a:xfrm>
            <a:off x="8281437" y="3035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1" name="Shape 2459"/>
          <p:cNvSpPr/>
          <p:nvPr/>
        </p:nvSpPr>
        <p:spPr>
          <a:xfrm>
            <a:off x="8204416" y="30402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2" name="Shape 2460"/>
          <p:cNvSpPr/>
          <p:nvPr/>
        </p:nvSpPr>
        <p:spPr>
          <a:xfrm>
            <a:off x="8340478" y="30352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3" name="Shape 2461"/>
          <p:cNvSpPr/>
          <p:nvPr/>
        </p:nvSpPr>
        <p:spPr>
          <a:xfrm>
            <a:off x="8299527" y="3406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4" name="Shape 2462"/>
          <p:cNvSpPr/>
          <p:nvPr/>
        </p:nvSpPr>
        <p:spPr>
          <a:xfrm>
            <a:off x="8502730" y="2967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5" name="Shape 2463"/>
          <p:cNvSpPr/>
          <p:nvPr/>
        </p:nvSpPr>
        <p:spPr>
          <a:xfrm>
            <a:off x="8491447" y="30961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6" name="Shape 2464"/>
          <p:cNvSpPr/>
          <p:nvPr/>
        </p:nvSpPr>
        <p:spPr>
          <a:xfrm>
            <a:off x="8384492" y="3283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7" name="Shape 2465"/>
          <p:cNvSpPr/>
          <p:nvPr/>
        </p:nvSpPr>
        <p:spPr>
          <a:xfrm>
            <a:off x="8320896" y="3225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8" name="Shape 2466"/>
          <p:cNvSpPr/>
          <p:nvPr/>
        </p:nvSpPr>
        <p:spPr>
          <a:xfrm>
            <a:off x="8450789" y="32360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9" name="Shape 2467"/>
          <p:cNvSpPr/>
          <p:nvPr/>
        </p:nvSpPr>
        <p:spPr>
          <a:xfrm>
            <a:off x="8422648" y="2358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0" name="Shape 2468"/>
          <p:cNvSpPr/>
          <p:nvPr/>
        </p:nvSpPr>
        <p:spPr>
          <a:xfrm>
            <a:off x="8250186" y="29810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1" name="Shape 2469"/>
          <p:cNvSpPr/>
          <p:nvPr/>
        </p:nvSpPr>
        <p:spPr>
          <a:xfrm>
            <a:off x="8538306" y="2472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2" name="Shape 2470"/>
          <p:cNvSpPr/>
          <p:nvPr/>
        </p:nvSpPr>
        <p:spPr>
          <a:xfrm>
            <a:off x="8312974" y="2469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3" name="Shape 2471"/>
          <p:cNvSpPr/>
          <p:nvPr/>
        </p:nvSpPr>
        <p:spPr>
          <a:xfrm>
            <a:off x="8176791" y="2456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4" name="Shape 2472"/>
          <p:cNvSpPr/>
          <p:nvPr/>
        </p:nvSpPr>
        <p:spPr>
          <a:xfrm>
            <a:off x="8320748" y="24919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5" name="Shape 2473"/>
          <p:cNvSpPr/>
          <p:nvPr/>
        </p:nvSpPr>
        <p:spPr>
          <a:xfrm>
            <a:off x="8423543" y="2981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6" name="Shape 2474"/>
          <p:cNvSpPr/>
          <p:nvPr/>
        </p:nvSpPr>
        <p:spPr>
          <a:xfrm>
            <a:off x="8529424" y="3079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7" name="Shape 2475"/>
          <p:cNvSpPr/>
          <p:nvPr/>
        </p:nvSpPr>
        <p:spPr>
          <a:xfrm>
            <a:off x="8216246" y="27790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8" name="Shape 2476"/>
          <p:cNvSpPr/>
          <p:nvPr/>
        </p:nvSpPr>
        <p:spPr>
          <a:xfrm>
            <a:off x="8144476" y="2849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9" name="Shape 2477"/>
          <p:cNvSpPr/>
          <p:nvPr/>
        </p:nvSpPr>
        <p:spPr>
          <a:xfrm>
            <a:off x="8301460" y="2464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0" name="Shape 2478"/>
          <p:cNvSpPr/>
          <p:nvPr/>
        </p:nvSpPr>
        <p:spPr>
          <a:xfrm>
            <a:off x="8456218" y="3044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1" name="Shape 2479"/>
          <p:cNvSpPr/>
          <p:nvPr/>
        </p:nvSpPr>
        <p:spPr>
          <a:xfrm>
            <a:off x="8203548" y="24921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2" name="Shape 2480"/>
          <p:cNvSpPr/>
          <p:nvPr/>
        </p:nvSpPr>
        <p:spPr>
          <a:xfrm>
            <a:off x="8285954" y="2457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3" name="Shape 2481"/>
          <p:cNvSpPr/>
          <p:nvPr/>
        </p:nvSpPr>
        <p:spPr>
          <a:xfrm>
            <a:off x="8114146" y="2390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4" name="Shape 2482"/>
          <p:cNvSpPr/>
          <p:nvPr/>
        </p:nvSpPr>
        <p:spPr>
          <a:xfrm>
            <a:off x="8400141" y="24780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5" name="Shape 2483"/>
          <p:cNvSpPr/>
          <p:nvPr/>
        </p:nvSpPr>
        <p:spPr>
          <a:xfrm>
            <a:off x="8390775" y="2475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6" name="Shape 2484"/>
          <p:cNvSpPr/>
          <p:nvPr/>
        </p:nvSpPr>
        <p:spPr>
          <a:xfrm>
            <a:off x="8441524" y="2907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7" name="Shape 2485"/>
          <p:cNvSpPr/>
          <p:nvPr/>
        </p:nvSpPr>
        <p:spPr>
          <a:xfrm>
            <a:off x="8249206" y="2482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8" name="Shape 2486"/>
          <p:cNvSpPr/>
          <p:nvPr/>
        </p:nvSpPr>
        <p:spPr>
          <a:xfrm>
            <a:off x="8348352" y="24776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9" name="Shape 2487"/>
          <p:cNvSpPr/>
          <p:nvPr/>
        </p:nvSpPr>
        <p:spPr>
          <a:xfrm>
            <a:off x="8343993" y="3255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0" name="Shape 2488"/>
          <p:cNvSpPr/>
          <p:nvPr/>
        </p:nvSpPr>
        <p:spPr>
          <a:xfrm>
            <a:off x="8536885" y="2687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1" name="Shape 2489"/>
          <p:cNvSpPr/>
          <p:nvPr/>
        </p:nvSpPr>
        <p:spPr>
          <a:xfrm>
            <a:off x="8529855" y="2403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2" name="Shape 2490"/>
          <p:cNvSpPr/>
          <p:nvPr/>
        </p:nvSpPr>
        <p:spPr>
          <a:xfrm>
            <a:off x="8284067" y="3162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3" name="Shape 2491"/>
          <p:cNvSpPr/>
          <p:nvPr/>
        </p:nvSpPr>
        <p:spPr>
          <a:xfrm>
            <a:off x="8484673" y="30994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4" name="Shape 2492"/>
          <p:cNvSpPr/>
          <p:nvPr/>
        </p:nvSpPr>
        <p:spPr>
          <a:xfrm>
            <a:off x="8415353" y="2610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5" name="Shape 2493"/>
          <p:cNvSpPr/>
          <p:nvPr/>
        </p:nvSpPr>
        <p:spPr>
          <a:xfrm>
            <a:off x="8321162" y="3107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6" name="Shape 2494"/>
          <p:cNvSpPr/>
          <p:nvPr/>
        </p:nvSpPr>
        <p:spPr>
          <a:xfrm>
            <a:off x="8231217" y="2495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7" name="Shape 2495"/>
          <p:cNvSpPr/>
          <p:nvPr/>
        </p:nvSpPr>
        <p:spPr>
          <a:xfrm>
            <a:off x="8378629" y="24944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8" name="Shape 2496"/>
          <p:cNvSpPr/>
          <p:nvPr/>
        </p:nvSpPr>
        <p:spPr>
          <a:xfrm>
            <a:off x="8373671" y="3261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9" name="Shape 2497"/>
          <p:cNvSpPr/>
          <p:nvPr/>
        </p:nvSpPr>
        <p:spPr>
          <a:xfrm>
            <a:off x="8332457" y="2752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0" name="Shape 2498"/>
          <p:cNvSpPr/>
          <p:nvPr/>
        </p:nvSpPr>
        <p:spPr>
          <a:xfrm>
            <a:off x="8267468" y="28062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1" name="Shape 2499"/>
          <p:cNvSpPr/>
          <p:nvPr/>
        </p:nvSpPr>
        <p:spPr>
          <a:xfrm>
            <a:off x="8525318" y="2383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2" name="Shape 2500"/>
          <p:cNvSpPr/>
          <p:nvPr/>
        </p:nvSpPr>
        <p:spPr>
          <a:xfrm>
            <a:off x="8534668" y="2406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3" name="Shape 2501"/>
          <p:cNvSpPr/>
          <p:nvPr/>
        </p:nvSpPr>
        <p:spPr>
          <a:xfrm>
            <a:off x="8171086" y="2551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4" name="Shape 2502"/>
          <p:cNvSpPr/>
          <p:nvPr/>
        </p:nvSpPr>
        <p:spPr>
          <a:xfrm>
            <a:off x="8453426" y="2392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5" name="Shape 2503"/>
          <p:cNvSpPr/>
          <p:nvPr/>
        </p:nvSpPr>
        <p:spPr>
          <a:xfrm>
            <a:off x="8359829" y="3379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6" name="Shape 2504"/>
          <p:cNvSpPr/>
          <p:nvPr/>
        </p:nvSpPr>
        <p:spPr>
          <a:xfrm>
            <a:off x="8163643" y="3372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7" name="Shape 2505"/>
          <p:cNvSpPr/>
          <p:nvPr/>
        </p:nvSpPr>
        <p:spPr>
          <a:xfrm>
            <a:off x="8113304" y="3314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8" name="Shape 2506"/>
          <p:cNvSpPr/>
          <p:nvPr/>
        </p:nvSpPr>
        <p:spPr>
          <a:xfrm>
            <a:off x="8515063" y="3076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9" name="Shape 2507"/>
          <p:cNvSpPr/>
          <p:nvPr/>
        </p:nvSpPr>
        <p:spPr>
          <a:xfrm>
            <a:off x="8222436" y="3006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0" name="Shape 2508"/>
          <p:cNvSpPr/>
          <p:nvPr/>
        </p:nvSpPr>
        <p:spPr>
          <a:xfrm>
            <a:off x="8497057" y="3046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1" name="Shape 2509"/>
          <p:cNvSpPr/>
          <p:nvPr/>
        </p:nvSpPr>
        <p:spPr>
          <a:xfrm>
            <a:off x="8212886" y="3002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2" name="Shape 2510"/>
          <p:cNvSpPr/>
          <p:nvPr/>
        </p:nvSpPr>
        <p:spPr>
          <a:xfrm>
            <a:off x="8425129" y="3037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3" name="Shape 2511"/>
          <p:cNvSpPr/>
          <p:nvPr/>
        </p:nvSpPr>
        <p:spPr>
          <a:xfrm>
            <a:off x="8473149" y="30669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4" name="Shape 2512"/>
          <p:cNvSpPr/>
          <p:nvPr/>
        </p:nvSpPr>
        <p:spPr>
          <a:xfrm>
            <a:off x="8514875" y="3050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5" name="Shape 2513"/>
          <p:cNvSpPr/>
          <p:nvPr/>
        </p:nvSpPr>
        <p:spPr>
          <a:xfrm>
            <a:off x="8158007" y="30602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6" name="Shape 2514"/>
          <p:cNvSpPr/>
          <p:nvPr/>
        </p:nvSpPr>
        <p:spPr>
          <a:xfrm>
            <a:off x="8370974" y="3065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7" name="Shape 2515"/>
          <p:cNvSpPr/>
          <p:nvPr/>
        </p:nvSpPr>
        <p:spPr>
          <a:xfrm>
            <a:off x="8248286" y="3047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8" name="Shape 2516"/>
          <p:cNvSpPr/>
          <p:nvPr/>
        </p:nvSpPr>
        <p:spPr>
          <a:xfrm>
            <a:off x="8270113" y="3004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9" name="Shape 2517"/>
          <p:cNvSpPr/>
          <p:nvPr/>
        </p:nvSpPr>
        <p:spPr>
          <a:xfrm>
            <a:off x="8240592" y="30838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0" name="Shape 2518"/>
          <p:cNvSpPr/>
          <p:nvPr/>
        </p:nvSpPr>
        <p:spPr>
          <a:xfrm>
            <a:off x="8386817" y="3105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1" name="Shape 2519"/>
          <p:cNvSpPr/>
          <p:nvPr/>
        </p:nvSpPr>
        <p:spPr>
          <a:xfrm>
            <a:off x="8463445" y="3220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2" name="Shape 2520"/>
          <p:cNvSpPr/>
          <p:nvPr/>
        </p:nvSpPr>
        <p:spPr>
          <a:xfrm>
            <a:off x="8251490" y="3043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3" name="Shape 2521"/>
          <p:cNvSpPr/>
          <p:nvPr/>
        </p:nvSpPr>
        <p:spPr>
          <a:xfrm>
            <a:off x="8499753" y="2457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4" name="Shape 2522"/>
          <p:cNvSpPr/>
          <p:nvPr/>
        </p:nvSpPr>
        <p:spPr>
          <a:xfrm>
            <a:off x="8119624" y="2829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5" name="Shape 2523"/>
          <p:cNvSpPr/>
          <p:nvPr/>
        </p:nvSpPr>
        <p:spPr>
          <a:xfrm>
            <a:off x="8520892" y="3291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6" name="Shape 2524"/>
          <p:cNvSpPr/>
          <p:nvPr/>
        </p:nvSpPr>
        <p:spPr>
          <a:xfrm>
            <a:off x="8170023" y="3489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7" name="Shape 2525"/>
          <p:cNvSpPr/>
          <p:nvPr/>
        </p:nvSpPr>
        <p:spPr>
          <a:xfrm>
            <a:off x="8371655" y="3578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8" name="Shape 2526"/>
          <p:cNvSpPr/>
          <p:nvPr/>
        </p:nvSpPr>
        <p:spPr>
          <a:xfrm>
            <a:off x="8113670" y="3591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9" name="Shape 2527"/>
          <p:cNvSpPr/>
          <p:nvPr/>
        </p:nvSpPr>
        <p:spPr>
          <a:xfrm>
            <a:off x="8216907" y="3402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0" name="Shape 2528"/>
          <p:cNvSpPr/>
          <p:nvPr/>
        </p:nvSpPr>
        <p:spPr>
          <a:xfrm>
            <a:off x="8368005" y="3557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1" name="Shape 2529"/>
          <p:cNvSpPr/>
          <p:nvPr/>
        </p:nvSpPr>
        <p:spPr>
          <a:xfrm>
            <a:off x="8207314" y="36622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2" name="Shape 2530"/>
          <p:cNvSpPr/>
          <p:nvPr/>
        </p:nvSpPr>
        <p:spPr>
          <a:xfrm>
            <a:off x="8414168" y="3360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3" name="Shape 2531"/>
          <p:cNvSpPr/>
          <p:nvPr/>
        </p:nvSpPr>
        <p:spPr>
          <a:xfrm>
            <a:off x="8333088" y="37388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4" name="Shape 2532"/>
          <p:cNvSpPr/>
          <p:nvPr/>
        </p:nvSpPr>
        <p:spPr>
          <a:xfrm>
            <a:off x="8393980" y="3244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5" name="Shape 2533"/>
          <p:cNvSpPr/>
          <p:nvPr/>
        </p:nvSpPr>
        <p:spPr>
          <a:xfrm>
            <a:off x="8197419" y="3548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6" name="Shape 2534"/>
          <p:cNvSpPr/>
          <p:nvPr/>
        </p:nvSpPr>
        <p:spPr>
          <a:xfrm>
            <a:off x="8240628" y="3135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7" name="Shape 2535"/>
          <p:cNvSpPr/>
          <p:nvPr/>
        </p:nvSpPr>
        <p:spPr>
          <a:xfrm>
            <a:off x="8324971" y="3664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8" name="Shape 2536"/>
          <p:cNvSpPr/>
          <p:nvPr/>
        </p:nvSpPr>
        <p:spPr>
          <a:xfrm>
            <a:off x="8221025" y="2579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9" name="Shape 2537"/>
          <p:cNvSpPr/>
          <p:nvPr/>
        </p:nvSpPr>
        <p:spPr>
          <a:xfrm>
            <a:off x="8277116" y="3041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0" name="Shape 2538"/>
          <p:cNvSpPr/>
          <p:nvPr/>
        </p:nvSpPr>
        <p:spPr>
          <a:xfrm>
            <a:off x="8468967" y="3392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1" name="Shape 2539"/>
          <p:cNvSpPr/>
          <p:nvPr/>
        </p:nvSpPr>
        <p:spPr>
          <a:xfrm>
            <a:off x="8389835" y="34184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2" name="Shape 2540"/>
          <p:cNvSpPr/>
          <p:nvPr/>
        </p:nvSpPr>
        <p:spPr>
          <a:xfrm>
            <a:off x="8383685" y="3001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3" name="Shape 2541"/>
          <p:cNvSpPr/>
          <p:nvPr/>
        </p:nvSpPr>
        <p:spPr>
          <a:xfrm>
            <a:off x="8483767" y="2813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4" name="Shape 2542"/>
          <p:cNvSpPr/>
          <p:nvPr/>
        </p:nvSpPr>
        <p:spPr>
          <a:xfrm>
            <a:off x="8386048" y="3313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5" name="Shape 2543"/>
          <p:cNvSpPr/>
          <p:nvPr/>
        </p:nvSpPr>
        <p:spPr>
          <a:xfrm>
            <a:off x="8306443" y="2874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6" name="Shape 2544"/>
          <p:cNvSpPr/>
          <p:nvPr/>
        </p:nvSpPr>
        <p:spPr>
          <a:xfrm>
            <a:off x="8502030" y="2743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7" name="Shape 2545"/>
          <p:cNvSpPr/>
          <p:nvPr/>
        </p:nvSpPr>
        <p:spPr>
          <a:xfrm>
            <a:off x="8165552" y="32591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8" name="Shape 2546"/>
          <p:cNvSpPr/>
          <p:nvPr/>
        </p:nvSpPr>
        <p:spPr>
          <a:xfrm>
            <a:off x="8474774" y="3301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9" name="Shape 2547"/>
          <p:cNvSpPr/>
          <p:nvPr/>
        </p:nvSpPr>
        <p:spPr>
          <a:xfrm>
            <a:off x="8367021" y="2763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0" name="Shape 2548"/>
          <p:cNvSpPr/>
          <p:nvPr/>
        </p:nvSpPr>
        <p:spPr>
          <a:xfrm>
            <a:off x="8335031" y="2438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1" name="Shape 2549"/>
          <p:cNvSpPr/>
          <p:nvPr/>
        </p:nvSpPr>
        <p:spPr>
          <a:xfrm>
            <a:off x="8211817" y="3124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2" name="Shape 2550"/>
          <p:cNvSpPr/>
          <p:nvPr/>
        </p:nvSpPr>
        <p:spPr>
          <a:xfrm>
            <a:off x="8137761" y="3132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3" name="Shape 2551"/>
          <p:cNvSpPr/>
          <p:nvPr/>
        </p:nvSpPr>
        <p:spPr>
          <a:xfrm>
            <a:off x="8489847" y="31450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4" name="Shape 2552"/>
          <p:cNvSpPr/>
          <p:nvPr/>
        </p:nvSpPr>
        <p:spPr>
          <a:xfrm>
            <a:off x="8461915" y="3138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5" name="Shape 2553"/>
          <p:cNvSpPr/>
          <p:nvPr/>
        </p:nvSpPr>
        <p:spPr>
          <a:xfrm>
            <a:off x="8184140" y="31609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6" name="Shape 2554"/>
          <p:cNvSpPr/>
          <p:nvPr/>
        </p:nvSpPr>
        <p:spPr>
          <a:xfrm>
            <a:off x="8156872" y="3142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7" name="Shape 2555"/>
          <p:cNvSpPr/>
          <p:nvPr/>
        </p:nvSpPr>
        <p:spPr>
          <a:xfrm>
            <a:off x="8293843" y="32605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8" name="Shape 2556"/>
          <p:cNvSpPr/>
          <p:nvPr/>
        </p:nvSpPr>
        <p:spPr>
          <a:xfrm>
            <a:off x="8466213" y="2366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9" name="Shape 2557"/>
          <p:cNvSpPr/>
          <p:nvPr/>
        </p:nvSpPr>
        <p:spPr>
          <a:xfrm>
            <a:off x="8143612" y="3126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0" name="Shape 2558"/>
          <p:cNvSpPr/>
          <p:nvPr/>
        </p:nvSpPr>
        <p:spPr>
          <a:xfrm>
            <a:off x="8524613" y="32089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1" name="Shape 2559"/>
          <p:cNvSpPr/>
          <p:nvPr/>
        </p:nvSpPr>
        <p:spPr>
          <a:xfrm>
            <a:off x="8373779" y="2894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2" name="Shape 2560"/>
          <p:cNvSpPr/>
          <p:nvPr/>
        </p:nvSpPr>
        <p:spPr>
          <a:xfrm>
            <a:off x="8369856" y="3104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3" name="Shape 2561"/>
          <p:cNvSpPr/>
          <p:nvPr/>
        </p:nvSpPr>
        <p:spPr>
          <a:xfrm>
            <a:off x="8109247" y="3093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4" name="Shape 2562"/>
          <p:cNvSpPr/>
          <p:nvPr/>
        </p:nvSpPr>
        <p:spPr>
          <a:xfrm>
            <a:off x="8220438" y="33545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5" name="Shape 2563"/>
          <p:cNvSpPr/>
          <p:nvPr/>
        </p:nvSpPr>
        <p:spPr>
          <a:xfrm>
            <a:off x="8277959" y="34003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6" name="Shape 2564"/>
          <p:cNvSpPr/>
          <p:nvPr/>
        </p:nvSpPr>
        <p:spPr>
          <a:xfrm>
            <a:off x="8165318" y="3182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7" name="Shape 2565"/>
          <p:cNvSpPr/>
          <p:nvPr/>
        </p:nvSpPr>
        <p:spPr>
          <a:xfrm>
            <a:off x="8174058" y="3172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8" name="Shape 2566"/>
          <p:cNvSpPr/>
          <p:nvPr/>
        </p:nvSpPr>
        <p:spPr>
          <a:xfrm>
            <a:off x="8192429" y="3527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9" name="Shape 2567"/>
          <p:cNvSpPr/>
          <p:nvPr/>
        </p:nvSpPr>
        <p:spPr>
          <a:xfrm>
            <a:off x="8347182" y="3497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0" name="Shape 2568"/>
          <p:cNvSpPr/>
          <p:nvPr/>
        </p:nvSpPr>
        <p:spPr>
          <a:xfrm>
            <a:off x="8465890" y="3485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1" name="Shape 2569"/>
          <p:cNvSpPr/>
          <p:nvPr/>
        </p:nvSpPr>
        <p:spPr>
          <a:xfrm>
            <a:off x="8290801" y="3659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2" name="Shape 2570"/>
          <p:cNvSpPr/>
          <p:nvPr/>
        </p:nvSpPr>
        <p:spPr>
          <a:xfrm>
            <a:off x="8530799" y="3330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3" name="Shape 2571"/>
          <p:cNvSpPr/>
          <p:nvPr/>
        </p:nvSpPr>
        <p:spPr>
          <a:xfrm>
            <a:off x="8266421" y="2327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4" name="Shape 2572"/>
          <p:cNvSpPr/>
          <p:nvPr/>
        </p:nvSpPr>
        <p:spPr>
          <a:xfrm>
            <a:off x="8399857" y="23885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5" name="Shape 2573"/>
          <p:cNvSpPr/>
          <p:nvPr/>
        </p:nvSpPr>
        <p:spPr>
          <a:xfrm>
            <a:off x="8232701" y="3207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6" name="Shape 2574"/>
          <p:cNvSpPr/>
          <p:nvPr/>
        </p:nvSpPr>
        <p:spPr>
          <a:xfrm>
            <a:off x="8308190" y="3305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7" name="Shape 2575"/>
          <p:cNvSpPr/>
          <p:nvPr/>
        </p:nvSpPr>
        <p:spPr>
          <a:xfrm>
            <a:off x="8206228" y="3288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8" name="Shape 2576"/>
          <p:cNvSpPr/>
          <p:nvPr/>
        </p:nvSpPr>
        <p:spPr>
          <a:xfrm>
            <a:off x="8108743" y="2440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9" name="Shape 2577"/>
          <p:cNvSpPr/>
          <p:nvPr/>
        </p:nvSpPr>
        <p:spPr>
          <a:xfrm>
            <a:off x="8472128" y="22776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0" name="Shape 2578"/>
          <p:cNvSpPr/>
          <p:nvPr/>
        </p:nvSpPr>
        <p:spPr>
          <a:xfrm>
            <a:off x="8227173" y="2748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1" name="Shape 2579"/>
          <p:cNvSpPr/>
          <p:nvPr/>
        </p:nvSpPr>
        <p:spPr>
          <a:xfrm>
            <a:off x="8275014" y="2477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2" name="Shape 2580"/>
          <p:cNvSpPr/>
          <p:nvPr/>
        </p:nvSpPr>
        <p:spPr>
          <a:xfrm>
            <a:off x="8534639" y="2701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3" name="Shape 2581"/>
          <p:cNvSpPr/>
          <p:nvPr/>
        </p:nvSpPr>
        <p:spPr>
          <a:xfrm>
            <a:off x="8383709" y="2938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4" name="Shape 2582"/>
          <p:cNvSpPr/>
          <p:nvPr/>
        </p:nvSpPr>
        <p:spPr>
          <a:xfrm>
            <a:off x="8455467" y="2921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5" name="Shape 2583"/>
          <p:cNvSpPr/>
          <p:nvPr/>
        </p:nvSpPr>
        <p:spPr>
          <a:xfrm>
            <a:off x="8384640" y="3265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6" name="Shape 2584"/>
          <p:cNvSpPr/>
          <p:nvPr/>
        </p:nvSpPr>
        <p:spPr>
          <a:xfrm>
            <a:off x="8173816" y="2727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7" name="Shape 2585"/>
          <p:cNvSpPr/>
          <p:nvPr/>
        </p:nvSpPr>
        <p:spPr>
          <a:xfrm>
            <a:off x="8395078" y="2958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8" name="Shape 2586"/>
          <p:cNvSpPr/>
          <p:nvPr/>
        </p:nvSpPr>
        <p:spPr>
          <a:xfrm>
            <a:off x="8263004" y="2686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9" name="Shape 2587"/>
          <p:cNvSpPr/>
          <p:nvPr/>
        </p:nvSpPr>
        <p:spPr>
          <a:xfrm>
            <a:off x="8219449" y="2699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0" name="Shape 2588"/>
          <p:cNvSpPr/>
          <p:nvPr/>
        </p:nvSpPr>
        <p:spPr>
          <a:xfrm>
            <a:off x="8411567" y="3273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1" name="Shape 2589"/>
          <p:cNvSpPr/>
          <p:nvPr/>
        </p:nvSpPr>
        <p:spPr>
          <a:xfrm>
            <a:off x="8369983" y="3843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2" name="Shape 2590"/>
          <p:cNvSpPr/>
          <p:nvPr/>
        </p:nvSpPr>
        <p:spPr>
          <a:xfrm>
            <a:off x="8165311" y="3033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3" name="Shape 2591"/>
          <p:cNvSpPr/>
          <p:nvPr/>
        </p:nvSpPr>
        <p:spPr>
          <a:xfrm>
            <a:off x="8234525" y="3010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4" name="Shape 2592"/>
          <p:cNvSpPr/>
          <p:nvPr/>
        </p:nvSpPr>
        <p:spPr>
          <a:xfrm>
            <a:off x="8193803" y="2871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5" name="Shape 2593"/>
          <p:cNvSpPr/>
          <p:nvPr/>
        </p:nvSpPr>
        <p:spPr>
          <a:xfrm>
            <a:off x="8411973" y="2801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6" name="Shape 2594"/>
          <p:cNvSpPr/>
          <p:nvPr/>
        </p:nvSpPr>
        <p:spPr>
          <a:xfrm>
            <a:off x="8329591" y="2927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7" name="Shape 2595"/>
          <p:cNvSpPr/>
          <p:nvPr/>
        </p:nvSpPr>
        <p:spPr>
          <a:xfrm>
            <a:off x="8204458" y="3117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8" name="Shape 2596"/>
          <p:cNvSpPr/>
          <p:nvPr/>
        </p:nvSpPr>
        <p:spPr>
          <a:xfrm>
            <a:off x="8361673" y="35607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9" name="Shape 2597"/>
          <p:cNvSpPr/>
          <p:nvPr/>
        </p:nvSpPr>
        <p:spPr>
          <a:xfrm>
            <a:off x="8166603" y="3456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0" name="Shape 2598"/>
          <p:cNvSpPr/>
          <p:nvPr/>
        </p:nvSpPr>
        <p:spPr>
          <a:xfrm>
            <a:off x="8357593" y="3566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1" name="Shape 2599"/>
          <p:cNvSpPr/>
          <p:nvPr/>
        </p:nvSpPr>
        <p:spPr>
          <a:xfrm>
            <a:off x="8336238" y="3535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2" name="Shape 2600"/>
          <p:cNvSpPr/>
          <p:nvPr/>
        </p:nvSpPr>
        <p:spPr>
          <a:xfrm>
            <a:off x="8333002" y="2891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3" name="Shape 2601"/>
          <p:cNvSpPr/>
          <p:nvPr/>
        </p:nvSpPr>
        <p:spPr>
          <a:xfrm>
            <a:off x="8159443" y="2909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4" name="Shape 2602"/>
          <p:cNvSpPr/>
          <p:nvPr/>
        </p:nvSpPr>
        <p:spPr>
          <a:xfrm>
            <a:off x="8390070" y="28499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5" name="Shape 2603"/>
          <p:cNvSpPr/>
          <p:nvPr/>
        </p:nvSpPr>
        <p:spPr>
          <a:xfrm>
            <a:off x="8184350" y="3023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6" name="Shape 2604"/>
          <p:cNvSpPr/>
          <p:nvPr/>
        </p:nvSpPr>
        <p:spPr>
          <a:xfrm>
            <a:off x="8517851" y="2893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7" name="Shape 2605"/>
          <p:cNvSpPr/>
          <p:nvPr/>
        </p:nvSpPr>
        <p:spPr>
          <a:xfrm>
            <a:off x="8188588" y="2981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8" name="Shape 2606"/>
          <p:cNvSpPr/>
          <p:nvPr/>
        </p:nvSpPr>
        <p:spPr>
          <a:xfrm>
            <a:off x="8428166" y="30809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9" name="Shape 2607"/>
          <p:cNvSpPr/>
          <p:nvPr/>
        </p:nvSpPr>
        <p:spPr>
          <a:xfrm>
            <a:off x="8438935" y="2912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0" name="Shape 2608"/>
          <p:cNvSpPr/>
          <p:nvPr/>
        </p:nvSpPr>
        <p:spPr>
          <a:xfrm>
            <a:off x="8410219" y="2904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1" name="Shape 2609"/>
          <p:cNvSpPr/>
          <p:nvPr/>
        </p:nvSpPr>
        <p:spPr>
          <a:xfrm>
            <a:off x="8128323" y="33180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2" name="Shape 2610"/>
          <p:cNvSpPr/>
          <p:nvPr/>
        </p:nvSpPr>
        <p:spPr>
          <a:xfrm>
            <a:off x="8284611" y="3254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3" name="Shape 2611"/>
          <p:cNvSpPr/>
          <p:nvPr/>
        </p:nvSpPr>
        <p:spPr>
          <a:xfrm>
            <a:off x="8368643" y="3185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4" name="Shape 2612"/>
          <p:cNvSpPr/>
          <p:nvPr/>
        </p:nvSpPr>
        <p:spPr>
          <a:xfrm>
            <a:off x="8355952" y="3051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5" name="Shape 2613"/>
          <p:cNvSpPr/>
          <p:nvPr/>
        </p:nvSpPr>
        <p:spPr>
          <a:xfrm>
            <a:off x="8424335" y="32863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6" name="Shape 2614"/>
          <p:cNvSpPr/>
          <p:nvPr/>
        </p:nvSpPr>
        <p:spPr>
          <a:xfrm>
            <a:off x="8161317" y="2980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7" name="Shape 2615"/>
          <p:cNvSpPr/>
          <p:nvPr/>
        </p:nvSpPr>
        <p:spPr>
          <a:xfrm>
            <a:off x="8342085" y="2973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8" name="Shape 2616"/>
          <p:cNvSpPr/>
          <p:nvPr/>
        </p:nvSpPr>
        <p:spPr>
          <a:xfrm>
            <a:off x="8115454" y="29481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9" name="Shape 2617"/>
          <p:cNvSpPr/>
          <p:nvPr/>
        </p:nvSpPr>
        <p:spPr>
          <a:xfrm>
            <a:off x="8521113" y="3206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0" name="Shape 2618"/>
          <p:cNvSpPr/>
          <p:nvPr/>
        </p:nvSpPr>
        <p:spPr>
          <a:xfrm>
            <a:off x="8248985" y="3251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1" name="Shape 2619"/>
          <p:cNvSpPr/>
          <p:nvPr/>
        </p:nvSpPr>
        <p:spPr>
          <a:xfrm>
            <a:off x="8295350" y="2999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2" name="Shape 2620"/>
          <p:cNvSpPr/>
          <p:nvPr/>
        </p:nvSpPr>
        <p:spPr>
          <a:xfrm>
            <a:off x="8381436" y="300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3" name="Shape 2621"/>
          <p:cNvSpPr/>
          <p:nvPr/>
        </p:nvSpPr>
        <p:spPr>
          <a:xfrm>
            <a:off x="8279489" y="29923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4" name="Shape 2622"/>
          <p:cNvSpPr/>
          <p:nvPr/>
        </p:nvSpPr>
        <p:spPr>
          <a:xfrm>
            <a:off x="8145881" y="29731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5" name="Shape 2623"/>
          <p:cNvSpPr/>
          <p:nvPr/>
        </p:nvSpPr>
        <p:spPr>
          <a:xfrm>
            <a:off x="8451486" y="31756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6" name="Shape 2624"/>
          <p:cNvSpPr/>
          <p:nvPr/>
        </p:nvSpPr>
        <p:spPr>
          <a:xfrm>
            <a:off x="8518063" y="2867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7" name="Shape 2625"/>
          <p:cNvSpPr/>
          <p:nvPr/>
        </p:nvSpPr>
        <p:spPr>
          <a:xfrm>
            <a:off x="8147883" y="3035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8" name="Shape 2626"/>
          <p:cNvSpPr/>
          <p:nvPr/>
        </p:nvSpPr>
        <p:spPr>
          <a:xfrm>
            <a:off x="8282709" y="2932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9" name="Shape 2627"/>
          <p:cNvSpPr/>
          <p:nvPr/>
        </p:nvSpPr>
        <p:spPr>
          <a:xfrm>
            <a:off x="8459302" y="2493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0" name="Shape 2628"/>
          <p:cNvSpPr/>
          <p:nvPr/>
        </p:nvSpPr>
        <p:spPr>
          <a:xfrm>
            <a:off x="8503072" y="30762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1" name="Shape 2629"/>
          <p:cNvSpPr/>
          <p:nvPr/>
        </p:nvSpPr>
        <p:spPr>
          <a:xfrm>
            <a:off x="8274897" y="2990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2" name="Shape 2630"/>
          <p:cNvSpPr/>
          <p:nvPr/>
        </p:nvSpPr>
        <p:spPr>
          <a:xfrm>
            <a:off x="8291226" y="2465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3" name="Shape 2631"/>
          <p:cNvSpPr/>
          <p:nvPr/>
        </p:nvSpPr>
        <p:spPr>
          <a:xfrm>
            <a:off x="8237899" y="3492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4" name="Shape 2632"/>
          <p:cNvSpPr/>
          <p:nvPr/>
        </p:nvSpPr>
        <p:spPr>
          <a:xfrm>
            <a:off x="8172488" y="3501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5" name="Shape 2633"/>
          <p:cNvSpPr/>
          <p:nvPr/>
        </p:nvSpPr>
        <p:spPr>
          <a:xfrm>
            <a:off x="8258387" y="3520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6" name="Shape 2634"/>
          <p:cNvSpPr/>
          <p:nvPr/>
        </p:nvSpPr>
        <p:spPr>
          <a:xfrm>
            <a:off x="8335923" y="3231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7" name="Shape 2635"/>
          <p:cNvSpPr/>
          <p:nvPr/>
        </p:nvSpPr>
        <p:spPr>
          <a:xfrm>
            <a:off x="8332080" y="3517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8" name="Shape 2636"/>
          <p:cNvSpPr/>
          <p:nvPr/>
        </p:nvSpPr>
        <p:spPr>
          <a:xfrm>
            <a:off x="8379189" y="3112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9" name="Shape 2637"/>
          <p:cNvSpPr/>
          <p:nvPr/>
        </p:nvSpPr>
        <p:spPr>
          <a:xfrm>
            <a:off x="8152849" y="3379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0" name="Shape 2638"/>
          <p:cNvSpPr/>
          <p:nvPr/>
        </p:nvSpPr>
        <p:spPr>
          <a:xfrm>
            <a:off x="8340558" y="3370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1" name="Shape 2639"/>
          <p:cNvSpPr/>
          <p:nvPr/>
        </p:nvSpPr>
        <p:spPr>
          <a:xfrm>
            <a:off x="8421056" y="34783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2" name="Shape 2640"/>
          <p:cNvSpPr/>
          <p:nvPr/>
        </p:nvSpPr>
        <p:spPr>
          <a:xfrm>
            <a:off x="8133443" y="3315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3" name="Shape 2641"/>
          <p:cNvSpPr/>
          <p:nvPr/>
        </p:nvSpPr>
        <p:spPr>
          <a:xfrm>
            <a:off x="8435233" y="2922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4" name="Shape 2642"/>
          <p:cNvSpPr/>
          <p:nvPr/>
        </p:nvSpPr>
        <p:spPr>
          <a:xfrm>
            <a:off x="8477012" y="3000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5" name="Shape 2643"/>
          <p:cNvSpPr/>
          <p:nvPr/>
        </p:nvSpPr>
        <p:spPr>
          <a:xfrm>
            <a:off x="8309782" y="30494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6" name="Shape 2644"/>
          <p:cNvSpPr/>
          <p:nvPr/>
        </p:nvSpPr>
        <p:spPr>
          <a:xfrm>
            <a:off x="8163131" y="31431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7" name="Shape 2645"/>
          <p:cNvSpPr/>
          <p:nvPr/>
        </p:nvSpPr>
        <p:spPr>
          <a:xfrm>
            <a:off x="8494657" y="31357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8" name="Shape 2646"/>
          <p:cNvSpPr/>
          <p:nvPr/>
        </p:nvSpPr>
        <p:spPr>
          <a:xfrm>
            <a:off x="8402049" y="3399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9" name="Shape 2647"/>
          <p:cNvSpPr/>
          <p:nvPr/>
        </p:nvSpPr>
        <p:spPr>
          <a:xfrm>
            <a:off x="8360184" y="2991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0" name="Shape 2648"/>
          <p:cNvSpPr/>
          <p:nvPr/>
        </p:nvSpPr>
        <p:spPr>
          <a:xfrm>
            <a:off x="8411555" y="3441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1" name="Shape 2649"/>
          <p:cNvSpPr/>
          <p:nvPr/>
        </p:nvSpPr>
        <p:spPr>
          <a:xfrm>
            <a:off x="8310690" y="24622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2" name="Shape 2650"/>
          <p:cNvSpPr/>
          <p:nvPr/>
        </p:nvSpPr>
        <p:spPr>
          <a:xfrm>
            <a:off x="8374066" y="34301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3" name="Shape 2651"/>
          <p:cNvSpPr/>
          <p:nvPr/>
        </p:nvSpPr>
        <p:spPr>
          <a:xfrm>
            <a:off x="8165016" y="2462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4" name="Shape 2652"/>
          <p:cNvSpPr/>
          <p:nvPr/>
        </p:nvSpPr>
        <p:spPr>
          <a:xfrm>
            <a:off x="8238194" y="3189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5" name="Shape 2653"/>
          <p:cNvSpPr/>
          <p:nvPr/>
        </p:nvSpPr>
        <p:spPr>
          <a:xfrm>
            <a:off x="8110399" y="15367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6" name="Shape 2654"/>
          <p:cNvSpPr/>
          <p:nvPr/>
        </p:nvSpPr>
        <p:spPr>
          <a:xfrm>
            <a:off x="8409239" y="35226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7" name="Shape 2655"/>
          <p:cNvSpPr/>
          <p:nvPr/>
        </p:nvSpPr>
        <p:spPr>
          <a:xfrm>
            <a:off x="8482481" y="3430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8" name="Shape 2656"/>
          <p:cNvSpPr/>
          <p:nvPr/>
        </p:nvSpPr>
        <p:spPr>
          <a:xfrm>
            <a:off x="8466689" y="2454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9" name="Shape 2657"/>
          <p:cNvSpPr/>
          <p:nvPr/>
        </p:nvSpPr>
        <p:spPr>
          <a:xfrm>
            <a:off x="8176259" y="2457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0" name="Shape 2658"/>
          <p:cNvSpPr/>
          <p:nvPr/>
        </p:nvSpPr>
        <p:spPr>
          <a:xfrm>
            <a:off x="8242410" y="2457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1" name="Shape 2659"/>
          <p:cNvSpPr/>
          <p:nvPr/>
        </p:nvSpPr>
        <p:spPr>
          <a:xfrm>
            <a:off x="8233959" y="26328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2" name="Shape 2660"/>
          <p:cNvSpPr/>
          <p:nvPr/>
        </p:nvSpPr>
        <p:spPr>
          <a:xfrm>
            <a:off x="8228067" y="2737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3" name="Shape 2661"/>
          <p:cNvSpPr/>
          <p:nvPr/>
        </p:nvSpPr>
        <p:spPr>
          <a:xfrm>
            <a:off x="8429589" y="2700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4" name="Shape 2662"/>
          <p:cNvSpPr/>
          <p:nvPr/>
        </p:nvSpPr>
        <p:spPr>
          <a:xfrm>
            <a:off x="8416510" y="2872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5" name="Shape 2663"/>
          <p:cNvSpPr/>
          <p:nvPr/>
        </p:nvSpPr>
        <p:spPr>
          <a:xfrm>
            <a:off x="8496560" y="2520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6" name="Shape 2664"/>
          <p:cNvSpPr/>
          <p:nvPr/>
        </p:nvSpPr>
        <p:spPr>
          <a:xfrm>
            <a:off x="8354286" y="2744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7" name="Shape 2665"/>
          <p:cNvSpPr/>
          <p:nvPr/>
        </p:nvSpPr>
        <p:spPr>
          <a:xfrm>
            <a:off x="8515373" y="2735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8" name="Shape 2666"/>
          <p:cNvSpPr/>
          <p:nvPr/>
        </p:nvSpPr>
        <p:spPr>
          <a:xfrm>
            <a:off x="8267643" y="2480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9" name="Shape 2667"/>
          <p:cNvSpPr/>
          <p:nvPr/>
        </p:nvSpPr>
        <p:spPr>
          <a:xfrm>
            <a:off x="8292713" y="2300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0" name="Shape 2668"/>
          <p:cNvSpPr/>
          <p:nvPr/>
        </p:nvSpPr>
        <p:spPr>
          <a:xfrm>
            <a:off x="8301092" y="2288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1" name="Shape 2669"/>
          <p:cNvSpPr/>
          <p:nvPr/>
        </p:nvSpPr>
        <p:spPr>
          <a:xfrm>
            <a:off x="8305134" y="25743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2" name="Shape 2670"/>
          <p:cNvSpPr/>
          <p:nvPr/>
        </p:nvSpPr>
        <p:spPr>
          <a:xfrm>
            <a:off x="8253400" y="26208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3" name="Shape 2671"/>
          <p:cNvSpPr/>
          <p:nvPr/>
        </p:nvSpPr>
        <p:spPr>
          <a:xfrm>
            <a:off x="8195396" y="26158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4" name="Shape 2672"/>
          <p:cNvSpPr/>
          <p:nvPr/>
        </p:nvSpPr>
        <p:spPr>
          <a:xfrm>
            <a:off x="8285474" y="26698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5" name="Shape 2673"/>
          <p:cNvSpPr/>
          <p:nvPr/>
        </p:nvSpPr>
        <p:spPr>
          <a:xfrm>
            <a:off x="8433386" y="2748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6" name="Shape 2674"/>
          <p:cNvSpPr/>
          <p:nvPr/>
        </p:nvSpPr>
        <p:spPr>
          <a:xfrm>
            <a:off x="8213399" y="3151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7" name="Shape 2675"/>
          <p:cNvSpPr/>
          <p:nvPr/>
        </p:nvSpPr>
        <p:spPr>
          <a:xfrm>
            <a:off x="8431261" y="2781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8" name="Shape 2676"/>
          <p:cNvSpPr/>
          <p:nvPr/>
        </p:nvSpPr>
        <p:spPr>
          <a:xfrm>
            <a:off x="8315600" y="2554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9" name="Shape 2677"/>
          <p:cNvSpPr/>
          <p:nvPr/>
        </p:nvSpPr>
        <p:spPr>
          <a:xfrm>
            <a:off x="8345113" y="2682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0" name="Shape 2678"/>
          <p:cNvSpPr/>
          <p:nvPr/>
        </p:nvSpPr>
        <p:spPr>
          <a:xfrm>
            <a:off x="8537353" y="3220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1" name="Shape 2679"/>
          <p:cNvSpPr/>
          <p:nvPr/>
        </p:nvSpPr>
        <p:spPr>
          <a:xfrm>
            <a:off x="8393645" y="35301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2" name="Shape 2680"/>
          <p:cNvSpPr/>
          <p:nvPr/>
        </p:nvSpPr>
        <p:spPr>
          <a:xfrm>
            <a:off x="8373694" y="3192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3" name="Shape 2681"/>
          <p:cNvSpPr/>
          <p:nvPr/>
        </p:nvSpPr>
        <p:spPr>
          <a:xfrm>
            <a:off x="8461145" y="3201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4" name="Shape 2682"/>
          <p:cNvSpPr/>
          <p:nvPr/>
        </p:nvSpPr>
        <p:spPr>
          <a:xfrm>
            <a:off x="8280175" y="3429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5" name="Shape 2683"/>
          <p:cNvSpPr/>
          <p:nvPr/>
        </p:nvSpPr>
        <p:spPr>
          <a:xfrm>
            <a:off x="8356536" y="3161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6" name="Shape 2684"/>
          <p:cNvSpPr/>
          <p:nvPr/>
        </p:nvSpPr>
        <p:spPr>
          <a:xfrm>
            <a:off x="8146577" y="3197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7" name="Shape 2685"/>
          <p:cNvSpPr/>
          <p:nvPr/>
        </p:nvSpPr>
        <p:spPr>
          <a:xfrm>
            <a:off x="8368815" y="3089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8" name="Shape 2686"/>
          <p:cNvSpPr/>
          <p:nvPr/>
        </p:nvSpPr>
        <p:spPr>
          <a:xfrm>
            <a:off x="8466142" y="3631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9" name="Shape 2687"/>
          <p:cNvSpPr/>
          <p:nvPr/>
        </p:nvSpPr>
        <p:spPr>
          <a:xfrm>
            <a:off x="8413461" y="3410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0" name="Shape 2688"/>
          <p:cNvSpPr/>
          <p:nvPr/>
        </p:nvSpPr>
        <p:spPr>
          <a:xfrm>
            <a:off x="8426875" y="3547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1" name="Shape 2689"/>
          <p:cNvSpPr/>
          <p:nvPr/>
        </p:nvSpPr>
        <p:spPr>
          <a:xfrm>
            <a:off x="8419187" y="35385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2" name="Shape 2690"/>
          <p:cNvSpPr/>
          <p:nvPr/>
        </p:nvSpPr>
        <p:spPr>
          <a:xfrm>
            <a:off x="8131084" y="2412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3" name="Shape 2691"/>
          <p:cNvSpPr/>
          <p:nvPr/>
        </p:nvSpPr>
        <p:spPr>
          <a:xfrm>
            <a:off x="8234040" y="3039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4" name="Shape 2692"/>
          <p:cNvSpPr/>
          <p:nvPr/>
        </p:nvSpPr>
        <p:spPr>
          <a:xfrm>
            <a:off x="8506626" y="2416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5" name="Shape 2693"/>
          <p:cNvSpPr/>
          <p:nvPr/>
        </p:nvSpPr>
        <p:spPr>
          <a:xfrm>
            <a:off x="8351956" y="3195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6" name="Shape 2694"/>
          <p:cNvSpPr/>
          <p:nvPr/>
        </p:nvSpPr>
        <p:spPr>
          <a:xfrm>
            <a:off x="8458522" y="2407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7" name="Shape 2695"/>
          <p:cNvSpPr/>
          <p:nvPr/>
        </p:nvSpPr>
        <p:spPr>
          <a:xfrm>
            <a:off x="8234475" y="31788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8" name="Shape 2696"/>
          <p:cNvSpPr/>
          <p:nvPr/>
        </p:nvSpPr>
        <p:spPr>
          <a:xfrm>
            <a:off x="8474440" y="24259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9" name="Shape 2697"/>
          <p:cNvSpPr/>
          <p:nvPr/>
        </p:nvSpPr>
        <p:spPr>
          <a:xfrm>
            <a:off x="8435023" y="2405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0" name="Shape 2698"/>
          <p:cNvSpPr/>
          <p:nvPr/>
        </p:nvSpPr>
        <p:spPr>
          <a:xfrm>
            <a:off x="8499933" y="2408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1" name="Shape 2699"/>
          <p:cNvSpPr/>
          <p:nvPr/>
        </p:nvSpPr>
        <p:spPr>
          <a:xfrm>
            <a:off x="8171111" y="31642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2" name="Shape 2700"/>
          <p:cNvSpPr/>
          <p:nvPr/>
        </p:nvSpPr>
        <p:spPr>
          <a:xfrm>
            <a:off x="8537431" y="2408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3" name="Shape 2701"/>
          <p:cNvSpPr/>
          <p:nvPr/>
        </p:nvSpPr>
        <p:spPr>
          <a:xfrm>
            <a:off x="8373349" y="3112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4" name="Shape 2702"/>
          <p:cNvSpPr/>
          <p:nvPr/>
        </p:nvSpPr>
        <p:spPr>
          <a:xfrm>
            <a:off x="8516988" y="3280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5" name="Shape 2703"/>
          <p:cNvSpPr/>
          <p:nvPr/>
        </p:nvSpPr>
        <p:spPr>
          <a:xfrm>
            <a:off x="8462861" y="2400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6" name="Shape 2704"/>
          <p:cNvSpPr/>
          <p:nvPr/>
        </p:nvSpPr>
        <p:spPr>
          <a:xfrm>
            <a:off x="8149530" y="3325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7" name="Shape 2705"/>
          <p:cNvSpPr/>
          <p:nvPr/>
        </p:nvSpPr>
        <p:spPr>
          <a:xfrm>
            <a:off x="8362461" y="3295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8" name="Shape 2706"/>
          <p:cNvSpPr/>
          <p:nvPr/>
        </p:nvSpPr>
        <p:spPr>
          <a:xfrm>
            <a:off x="8194639" y="32023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9" name="Shape 2707"/>
          <p:cNvSpPr/>
          <p:nvPr/>
        </p:nvSpPr>
        <p:spPr>
          <a:xfrm>
            <a:off x="8229852" y="34248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0" name="Shape 2708"/>
          <p:cNvSpPr/>
          <p:nvPr/>
        </p:nvSpPr>
        <p:spPr>
          <a:xfrm>
            <a:off x="8507765" y="3557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1" name="Shape 2709"/>
          <p:cNvSpPr/>
          <p:nvPr/>
        </p:nvSpPr>
        <p:spPr>
          <a:xfrm>
            <a:off x="8152917" y="3273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2" name="Shape 2710"/>
          <p:cNvSpPr/>
          <p:nvPr/>
        </p:nvSpPr>
        <p:spPr>
          <a:xfrm>
            <a:off x="8525582" y="3115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3" name="Shape 2711"/>
          <p:cNvSpPr/>
          <p:nvPr/>
        </p:nvSpPr>
        <p:spPr>
          <a:xfrm>
            <a:off x="8169538" y="3111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4" name="Shape 2712"/>
          <p:cNvSpPr/>
          <p:nvPr/>
        </p:nvSpPr>
        <p:spPr>
          <a:xfrm>
            <a:off x="8297431" y="2464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5" name="Shape 2713"/>
          <p:cNvSpPr/>
          <p:nvPr/>
        </p:nvSpPr>
        <p:spPr>
          <a:xfrm>
            <a:off x="8405372" y="31314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6" name="Shape 2714"/>
          <p:cNvSpPr/>
          <p:nvPr/>
        </p:nvSpPr>
        <p:spPr>
          <a:xfrm>
            <a:off x="8412626" y="3250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7" name="Shape 2715"/>
          <p:cNvSpPr/>
          <p:nvPr/>
        </p:nvSpPr>
        <p:spPr>
          <a:xfrm>
            <a:off x="8119104" y="3450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8" name="Shape 2716"/>
          <p:cNvSpPr/>
          <p:nvPr/>
        </p:nvSpPr>
        <p:spPr>
          <a:xfrm>
            <a:off x="8283076" y="34840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9" name="Shape 2717"/>
          <p:cNvSpPr/>
          <p:nvPr/>
        </p:nvSpPr>
        <p:spPr>
          <a:xfrm>
            <a:off x="8447112" y="35133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0" name="Shape 2718"/>
          <p:cNvSpPr/>
          <p:nvPr/>
        </p:nvSpPr>
        <p:spPr>
          <a:xfrm>
            <a:off x="8124156" y="34497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1" name="Shape 2719"/>
          <p:cNvSpPr/>
          <p:nvPr/>
        </p:nvSpPr>
        <p:spPr>
          <a:xfrm>
            <a:off x="8491360" y="3494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2" name="Shape 2720"/>
          <p:cNvSpPr/>
          <p:nvPr/>
        </p:nvSpPr>
        <p:spPr>
          <a:xfrm>
            <a:off x="8405584" y="35578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3" name="Shape 2721"/>
          <p:cNvSpPr/>
          <p:nvPr/>
        </p:nvSpPr>
        <p:spPr>
          <a:xfrm>
            <a:off x="8199595" y="34498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4" name="Shape 2722"/>
          <p:cNvSpPr/>
          <p:nvPr/>
        </p:nvSpPr>
        <p:spPr>
          <a:xfrm>
            <a:off x="8299032" y="3556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5" name="Shape 2723"/>
          <p:cNvSpPr/>
          <p:nvPr/>
        </p:nvSpPr>
        <p:spPr>
          <a:xfrm>
            <a:off x="8218593" y="26286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6" name="Shape 2724"/>
          <p:cNvSpPr/>
          <p:nvPr/>
        </p:nvSpPr>
        <p:spPr>
          <a:xfrm>
            <a:off x="8432637" y="26235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7" name="Shape 2725"/>
          <p:cNvSpPr/>
          <p:nvPr/>
        </p:nvSpPr>
        <p:spPr>
          <a:xfrm>
            <a:off x="8411580" y="36362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8" name="Shape 2726"/>
          <p:cNvSpPr/>
          <p:nvPr/>
        </p:nvSpPr>
        <p:spPr>
          <a:xfrm>
            <a:off x="8172552" y="3516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9" name="Shape 2727"/>
          <p:cNvSpPr/>
          <p:nvPr/>
        </p:nvSpPr>
        <p:spPr>
          <a:xfrm>
            <a:off x="8197553" y="2943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0" name="Shape 2728"/>
          <p:cNvSpPr/>
          <p:nvPr/>
        </p:nvSpPr>
        <p:spPr>
          <a:xfrm>
            <a:off x="8318840" y="3360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1" name="Shape 2729"/>
          <p:cNvSpPr/>
          <p:nvPr/>
        </p:nvSpPr>
        <p:spPr>
          <a:xfrm>
            <a:off x="8317058" y="3156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2" name="Shape 2730"/>
          <p:cNvSpPr/>
          <p:nvPr/>
        </p:nvSpPr>
        <p:spPr>
          <a:xfrm>
            <a:off x="8342573" y="3178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3" name="Shape 2731"/>
          <p:cNvSpPr/>
          <p:nvPr/>
        </p:nvSpPr>
        <p:spPr>
          <a:xfrm>
            <a:off x="8144578" y="3118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4" name="Shape 2732"/>
          <p:cNvSpPr/>
          <p:nvPr/>
        </p:nvSpPr>
        <p:spPr>
          <a:xfrm>
            <a:off x="8116747" y="32237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5" name="Shape 2733"/>
          <p:cNvSpPr/>
          <p:nvPr/>
        </p:nvSpPr>
        <p:spPr>
          <a:xfrm>
            <a:off x="8232723" y="3103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6" name="Shape 2734"/>
          <p:cNvSpPr/>
          <p:nvPr/>
        </p:nvSpPr>
        <p:spPr>
          <a:xfrm>
            <a:off x="8275774" y="23149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7" name="Shape 2735"/>
          <p:cNvSpPr/>
          <p:nvPr/>
        </p:nvSpPr>
        <p:spPr>
          <a:xfrm>
            <a:off x="8324789" y="3185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8" name="Shape 2736"/>
          <p:cNvSpPr/>
          <p:nvPr/>
        </p:nvSpPr>
        <p:spPr>
          <a:xfrm>
            <a:off x="8436137" y="31941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9" name="Shape 2737"/>
          <p:cNvSpPr/>
          <p:nvPr/>
        </p:nvSpPr>
        <p:spPr>
          <a:xfrm>
            <a:off x="8343900" y="2429911"/>
            <a:ext cx="127" cy="111919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2740" name="Shape 2738"/>
          <p:cNvSpPr/>
          <p:nvPr/>
        </p:nvSpPr>
        <p:spPr>
          <a:xfrm>
            <a:off x="8229600" y="3549108"/>
            <a:ext cx="228600" cy="12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2741" name="Shape 2739"/>
          <p:cNvSpPr/>
          <p:nvPr/>
        </p:nvSpPr>
        <p:spPr>
          <a:xfrm>
            <a:off x="8229600" y="2429911"/>
            <a:ext cx="228600" cy="12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2742" name="Shape 2740"/>
          <p:cNvSpPr/>
          <p:nvPr/>
        </p:nvSpPr>
        <p:spPr>
          <a:xfrm>
            <a:off x="8178800" y="2930060"/>
            <a:ext cx="330200" cy="40653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2743" name="Shape 2741"/>
          <p:cNvSpPr/>
          <p:nvPr/>
        </p:nvSpPr>
        <p:spPr>
          <a:xfrm>
            <a:off x="8178800" y="3153987"/>
            <a:ext cx="330200" cy="127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2744" name="Shape 2742"/>
          <p:cNvSpPr/>
          <p:nvPr/>
        </p:nvSpPr>
        <p:spPr>
          <a:xfrm>
            <a:off x="8013700" y="4140200"/>
            <a:ext cx="127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45" name="Text 2743"/>
          <p:cNvSpPr/>
          <p:nvPr/>
        </p:nvSpPr>
        <p:spPr>
          <a:xfrm>
            <a:off x="7188200" y="4229100"/>
            <a:ext cx="1651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</a:t>
            </a:r>
            <a:endParaRPr lang="en-US" sz="1600" dirty="0"/>
          </a:p>
        </p:txBody>
      </p:sp>
      <p:sp>
        <p:nvSpPr>
          <p:cNvPr id="2746" name="Shape 2744"/>
          <p:cNvSpPr/>
          <p:nvPr/>
        </p:nvSpPr>
        <p:spPr>
          <a:xfrm>
            <a:off x="10094992" y="3475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7" name="Shape 2745"/>
          <p:cNvSpPr/>
          <p:nvPr/>
        </p:nvSpPr>
        <p:spPr>
          <a:xfrm>
            <a:off x="10052044" y="3541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8" name="Shape 2746"/>
          <p:cNvSpPr/>
          <p:nvPr/>
        </p:nvSpPr>
        <p:spPr>
          <a:xfrm>
            <a:off x="9804058" y="3492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9" name="Shape 2747"/>
          <p:cNvSpPr/>
          <p:nvPr/>
        </p:nvSpPr>
        <p:spPr>
          <a:xfrm>
            <a:off x="10021974" y="32287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0" name="Shape 2748"/>
          <p:cNvSpPr/>
          <p:nvPr/>
        </p:nvSpPr>
        <p:spPr>
          <a:xfrm>
            <a:off x="9686840" y="3486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1" name="Shape 2749"/>
          <p:cNvSpPr/>
          <p:nvPr/>
        </p:nvSpPr>
        <p:spPr>
          <a:xfrm>
            <a:off x="9885656" y="3454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2" name="Shape 2750"/>
          <p:cNvSpPr/>
          <p:nvPr/>
        </p:nvSpPr>
        <p:spPr>
          <a:xfrm>
            <a:off x="9855548" y="3259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3" name="Shape 2751"/>
          <p:cNvSpPr/>
          <p:nvPr/>
        </p:nvSpPr>
        <p:spPr>
          <a:xfrm>
            <a:off x="9910525" y="3380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4" name="Shape 2752"/>
          <p:cNvSpPr/>
          <p:nvPr/>
        </p:nvSpPr>
        <p:spPr>
          <a:xfrm>
            <a:off x="9889688" y="3271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5" name="Shape 2753"/>
          <p:cNvSpPr/>
          <p:nvPr/>
        </p:nvSpPr>
        <p:spPr>
          <a:xfrm>
            <a:off x="10099566" y="3341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6" name="Shape 2754"/>
          <p:cNvSpPr/>
          <p:nvPr/>
        </p:nvSpPr>
        <p:spPr>
          <a:xfrm>
            <a:off x="9900670" y="3247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7" name="Shape 2755"/>
          <p:cNvSpPr/>
          <p:nvPr/>
        </p:nvSpPr>
        <p:spPr>
          <a:xfrm>
            <a:off x="10045217" y="3391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8" name="Shape 2756"/>
          <p:cNvSpPr/>
          <p:nvPr/>
        </p:nvSpPr>
        <p:spPr>
          <a:xfrm>
            <a:off x="9886613" y="3446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9" name="Shape 2757"/>
          <p:cNvSpPr/>
          <p:nvPr/>
        </p:nvSpPr>
        <p:spPr>
          <a:xfrm>
            <a:off x="10088336" y="3473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0" name="Shape 2758"/>
          <p:cNvSpPr/>
          <p:nvPr/>
        </p:nvSpPr>
        <p:spPr>
          <a:xfrm>
            <a:off x="9726928" y="3246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1" name="Shape 2759"/>
          <p:cNvSpPr/>
          <p:nvPr/>
        </p:nvSpPr>
        <p:spPr>
          <a:xfrm>
            <a:off x="9718581" y="3406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2" name="Shape 2760"/>
          <p:cNvSpPr/>
          <p:nvPr/>
        </p:nvSpPr>
        <p:spPr>
          <a:xfrm>
            <a:off x="9744288" y="3497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3" name="Shape 2761"/>
          <p:cNvSpPr/>
          <p:nvPr/>
        </p:nvSpPr>
        <p:spPr>
          <a:xfrm>
            <a:off x="9834088" y="34152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4" name="Shape 2762"/>
          <p:cNvSpPr/>
          <p:nvPr/>
        </p:nvSpPr>
        <p:spPr>
          <a:xfrm>
            <a:off x="9735661" y="3528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5" name="Shape 2763"/>
          <p:cNvSpPr/>
          <p:nvPr/>
        </p:nvSpPr>
        <p:spPr>
          <a:xfrm>
            <a:off x="10045463" y="3204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6" name="Shape 2764"/>
          <p:cNvSpPr/>
          <p:nvPr/>
        </p:nvSpPr>
        <p:spPr>
          <a:xfrm>
            <a:off x="10058445" y="3217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7" name="Shape 2765"/>
          <p:cNvSpPr/>
          <p:nvPr/>
        </p:nvSpPr>
        <p:spPr>
          <a:xfrm>
            <a:off x="9744352" y="3464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8" name="Shape 2766"/>
          <p:cNvSpPr/>
          <p:nvPr/>
        </p:nvSpPr>
        <p:spPr>
          <a:xfrm>
            <a:off x="9849215" y="3534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9" name="Shape 2767"/>
          <p:cNvSpPr/>
          <p:nvPr/>
        </p:nvSpPr>
        <p:spPr>
          <a:xfrm>
            <a:off x="9718980" y="3512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0" name="Shape 2768"/>
          <p:cNvSpPr/>
          <p:nvPr/>
        </p:nvSpPr>
        <p:spPr>
          <a:xfrm>
            <a:off x="9703775" y="3208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1" name="Shape 2769"/>
          <p:cNvSpPr/>
          <p:nvPr/>
        </p:nvSpPr>
        <p:spPr>
          <a:xfrm>
            <a:off x="9872017" y="3493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2" name="Shape 2770"/>
          <p:cNvSpPr/>
          <p:nvPr/>
        </p:nvSpPr>
        <p:spPr>
          <a:xfrm>
            <a:off x="9751353" y="3405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3" name="Shape 2771"/>
          <p:cNvSpPr/>
          <p:nvPr/>
        </p:nvSpPr>
        <p:spPr>
          <a:xfrm>
            <a:off x="10068552" y="3211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4" name="Shape 2772"/>
          <p:cNvSpPr/>
          <p:nvPr/>
        </p:nvSpPr>
        <p:spPr>
          <a:xfrm>
            <a:off x="9823626" y="3158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5" name="Shape 2773"/>
          <p:cNvSpPr/>
          <p:nvPr/>
        </p:nvSpPr>
        <p:spPr>
          <a:xfrm>
            <a:off x="9788904" y="3492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6" name="Shape 2774"/>
          <p:cNvSpPr/>
          <p:nvPr/>
        </p:nvSpPr>
        <p:spPr>
          <a:xfrm>
            <a:off x="9676844" y="3414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7" name="Shape 2775"/>
          <p:cNvSpPr/>
          <p:nvPr/>
        </p:nvSpPr>
        <p:spPr>
          <a:xfrm>
            <a:off x="10095753" y="32093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8" name="Shape 2776"/>
          <p:cNvSpPr/>
          <p:nvPr/>
        </p:nvSpPr>
        <p:spPr>
          <a:xfrm>
            <a:off x="9856229" y="3256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9" name="Shape 2777"/>
          <p:cNvSpPr/>
          <p:nvPr/>
        </p:nvSpPr>
        <p:spPr>
          <a:xfrm>
            <a:off x="9822887" y="3617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0" name="Shape 2778"/>
          <p:cNvSpPr/>
          <p:nvPr/>
        </p:nvSpPr>
        <p:spPr>
          <a:xfrm>
            <a:off x="10071955" y="3550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1" name="Shape 2779"/>
          <p:cNvSpPr/>
          <p:nvPr/>
        </p:nvSpPr>
        <p:spPr>
          <a:xfrm>
            <a:off x="10022894" y="3520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2" name="Shape 2780"/>
          <p:cNvSpPr/>
          <p:nvPr/>
        </p:nvSpPr>
        <p:spPr>
          <a:xfrm>
            <a:off x="9715830" y="34667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3" name="Shape 2781"/>
          <p:cNvSpPr/>
          <p:nvPr/>
        </p:nvSpPr>
        <p:spPr>
          <a:xfrm>
            <a:off x="9792611" y="34047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4" name="Shape 2782"/>
          <p:cNvSpPr/>
          <p:nvPr/>
        </p:nvSpPr>
        <p:spPr>
          <a:xfrm>
            <a:off x="9836877" y="33928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5" name="Shape 2783"/>
          <p:cNvSpPr/>
          <p:nvPr/>
        </p:nvSpPr>
        <p:spPr>
          <a:xfrm>
            <a:off x="9799929" y="3533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6" name="Shape 2784"/>
          <p:cNvSpPr/>
          <p:nvPr/>
        </p:nvSpPr>
        <p:spPr>
          <a:xfrm>
            <a:off x="9956629" y="3414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7" name="Shape 2785"/>
          <p:cNvSpPr/>
          <p:nvPr/>
        </p:nvSpPr>
        <p:spPr>
          <a:xfrm>
            <a:off x="9835878" y="32458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8" name="Shape 2786"/>
          <p:cNvSpPr/>
          <p:nvPr/>
        </p:nvSpPr>
        <p:spPr>
          <a:xfrm>
            <a:off x="9733511" y="3436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9" name="Shape 2787"/>
          <p:cNvSpPr/>
          <p:nvPr/>
        </p:nvSpPr>
        <p:spPr>
          <a:xfrm>
            <a:off x="9757043" y="3365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0" name="Shape 2788"/>
          <p:cNvSpPr/>
          <p:nvPr/>
        </p:nvSpPr>
        <p:spPr>
          <a:xfrm>
            <a:off x="9676008" y="3238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1" name="Shape 2789"/>
          <p:cNvSpPr/>
          <p:nvPr/>
        </p:nvSpPr>
        <p:spPr>
          <a:xfrm>
            <a:off x="9882029" y="3433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2" name="Shape 2790"/>
          <p:cNvSpPr/>
          <p:nvPr/>
        </p:nvSpPr>
        <p:spPr>
          <a:xfrm>
            <a:off x="9817849" y="3414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3" name="Shape 2791"/>
          <p:cNvSpPr/>
          <p:nvPr/>
        </p:nvSpPr>
        <p:spPr>
          <a:xfrm>
            <a:off x="9672599" y="3420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4" name="Shape 2792"/>
          <p:cNvSpPr/>
          <p:nvPr/>
        </p:nvSpPr>
        <p:spPr>
          <a:xfrm>
            <a:off x="9881215" y="34127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5" name="Shape 2793"/>
          <p:cNvSpPr/>
          <p:nvPr/>
        </p:nvSpPr>
        <p:spPr>
          <a:xfrm>
            <a:off x="9892403" y="34584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6" name="Shape 2794"/>
          <p:cNvSpPr/>
          <p:nvPr/>
        </p:nvSpPr>
        <p:spPr>
          <a:xfrm>
            <a:off x="9800503" y="3196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7" name="Shape 2795"/>
          <p:cNvSpPr/>
          <p:nvPr/>
        </p:nvSpPr>
        <p:spPr>
          <a:xfrm>
            <a:off x="9786333" y="3582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8" name="Shape 2796"/>
          <p:cNvSpPr/>
          <p:nvPr/>
        </p:nvSpPr>
        <p:spPr>
          <a:xfrm>
            <a:off x="9942726" y="3542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9" name="Shape 2797"/>
          <p:cNvSpPr/>
          <p:nvPr/>
        </p:nvSpPr>
        <p:spPr>
          <a:xfrm>
            <a:off x="9702296" y="34499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0" name="Shape 2798"/>
          <p:cNvSpPr/>
          <p:nvPr/>
        </p:nvSpPr>
        <p:spPr>
          <a:xfrm>
            <a:off x="9816601" y="3458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1" name="Shape 2799"/>
          <p:cNvSpPr/>
          <p:nvPr/>
        </p:nvSpPr>
        <p:spPr>
          <a:xfrm>
            <a:off x="10029047" y="3420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2" name="Shape 2800"/>
          <p:cNvSpPr/>
          <p:nvPr/>
        </p:nvSpPr>
        <p:spPr>
          <a:xfrm>
            <a:off x="9914588" y="32750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3" name="Shape 2801"/>
          <p:cNvSpPr/>
          <p:nvPr/>
        </p:nvSpPr>
        <p:spPr>
          <a:xfrm>
            <a:off x="9976784" y="3469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4" name="Shape 2802"/>
          <p:cNvSpPr/>
          <p:nvPr/>
        </p:nvSpPr>
        <p:spPr>
          <a:xfrm>
            <a:off x="9854855" y="3403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5" name="Shape 2803"/>
          <p:cNvSpPr/>
          <p:nvPr/>
        </p:nvSpPr>
        <p:spPr>
          <a:xfrm>
            <a:off x="10054713" y="3358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6" name="Shape 2804"/>
          <p:cNvSpPr/>
          <p:nvPr/>
        </p:nvSpPr>
        <p:spPr>
          <a:xfrm>
            <a:off x="9735633" y="3475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7" name="Shape 2805"/>
          <p:cNvSpPr/>
          <p:nvPr/>
        </p:nvSpPr>
        <p:spPr>
          <a:xfrm>
            <a:off x="9882431" y="3349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8" name="Shape 2806"/>
          <p:cNvSpPr/>
          <p:nvPr/>
        </p:nvSpPr>
        <p:spPr>
          <a:xfrm>
            <a:off x="9949408" y="3414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9" name="Shape 2807"/>
          <p:cNvSpPr/>
          <p:nvPr/>
        </p:nvSpPr>
        <p:spPr>
          <a:xfrm>
            <a:off x="9701942" y="3451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0" name="Shape 2808"/>
          <p:cNvSpPr/>
          <p:nvPr/>
        </p:nvSpPr>
        <p:spPr>
          <a:xfrm>
            <a:off x="9879217" y="3221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1" name="Shape 2809"/>
          <p:cNvSpPr/>
          <p:nvPr/>
        </p:nvSpPr>
        <p:spPr>
          <a:xfrm>
            <a:off x="9807420" y="32536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2" name="Shape 2810"/>
          <p:cNvSpPr/>
          <p:nvPr/>
        </p:nvSpPr>
        <p:spPr>
          <a:xfrm>
            <a:off x="9678991" y="3491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3" name="Shape 2811"/>
          <p:cNvSpPr/>
          <p:nvPr/>
        </p:nvSpPr>
        <p:spPr>
          <a:xfrm>
            <a:off x="9947420" y="3355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4" name="Shape 2812"/>
          <p:cNvSpPr/>
          <p:nvPr/>
        </p:nvSpPr>
        <p:spPr>
          <a:xfrm>
            <a:off x="9956841" y="3497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5" name="Shape 2813"/>
          <p:cNvSpPr/>
          <p:nvPr/>
        </p:nvSpPr>
        <p:spPr>
          <a:xfrm>
            <a:off x="9785331" y="3485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6" name="Shape 2814"/>
          <p:cNvSpPr/>
          <p:nvPr/>
        </p:nvSpPr>
        <p:spPr>
          <a:xfrm>
            <a:off x="9883613" y="3404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7" name="Shape 2815"/>
          <p:cNvSpPr/>
          <p:nvPr/>
        </p:nvSpPr>
        <p:spPr>
          <a:xfrm>
            <a:off x="10046827" y="3486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8" name="Shape 2816"/>
          <p:cNvSpPr/>
          <p:nvPr/>
        </p:nvSpPr>
        <p:spPr>
          <a:xfrm>
            <a:off x="9913358" y="3514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9" name="Shape 2817"/>
          <p:cNvSpPr/>
          <p:nvPr/>
        </p:nvSpPr>
        <p:spPr>
          <a:xfrm>
            <a:off x="9864156" y="32514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0" name="Shape 2818"/>
          <p:cNvSpPr/>
          <p:nvPr/>
        </p:nvSpPr>
        <p:spPr>
          <a:xfrm>
            <a:off x="9726995" y="34370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1" name="Shape 2819"/>
          <p:cNvSpPr/>
          <p:nvPr/>
        </p:nvSpPr>
        <p:spPr>
          <a:xfrm>
            <a:off x="9893804" y="3507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2" name="Shape 2820"/>
          <p:cNvSpPr/>
          <p:nvPr/>
        </p:nvSpPr>
        <p:spPr>
          <a:xfrm>
            <a:off x="9991858" y="34285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3" name="Shape 2821"/>
          <p:cNvSpPr/>
          <p:nvPr/>
        </p:nvSpPr>
        <p:spPr>
          <a:xfrm>
            <a:off x="9839106" y="34612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4" name="Shape 2822"/>
          <p:cNvSpPr/>
          <p:nvPr/>
        </p:nvSpPr>
        <p:spPr>
          <a:xfrm>
            <a:off x="10067936" y="3294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5" name="Shape 2823"/>
          <p:cNvSpPr/>
          <p:nvPr/>
        </p:nvSpPr>
        <p:spPr>
          <a:xfrm>
            <a:off x="9907577" y="3565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6" name="Shape 2824"/>
          <p:cNvSpPr/>
          <p:nvPr/>
        </p:nvSpPr>
        <p:spPr>
          <a:xfrm>
            <a:off x="9699741" y="3319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7" name="Shape 2825"/>
          <p:cNvSpPr/>
          <p:nvPr/>
        </p:nvSpPr>
        <p:spPr>
          <a:xfrm>
            <a:off x="9834168" y="3244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8" name="Shape 2826"/>
          <p:cNvSpPr/>
          <p:nvPr/>
        </p:nvSpPr>
        <p:spPr>
          <a:xfrm>
            <a:off x="9981122" y="3478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9" name="Shape 2827"/>
          <p:cNvSpPr/>
          <p:nvPr/>
        </p:nvSpPr>
        <p:spPr>
          <a:xfrm>
            <a:off x="10062049" y="3482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0" name="Shape 2828"/>
          <p:cNvSpPr/>
          <p:nvPr/>
        </p:nvSpPr>
        <p:spPr>
          <a:xfrm>
            <a:off x="9811153" y="3582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1" name="Shape 2829"/>
          <p:cNvSpPr/>
          <p:nvPr/>
        </p:nvSpPr>
        <p:spPr>
          <a:xfrm>
            <a:off x="10057206" y="34055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2" name="Shape 2830"/>
          <p:cNvSpPr/>
          <p:nvPr/>
        </p:nvSpPr>
        <p:spPr>
          <a:xfrm>
            <a:off x="9814137" y="3468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3" name="Shape 2831"/>
          <p:cNvSpPr/>
          <p:nvPr/>
        </p:nvSpPr>
        <p:spPr>
          <a:xfrm>
            <a:off x="9930585" y="3591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4" name="Shape 2832"/>
          <p:cNvSpPr/>
          <p:nvPr/>
        </p:nvSpPr>
        <p:spPr>
          <a:xfrm>
            <a:off x="10083059" y="3464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5" name="Shape 2833"/>
          <p:cNvSpPr/>
          <p:nvPr/>
        </p:nvSpPr>
        <p:spPr>
          <a:xfrm>
            <a:off x="9691417" y="3654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6" name="Shape 2834"/>
          <p:cNvSpPr/>
          <p:nvPr/>
        </p:nvSpPr>
        <p:spPr>
          <a:xfrm>
            <a:off x="9691611" y="3816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7" name="Shape 2835"/>
          <p:cNvSpPr/>
          <p:nvPr/>
        </p:nvSpPr>
        <p:spPr>
          <a:xfrm>
            <a:off x="10079108" y="35292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8" name="Shape 2836"/>
          <p:cNvSpPr/>
          <p:nvPr/>
        </p:nvSpPr>
        <p:spPr>
          <a:xfrm>
            <a:off x="9780721" y="3594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9" name="Shape 2837"/>
          <p:cNvSpPr/>
          <p:nvPr/>
        </p:nvSpPr>
        <p:spPr>
          <a:xfrm>
            <a:off x="9917371" y="3627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0" name="Shape 2838"/>
          <p:cNvSpPr/>
          <p:nvPr/>
        </p:nvSpPr>
        <p:spPr>
          <a:xfrm>
            <a:off x="9671653" y="36156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1" name="Shape 2839"/>
          <p:cNvSpPr/>
          <p:nvPr/>
        </p:nvSpPr>
        <p:spPr>
          <a:xfrm>
            <a:off x="9906107" y="3783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2" name="Shape 2840"/>
          <p:cNvSpPr/>
          <p:nvPr/>
        </p:nvSpPr>
        <p:spPr>
          <a:xfrm>
            <a:off x="9866000" y="3636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3" name="Shape 2841"/>
          <p:cNvSpPr/>
          <p:nvPr/>
        </p:nvSpPr>
        <p:spPr>
          <a:xfrm>
            <a:off x="10026326" y="3345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4" name="Shape 2842"/>
          <p:cNvSpPr/>
          <p:nvPr/>
        </p:nvSpPr>
        <p:spPr>
          <a:xfrm>
            <a:off x="10006628" y="34367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5" name="Shape 2843"/>
          <p:cNvSpPr/>
          <p:nvPr/>
        </p:nvSpPr>
        <p:spPr>
          <a:xfrm>
            <a:off x="9696589" y="3458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6" name="Shape 2844"/>
          <p:cNvSpPr/>
          <p:nvPr/>
        </p:nvSpPr>
        <p:spPr>
          <a:xfrm>
            <a:off x="9794513" y="3427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7" name="Shape 2845"/>
          <p:cNvSpPr/>
          <p:nvPr/>
        </p:nvSpPr>
        <p:spPr>
          <a:xfrm>
            <a:off x="9859540" y="3297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8" name="Shape 2846"/>
          <p:cNvSpPr/>
          <p:nvPr/>
        </p:nvSpPr>
        <p:spPr>
          <a:xfrm>
            <a:off x="10052430" y="35171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9" name="Shape 2847"/>
          <p:cNvSpPr/>
          <p:nvPr/>
        </p:nvSpPr>
        <p:spPr>
          <a:xfrm>
            <a:off x="10052419" y="3263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0" name="Shape 2848"/>
          <p:cNvSpPr/>
          <p:nvPr/>
        </p:nvSpPr>
        <p:spPr>
          <a:xfrm>
            <a:off x="9705026" y="3557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1" name="Shape 2849"/>
          <p:cNvSpPr/>
          <p:nvPr/>
        </p:nvSpPr>
        <p:spPr>
          <a:xfrm>
            <a:off x="9864170" y="3284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2" name="Shape 2850"/>
          <p:cNvSpPr/>
          <p:nvPr/>
        </p:nvSpPr>
        <p:spPr>
          <a:xfrm>
            <a:off x="9933872" y="3270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3" name="Shape 2851"/>
          <p:cNvSpPr/>
          <p:nvPr/>
        </p:nvSpPr>
        <p:spPr>
          <a:xfrm>
            <a:off x="9980328" y="3213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4" name="Shape 2852"/>
          <p:cNvSpPr/>
          <p:nvPr/>
        </p:nvSpPr>
        <p:spPr>
          <a:xfrm>
            <a:off x="9886567" y="3134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5" name="Shape 2853"/>
          <p:cNvSpPr/>
          <p:nvPr/>
        </p:nvSpPr>
        <p:spPr>
          <a:xfrm>
            <a:off x="9814424" y="3228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6" name="Shape 2854"/>
          <p:cNvSpPr/>
          <p:nvPr/>
        </p:nvSpPr>
        <p:spPr>
          <a:xfrm>
            <a:off x="10082694" y="3471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7" name="Shape 2855"/>
          <p:cNvSpPr/>
          <p:nvPr/>
        </p:nvSpPr>
        <p:spPr>
          <a:xfrm>
            <a:off x="9975598" y="3184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8" name="Shape 2856"/>
          <p:cNvSpPr/>
          <p:nvPr/>
        </p:nvSpPr>
        <p:spPr>
          <a:xfrm>
            <a:off x="9985828" y="3337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9" name="Shape 2857"/>
          <p:cNvSpPr/>
          <p:nvPr/>
        </p:nvSpPr>
        <p:spPr>
          <a:xfrm>
            <a:off x="10002251" y="3536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0" name="Shape 2858"/>
          <p:cNvSpPr/>
          <p:nvPr/>
        </p:nvSpPr>
        <p:spPr>
          <a:xfrm>
            <a:off x="9690032" y="3121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1" name="Shape 2859"/>
          <p:cNvSpPr/>
          <p:nvPr/>
        </p:nvSpPr>
        <p:spPr>
          <a:xfrm>
            <a:off x="10001164" y="3156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2" name="Shape 2860"/>
          <p:cNvSpPr/>
          <p:nvPr/>
        </p:nvSpPr>
        <p:spPr>
          <a:xfrm>
            <a:off x="9956246" y="3330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3" name="Shape 2861"/>
          <p:cNvSpPr/>
          <p:nvPr/>
        </p:nvSpPr>
        <p:spPr>
          <a:xfrm>
            <a:off x="9908545" y="3353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4" name="Shape 2862"/>
          <p:cNvSpPr/>
          <p:nvPr/>
        </p:nvSpPr>
        <p:spPr>
          <a:xfrm>
            <a:off x="10093600" y="3212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5" name="Shape 2863"/>
          <p:cNvSpPr/>
          <p:nvPr/>
        </p:nvSpPr>
        <p:spPr>
          <a:xfrm>
            <a:off x="9694177" y="3619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6" name="Shape 2864"/>
          <p:cNvSpPr/>
          <p:nvPr/>
        </p:nvSpPr>
        <p:spPr>
          <a:xfrm>
            <a:off x="10093961" y="3084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7" name="Shape 2865"/>
          <p:cNvSpPr/>
          <p:nvPr/>
        </p:nvSpPr>
        <p:spPr>
          <a:xfrm>
            <a:off x="9837066" y="3197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8" name="Shape 2866"/>
          <p:cNvSpPr/>
          <p:nvPr/>
        </p:nvSpPr>
        <p:spPr>
          <a:xfrm>
            <a:off x="9834570" y="3224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9" name="Shape 2867"/>
          <p:cNvSpPr/>
          <p:nvPr/>
        </p:nvSpPr>
        <p:spPr>
          <a:xfrm>
            <a:off x="9950266" y="3279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0" name="Shape 2868"/>
          <p:cNvSpPr/>
          <p:nvPr/>
        </p:nvSpPr>
        <p:spPr>
          <a:xfrm>
            <a:off x="9884329" y="3092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1" name="Shape 2869"/>
          <p:cNvSpPr/>
          <p:nvPr/>
        </p:nvSpPr>
        <p:spPr>
          <a:xfrm>
            <a:off x="10012066" y="3111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2" name="Shape 2870"/>
          <p:cNvSpPr/>
          <p:nvPr/>
        </p:nvSpPr>
        <p:spPr>
          <a:xfrm>
            <a:off x="10043214" y="3461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3" name="Shape 2871"/>
          <p:cNvSpPr/>
          <p:nvPr/>
        </p:nvSpPr>
        <p:spPr>
          <a:xfrm>
            <a:off x="9808934" y="2949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4" name="Shape 2872"/>
          <p:cNvSpPr/>
          <p:nvPr/>
        </p:nvSpPr>
        <p:spPr>
          <a:xfrm>
            <a:off x="9754294" y="3505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5" name="Shape 2873"/>
          <p:cNvSpPr/>
          <p:nvPr/>
        </p:nvSpPr>
        <p:spPr>
          <a:xfrm>
            <a:off x="9858498" y="3515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6" name="Shape 2874"/>
          <p:cNvSpPr/>
          <p:nvPr/>
        </p:nvSpPr>
        <p:spPr>
          <a:xfrm>
            <a:off x="9880373" y="3579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7" name="Shape 2875"/>
          <p:cNvSpPr/>
          <p:nvPr/>
        </p:nvSpPr>
        <p:spPr>
          <a:xfrm>
            <a:off x="9962518" y="3089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8" name="Shape 2876"/>
          <p:cNvSpPr/>
          <p:nvPr/>
        </p:nvSpPr>
        <p:spPr>
          <a:xfrm>
            <a:off x="9684268" y="3265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9" name="Shape 2877"/>
          <p:cNvSpPr/>
          <p:nvPr/>
        </p:nvSpPr>
        <p:spPr>
          <a:xfrm>
            <a:off x="9986210" y="3539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0" name="Shape 2878"/>
          <p:cNvSpPr/>
          <p:nvPr/>
        </p:nvSpPr>
        <p:spPr>
          <a:xfrm>
            <a:off x="9982530" y="3239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1" name="Shape 2879"/>
          <p:cNvSpPr/>
          <p:nvPr/>
        </p:nvSpPr>
        <p:spPr>
          <a:xfrm>
            <a:off x="9930267" y="33624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2" name="Shape 2880"/>
          <p:cNvSpPr/>
          <p:nvPr/>
        </p:nvSpPr>
        <p:spPr>
          <a:xfrm>
            <a:off x="10074649" y="3512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3" name="Shape 2881"/>
          <p:cNvSpPr/>
          <p:nvPr/>
        </p:nvSpPr>
        <p:spPr>
          <a:xfrm>
            <a:off x="9735542" y="31693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4" name="Shape 2882"/>
          <p:cNvSpPr/>
          <p:nvPr/>
        </p:nvSpPr>
        <p:spPr>
          <a:xfrm>
            <a:off x="9883206" y="34084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5" name="Shape 2883"/>
          <p:cNvSpPr/>
          <p:nvPr/>
        </p:nvSpPr>
        <p:spPr>
          <a:xfrm>
            <a:off x="9701075" y="3629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6" name="Shape 2884"/>
          <p:cNvSpPr/>
          <p:nvPr/>
        </p:nvSpPr>
        <p:spPr>
          <a:xfrm>
            <a:off x="9987792" y="3611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7" name="Shape 2885"/>
          <p:cNvSpPr/>
          <p:nvPr/>
        </p:nvSpPr>
        <p:spPr>
          <a:xfrm>
            <a:off x="10046012" y="3577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8" name="Shape 2886"/>
          <p:cNvSpPr/>
          <p:nvPr/>
        </p:nvSpPr>
        <p:spPr>
          <a:xfrm>
            <a:off x="9817339" y="3709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9" name="Shape 2887"/>
          <p:cNvSpPr/>
          <p:nvPr/>
        </p:nvSpPr>
        <p:spPr>
          <a:xfrm>
            <a:off x="9788549" y="33638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0" name="Shape 2888"/>
          <p:cNvSpPr/>
          <p:nvPr/>
        </p:nvSpPr>
        <p:spPr>
          <a:xfrm>
            <a:off x="9803819" y="35545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1" name="Shape 2889"/>
          <p:cNvSpPr/>
          <p:nvPr/>
        </p:nvSpPr>
        <p:spPr>
          <a:xfrm>
            <a:off x="9824005" y="30873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2" name="Shape 2890"/>
          <p:cNvSpPr/>
          <p:nvPr/>
        </p:nvSpPr>
        <p:spPr>
          <a:xfrm>
            <a:off x="9857668" y="3513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3" name="Shape 2891"/>
          <p:cNvSpPr/>
          <p:nvPr/>
        </p:nvSpPr>
        <p:spPr>
          <a:xfrm>
            <a:off x="9738412" y="3530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4" name="Shape 2892"/>
          <p:cNvSpPr/>
          <p:nvPr/>
        </p:nvSpPr>
        <p:spPr>
          <a:xfrm>
            <a:off x="9835133" y="34687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5" name="Shape 2893"/>
          <p:cNvSpPr/>
          <p:nvPr/>
        </p:nvSpPr>
        <p:spPr>
          <a:xfrm>
            <a:off x="9808749" y="3167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6" name="Shape 2894"/>
          <p:cNvSpPr/>
          <p:nvPr/>
        </p:nvSpPr>
        <p:spPr>
          <a:xfrm>
            <a:off x="9969449" y="2757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7" name="Shape 2895"/>
          <p:cNvSpPr/>
          <p:nvPr/>
        </p:nvSpPr>
        <p:spPr>
          <a:xfrm>
            <a:off x="9751772" y="2177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8" name="Shape 2896"/>
          <p:cNvSpPr/>
          <p:nvPr/>
        </p:nvSpPr>
        <p:spPr>
          <a:xfrm>
            <a:off x="9863739" y="31865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9" name="Shape 2897"/>
          <p:cNvSpPr/>
          <p:nvPr/>
        </p:nvSpPr>
        <p:spPr>
          <a:xfrm>
            <a:off x="10018773" y="3205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0" name="Shape 2898"/>
          <p:cNvSpPr/>
          <p:nvPr/>
        </p:nvSpPr>
        <p:spPr>
          <a:xfrm>
            <a:off x="9949283" y="3493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1" name="Shape 2899"/>
          <p:cNvSpPr/>
          <p:nvPr/>
        </p:nvSpPr>
        <p:spPr>
          <a:xfrm>
            <a:off x="10042184" y="2695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2" name="Shape 2900"/>
          <p:cNvSpPr/>
          <p:nvPr/>
        </p:nvSpPr>
        <p:spPr>
          <a:xfrm>
            <a:off x="9734136" y="3548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3" name="Shape 2901"/>
          <p:cNvSpPr/>
          <p:nvPr/>
        </p:nvSpPr>
        <p:spPr>
          <a:xfrm>
            <a:off x="9863987" y="3175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4" name="Shape 2902"/>
          <p:cNvSpPr/>
          <p:nvPr/>
        </p:nvSpPr>
        <p:spPr>
          <a:xfrm>
            <a:off x="9794134" y="3479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5" name="Shape 2903"/>
          <p:cNvSpPr/>
          <p:nvPr/>
        </p:nvSpPr>
        <p:spPr>
          <a:xfrm>
            <a:off x="9926297" y="3159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6" name="Shape 2904"/>
          <p:cNvSpPr/>
          <p:nvPr/>
        </p:nvSpPr>
        <p:spPr>
          <a:xfrm>
            <a:off x="10093938" y="30873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7" name="Shape 2905"/>
          <p:cNvSpPr/>
          <p:nvPr/>
        </p:nvSpPr>
        <p:spPr>
          <a:xfrm>
            <a:off x="10078507" y="3503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8" name="Shape 2906"/>
          <p:cNvSpPr/>
          <p:nvPr/>
        </p:nvSpPr>
        <p:spPr>
          <a:xfrm>
            <a:off x="9813209" y="2463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9" name="Shape 2907"/>
          <p:cNvSpPr/>
          <p:nvPr/>
        </p:nvSpPr>
        <p:spPr>
          <a:xfrm>
            <a:off x="9747643" y="3106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0" name="Shape 2908"/>
          <p:cNvSpPr/>
          <p:nvPr/>
        </p:nvSpPr>
        <p:spPr>
          <a:xfrm>
            <a:off x="9783202" y="3452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1" name="Shape 2909"/>
          <p:cNvSpPr/>
          <p:nvPr/>
        </p:nvSpPr>
        <p:spPr>
          <a:xfrm>
            <a:off x="9781593" y="3117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2" name="Shape 2910"/>
          <p:cNvSpPr/>
          <p:nvPr/>
        </p:nvSpPr>
        <p:spPr>
          <a:xfrm>
            <a:off x="9792645" y="31415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3" name="Shape 2911"/>
          <p:cNvSpPr/>
          <p:nvPr/>
        </p:nvSpPr>
        <p:spPr>
          <a:xfrm>
            <a:off x="9843537" y="3048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4" name="Shape 2912"/>
          <p:cNvSpPr/>
          <p:nvPr/>
        </p:nvSpPr>
        <p:spPr>
          <a:xfrm>
            <a:off x="9766516" y="34824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5" name="Shape 2913"/>
          <p:cNvSpPr/>
          <p:nvPr/>
        </p:nvSpPr>
        <p:spPr>
          <a:xfrm>
            <a:off x="9902578" y="2472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6" name="Shape 2914"/>
          <p:cNvSpPr/>
          <p:nvPr/>
        </p:nvSpPr>
        <p:spPr>
          <a:xfrm>
            <a:off x="9861627" y="33367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7" name="Shape 2915"/>
          <p:cNvSpPr/>
          <p:nvPr/>
        </p:nvSpPr>
        <p:spPr>
          <a:xfrm>
            <a:off x="10064830" y="2487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8" name="Shape 2916"/>
          <p:cNvSpPr/>
          <p:nvPr/>
        </p:nvSpPr>
        <p:spPr>
          <a:xfrm>
            <a:off x="10053547" y="24349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9" name="Shape 2917"/>
          <p:cNvSpPr/>
          <p:nvPr/>
        </p:nvSpPr>
        <p:spPr>
          <a:xfrm>
            <a:off x="9946592" y="3443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0" name="Shape 2918"/>
          <p:cNvSpPr/>
          <p:nvPr/>
        </p:nvSpPr>
        <p:spPr>
          <a:xfrm>
            <a:off x="9882996" y="3382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1" name="Shape 2919"/>
          <p:cNvSpPr/>
          <p:nvPr/>
        </p:nvSpPr>
        <p:spPr>
          <a:xfrm>
            <a:off x="10012889" y="3354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2" name="Shape 2920"/>
          <p:cNvSpPr/>
          <p:nvPr/>
        </p:nvSpPr>
        <p:spPr>
          <a:xfrm>
            <a:off x="9984748" y="24636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3" name="Shape 2921"/>
          <p:cNvSpPr/>
          <p:nvPr/>
        </p:nvSpPr>
        <p:spPr>
          <a:xfrm>
            <a:off x="9812286" y="2477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4" name="Shape 2922"/>
          <p:cNvSpPr/>
          <p:nvPr/>
        </p:nvSpPr>
        <p:spPr>
          <a:xfrm>
            <a:off x="10100406" y="248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5" name="Shape 2923"/>
          <p:cNvSpPr/>
          <p:nvPr/>
        </p:nvSpPr>
        <p:spPr>
          <a:xfrm>
            <a:off x="9875074" y="2989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6" name="Shape 2924"/>
          <p:cNvSpPr/>
          <p:nvPr/>
        </p:nvSpPr>
        <p:spPr>
          <a:xfrm>
            <a:off x="9738891" y="3152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7" name="Shape 2925"/>
          <p:cNvSpPr/>
          <p:nvPr/>
        </p:nvSpPr>
        <p:spPr>
          <a:xfrm>
            <a:off x="9882848" y="3209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8" name="Shape 2926"/>
          <p:cNvSpPr/>
          <p:nvPr/>
        </p:nvSpPr>
        <p:spPr>
          <a:xfrm>
            <a:off x="9985643" y="2514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9" name="Shape 2927"/>
          <p:cNvSpPr/>
          <p:nvPr/>
        </p:nvSpPr>
        <p:spPr>
          <a:xfrm>
            <a:off x="10091524" y="28466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0" name="Shape 2928"/>
          <p:cNvSpPr/>
          <p:nvPr/>
        </p:nvSpPr>
        <p:spPr>
          <a:xfrm>
            <a:off x="9778346" y="2487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1" name="Shape 2929"/>
          <p:cNvSpPr/>
          <p:nvPr/>
        </p:nvSpPr>
        <p:spPr>
          <a:xfrm>
            <a:off x="9706576" y="2463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2" name="Shape 2930"/>
          <p:cNvSpPr/>
          <p:nvPr/>
        </p:nvSpPr>
        <p:spPr>
          <a:xfrm>
            <a:off x="9863560" y="3168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3" name="Shape 2931"/>
          <p:cNvSpPr/>
          <p:nvPr/>
        </p:nvSpPr>
        <p:spPr>
          <a:xfrm>
            <a:off x="10018318" y="29302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4" name="Shape 2932"/>
          <p:cNvSpPr/>
          <p:nvPr/>
        </p:nvSpPr>
        <p:spPr>
          <a:xfrm>
            <a:off x="9765648" y="3300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5" name="Shape 2933"/>
          <p:cNvSpPr/>
          <p:nvPr/>
        </p:nvSpPr>
        <p:spPr>
          <a:xfrm>
            <a:off x="9848054" y="2984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6" name="Shape 2934"/>
          <p:cNvSpPr/>
          <p:nvPr/>
        </p:nvSpPr>
        <p:spPr>
          <a:xfrm>
            <a:off x="9676246" y="29819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7" name="Shape 2935"/>
          <p:cNvSpPr/>
          <p:nvPr/>
        </p:nvSpPr>
        <p:spPr>
          <a:xfrm>
            <a:off x="9962241" y="3446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8" name="Shape 2936"/>
          <p:cNvSpPr/>
          <p:nvPr/>
        </p:nvSpPr>
        <p:spPr>
          <a:xfrm>
            <a:off x="9952875" y="3040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9" name="Shape 2937"/>
          <p:cNvSpPr/>
          <p:nvPr/>
        </p:nvSpPr>
        <p:spPr>
          <a:xfrm>
            <a:off x="10003624" y="2511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0" name="Shape 2938"/>
          <p:cNvSpPr/>
          <p:nvPr/>
        </p:nvSpPr>
        <p:spPr>
          <a:xfrm>
            <a:off x="9811306" y="29284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1" name="Shape 2939"/>
          <p:cNvSpPr/>
          <p:nvPr/>
        </p:nvSpPr>
        <p:spPr>
          <a:xfrm>
            <a:off x="9910452" y="2480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2" name="Shape 2940"/>
          <p:cNvSpPr/>
          <p:nvPr/>
        </p:nvSpPr>
        <p:spPr>
          <a:xfrm>
            <a:off x="9906093" y="2381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3" name="Shape 2941"/>
          <p:cNvSpPr/>
          <p:nvPr/>
        </p:nvSpPr>
        <p:spPr>
          <a:xfrm>
            <a:off x="10098985" y="2804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4" name="Shape 2942"/>
          <p:cNvSpPr/>
          <p:nvPr/>
        </p:nvSpPr>
        <p:spPr>
          <a:xfrm>
            <a:off x="10091955" y="2399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5" name="Shape 2943"/>
          <p:cNvSpPr/>
          <p:nvPr/>
        </p:nvSpPr>
        <p:spPr>
          <a:xfrm>
            <a:off x="9846167" y="2373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6" name="Shape 2944"/>
          <p:cNvSpPr/>
          <p:nvPr/>
        </p:nvSpPr>
        <p:spPr>
          <a:xfrm>
            <a:off x="10046773" y="33784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7" name="Shape 2945"/>
          <p:cNvSpPr/>
          <p:nvPr/>
        </p:nvSpPr>
        <p:spPr>
          <a:xfrm>
            <a:off x="9977453" y="23880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8" name="Shape 2946"/>
          <p:cNvSpPr/>
          <p:nvPr/>
        </p:nvSpPr>
        <p:spPr>
          <a:xfrm>
            <a:off x="9883262" y="3104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9" name="Shape 2947"/>
          <p:cNvSpPr/>
          <p:nvPr/>
        </p:nvSpPr>
        <p:spPr>
          <a:xfrm>
            <a:off x="9793317" y="3309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0" name="Shape 2948"/>
          <p:cNvSpPr/>
          <p:nvPr/>
        </p:nvSpPr>
        <p:spPr>
          <a:xfrm>
            <a:off x="9940729" y="24885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1" name="Shape 2949"/>
          <p:cNvSpPr/>
          <p:nvPr/>
        </p:nvSpPr>
        <p:spPr>
          <a:xfrm>
            <a:off x="9935771" y="2375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2" name="Shape 2950"/>
          <p:cNvSpPr/>
          <p:nvPr/>
        </p:nvSpPr>
        <p:spPr>
          <a:xfrm>
            <a:off x="9894557" y="3002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3" name="Shape 2951"/>
          <p:cNvSpPr/>
          <p:nvPr/>
        </p:nvSpPr>
        <p:spPr>
          <a:xfrm>
            <a:off x="9829568" y="2406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4" name="Shape 2952"/>
          <p:cNvSpPr/>
          <p:nvPr/>
        </p:nvSpPr>
        <p:spPr>
          <a:xfrm>
            <a:off x="10087418" y="2375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5" name="Shape 2953"/>
          <p:cNvSpPr/>
          <p:nvPr/>
        </p:nvSpPr>
        <p:spPr>
          <a:xfrm>
            <a:off x="10096768" y="3173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6" name="Shape 2954"/>
          <p:cNvSpPr/>
          <p:nvPr/>
        </p:nvSpPr>
        <p:spPr>
          <a:xfrm>
            <a:off x="9733186" y="31268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7" name="Shape 2955"/>
          <p:cNvSpPr/>
          <p:nvPr/>
        </p:nvSpPr>
        <p:spPr>
          <a:xfrm>
            <a:off x="10015526" y="2887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8" name="Shape 2956"/>
          <p:cNvSpPr/>
          <p:nvPr/>
        </p:nvSpPr>
        <p:spPr>
          <a:xfrm>
            <a:off x="9921929" y="36643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9" name="Shape 2957"/>
          <p:cNvSpPr/>
          <p:nvPr/>
        </p:nvSpPr>
        <p:spPr>
          <a:xfrm>
            <a:off x="9725743" y="3337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0" name="Shape 2958"/>
          <p:cNvSpPr/>
          <p:nvPr/>
        </p:nvSpPr>
        <p:spPr>
          <a:xfrm>
            <a:off x="9675404" y="3370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1" name="Shape 2959"/>
          <p:cNvSpPr/>
          <p:nvPr/>
        </p:nvSpPr>
        <p:spPr>
          <a:xfrm>
            <a:off x="10077163" y="3125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2" name="Shape 2960"/>
          <p:cNvSpPr/>
          <p:nvPr/>
        </p:nvSpPr>
        <p:spPr>
          <a:xfrm>
            <a:off x="9784536" y="31463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3" name="Shape 2961"/>
          <p:cNvSpPr/>
          <p:nvPr/>
        </p:nvSpPr>
        <p:spPr>
          <a:xfrm>
            <a:off x="10059157" y="3135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4" name="Shape 2962"/>
          <p:cNvSpPr/>
          <p:nvPr/>
        </p:nvSpPr>
        <p:spPr>
          <a:xfrm>
            <a:off x="9774986" y="31424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5" name="Shape 2963"/>
          <p:cNvSpPr/>
          <p:nvPr/>
        </p:nvSpPr>
        <p:spPr>
          <a:xfrm>
            <a:off x="9987229" y="3130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6" name="Shape 2964"/>
          <p:cNvSpPr/>
          <p:nvPr/>
        </p:nvSpPr>
        <p:spPr>
          <a:xfrm>
            <a:off x="10035249" y="3139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7" name="Shape 2965"/>
          <p:cNvSpPr/>
          <p:nvPr/>
        </p:nvSpPr>
        <p:spPr>
          <a:xfrm>
            <a:off x="10076975" y="3140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8" name="Shape 2966"/>
          <p:cNvSpPr/>
          <p:nvPr/>
        </p:nvSpPr>
        <p:spPr>
          <a:xfrm>
            <a:off x="9720107" y="3124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9" name="Shape 2967"/>
          <p:cNvSpPr/>
          <p:nvPr/>
        </p:nvSpPr>
        <p:spPr>
          <a:xfrm>
            <a:off x="9933074" y="3147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0" name="Shape 2968"/>
          <p:cNvSpPr/>
          <p:nvPr/>
        </p:nvSpPr>
        <p:spPr>
          <a:xfrm>
            <a:off x="9810386" y="30741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1" name="Shape 2969"/>
          <p:cNvSpPr/>
          <p:nvPr/>
        </p:nvSpPr>
        <p:spPr>
          <a:xfrm>
            <a:off x="9832213" y="3120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2" name="Shape 2970"/>
          <p:cNvSpPr/>
          <p:nvPr/>
        </p:nvSpPr>
        <p:spPr>
          <a:xfrm>
            <a:off x="9802692" y="3352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3" name="Shape 2971"/>
          <p:cNvSpPr/>
          <p:nvPr/>
        </p:nvSpPr>
        <p:spPr>
          <a:xfrm>
            <a:off x="9948917" y="3364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4" name="Shape 2972"/>
          <p:cNvSpPr/>
          <p:nvPr/>
        </p:nvSpPr>
        <p:spPr>
          <a:xfrm>
            <a:off x="10025545" y="3382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5" name="Shape 2973"/>
          <p:cNvSpPr/>
          <p:nvPr/>
        </p:nvSpPr>
        <p:spPr>
          <a:xfrm>
            <a:off x="9813590" y="3351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6" name="Shape 2974"/>
          <p:cNvSpPr/>
          <p:nvPr/>
        </p:nvSpPr>
        <p:spPr>
          <a:xfrm>
            <a:off x="10061853" y="32272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7" name="Shape 2975"/>
          <p:cNvSpPr/>
          <p:nvPr/>
        </p:nvSpPr>
        <p:spPr>
          <a:xfrm>
            <a:off x="9681724" y="3343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8" name="Shape 2976"/>
          <p:cNvSpPr/>
          <p:nvPr/>
        </p:nvSpPr>
        <p:spPr>
          <a:xfrm>
            <a:off x="10082992" y="3377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9" name="Shape 2977"/>
          <p:cNvSpPr/>
          <p:nvPr/>
        </p:nvSpPr>
        <p:spPr>
          <a:xfrm>
            <a:off x="9732123" y="34952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0" name="Shape 2978"/>
          <p:cNvSpPr/>
          <p:nvPr/>
        </p:nvSpPr>
        <p:spPr>
          <a:xfrm>
            <a:off x="9933755" y="3753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1" name="Shape 2979"/>
          <p:cNvSpPr/>
          <p:nvPr/>
        </p:nvSpPr>
        <p:spPr>
          <a:xfrm>
            <a:off x="9675770" y="3548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2" name="Shape 2980"/>
          <p:cNvSpPr/>
          <p:nvPr/>
        </p:nvSpPr>
        <p:spPr>
          <a:xfrm>
            <a:off x="9779007" y="35284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3" name="Shape 2981"/>
          <p:cNvSpPr/>
          <p:nvPr/>
        </p:nvSpPr>
        <p:spPr>
          <a:xfrm>
            <a:off x="9930105" y="3598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4" name="Shape 2982"/>
          <p:cNvSpPr/>
          <p:nvPr/>
        </p:nvSpPr>
        <p:spPr>
          <a:xfrm>
            <a:off x="9769414" y="3704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5" name="Shape 2983"/>
          <p:cNvSpPr/>
          <p:nvPr/>
        </p:nvSpPr>
        <p:spPr>
          <a:xfrm>
            <a:off x="9976268" y="3475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6" name="Shape 2984"/>
          <p:cNvSpPr/>
          <p:nvPr/>
        </p:nvSpPr>
        <p:spPr>
          <a:xfrm>
            <a:off x="9895188" y="3569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7" name="Shape 2985"/>
          <p:cNvSpPr/>
          <p:nvPr/>
        </p:nvSpPr>
        <p:spPr>
          <a:xfrm>
            <a:off x="9956080" y="372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8" name="Shape 2986"/>
          <p:cNvSpPr/>
          <p:nvPr/>
        </p:nvSpPr>
        <p:spPr>
          <a:xfrm>
            <a:off x="9759519" y="3577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9" name="Shape 2987"/>
          <p:cNvSpPr/>
          <p:nvPr/>
        </p:nvSpPr>
        <p:spPr>
          <a:xfrm>
            <a:off x="9802728" y="37323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0" name="Shape 2988"/>
          <p:cNvSpPr/>
          <p:nvPr/>
        </p:nvSpPr>
        <p:spPr>
          <a:xfrm>
            <a:off x="9887071" y="35510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1" name="Shape 2989"/>
          <p:cNvSpPr/>
          <p:nvPr/>
        </p:nvSpPr>
        <p:spPr>
          <a:xfrm>
            <a:off x="9783125" y="31724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2" name="Shape 2990"/>
          <p:cNvSpPr/>
          <p:nvPr/>
        </p:nvSpPr>
        <p:spPr>
          <a:xfrm>
            <a:off x="9839216" y="3431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3" name="Shape 2991"/>
          <p:cNvSpPr/>
          <p:nvPr/>
        </p:nvSpPr>
        <p:spPr>
          <a:xfrm>
            <a:off x="10031067" y="33496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4" name="Shape 2992"/>
          <p:cNvSpPr/>
          <p:nvPr/>
        </p:nvSpPr>
        <p:spPr>
          <a:xfrm>
            <a:off x="9951935" y="3274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5" name="Shape 2993"/>
          <p:cNvSpPr/>
          <p:nvPr/>
        </p:nvSpPr>
        <p:spPr>
          <a:xfrm>
            <a:off x="9945785" y="3277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6" name="Shape 2994"/>
          <p:cNvSpPr/>
          <p:nvPr/>
        </p:nvSpPr>
        <p:spPr>
          <a:xfrm>
            <a:off x="10045867" y="24777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7" name="Shape 2995"/>
          <p:cNvSpPr/>
          <p:nvPr/>
        </p:nvSpPr>
        <p:spPr>
          <a:xfrm>
            <a:off x="9948148" y="3331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8" name="Shape 2996"/>
          <p:cNvSpPr/>
          <p:nvPr/>
        </p:nvSpPr>
        <p:spPr>
          <a:xfrm>
            <a:off x="9868543" y="2788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9" name="Shape 2997"/>
          <p:cNvSpPr/>
          <p:nvPr/>
        </p:nvSpPr>
        <p:spPr>
          <a:xfrm>
            <a:off x="10064130" y="3352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0" name="Shape 2998"/>
          <p:cNvSpPr/>
          <p:nvPr/>
        </p:nvSpPr>
        <p:spPr>
          <a:xfrm>
            <a:off x="9727652" y="32657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1" name="Shape 2999"/>
          <p:cNvSpPr/>
          <p:nvPr/>
        </p:nvSpPr>
        <p:spPr>
          <a:xfrm>
            <a:off x="10036874" y="3307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2" name="Shape 3000"/>
          <p:cNvSpPr/>
          <p:nvPr/>
        </p:nvSpPr>
        <p:spPr>
          <a:xfrm>
            <a:off x="9929121" y="33305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3" name="Shape 3001"/>
          <p:cNvSpPr/>
          <p:nvPr/>
        </p:nvSpPr>
        <p:spPr>
          <a:xfrm>
            <a:off x="9897131" y="3357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4" name="Shape 3002"/>
          <p:cNvSpPr/>
          <p:nvPr/>
        </p:nvSpPr>
        <p:spPr>
          <a:xfrm>
            <a:off x="9773917" y="3159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5" name="Shape 3003"/>
          <p:cNvSpPr/>
          <p:nvPr/>
        </p:nvSpPr>
        <p:spPr>
          <a:xfrm>
            <a:off x="9699861" y="3149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6" name="Shape 3004"/>
          <p:cNvSpPr/>
          <p:nvPr/>
        </p:nvSpPr>
        <p:spPr>
          <a:xfrm>
            <a:off x="10051947" y="3146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7" name="Shape 3005"/>
          <p:cNvSpPr/>
          <p:nvPr/>
        </p:nvSpPr>
        <p:spPr>
          <a:xfrm>
            <a:off x="10024015" y="31625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8" name="Shape 3006"/>
          <p:cNvSpPr/>
          <p:nvPr/>
        </p:nvSpPr>
        <p:spPr>
          <a:xfrm>
            <a:off x="9746240" y="3164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9" name="Shape 3007"/>
          <p:cNvSpPr/>
          <p:nvPr/>
        </p:nvSpPr>
        <p:spPr>
          <a:xfrm>
            <a:off x="9718972" y="3124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0" name="Shape 3008"/>
          <p:cNvSpPr/>
          <p:nvPr/>
        </p:nvSpPr>
        <p:spPr>
          <a:xfrm>
            <a:off x="9855943" y="3591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1" name="Shape 3009"/>
          <p:cNvSpPr/>
          <p:nvPr/>
        </p:nvSpPr>
        <p:spPr>
          <a:xfrm>
            <a:off x="10028313" y="35362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2" name="Shape 3010"/>
          <p:cNvSpPr/>
          <p:nvPr/>
        </p:nvSpPr>
        <p:spPr>
          <a:xfrm>
            <a:off x="9705712" y="3404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3" name="Shape 3011"/>
          <p:cNvSpPr/>
          <p:nvPr/>
        </p:nvSpPr>
        <p:spPr>
          <a:xfrm>
            <a:off x="10086713" y="32954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4" name="Shape 3012"/>
          <p:cNvSpPr/>
          <p:nvPr/>
        </p:nvSpPr>
        <p:spPr>
          <a:xfrm>
            <a:off x="9935879" y="3151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5" name="Shape 3013"/>
          <p:cNvSpPr/>
          <p:nvPr/>
        </p:nvSpPr>
        <p:spPr>
          <a:xfrm>
            <a:off x="9931956" y="35366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6" name="Shape 3014"/>
          <p:cNvSpPr/>
          <p:nvPr/>
        </p:nvSpPr>
        <p:spPr>
          <a:xfrm>
            <a:off x="9671347" y="3479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7" name="Shape 3015"/>
          <p:cNvSpPr/>
          <p:nvPr/>
        </p:nvSpPr>
        <p:spPr>
          <a:xfrm>
            <a:off x="9782538" y="3426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8" name="Shape 3016"/>
          <p:cNvSpPr/>
          <p:nvPr/>
        </p:nvSpPr>
        <p:spPr>
          <a:xfrm>
            <a:off x="9840059" y="3489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9" name="Shape 3017"/>
          <p:cNvSpPr/>
          <p:nvPr/>
        </p:nvSpPr>
        <p:spPr>
          <a:xfrm>
            <a:off x="9727418" y="33108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0" name="Shape 3018"/>
          <p:cNvSpPr/>
          <p:nvPr/>
        </p:nvSpPr>
        <p:spPr>
          <a:xfrm>
            <a:off x="9736158" y="3262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1" name="Shape 3019"/>
          <p:cNvSpPr/>
          <p:nvPr/>
        </p:nvSpPr>
        <p:spPr>
          <a:xfrm>
            <a:off x="9754529" y="3544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2" name="Shape 3020"/>
          <p:cNvSpPr/>
          <p:nvPr/>
        </p:nvSpPr>
        <p:spPr>
          <a:xfrm>
            <a:off x="9909282" y="34846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3" name="Shape 3021"/>
          <p:cNvSpPr/>
          <p:nvPr/>
        </p:nvSpPr>
        <p:spPr>
          <a:xfrm>
            <a:off x="10027990" y="3568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4" name="Shape 3022"/>
          <p:cNvSpPr/>
          <p:nvPr/>
        </p:nvSpPr>
        <p:spPr>
          <a:xfrm>
            <a:off x="9852901" y="3644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5" name="Shape 3023"/>
          <p:cNvSpPr/>
          <p:nvPr/>
        </p:nvSpPr>
        <p:spPr>
          <a:xfrm>
            <a:off x="10092899" y="3536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6" name="Shape 3024"/>
          <p:cNvSpPr/>
          <p:nvPr/>
        </p:nvSpPr>
        <p:spPr>
          <a:xfrm>
            <a:off x="9828521" y="3104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7" name="Shape 3025"/>
          <p:cNvSpPr/>
          <p:nvPr/>
        </p:nvSpPr>
        <p:spPr>
          <a:xfrm>
            <a:off x="9961957" y="3211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8" name="Shape 3026"/>
          <p:cNvSpPr/>
          <p:nvPr/>
        </p:nvSpPr>
        <p:spPr>
          <a:xfrm>
            <a:off x="9794801" y="3449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9" name="Shape 3027"/>
          <p:cNvSpPr/>
          <p:nvPr/>
        </p:nvSpPr>
        <p:spPr>
          <a:xfrm>
            <a:off x="9870290" y="3552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0" name="Shape 3028"/>
          <p:cNvSpPr/>
          <p:nvPr/>
        </p:nvSpPr>
        <p:spPr>
          <a:xfrm>
            <a:off x="9768328" y="3526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1" name="Shape 3029"/>
          <p:cNvSpPr/>
          <p:nvPr/>
        </p:nvSpPr>
        <p:spPr>
          <a:xfrm>
            <a:off x="9670843" y="3143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2" name="Shape 3030"/>
          <p:cNvSpPr/>
          <p:nvPr/>
        </p:nvSpPr>
        <p:spPr>
          <a:xfrm>
            <a:off x="10034228" y="3283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3" name="Shape 3031"/>
          <p:cNvSpPr/>
          <p:nvPr/>
        </p:nvSpPr>
        <p:spPr>
          <a:xfrm>
            <a:off x="9789273" y="3291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4" name="Shape 3032"/>
          <p:cNvSpPr/>
          <p:nvPr/>
        </p:nvSpPr>
        <p:spPr>
          <a:xfrm>
            <a:off x="9837114" y="3353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5" name="Shape 3033"/>
          <p:cNvSpPr/>
          <p:nvPr/>
        </p:nvSpPr>
        <p:spPr>
          <a:xfrm>
            <a:off x="10096739" y="2684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6" name="Shape 3034"/>
          <p:cNvSpPr/>
          <p:nvPr/>
        </p:nvSpPr>
        <p:spPr>
          <a:xfrm>
            <a:off x="9945809" y="3040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7" name="Shape 3035"/>
          <p:cNvSpPr/>
          <p:nvPr/>
        </p:nvSpPr>
        <p:spPr>
          <a:xfrm>
            <a:off x="10017567" y="2738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8" name="Shape 3036"/>
          <p:cNvSpPr/>
          <p:nvPr/>
        </p:nvSpPr>
        <p:spPr>
          <a:xfrm>
            <a:off x="9946740" y="2715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9" name="Shape 3037"/>
          <p:cNvSpPr/>
          <p:nvPr/>
        </p:nvSpPr>
        <p:spPr>
          <a:xfrm>
            <a:off x="9735916" y="2790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0" name="Shape 3038"/>
          <p:cNvSpPr/>
          <p:nvPr/>
        </p:nvSpPr>
        <p:spPr>
          <a:xfrm>
            <a:off x="9957178" y="2795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1" name="Shape 3039"/>
          <p:cNvSpPr/>
          <p:nvPr/>
        </p:nvSpPr>
        <p:spPr>
          <a:xfrm>
            <a:off x="9825104" y="28003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2" name="Shape 3040"/>
          <p:cNvSpPr/>
          <p:nvPr/>
        </p:nvSpPr>
        <p:spPr>
          <a:xfrm>
            <a:off x="9781549" y="2711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3" name="Shape 3041"/>
          <p:cNvSpPr/>
          <p:nvPr/>
        </p:nvSpPr>
        <p:spPr>
          <a:xfrm>
            <a:off x="9973667" y="32643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4" name="Shape 3042"/>
          <p:cNvSpPr/>
          <p:nvPr/>
        </p:nvSpPr>
        <p:spPr>
          <a:xfrm>
            <a:off x="9932083" y="33518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5" name="Shape 3043"/>
          <p:cNvSpPr/>
          <p:nvPr/>
        </p:nvSpPr>
        <p:spPr>
          <a:xfrm>
            <a:off x="9727411" y="3166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6" name="Shape 3044"/>
          <p:cNvSpPr/>
          <p:nvPr/>
        </p:nvSpPr>
        <p:spPr>
          <a:xfrm>
            <a:off x="9796625" y="3104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7" name="Shape 3045"/>
          <p:cNvSpPr/>
          <p:nvPr/>
        </p:nvSpPr>
        <p:spPr>
          <a:xfrm>
            <a:off x="9755903" y="3143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8" name="Shape 3046"/>
          <p:cNvSpPr/>
          <p:nvPr/>
        </p:nvSpPr>
        <p:spPr>
          <a:xfrm>
            <a:off x="9974073" y="3154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9" name="Shape 3047"/>
          <p:cNvSpPr/>
          <p:nvPr/>
        </p:nvSpPr>
        <p:spPr>
          <a:xfrm>
            <a:off x="9891691" y="31337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0" name="Shape 3048"/>
          <p:cNvSpPr/>
          <p:nvPr/>
        </p:nvSpPr>
        <p:spPr>
          <a:xfrm>
            <a:off x="9766558" y="3143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1" name="Shape 3049"/>
          <p:cNvSpPr/>
          <p:nvPr/>
        </p:nvSpPr>
        <p:spPr>
          <a:xfrm>
            <a:off x="9923773" y="3504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2" name="Shape 3050"/>
          <p:cNvSpPr/>
          <p:nvPr/>
        </p:nvSpPr>
        <p:spPr>
          <a:xfrm>
            <a:off x="9728703" y="3521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3" name="Shape 3051"/>
          <p:cNvSpPr/>
          <p:nvPr/>
        </p:nvSpPr>
        <p:spPr>
          <a:xfrm>
            <a:off x="9919693" y="3650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4" name="Shape 3052"/>
          <p:cNvSpPr/>
          <p:nvPr/>
        </p:nvSpPr>
        <p:spPr>
          <a:xfrm>
            <a:off x="9898338" y="2498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5" name="Shape 3053"/>
          <p:cNvSpPr/>
          <p:nvPr/>
        </p:nvSpPr>
        <p:spPr>
          <a:xfrm>
            <a:off x="9895102" y="3184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6" name="Shape 3054"/>
          <p:cNvSpPr/>
          <p:nvPr/>
        </p:nvSpPr>
        <p:spPr>
          <a:xfrm>
            <a:off x="9721543" y="30536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7" name="Shape 3055"/>
          <p:cNvSpPr/>
          <p:nvPr/>
        </p:nvSpPr>
        <p:spPr>
          <a:xfrm>
            <a:off x="9952170" y="3287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8" name="Shape 3056"/>
          <p:cNvSpPr/>
          <p:nvPr/>
        </p:nvSpPr>
        <p:spPr>
          <a:xfrm>
            <a:off x="9746450" y="3072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9" name="Shape 3057"/>
          <p:cNvSpPr/>
          <p:nvPr/>
        </p:nvSpPr>
        <p:spPr>
          <a:xfrm>
            <a:off x="10079951" y="26278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0" name="Shape 3058"/>
          <p:cNvSpPr/>
          <p:nvPr/>
        </p:nvSpPr>
        <p:spPr>
          <a:xfrm>
            <a:off x="9750688" y="3343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1" name="Shape 3059"/>
          <p:cNvSpPr/>
          <p:nvPr/>
        </p:nvSpPr>
        <p:spPr>
          <a:xfrm>
            <a:off x="9990266" y="3090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2" name="Shape 3060"/>
          <p:cNvSpPr/>
          <p:nvPr/>
        </p:nvSpPr>
        <p:spPr>
          <a:xfrm>
            <a:off x="10001035" y="3052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3" name="Shape 3061"/>
          <p:cNvSpPr/>
          <p:nvPr/>
        </p:nvSpPr>
        <p:spPr>
          <a:xfrm>
            <a:off x="9972319" y="3071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4" name="Shape 3062"/>
          <p:cNvSpPr/>
          <p:nvPr/>
        </p:nvSpPr>
        <p:spPr>
          <a:xfrm>
            <a:off x="9690423" y="34441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5" name="Shape 3063"/>
          <p:cNvSpPr/>
          <p:nvPr/>
        </p:nvSpPr>
        <p:spPr>
          <a:xfrm>
            <a:off x="9846711" y="3242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6" name="Shape 3064"/>
          <p:cNvSpPr/>
          <p:nvPr/>
        </p:nvSpPr>
        <p:spPr>
          <a:xfrm>
            <a:off x="9930743" y="3252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7" name="Shape 3065"/>
          <p:cNvSpPr/>
          <p:nvPr/>
        </p:nvSpPr>
        <p:spPr>
          <a:xfrm>
            <a:off x="9918052" y="3373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8" name="Shape 3066"/>
          <p:cNvSpPr/>
          <p:nvPr/>
        </p:nvSpPr>
        <p:spPr>
          <a:xfrm>
            <a:off x="9986435" y="3269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9" name="Shape 3067"/>
          <p:cNvSpPr/>
          <p:nvPr/>
        </p:nvSpPr>
        <p:spPr>
          <a:xfrm>
            <a:off x="9723417" y="3566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0" name="Shape 3068"/>
          <p:cNvSpPr/>
          <p:nvPr/>
        </p:nvSpPr>
        <p:spPr>
          <a:xfrm>
            <a:off x="9904185" y="2969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1" name="Shape 3069"/>
          <p:cNvSpPr/>
          <p:nvPr/>
        </p:nvSpPr>
        <p:spPr>
          <a:xfrm>
            <a:off x="9677554" y="2747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2" name="Shape 3070"/>
          <p:cNvSpPr/>
          <p:nvPr/>
        </p:nvSpPr>
        <p:spPr>
          <a:xfrm>
            <a:off x="10083213" y="33188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3" name="Shape 3071"/>
          <p:cNvSpPr/>
          <p:nvPr/>
        </p:nvSpPr>
        <p:spPr>
          <a:xfrm>
            <a:off x="9811085" y="34103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4" name="Shape 3072"/>
          <p:cNvSpPr/>
          <p:nvPr/>
        </p:nvSpPr>
        <p:spPr>
          <a:xfrm>
            <a:off x="9857450" y="30913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5" name="Shape 3073"/>
          <p:cNvSpPr/>
          <p:nvPr/>
        </p:nvSpPr>
        <p:spPr>
          <a:xfrm>
            <a:off x="9943536" y="2759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6" name="Shape 3074"/>
          <p:cNvSpPr/>
          <p:nvPr/>
        </p:nvSpPr>
        <p:spPr>
          <a:xfrm>
            <a:off x="9841589" y="3184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7" name="Shape 3075"/>
          <p:cNvSpPr/>
          <p:nvPr/>
        </p:nvSpPr>
        <p:spPr>
          <a:xfrm>
            <a:off x="9707981" y="3348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8" name="Shape 3076"/>
          <p:cNvSpPr/>
          <p:nvPr/>
        </p:nvSpPr>
        <p:spPr>
          <a:xfrm>
            <a:off x="10013586" y="34066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9" name="Shape 3077"/>
          <p:cNvSpPr/>
          <p:nvPr/>
        </p:nvSpPr>
        <p:spPr>
          <a:xfrm>
            <a:off x="10080163" y="2850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0" name="Shape 3078"/>
          <p:cNvSpPr/>
          <p:nvPr/>
        </p:nvSpPr>
        <p:spPr>
          <a:xfrm>
            <a:off x="9709983" y="3464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1" name="Shape 3079"/>
          <p:cNvSpPr/>
          <p:nvPr/>
        </p:nvSpPr>
        <p:spPr>
          <a:xfrm>
            <a:off x="9844809" y="3058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2" name="Shape 3080"/>
          <p:cNvSpPr/>
          <p:nvPr/>
        </p:nvSpPr>
        <p:spPr>
          <a:xfrm>
            <a:off x="10021402" y="2932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3" name="Shape 3081"/>
          <p:cNvSpPr/>
          <p:nvPr/>
        </p:nvSpPr>
        <p:spPr>
          <a:xfrm>
            <a:off x="10065172" y="2485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4" name="Shape 3082"/>
          <p:cNvSpPr/>
          <p:nvPr/>
        </p:nvSpPr>
        <p:spPr>
          <a:xfrm>
            <a:off x="9836997" y="2483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5" name="Shape 3083"/>
          <p:cNvSpPr/>
          <p:nvPr/>
        </p:nvSpPr>
        <p:spPr>
          <a:xfrm>
            <a:off x="9853326" y="3462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6" name="Shape 3084"/>
          <p:cNvSpPr/>
          <p:nvPr/>
        </p:nvSpPr>
        <p:spPr>
          <a:xfrm>
            <a:off x="9799999" y="3579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7" name="Shape 3085"/>
          <p:cNvSpPr/>
          <p:nvPr/>
        </p:nvSpPr>
        <p:spPr>
          <a:xfrm>
            <a:off x="9734588" y="3512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8" name="Shape 3086"/>
          <p:cNvSpPr/>
          <p:nvPr/>
        </p:nvSpPr>
        <p:spPr>
          <a:xfrm>
            <a:off x="9820487" y="3586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9" name="Shape 3087"/>
          <p:cNvSpPr/>
          <p:nvPr/>
        </p:nvSpPr>
        <p:spPr>
          <a:xfrm>
            <a:off x="9898023" y="3575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0" name="Shape 3088"/>
          <p:cNvSpPr/>
          <p:nvPr/>
        </p:nvSpPr>
        <p:spPr>
          <a:xfrm>
            <a:off x="9894180" y="38756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1" name="Shape 3089"/>
          <p:cNvSpPr/>
          <p:nvPr/>
        </p:nvSpPr>
        <p:spPr>
          <a:xfrm>
            <a:off x="9941289" y="37233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2" name="Shape 3090"/>
          <p:cNvSpPr/>
          <p:nvPr/>
        </p:nvSpPr>
        <p:spPr>
          <a:xfrm>
            <a:off x="9714949" y="3768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3" name="Shape 3091"/>
          <p:cNvSpPr/>
          <p:nvPr/>
        </p:nvSpPr>
        <p:spPr>
          <a:xfrm>
            <a:off x="9902658" y="375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4" name="Shape 3092"/>
          <p:cNvSpPr/>
          <p:nvPr/>
        </p:nvSpPr>
        <p:spPr>
          <a:xfrm>
            <a:off x="9983156" y="3538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5" name="Shape 3093"/>
          <p:cNvSpPr/>
          <p:nvPr/>
        </p:nvSpPr>
        <p:spPr>
          <a:xfrm>
            <a:off x="9695543" y="34577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6" name="Shape 3094"/>
          <p:cNvSpPr/>
          <p:nvPr/>
        </p:nvSpPr>
        <p:spPr>
          <a:xfrm>
            <a:off x="9997333" y="3113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7" name="Shape 3095"/>
          <p:cNvSpPr/>
          <p:nvPr/>
        </p:nvSpPr>
        <p:spPr>
          <a:xfrm>
            <a:off x="10039112" y="3067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8" name="Shape 3096"/>
          <p:cNvSpPr/>
          <p:nvPr/>
        </p:nvSpPr>
        <p:spPr>
          <a:xfrm>
            <a:off x="9871882" y="30846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9" name="Shape 3097"/>
          <p:cNvSpPr/>
          <p:nvPr/>
        </p:nvSpPr>
        <p:spPr>
          <a:xfrm>
            <a:off x="9725231" y="33259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0" name="Shape 3098"/>
          <p:cNvSpPr/>
          <p:nvPr/>
        </p:nvSpPr>
        <p:spPr>
          <a:xfrm>
            <a:off x="10056757" y="3363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1" name="Shape 3099"/>
          <p:cNvSpPr/>
          <p:nvPr/>
        </p:nvSpPr>
        <p:spPr>
          <a:xfrm>
            <a:off x="9964149" y="3397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2" name="Shape 3100"/>
          <p:cNvSpPr/>
          <p:nvPr/>
        </p:nvSpPr>
        <p:spPr>
          <a:xfrm>
            <a:off x="9922284" y="33838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3" name="Shape 3101"/>
          <p:cNvSpPr/>
          <p:nvPr/>
        </p:nvSpPr>
        <p:spPr>
          <a:xfrm>
            <a:off x="9973655" y="35802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4" name="Shape 3102"/>
          <p:cNvSpPr/>
          <p:nvPr/>
        </p:nvSpPr>
        <p:spPr>
          <a:xfrm>
            <a:off x="9872790" y="2950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5" name="Shape 3103"/>
          <p:cNvSpPr/>
          <p:nvPr/>
        </p:nvSpPr>
        <p:spPr>
          <a:xfrm>
            <a:off x="9936166" y="35433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6" name="Shape 3104"/>
          <p:cNvSpPr/>
          <p:nvPr/>
        </p:nvSpPr>
        <p:spPr>
          <a:xfrm>
            <a:off x="9727116" y="2994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7" name="Shape 3105"/>
          <p:cNvSpPr/>
          <p:nvPr/>
        </p:nvSpPr>
        <p:spPr>
          <a:xfrm>
            <a:off x="9800294" y="3555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8" name="Shape 3106"/>
          <p:cNvSpPr/>
          <p:nvPr/>
        </p:nvSpPr>
        <p:spPr>
          <a:xfrm>
            <a:off x="9690914" y="26614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9" name="Shape 3107"/>
          <p:cNvSpPr/>
          <p:nvPr/>
        </p:nvSpPr>
        <p:spPr>
          <a:xfrm>
            <a:off x="9971339" y="3505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0" name="Shape 3108"/>
          <p:cNvSpPr/>
          <p:nvPr/>
        </p:nvSpPr>
        <p:spPr>
          <a:xfrm>
            <a:off x="10044581" y="35845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1" name="Shape 3109"/>
          <p:cNvSpPr/>
          <p:nvPr/>
        </p:nvSpPr>
        <p:spPr>
          <a:xfrm>
            <a:off x="10028789" y="30629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2" name="Shape 3110"/>
          <p:cNvSpPr/>
          <p:nvPr/>
        </p:nvSpPr>
        <p:spPr>
          <a:xfrm>
            <a:off x="9738359" y="2827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3" name="Shape 3111"/>
          <p:cNvSpPr/>
          <p:nvPr/>
        </p:nvSpPr>
        <p:spPr>
          <a:xfrm>
            <a:off x="9804510" y="3059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4" name="Shape 3112"/>
          <p:cNvSpPr/>
          <p:nvPr/>
        </p:nvSpPr>
        <p:spPr>
          <a:xfrm>
            <a:off x="9796059" y="3103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5" name="Shape 3113"/>
          <p:cNvSpPr/>
          <p:nvPr/>
        </p:nvSpPr>
        <p:spPr>
          <a:xfrm>
            <a:off x="9790167" y="2912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6" name="Shape 3114"/>
          <p:cNvSpPr/>
          <p:nvPr/>
        </p:nvSpPr>
        <p:spPr>
          <a:xfrm>
            <a:off x="9991689" y="3163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7" name="Shape 3115"/>
          <p:cNvSpPr/>
          <p:nvPr/>
        </p:nvSpPr>
        <p:spPr>
          <a:xfrm>
            <a:off x="9978610" y="2786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8" name="Shape 3116"/>
          <p:cNvSpPr/>
          <p:nvPr/>
        </p:nvSpPr>
        <p:spPr>
          <a:xfrm>
            <a:off x="10058660" y="2969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9" name="Shape 3117"/>
          <p:cNvSpPr/>
          <p:nvPr/>
        </p:nvSpPr>
        <p:spPr>
          <a:xfrm>
            <a:off x="9916386" y="2647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0" name="Shape 3118"/>
          <p:cNvSpPr/>
          <p:nvPr/>
        </p:nvSpPr>
        <p:spPr>
          <a:xfrm>
            <a:off x="10077473" y="2721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1" name="Shape 3119"/>
          <p:cNvSpPr/>
          <p:nvPr/>
        </p:nvSpPr>
        <p:spPr>
          <a:xfrm>
            <a:off x="9829743" y="2537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2" name="Shape 3120"/>
          <p:cNvSpPr/>
          <p:nvPr/>
        </p:nvSpPr>
        <p:spPr>
          <a:xfrm>
            <a:off x="9854813" y="2818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3" name="Shape 3121"/>
          <p:cNvSpPr/>
          <p:nvPr/>
        </p:nvSpPr>
        <p:spPr>
          <a:xfrm>
            <a:off x="9863192" y="27208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4" name="Shape 3122"/>
          <p:cNvSpPr/>
          <p:nvPr/>
        </p:nvSpPr>
        <p:spPr>
          <a:xfrm>
            <a:off x="9867234" y="2771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5" name="Shape 3123"/>
          <p:cNvSpPr/>
          <p:nvPr/>
        </p:nvSpPr>
        <p:spPr>
          <a:xfrm>
            <a:off x="9815500" y="2527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6" name="Shape 3124"/>
          <p:cNvSpPr/>
          <p:nvPr/>
        </p:nvSpPr>
        <p:spPr>
          <a:xfrm>
            <a:off x="9757496" y="2836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7" name="Shape 3125"/>
          <p:cNvSpPr/>
          <p:nvPr/>
        </p:nvSpPr>
        <p:spPr>
          <a:xfrm>
            <a:off x="9847574" y="2646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8" name="Shape 3126"/>
          <p:cNvSpPr/>
          <p:nvPr/>
        </p:nvSpPr>
        <p:spPr>
          <a:xfrm>
            <a:off x="9995486" y="2760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9" name="Shape 3127"/>
          <p:cNvSpPr/>
          <p:nvPr/>
        </p:nvSpPr>
        <p:spPr>
          <a:xfrm>
            <a:off x="9775499" y="3165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0" name="Shape 3128"/>
          <p:cNvSpPr/>
          <p:nvPr/>
        </p:nvSpPr>
        <p:spPr>
          <a:xfrm>
            <a:off x="9993361" y="3073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1" name="Shape 3129"/>
          <p:cNvSpPr/>
          <p:nvPr/>
        </p:nvSpPr>
        <p:spPr>
          <a:xfrm>
            <a:off x="9877700" y="25571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2" name="Shape 3130"/>
          <p:cNvSpPr/>
          <p:nvPr/>
        </p:nvSpPr>
        <p:spPr>
          <a:xfrm>
            <a:off x="9907213" y="2966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3" name="Shape 3131"/>
          <p:cNvSpPr/>
          <p:nvPr/>
        </p:nvSpPr>
        <p:spPr>
          <a:xfrm>
            <a:off x="10099453" y="3307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4" name="Shape 3132"/>
          <p:cNvSpPr/>
          <p:nvPr/>
        </p:nvSpPr>
        <p:spPr>
          <a:xfrm>
            <a:off x="9955745" y="3576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5" name="Shape 3133"/>
          <p:cNvSpPr/>
          <p:nvPr/>
        </p:nvSpPr>
        <p:spPr>
          <a:xfrm>
            <a:off x="9935794" y="3242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6" name="Shape 3134"/>
          <p:cNvSpPr/>
          <p:nvPr/>
        </p:nvSpPr>
        <p:spPr>
          <a:xfrm>
            <a:off x="10023245" y="3236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7" name="Shape 3135"/>
          <p:cNvSpPr/>
          <p:nvPr/>
        </p:nvSpPr>
        <p:spPr>
          <a:xfrm>
            <a:off x="9842275" y="3202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8" name="Shape 3136"/>
          <p:cNvSpPr/>
          <p:nvPr/>
        </p:nvSpPr>
        <p:spPr>
          <a:xfrm>
            <a:off x="9918636" y="24635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9" name="Shape 3137"/>
          <p:cNvSpPr/>
          <p:nvPr/>
        </p:nvSpPr>
        <p:spPr>
          <a:xfrm>
            <a:off x="9708677" y="32486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0" name="Shape 3138"/>
          <p:cNvSpPr/>
          <p:nvPr/>
        </p:nvSpPr>
        <p:spPr>
          <a:xfrm>
            <a:off x="9930915" y="3255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1" name="Shape 3139"/>
          <p:cNvSpPr/>
          <p:nvPr/>
        </p:nvSpPr>
        <p:spPr>
          <a:xfrm>
            <a:off x="10028242" y="3807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2" name="Shape 3140"/>
          <p:cNvSpPr/>
          <p:nvPr/>
        </p:nvSpPr>
        <p:spPr>
          <a:xfrm>
            <a:off x="9975561" y="3711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3" name="Shape 3141"/>
          <p:cNvSpPr/>
          <p:nvPr/>
        </p:nvSpPr>
        <p:spPr>
          <a:xfrm>
            <a:off x="9988975" y="3613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4" name="Shape 3142"/>
          <p:cNvSpPr/>
          <p:nvPr/>
        </p:nvSpPr>
        <p:spPr>
          <a:xfrm>
            <a:off x="9981287" y="3727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5" name="Shape 3143"/>
          <p:cNvSpPr/>
          <p:nvPr/>
        </p:nvSpPr>
        <p:spPr>
          <a:xfrm>
            <a:off x="9693184" y="3285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6" name="Shape 3144"/>
          <p:cNvSpPr/>
          <p:nvPr/>
        </p:nvSpPr>
        <p:spPr>
          <a:xfrm>
            <a:off x="9796140" y="3260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7" name="Shape 3145"/>
          <p:cNvSpPr/>
          <p:nvPr/>
        </p:nvSpPr>
        <p:spPr>
          <a:xfrm>
            <a:off x="10068726" y="3337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8" name="Shape 3146"/>
          <p:cNvSpPr/>
          <p:nvPr/>
        </p:nvSpPr>
        <p:spPr>
          <a:xfrm>
            <a:off x="9914056" y="3302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9" name="Shape 3147"/>
          <p:cNvSpPr/>
          <p:nvPr/>
        </p:nvSpPr>
        <p:spPr>
          <a:xfrm>
            <a:off x="10020622" y="33359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0" name="Shape 3148"/>
          <p:cNvSpPr/>
          <p:nvPr/>
        </p:nvSpPr>
        <p:spPr>
          <a:xfrm>
            <a:off x="9796575" y="3332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1" name="Shape 3149"/>
          <p:cNvSpPr/>
          <p:nvPr/>
        </p:nvSpPr>
        <p:spPr>
          <a:xfrm>
            <a:off x="10036540" y="3251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2" name="Shape 3150"/>
          <p:cNvSpPr/>
          <p:nvPr/>
        </p:nvSpPr>
        <p:spPr>
          <a:xfrm>
            <a:off x="9997123" y="24290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3" name="Shape 3151"/>
          <p:cNvSpPr/>
          <p:nvPr/>
        </p:nvSpPr>
        <p:spPr>
          <a:xfrm>
            <a:off x="10062033" y="3384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4" name="Shape 3152"/>
          <p:cNvSpPr/>
          <p:nvPr/>
        </p:nvSpPr>
        <p:spPr>
          <a:xfrm>
            <a:off x="9733211" y="3337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5" name="Shape 3153"/>
          <p:cNvSpPr/>
          <p:nvPr/>
        </p:nvSpPr>
        <p:spPr>
          <a:xfrm>
            <a:off x="10099531" y="33862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6" name="Shape 3154"/>
          <p:cNvSpPr/>
          <p:nvPr/>
        </p:nvSpPr>
        <p:spPr>
          <a:xfrm>
            <a:off x="9935449" y="3315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7" name="Shape 3155"/>
          <p:cNvSpPr/>
          <p:nvPr/>
        </p:nvSpPr>
        <p:spPr>
          <a:xfrm>
            <a:off x="10079088" y="3337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8" name="Shape 3156"/>
          <p:cNvSpPr/>
          <p:nvPr/>
        </p:nvSpPr>
        <p:spPr>
          <a:xfrm>
            <a:off x="10024961" y="3335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9" name="Shape 3157"/>
          <p:cNvSpPr/>
          <p:nvPr/>
        </p:nvSpPr>
        <p:spPr>
          <a:xfrm>
            <a:off x="9711630" y="3537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0" name="Shape 3158"/>
          <p:cNvSpPr/>
          <p:nvPr/>
        </p:nvSpPr>
        <p:spPr>
          <a:xfrm>
            <a:off x="9924561" y="3549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1" name="Shape 3159"/>
          <p:cNvSpPr/>
          <p:nvPr/>
        </p:nvSpPr>
        <p:spPr>
          <a:xfrm>
            <a:off x="9756739" y="3446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2" name="Shape 3160"/>
          <p:cNvSpPr/>
          <p:nvPr/>
        </p:nvSpPr>
        <p:spPr>
          <a:xfrm>
            <a:off x="9791952" y="3463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3" name="Shape 3161"/>
          <p:cNvSpPr/>
          <p:nvPr/>
        </p:nvSpPr>
        <p:spPr>
          <a:xfrm>
            <a:off x="10069865" y="3507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4" name="Shape 3162"/>
          <p:cNvSpPr/>
          <p:nvPr/>
        </p:nvSpPr>
        <p:spPr>
          <a:xfrm>
            <a:off x="9715017" y="3524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5" name="Shape 3163"/>
          <p:cNvSpPr/>
          <p:nvPr/>
        </p:nvSpPr>
        <p:spPr>
          <a:xfrm>
            <a:off x="10087682" y="31610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6" name="Shape 3164"/>
          <p:cNvSpPr/>
          <p:nvPr/>
        </p:nvSpPr>
        <p:spPr>
          <a:xfrm>
            <a:off x="9731638" y="3156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7" name="Shape 3165"/>
          <p:cNvSpPr/>
          <p:nvPr/>
        </p:nvSpPr>
        <p:spPr>
          <a:xfrm>
            <a:off x="9859531" y="30573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8" name="Shape 3166"/>
          <p:cNvSpPr/>
          <p:nvPr/>
        </p:nvSpPr>
        <p:spPr>
          <a:xfrm>
            <a:off x="9967472" y="2960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9" name="Shape 3167"/>
          <p:cNvSpPr/>
          <p:nvPr/>
        </p:nvSpPr>
        <p:spPr>
          <a:xfrm>
            <a:off x="9974726" y="36049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0" name="Shape 3168"/>
          <p:cNvSpPr/>
          <p:nvPr/>
        </p:nvSpPr>
        <p:spPr>
          <a:xfrm>
            <a:off x="9681204" y="3428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1" name="Shape 3169"/>
          <p:cNvSpPr/>
          <p:nvPr/>
        </p:nvSpPr>
        <p:spPr>
          <a:xfrm>
            <a:off x="9845176" y="3477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2" name="Shape 3170"/>
          <p:cNvSpPr/>
          <p:nvPr/>
        </p:nvSpPr>
        <p:spPr>
          <a:xfrm>
            <a:off x="10009212" y="3433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3" name="Shape 3171"/>
          <p:cNvSpPr/>
          <p:nvPr/>
        </p:nvSpPr>
        <p:spPr>
          <a:xfrm>
            <a:off x="9686256" y="3441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4" name="Shape 3172"/>
          <p:cNvSpPr/>
          <p:nvPr/>
        </p:nvSpPr>
        <p:spPr>
          <a:xfrm>
            <a:off x="10053460" y="3668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5" name="Shape 3173"/>
          <p:cNvSpPr/>
          <p:nvPr/>
        </p:nvSpPr>
        <p:spPr>
          <a:xfrm>
            <a:off x="9967684" y="3660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6" name="Shape 3174"/>
          <p:cNvSpPr/>
          <p:nvPr/>
        </p:nvSpPr>
        <p:spPr>
          <a:xfrm>
            <a:off x="9761695" y="3721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7" name="Shape 3175"/>
          <p:cNvSpPr/>
          <p:nvPr/>
        </p:nvSpPr>
        <p:spPr>
          <a:xfrm>
            <a:off x="9861132" y="36069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8" name="Shape 3176"/>
          <p:cNvSpPr/>
          <p:nvPr/>
        </p:nvSpPr>
        <p:spPr>
          <a:xfrm>
            <a:off x="9780693" y="2874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9" name="Shape 3177"/>
          <p:cNvSpPr/>
          <p:nvPr/>
        </p:nvSpPr>
        <p:spPr>
          <a:xfrm>
            <a:off x="9994737" y="28821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0" name="Shape 3178"/>
          <p:cNvSpPr/>
          <p:nvPr/>
        </p:nvSpPr>
        <p:spPr>
          <a:xfrm>
            <a:off x="9973680" y="3530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1" name="Shape 3179"/>
          <p:cNvSpPr/>
          <p:nvPr/>
        </p:nvSpPr>
        <p:spPr>
          <a:xfrm>
            <a:off x="9734652" y="3648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2" name="Shape 3180"/>
          <p:cNvSpPr/>
          <p:nvPr/>
        </p:nvSpPr>
        <p:spPr>
          <a:xfrm>
            <a:off x="9759653" y="3058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3" name="Shape 3181"/>
          <p:cNvSpPr/>
          <p:nvPr/>
        </p:nvSpPr>
        <p:spPr>
          <a:xfrm>
            <a:off x="9880940" y="3580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4" name="Shape 3182"/>
          <p:cNvSpPr/>
          <p:nvPr/>
        </p:nvSpPr>
        <p:spPr>
          <a:xfrm>
            <a:off x="9879158" y="32247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5" name="Shape 3183"/>
          <p:cNvSpPr/>
          <p:nvPr/>
        </p:nvSpPr>
        <p:spPr>
          <a:xfrm>
            <a:off x="9904673" y="32072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6" name="Shape 3184"/>
          <p:cNvSpPr/>
          <p:nvPr/>
        </p:nvSpPr>
        <p:spPr>
          <a:xfrm>
            <a:off x="9706678" y="3233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7" name="Shape 3185"/>
          <p:cNvSpPr/>
          <p:nvPr/>
        </p:nvSpPr>
        <p:spPr>
          <a:xfrm>
            <a:off x="9678847" y="3288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8" name="Shape 3186"/>
          <p:cNvSpPr/>
          <p:nvPr/>
        </p:nvSpPr>
        <p:spPr>
          <a:xfrm>
            <a:off x="9794823" y="33132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9" name="Shape 3187"/>
          <p:cNvSpPr/>
          <p:nvPr/>
        </p:nvSpPr>
        <p:spPr>
          <a:xfrm>
            <a:off x="9837874" y="3245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0" name="Shape 3188"/>
          <p:cNvSpPr/>
          <p:nvPr/>
        </p:nvSpPr>
        <p:spPr>
          <a:xfrm>
            <a:off x="9886889" y="3219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1" name="Shape 3189"/>
          <p:cNvSpPr/>
          <p:nvPr/>
        </p:nvSpPr>
        <p:spPr>
          <a:xfrm>
            <a:off x="9998237" y="3267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2" name="Shape 3190"/>
          <p:cNvSpPr/>
          <p:nvPr/>
        </p:nvSpPr>
        <p:spPr>
          <a:xfrm>
            <a:off x="9906000" y="2507582"/>
            <a:ext cx="127" cy="1147075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3193" name="Shape 3191"/>
          <p:cNvSpPr/>
          <p:nvPr/>
        </p:nvSpPr>
        <p:spPr>
          <a:xfrm>
            <a:off x="9791700" y="3654658"/>
            <a:ext cx="228600" cy="127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3194" name="Shape 3192"/>
          <p:cNvSpPr/>
          <p:nvPr/>
        </p:nvSpPr>
        <p:spPr>
          <a:xfrm>
            <a:off x="9791700" y="2507582"/>
            <a:ext cx="228600" cy="127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3195" name="Shape 3193"/>
          <p:cNvSpPr/>
          <p:nvPr/>
        </p:nvSpPr>
        <p:spPr>
          <a:xfrm>
            <a:off x="9740900" y="3147352"/>
            <a:ext cx="330200" cy="352082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3196" name="Shape 3194"/>
          <p:cNvSpPr/>
          <p:nvPr/>
        </p:nvSpPr>
        <p:spPr>
          <a:xfrm>
            <a:off x="9740900" y="3338695"/>
            <a:ext cx="330200" cy="127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3197" name="Shape 3195"/>
          <p:cNvSpPr/>
          <p:nvPr/>
        </p:nvSpPr>
        <p:spPr>
          <a:xfrm>
            <a:off x="10755392" y="34291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98" name="Shape 3196"/>
          <p:cNvSpPr/>
          <p:nvPr/>
        </p:nvSpPr>
        <p:spPr>
          <a:xfrm>
            <a:off x="10712444" y="3448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99" name="Shape 3197"/>
          <p:cNvSpPr/>
          <p:nvPr/>
        </p:nvSpPr>
        <p:spPr>
          <a:xfrm>
            <a:off x="10464458" y="3460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0" name="Shape 3198"/>
          <p:cNvSpPr/>
          <p:nvPr/>
        </p:nvSpPr>
        <p:spPr>
          <a:xfrm>
            <a:off x="10682374" y="3172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1" name="Shape 3199"/>
          <p:cNvSpPr/>
          <p:nvPr/>
        </p:nvSpPr>
        <p:spPr>
          <a:xfrm>
            <a:off x="10347240" y="3387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2" name="Shape 3200"/>
          <p:cNvSpPr/>
          <p:nvPr/>
        </p:nvSpPr>
        <p:spPr>
          <a:xfrm>
            <a:off x="10546056" y="3453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3" name="Shape 3201"/>
          <p:cNvSpPr/>
          <p:nvPr/>
        </p:nvSpPr>
        <p:spPr>
          <a:xfrm>
            <a:off x="10515948" y="3259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4" name="Shape 3202"/>
          <p:cNvSpPr/>
          <p:nvPr/>
        </p:nvSpPr>
        <p:spPr>
          <a:xfrm>
            <a:off x="10570925" y="3302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5" name="Shape 3203"/>
          <p:cNvSpPr/>
          <p:nvPr/>
        </p:nvSpPr>
        <p:spPr>
          <a:xfrm>
            <a:off x="10550088" y="3453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6" name="Shape 3204"/>
          <p:cNvSpPr/>
          <p:nvPr/>
        </p:nvSpPr>
        <p:spPr>
          <a:xfrm>
            <a:off x="10759966" y="3510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7" name="Shape 3205"/>
          <p:cNvSpPr/>
          <p:nvPr/>
        </p:nvSpPr>
        <p:spPr>
          <a:xfrm>
            <a:off x="10561070" y="3459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8" name="Shape 3206"/>
          <p:cNvSpPr/>
          <p:nvPr/>
        </p:nvSpPr>
        <p:spPr>
          <a:xfrm>
            <a:off x="10705617" y="3419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9" name="Shape 3207"/>
          <p:cNvSpPr/>
          <p:nvPr/>
        </p:nvSpPr>
        <p:spPr>
          <a:xfrm>
            <a:off x="10547013" y="3231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0" name="Shape 3208"/>
          <p:cNvSpPr/>
          <p:nvPr/>
        </p:nvSpPr>
        <p:spPr>
          <a:xfrm>
            <a:off x="10748736" y="3521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1" name="Shape 3209"/>
          <p:cNvSpPr/>
          <p:nvPr/>
        </p:nvSpPr>
        <p:spPr>
          <a:xfrm>
            <a:off x="10387328" y="3357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2" name="Shape 3210"/>
          <p:cNvSpPr/>
          <p:nvPr/>
        </p:nvSpPr>
        <p:spPr>
          <a:xfrm>
            <a:off x="10378981" y="3339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3" name="Shape 3211"/>
          <p:cNvSpPr/>
          <p:nvPr/>
        </p:nvSpPr>
        <p:spPr>
          <a:xfrm>
            <a:off x="10404688" y="3356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4" name="Shape 3212"/>
          <p:cNvSpPr/>
          <p:nvPr/>
        </p:nvSpPr>
        <p:spPr>
          <a:xfrm>
            <a:off x="10494488" y="36451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5" name="Shape 3213"/>
          <p:cNvSpPr/>
          <p:nvPr/>
        </p:nvSpPr>
        <p:spPr>
          <a:xfrm>
            <a:off x="10396061" y="3202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6" name="Shape 3214"/>
          <p:cNvSpPr/>
          <p:nvPr/>
        </p:nvSpPr>
        <p:spPr>
          <a:xfrm>
            <a:off x="10705863" y="333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7" name="Shape 3215"/>
          <p:cNvSpPr/>
          <p:nvPr/>
        </p:nvSpPr>
        <p:spPr>
          <a:xfrm>
            <a:off x="10718845" y="33934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8" name="Shape 3216"/>
          <p:cNvSpPr/>
          <p:nvPr/>
        </p:nvSpPr>
        <p:spPr>
          <a:xfrm>
            <a:off x="10404752" y="3297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9" name="Shape 3217"/>
          <p:cNvSpPr/>
          <p:nvPr/>
        </p:nvSpPr>
        <p:spPr>
          <a:xfrm>
            <a:off x="10509615" y="3170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0" name="Shape 3218"/>
          <p:cNvSpPr/>
          <p:nvPr/>
        </p:nvSpPr>
        <p:spPr>
          <a:xfrm>
            <a:off x="10379380" y="3177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1" name="Shape 3219"/>
          <p:cNvSpPr/>
          <p:nvPr/>
        </p:nvSpPr>
        <p:spPr>
          <a:xfrm>
            <a:off x="10364175" y="34984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2" name="Shape 3220"/>
          <p:cNvSpPr/>
          <p:nvPr/>
        </p:nvSpPr>
        <p:spPr>
          <a:xfrm>
            <a:off x="10532417" y="3457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3" name="Shape 3221"/>
          <p:cNvSpPr/>
          <p:nvPr/>
        </p:nvSpPr>
        <p:spPr>
          <a:xfrm>
            <a:off x="10411753" y="34227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4" name="Shape 3222"/>
          <p:cNvSpPr/>
          <p:nvPr/>
        </p:nvSpPr>
        <p:spPr>
          <a:xfrm>
            <a:off x="10728952" y="3493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5" name="Shape 3223"/>
          <p:cNvSpPr/>
          <p:nvPr/>
        </p:nvSpPr>
        <p:spPr>
          <a:xfrm>
            <a:off x="10484026" y="3459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6" name="Shape 3224"/>
          <p:cNvSpPr/>
          <p:nvPr/>
        </p:nvSpPr>
        <p:spPr>
          <a:xfrm>
            <a:off x="10449304" y="3461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7" name="Shape 3225"/>
          <p:cNvSpPr/>
          <p:nvPr/>
        </p:nvSpPr>
        <p:spPr>
          <a:xfrm>
            <a:off x="10337244" y="3445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8" name="Shape 3226"/>
          <p:cNvSpPr/>
          <p:nvPr/>
        </p:nvSpPr>
        <p:spPr>
          <a:xfrm>
            <a:off x="10756153" y="3359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9" name="Shape 3227"/>
          <p:cNvSpPr/>
          <p:nvPr/>
        </p:nvSpPr>
        <p:spPr>
          <a:xfrm>
            <a:off x="10516629" y="31924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0" name="Shape 3228"/>
          <p:cNvSpPr/>
          <p:nvPr/>
        </p:nvSpPr>
        <p:spPr>
          <a:xfrm>
            <a:off x="10483287" y="3483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1" name="Shape 3229"/>
          <p:cNvSpPr/>
          <p:nvPr/>
        </p:nvSpPr>
        <p:spPr>
          <a:xfrm>
            <a:off x="10732355" y="3427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2" name="Shape 3230"/>
          <p:cNvSpPr/>
          <p:nvPr/>
        </p:nvSpPr>
        <p:spPr>
          <a:xfrm>
            <a:off x="10683294" y="3357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3" name="Shape 3231"/>
          <p:cNvSpPr/>
          <p:nvPr/>
        </p:nvSpPr>
        <p:spPr>
          <a:xfrm>
            <a:off x="10376230" y="3240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4" name="Shape 3232"/>
          <p:cNvSpPr/>
          <p:nvPr/>
        </p:nvSpPr>
        <p:spPr>
          <a:xfrm>
            <a:off x="10453011" y="34593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5" name="Shape 3233"/>
          <p:cNvSpPr/>
          <p:nvPr/>
        </p:nvSpPr>
        <p:spPr>
          <a:xfrm>
            <a:off x="10497277" y="3258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6" name="Shape 3234"/>
          <p:cNvSpPr/>
          <p:nvPr/>
        </p:nvSpPr>
        <p:spPr>
          <a:xfrm>
            <a:off x="10460329" y="3372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7" name="Shape 3235"/>
          <p:cNvSpPr/>
          <p:nvPr/>
        </p:nvSpPr>
        <p:spPr>
          <a:xfrm>
            <a:off x="10617029" y="3395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8" name="Shape 3236"/>
          <p:cNvSpPr/>
          <p:nvPr/>
        </p:nvSpPr>
        <p:spPr>
          <a:xfrm>
            <a:off x="10496278" y="3387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9" name="Shape 3237"/>
          <p:cNvSpPr/>
          <p:nvPr/>
        </p:nvSpPr>
        <p:spPr>
          <a:xfrm>
            <a:off x="10393911" y="3187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0" name="Shape 3238"/>
          <p:cNvSpPr/>
          <p:nvPr/>
        </p:nvSpPr>
        <p:spPr>
          <a:xfrm>
            <a:off x="10417443" y="34296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1" name="Shape 3239"/>
          <p:cNvSpPr/>
          <p:nvPr/>
        </p:nvSpPr>
        <p:spPr>
          <a:xfrm>
            <a:off x="10336408" y="34276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2" name="Shape 3240"/>
          <p:cNvSpPr/>
          <p:nvPr/>
        </p:nvSpPr>
        <p:spPr>
          <a:xfrm>
            <a:off x="10542429" y="3209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3" name="Shape 3241"/>
          <p:cNvSpPr/>
          <p:nvPr/>
        </p:nvSpPr>
        <p:spPr>
          <a:xfrm>
            <a:off x="10478249" y="3415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4" name="Shape 3242"/>
          <p:cNvSpPr/>
          <p:nvPr/>
        </p:nvSpPr>
        <p:spPr>
          <a:xfrm>
            <a:off x="10332999" y="3369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5" name="Shape 3243"/>
          <p:cNvSpPr/>
          <p:nvPr/>
        </p:nvSpPr>
        <p:spPr>
          <a:xfrm>
            <a:off x="10541615" y="3528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6" name="Shape 3244"/>
          <p:cNvSpPr/>
          <p:nvPr/>
        </p:nvSpPr>
        <p:spPr>
          <a:xfrm>
            <a:off x="10552803" y="3364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7" name="Shape 3245"/>
          <p:cNvSpPr/>
          <p:nvPr/>
        </p:nvSpPr>
        <p:spPr>
          <a:xfrm>
            <a:off x="10460903" y="3426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8" name="Shape 3246"/>
          <p:cNvSpPr/>
          <p:nvPr/>
        </p:nvSpPr>
        <p:spPr>
          <a:xfrm>
            <a:off x="10446733" y="3420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9" name="Shape 3247"/>
          <p:cNvSpPr/>
          <p:nvPr/>
        </p:nvSpPr>
        <p:spPr>
          <a:xfrm>
            <a:off x="10603126" y="3211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0" name="Shape 3248"/>
          <p:cNvSpPr/>
          <p:nvPr/>
        </p:nvSpPr>
        <p:spPr>
          <a:xfrm>
            <a:off x="10362696" y="3470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1" name="Shape 3249"/>
          <p:cNvSpPr/>
          <p:nvPr/>
        </p:nvSpPr>
        <p:spPr>
          <a:xfrm>
            <a:off x="10477001" y="3407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2" name="Shape 3250"/>
          <p:cNvSpPr/>
          <p:nvPr/>
        </p:nvSpPr>
        <p:spPr>
          <a:xfrm>
            <a:off x="10689447" y="3423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3" name="Shape 3251"/>
          <p:cNvSpPr/>
          <p:nvPr/>
        </p:nvSpPr>
        <p:spPr>
          <a:xfrm>
            <a:off x="10574988" y="3365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4" name="Shape 3252"/>
          <p:cNvSpPr/>
          <p:nvPr/>
        </p:nvSpPr>
        <p:spPr>
          <a:xfrm>
            <a:off x="10637184" y="3422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5" name="Shape 3253"/>
          <p:cNvSpPr/>
          <p:nvPr/>
        </p:nvSpPr>
        <p:spPr>
          <a:xfrm>
            <a:off x="10515255" y="3361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6" name="Shape 3254"/>
          <p:cNvSpPr/>
          <p:nvPr/>
        </p:nvSpPr>
        <p:spPr>
          <a:xfrm>
            <a:off x="10715113" y="3294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7" name="Shape 3255"/>
          <p:cNvSpPr/>
          <p:nvPr/>
        </p:nvSpPr>
        <p:spPr>
          <a:xfrm>
            <a:off x="10396033" y="3400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8" name="Shape 3256"/>
          <p:cNvSpPr/>
          <p:nvPr/>
        </p:nvSpPr>
        <p:spPr>
          <a:xfrm>
            <a:off x="10542831" y="3344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9" name="Shape 3257"/>
          <p:cNvSpPr/>
          <p:nvPr/>
        </p:nvSpPr>
        <p:spPr>
          <a:xfrm>
            <a:off x="10609808" y="3312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0" name="Shape 3258"/>
          <p:cNvSpPr/>
          <p:nvPr/>
        </p:nvSpPr>
        <p:spPr>
          <a:xfrm>
            <a:off x="10362342" y="3459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1" name="Shape 3259"/>
          <p:cNvSpPr/>
          <p:nvPr/>
        </p:nvSpPr>
        <p:spPr>
          <a:xfrm>
            <a:off x="10539617" y="3375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2" name="Shape 3260"/>
          <p:cNvSpPr/>
          <p:nvPr/>
        </p:nvSpPr>
        <p:spPr>
          <a:xfrm>
            <a:off x="10467820" y="3171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3" name="Shape 3261"/>
          <p:cNvSpPr/>
          <p:nvPr/>
        </p:nvSpPr>
        <p:spPr>
          <a:xfrm>
            <a:off x="10339391" y="3336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4" name="Shape 3262"/>
          <p:cNvSpPr/>
          <p:nvPr/>
        </p:nvSpPr>
        <p:spPr>
          <a:xfrm>
            <a:off x="10607820" y="3375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5" name="Shape 3263"/>
          <p:cNvSpPr/>
          <p:nvPr/>
        </p:nvSpPr>
        <p:spPr>
          <a:xfrm>
            <a:off x="10617241" y="3515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6" name="Shape 3264"/>
          <p:cNvSpPr/>
          <p:nvPr/>
        </p:nvSpPr>
        <p:spPr>
          <a:xfrm>
            <a:off x="10445731" y="3173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7" name="Shape 3265"/>
          <p:cNvSpPr/>
          <p:nvPr/>
        </p:nvSpPr>
        <p:spPr>
          <a:xfrm>
            <a:off x="10544013" y="3414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8" name="Shape 3266"/>
          <p:cNvSpPr/>
          <p:nvPr/>
        </p:nvSpPr>
        <p:spPr>
          <a:xfrm>
            <a:off x="10707227" y="3359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9" name="Shape 3267"/>
          <p:cNvSpPr/>
          <p:nvPr/>
        </p:nvSpPr>
        <p:spPr>
          <a:xfrm>
            <a:off x="10573758" y="3368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0" name="Shape 3268"/>
          <p:cNvSpPr/>
          <p:nvPr/>
        </p:nvSpPr>
        <p:spPr>
          <a:xfrm>
            <a:off x="10524556" y="33916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1" name="Shape 3269"/>
          <p:cNvSpPr/>
          <p:nvPr/>
        </p:nvSpPr>
        <p:spPr>
          <a:xfrm>
            <a:off x="10387395" y="3473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2" name="Shape 3270"/>
          <p:cNvSpPr/>
          <p:nvPr/>
        </p:nvSpPr>
        <p:spPr>
          <a:xfrm>
            <a:off x="10554204" y="32505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3" name="Shape 3271"/>
          <p:cNvSpPr/>
          <p:nvPr/>
        </p:nvSpPr>
        <p:spPr>
          <a:xfrm>
            <a:off x="10652258" y="35027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4" name="Shape 3272"/>
          <p:cNvSpPr/>
          <p:nvPr/>
        </p:nvSpPr>
        <p:spPr>
          <a:xfrm>
            <a:off x="10499506" y="3415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5" name="Shape 3273"/>
          <p:cNvSpPr/>
          <p:nvPr/>
        </p:nvSpPr>
        <p:spPr>
          <a:xfrm>
            <a:off x="10728336" y="32163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6" name="Shape 3274"/>
          <p:cNvSpPr/>
          <p:nvPr/>
        </p:nvSpPr>
        <p:spPr>
          <a:xfrm>
            <a:off x="10567977" y="3459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7" name="Shape 3275"/>
          <p:cNvSpPr/>
          <p:nvPr/>
        </p:nvSpPr>
        <p:spPr>
          <a:xfrm>
            <a:off x="10360141" y="34231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8" name="Shape 3276"/>
          <p:cNvSpPr/>
          <p:nvPr/>
        </p:nvSpPr>
        <p:spPr>
          <a:xfrm>
            <a:off x="10494568" y="3340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9" name="Shape 3277"/>
          <p:cNvSpPr/>
          <p:nvPr/>
        </p:nvSpPr>
        <p:spPr>
          <a:xfrm>
            <a:off x="10641522" y="3389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0" name="Shape 3278"/>
          <p:cNvSpPr/>
          <p:nvPr/>
        </p:nvSpPr>
        <p:spPr>
          <a:xfrm>
            <a:off x="10722449" y="34923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1" name="Shape 3279"/>
          <p:cNvSpPr/>
          <p:nvPr/>
        </p:nvSpPr>
        <p:spPr>
          <a:xfrm>
            <a:off x="10471553" y="3447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2" name="Shape 3280"/>
          <p:cNvSpPr/>
          <p:nvPr/>
        </p:nvSpPr>
        <p:spPr>
          <a:xfrm>
            <a:off x="10717606" y="3320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3" name="Shape 3281"/>
          <p:cNvSpPr/>
          <p:nvPr/>
        </p:nvSpPr>
        <p:spPr>
          <a:xfrm>
            <a:off x="10474537" y="34567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4" name="Shape 3282"/>
          <p:cNvSpPr/>
          <p:nvPr/>
        </p:nvSpPr>
        <p:spPr>
          <a:xfrm>
            <a:off x="10590985" y="35316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5" name="Shape 3283"/>
          <p:cNvSpPr/>
          <p:nvPr/>
        </p:nvSpPr>
        <p:spPr>
          <a:xfrm>
            <a:off x="10743459" y="3469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6" name="Shape 3284"/>
          <p:cNvSpPr/>
          <p:nvPr/>
        </p:nvSpPr>
        <p:spPr>
          <a:xfrm>
            <a:off x="10351817" y="3595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7" name="Shape 3285"/>
          <p:cNvSpPr/>
          <p:nvPr/>
        </p:nvSpPr>
        <p:spPr>
          <a:xfrm>
            <a:off x="10352011" y="3784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8" name="Shape 3286"/>
          <p:cNvSpPr/>
          <p:nvPr/>
        </p:nvSpPr>
        <p:spPr>
          <a:xfrm>
            <a:off x="10739508" y="3615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9" name="Shape 3287"/>
          <p:cNvSpPr/>
          <p:nvPr/>
        </p:nvSpPr>
        <p:spPr>
          <a:xfrm>
            <a:off x="10441121" y="3716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0" name="Shape 3288"/>
          <p:cNvSpPr/>
          <p:nvPr/>
        </p:nvSpPr>
        <p:spPr>
          <a:xfrm>
            <a:off x="10577771" y="3614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1" name="Shape 3289"/>
          <p:cNvSpPr/>
          <p:nvPr/>
        </p:nvSpPr>
        <p:spPr>
          <a:xfrm>
            <a:off x="10332053" y="3708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2" name="Shape 3290"/>
          <p:cNvSpPr/>
          <p:nvPr/>
        </p:nvSpPr>
        <p:spPr>
          <a:xfrm>
            <a:off x="10566507" y="3746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3" name="Shape 3291"/>
          <p:cNvSpPr/>
          <p:nvPr/>
        </p:nvSpPr>
        <p:spPr>
          <a:xfrm>
            <a:off x="10526400" y="3563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4" name="Shape 3292"/>
          <p:cNvSpPr/>
          <p:nvPr/>
        </p:nvSpPr>
        <p:spPr>
          <a:xfrm>
            <a:off x="10686726" y="3385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5" name="Shape 3293"/>
          <p:cNvSpPr/>
          <p:nvPr/>
        </p:nvSpPr>
        <p:spPr>
          <a:xfrm>
            <a:off x="10667028" y="3401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6" name="Shape 3294"/>
          <p:cNvSpPr/>
          <p:nvPr/>
        </p:nvSpPr>
        <p:spPr>
          <a:xfrm>
            <a:off x="10356989" y="32940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7" name="Shape 3295"/>
          <p:cNvSpPr/>
          <p:nvPr/>
        </p:nvSpPr>
        <p:spPr>
          <a:xfrm>
            <a:off x="10454913" y="28658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8" name="Shape 3296"/>
          <p:cNvSpPr/>
          <p:nvPr/>
        </p:nvSpPr>
        <p:spPr>
          <a:xfrm>
            <a:off x="10519940" y="3230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9" name="Shape 3297"/>
          <p:cNvSpPr/>
          <p:nvPr/>
        </p:nvSpPr>
        <p:spPr>
          <a:xfrm>
            <a:off x="10712830" y="3226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0" name="Shape 3298"/>
          <p:cNvSpPr/>
          <p:nvPr/>
        </p:nvSpPr>
        <p:spPr>
          <a:xfrm>
            <a:off x="10712819" y="31340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1" name="Shape 3299"/>
          <p:cNvSpPr/>
          <p:nvPr/>
        </p:nvSpPr>
        <p:spPr>
          <a:xfrm>
            <a:off x="10365426" y="3595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2" name="Shape 3300"/>
          <p:cNvSpPr/>
          <p:nvPr/>
        </p:nvSpPr>
        <p:spPr>
          <a:xfrm>
            <a:off x="10524570" y="3155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3" name="Shape 3301"/>
          <p:cNvSpPr/>
          <p:nvPr/>
        </p:nvSpPr>
        <p:spPr>
          <a:xfrm>
            <a:off x="10594272" y="28563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4" name="Shape 3302"/>
          <p:cNvSpPr/>
          <p:nvPr/>
        </p:nvSpPr>
        <p:spPr>
          <a:xfrm>
            <a:off x="10640728" y="30879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5" name="Shape 3303"/>
          <p:cNvSpPr/>
          <p:nvPr/>
        </p:nvSpPr>
        <p:spPr>
          <a:xfrm>
            <a:off x="10546967" y="3035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6" name="Shape 3304"/>
          <p:cNvSpPr/>
          <p:nvPr/>
        </p:nvSpPr>
        <p:spPr>
          <a:xfrm>
            <a:off x="10474824" y="3043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7" name="Shape 3305"/>
          <p:cNvSpPr/>
          <p:nvPr/>
        </p:nvSpPr>
        <p:spPr>
          <a:xfrm>
            <a:off x="10743094" y="3459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8" name="Shape 3306"/>
          <p:cNvSpPr/>
          <p:nvPr/>
        </p:nvSpPr>
        <p:spPr>
          <a:xfrm>
            <a:off x="10635998" y="32248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9" name="Shape 3307"/>
          <p:cNvSpPr/>
          <p:nvPr/>
        </p:nvSpPr>
        <p:spPr>
          <a:xfrm>
            <a:off x="10646228" y="2634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0" name="Shape 3308"/>
          <p:cNvSpPr/>
          <p:nvPr/>
        </p:nvSpPr>
        <p:spPr>
          <a:xfrm>
            <a:off x="10662651" y="3444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1" name="Shape 3309"/>
          <p:cNvSpPr/>
          <p:nvPr/>
        </p:nvSpPr>
        <p:spPr>
          <a:xfrm>
            <a:off x="10350432" y="3131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2" name="Shape 3310"/>
          <p:cNvSpPr/>
          <p:nvPr/>
        </p:nvSpPr>
        <p:spPr>
          <a:xfrm>
            <a:off x="10661564" y="3031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3" name="Shape 3311"/>
          <p:cNvSpPr/>
          <p:nvPr/>
        </p:nvSpPr>
        <p:spPr>
          <a:xfrm>
            <a:off x="10616646" y="3212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4" name="Shape 3312"/>
          <p:cNvSpPr/>
          <p:nvPr/>
        </p:nvSpPr>
        <p:spPr>
          <a:xfrm>
            <a:off x="10568945" y="34512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5" name="Shape 3313"/>
          <p:cNvSpPr/>
          <p:nvPr/>
        </p:nvSpPr>
        <p:spPr>
          <a:xfrm>
            <a:off x="10754000" y="3040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6" name="Shape 3314"/>
          <p:cNvSpPr/>
          <p:nvPr/>
        </p:nvSpPr>
        <p:spPr>
          <a:xfrm>
            <a:off x="10354577" y="30082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7" name="Shape 3315"/>
          <p:cNvSpPr/>
          <p:nvPr/>
        </p:nvSpPr>
        <p:spPr>
          <a:xfrm>
            <a:off x="10754361" y="3012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8" name="Shape 3316"/>
          <p:cNvSpPr/>
          <p:nvPr/>
        </p:nvSpPr>
        <p:spPr>
          <a:xfrm>
            <a:off x="10497466" y="3094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9" name="Shape 3317"/>
          <p:cNvSpPr/>
          <p:nvPr/>
        </p:nvSpPr>
        <p:spPr>
          <a:xfrm>
            <a:off x="10494970" y="3140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0" name="Shape 3318"/>
          <p:cNvSpPr/>
          <p:nvPr/>
        </p:nvSpPr>
        <p:spPr>
          <a:xfrm>
            <a:off x="10610666" y="30245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1" name="Shape 3319"/>
          <p:cNvSpPr/>
          <p:nvPr/>
        </p:nvSpPr>
        <p:spPr>
          <a:xfrm>
            <a:off x="10544729" y="3259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2" name="Shape 3320"/>
          <p:cNvSpPr/>
          <p:nvPr/>
        </p:nvSpPr>
        <p:spPr>
          <a:xfrm>
            <a:off x="10672466" y="3018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3" name="Shape 3321"/>
          <p:cNvSpPr/>
          <p:nvPr/>
        </p:nvSpPr>
        <p:spPr>
          <a:xfrm>
            <a:off x="10703614" y="3515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4" name="Shape 3322"/>
          <p:cNvSpPr/>
          <p:nvPr/>
        </p:nvSpPr>
        <p:spPr>
          <a:xfrm>
            <a:off x="10469334" y="2945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5" name="Shape 3323"/>
          <p:cNvSpPr/>
          <p:nvPr/>
        </p:nvSpPr>
        <p:spPr>
          <a:xfrm>
            <a:off x="10414694" y="23792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6" name="Shape 3324"/>
          <p:cNvSpPr/>
          <p:nvPr/>
        </p:nvSpPr>
        <p:spPr>
          <a:xfrm>
            <a:off x="10518898" y="23855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7" name="Shape 3325"/>
          <p:cNvSpPr/>
          <p:nvPr/>
        </p:nvSpPr>
        <p:spPr>
          <a:xfrm>
            <a:off x="10540773" y="31119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8" name="Shape 3326"/>
          <p:cNvSpPr/>
          <p:nvPr/>
        </p:nvSpPr>
        <p:spPr>
          <a:xfrm>
            <a:off x="10622918" y="3121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9" name="Shape 3327"/>
          <p:cNvSpPr/>
          <p:nvPr/>
        </p:nvSpPr>
        <p:spPr>
          <a:xfrm>
            <a:off x="10344668" y="32859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0" name="Shape 3328"/>
          <p:cNvSpPr/>
          <p:nvPr/>
        </p:nvSpPr>
        <p:spPr>
          <a:xfrm>
            <a:off x="10646610" y="3308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1" name="Shape 3329"/>
          <p:cNvSpPr/>
          <p:nvPr/>
        </p:nvSpPr>
        <p:spPr>
          <a:xfrm>
            <a:off x="10642930" y="3095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2" name="Shape 3330"/>
          <p:cNvSpPr/>
          <p:nvPr/>
        </p:nvSpPr>
        <p:spPr>
          <a:xfrm>
            <a:off x="10590667" y="3336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3" name="Shape 3331"/>
          <p:cNvSpPr/>
          <p:nvPr/>
        </p:nvSpPr>
        <p:spPr>
          <a:xfrm>
            <a:off x="10735049" y="3390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4" name="Shape 3332"/>
          <p:cNvSpPr/>
          <p:nvPr/>
        </p:nvSpPr>
        <p:spPr>
          <a:xfrm>
            <a:off x="10395942" y="3244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5" name="Shape 3333"/>
          <p:cNvSpPr/>
          <p:nvPr/>
        </p:nvSpPr>
        <p:spPr>
          <a:xfrm>
            <a:off x="10543606" y="3351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6" name="Shape 3334"/>
          <p:cNvSpPr/>
          <p:nvPr/>
        </p:nvSpPr>
        <p:spPr>
          <a:xfrm>
            <a:off x="10361475" y="3523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7" name="Shape 3335"/>
          <p:cNvSpPr/>
          <p:nvPr/>
        </p:nvSpPr>
        <p:spPr>
          <a:xfrm>
            <a:off x="10648192" y="3585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8" name="Shape 3336"/>
          <p:cNvSpPr/>
          <p:nvPr/>
        </p:nvSpPr>
        <p:spPr>
          <a:xfrm>
            <a:off x="10706412" y="3585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9" name="Shape 3337"/>
          <p:cNvSpPr/>
          <p:nvPr/>
        </p:nvSpPr>
        <p:spPr>
          <a:xfrm>
            <a:off x="10477739" y="3588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0" name="Shape 3338"/>
          <p:cNvSpPr/>
          <p:nvPr/>
        </p:nvSpPr>
        <p:spPr>
          <a:xfrm>
            <a:off x="10448949" y="3447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1" name="Shape 3339"/>
          <p:cNvSpPr/>
          <p:nvPr/>
        </p:nvSpPr>
        <p:spPr>
          <a:xfrm>
            <a:off x="10464219" y="3572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2" name="Shape 3340"/>
          <p:cNvSpPr/>
          <p:nvPr/>
        </p:nvSpPr>
        <p:spPr>
          <a:xfrm>
            <a:off x="10484405" y="3084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3" name="Shape 3341"/>
          <p:cNvSpPr/>
          <p:nvPr/>
        </p:nvSpPr>
        <p:spPr>
          <a:xfrm>
            <a:off x="10518068" y="3504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4" name="Shape 3342"/>
          <p:cNvSpPr/>
          <p:nvPr/>
        </p:nvSpPr>
        <p:spPr>
          <a:xfrm>
            <a:off x="10398812" y="35242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5" name="Shape 3343"/>
          <p:cNvSpPr/>
          <p:nvPr/>
        </p:nvSpPr>
        <p:spPr>
          <a:xfrm>
            <a:off x="10495533" y="3463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6" name="Shape 3344"/>
          <p:cNvSpPr/>
          <p:nvPr/>
        </p:nvSpPr>
        <p:spPr>
          <a:xfrm>
            <a:off x="10469149" y="31946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7" name="Shape 3345"/>
          <p:cNvSpPr/>
          <p:nvPr/>
        </p:nvSpPr>
        <p:spPr>
          <a:xfrm>
            <a:off x="10629849" y="2747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8" name="Shape 3346"/>
          <p:cNvSpPr/>
          <p:nvPr/>
        </p:nvSpPr>
        <p:spPr>
          <a:xfrm>
            <a:off x="10412172" y="3047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9" name="Shape 3347"/>
          <p:cNvSpPr/>
          <p:nvPr/>
        </p:nvSpPr>
        <p:spPr>
          <a:xfrm>
            <a:off x="10524139" y="31754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0" name="Shape 3348"/>
          <p:cNvSpPr/>
          <p:nvPr/>
        </p:nvSpPr>
        <p:spPr>
          <a:xfrm>
            <a:off x="10679173" y="3267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1" name="Shape 3349"/>
          <p:cNvSpPr/>
          <p:nvPr/>
        </p:nvSpPr>
        <p:spPr>
          <a:xfrm>
            <a:off x="10609683" y="3459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2" name="Shape 3350"/>
          <p:cNvSpPr/>
          <p:nvPr/>
        </p:nvSpPr>
        <p:spPr>
          <a:xfrm>
            <a:off x="10702584" y="3314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3" name="Shape 3351"/>
          <p:cNvSpPr/>
          <p:nvPr/>
        </p:nvSpPr>
        <p:spPr>
          <a:xfrm>
            <a:off x="10394536" y="3504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4" name="Shape 3352"/>
          <p:cNvSpPr/>
          <p:nvPr/>
        </p:nvSpPr>
        <p:spPr>
          <a:xfrm>
            <a:off x="10524387" y="31710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5" name="Shape 3353"/>
          <p:cNvSpPr/>
          <p:nvPr/>
        </p:nvSpPr>
        <p:spPr>
          <a:xfrm>
            <a:off x="10454534" y="3485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6" name="Shape 3354"/>
          <p:cNvSpPr/>
          <p:nvPr/>
        </p:nvSpPr>
        <p:spPr>
          <a:xfrm>
            <a:off x="10586697" y="3127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7" name="Shape 3355"/>
          <p:cNvSpPr/>
          <p:nvPr/>
        </p:nvSpPr>
        <p:spPr>
          <a:xfrm>
            <a:off x="10754338" y="3116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8" name="Shape 3356"/>
          <p:cNvSpPr/>
          <p:nvPr/>
        </p:nvSpPr>
        <p:spPr>
          <a:xfrm>
            <a:off x="10738907" y="35785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9" name="Shape 3357"/>
          <p:cNvSpPr/>
          <p:nvPr/>
        </p:nvSpPr>
        <p:spPr>
          <a:xfrm>
            <a:off x="10473609" y="2481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0" name="Shape 3358"/>
          <p:cNvSpPr/>
          <p:nvPr/>
        </p:nvSpPr>
        <p:spPr>
          <a:xfrm>
            <a:off x="10408043" y="3102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1" name="Shape 3359"/>
          <p:cNvSpPr/>
          <p:nvPr/>
        </p:nvSpPr>
        <p:spPr>
          <a:xfrm>
            <a:off x="10443602" y="34535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2" name="Shape 3360"/>
          <p:cNvSpPr/>
          <p:nvPr/>
        </p:nvSpPr>
        <p:spPr>
          <a:xfrm>
            <a:off x="10441993" y="3137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3" name="Shape 3361"/>
          <p:cNvSpPr/>
          <p:nvPr/>
        </p:nvSpPr>
        <p:spPr>
          <a:xfrm>
            <a:off x="10453045" y="31638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4" name="Shape 3362"/>
          <p:cNvSpPr/>
          <p:nvPr/>
        </p:nvSpPr>
        <p:spPr>
          <a:xfrm>
            <a:off x="10503937" y="3148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5" name="Shape 3363"/>
          <p:cNvSpPr/>
          <p:nvPr/>
        </p:nvSpPr>
        <p:spPr>
          <a:xfrm>
            <a:off x="10426916" y="30971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6" name="Shape 3364"/>
          <p:cNvSpPr/>
          <p:nvPr/>
        </p:nvSpPr>
        <p:spPr>
          <a:xfrm>
            <a:off x="10562978" y="2969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7" name="Shape 3365"/>
          <p:cNvSpPr/>
          <p:nvPr/>
        </p:nvSpPr>
        <p:spPr>
          <a:xfrm>
            <a:off x="10522027" y="3422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8" name="Shape 3366"/>
          <p:cNvSpPr/>
          <p:nvPr/>
        </p:nvSpPr>
        <p:spPr>
          <a:xfrm>
            <a:off x="10725230" y="24853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9" name="Shape 3367"/>
          <p:cNvSpPr/>
          <p:nvPr/>
        </p:nvSpPr>
        <p:spPr>
          <a:xfrm>
            <a:off x="10713947" y="2445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0" name="Shape 3368"/>
          <p:cNvSpPr/>
          <p:nvPr/>
        </p:nvSpPr>
        <p:spPr>
          <a:xfrm>
            <a:off x="10606992" y="3351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1" name="Shape 3369"/>
          <p:cNvSpPr/>
          <p:nvPr/>
        </p:nvSpPr>
        <p:spPr>
          <a:xfrm>
            <a:off x="10543396" y="3339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2" name="Shape 3370"/>
          <p:cNvSpPr/>
          <p:nvPr/>
        </p:nvSpPr>
        <p:spPr>
          <a:xfrm>
            <a:off x="10673289" y="32920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3" name="Shape 3371"/>
          <p:cNvSpPr/>
          <p:nvPr/>
        </p:nvSpPr>
        <p:spPr>
          <a:xfrm>
            <a:off x="10645148" y="2455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4" name="Shape 3372"/>
          <p:cNvSpPr/>
          <p:nvPr/>
        </p:nvSpPr>
        <p:spPr>
          <a:xfrm>
            <a:off x="10472686" y="2480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5" name="Shape 3373"/>
          <p:cNvSpPr/>
          <p:nvPr/>
        </p:nvSpPr>
        <p:spPr>
          <a:xfrm>
            <a:off x="10760806" y="2481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6" name="Shape 3374"/>
          <p:cNvSpPr/>
          <p:nvPr/>
        </p:nvSpPr>
        <p:spPr>
          <a:xfrm>
            <a:off x="10535474" y="3404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7" name="Shape 3375"/>
          <p:cNvSpPr/>
          <p:nvPr/>
        </p:nvSpPr>
        <p:spPr>
          <a:xfrm>
            <a:off x="10399291" y="3159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8" name="Shape 3376"/>
          <p:cNvSpPr/>
          <p:nvPr/>
        </p:nvSpPr>
        <p:spPr>
          <a:xfrm>
            <a:off x="10543248" y="3266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9" name="Shape 3377"/>
          <p:cNvSpPr/>
          <p:nvPr/>
        </p:nvSpPr>
        <p:spPr>
          <a:xfrm>
            <a:off x="10646043" y="2502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0" name="Shape 3378"/>
          <p:cNvSpPr/>
          <p:nvPr/>
        </p:nvSpPr>
        <p:spPr>
          <a:xfrm>
            <a:off x="10751924" y="28842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1" name="Shape 3379"/>
          <p:cNvSpPr/>
          <p:nvPr/>
        </p:nvSpPr>
        <p:spPr>
          <a:xfrm>
            <a:off x="10438746" y="24855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2" name="Shape 3380"/>
          <p:cNvSpPr/>
          <p:nvPr/>
        </p:nvSpPr>
        <p:spPr>
          <a:xfrm>
            <a:off x="10366976" y="3088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3" name="Shape 3381"/>
          <p:cNvSpPr/>
          <p:nvPr/>
        </p:nvSpPr>
        <p:spPr>
          <a:xfrm>
            <a:off x="10523960" y="3314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4" name="Shape 3382"/>
          <p:cNvSpPr/>
          <p:nvPr/>
        </p:nvSpPr>
        <p:spPr>
          <a:xfrm>
            <a:off x="10678718" y="2939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5" name="Shape 3383"/>
          <p:cNvSpPr/>
          <p:nvPr/>
        </p:nvSpPr>
        <p:spPr>
          <a:xfrm>
            <a:off x="10426048" y="3289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6" name="Shape 3384"/>
          <p:cNvSpPr/>
          <p:nvPr/>
        </p:nvSpPr>
        <p:spPr>
          <a:xfrm>
            <a:off x="10508454" y="3001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7" name="Shape 3385"/>
          <p:cNvSpPr/>
          <p:nvPr/>
        </p:nvSpPr>
        <p:spPr>
          <a:xfrm>
            <a:off x="10336646" y="29578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8" name="Shape 3386"/>
          <p:cNvSpPr/>
          <p:nvPr/>
        </p:nvSpPr>
        <p:spPr>
          <a:xfrm>
            <a:off x="10622641" y="3327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9" name="Shape 3387"/>
          <p:cNvSpPr/>
          <p:nvPr/>
        </p:nvSpPr>
        <p:spPr>
          <a:xfrm>
            <a:off x="10613275" y="3006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0" name="Shape 3388"/>
          <p:cNvSpPr/>
          <p:nvPr/>
        </p:nvSpPr>
        <p:spPr>
          <a:xfrm>
            <a:off x="10664024" y="2509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1" name="Shape 3389"/>
          <p:cNvSpPr/>
          <p:nvPr/>
        </p:nvSpPr>
        <p:spPr>
          <a:xfrm>
            <a:off x="10471706" y="24889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2" name="Shape 3390"/>
          <p:cNvSpPr/>
          <p:nvPr/>
        </p:nvSpPr>
        <p:spPr>
          <a:xfrm>
            <a:off x="10570852" y="2480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3" name="Shape 3391"/>
          <p:cNvSpPr/>
          <p:nvPr/>
        </p:nvSpPr>
        <p:spPr>
          <a:xfrm>
            <a:off x="10566493" y="3142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4" name="Shape 3392"/>
          <p:cNvSpPr/>
          <p:nvPr/>
        </p:nvSpPr>
        <p:spPr>
          <a:xfrm>
            <a:off x="10759385" y="3220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5" name="Shape 3393"/>
          <p:cNvSpPr/>
          <p:nvPr/>
        </p:nvSpPr>
        <p:spPr>
          <a:xfrm>
            <a:off x="10752355" y="3102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6" name="Shape 3394"/>
          <p:cNvSpPr/>
          <p:nvPr/>
        </p:nvSpPr>
        <p:spPr>
          <a:xfrm>
            <a:off x="10506567" y="2374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7" name="Shape 3395"/>
          <p:cNvSpPr/>
          <p:nvPr/>
        </p:nvSpPr>
        <p:spPr>
          <a:xfrm>
            <a:off x="10707173" y="3327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8" name="Shape 3396"/>
          <p:cNvSpPr/>
          <p:nvPr/>
        </p:nvSpPr>
        <p:spPr>
          <a:xfrm>
            <a:off x="10637853" y="2390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9" name="Shape 3397"/>
          <p:cNvSpPr/>
          <p:nvPr/>
        </p:nvSpPr>
        <p:spPr>
          <a:xfrm>
            <a:off x="10543662" y="2410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0" name="Shape 3398"/>
          <p:cNvSpPr/>
          <p:nvPr/>
        </p:nvSpPr>
        <p:spPr>
          <a:xfrm>
            <a:off x="10453717" y="29334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1" name="Shape 3399"/>
          <p:cNvSpPr/>
          <p:nvPr/>
        </p:nvSpPr>
        <p:spPr>
          <a:xfrm>
            <a:off x="10601129" y="2992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2" name="Shape 3400"/>
          <p:cNvSpPr/>
          <p:nvPr/>
        </p:nvSpPr>
        <p:spPr>
          <a:xfrm>
            <a:off x="10596171" y="3085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3" name="Shape 3401"/>
          <p:cNvSpPr/>
          <p:nvPr/>
        </p:nvSpPr>
        <p:spPr>
          <a:xfrm>
            <a:off x="10554957" y="3256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4" name="Shape 3402"/>
          <p:cNvSpPr/>
          <p:nvPr/>
        </p:nvSpPr>
        <p:spPr>
          <a:xfrm>
            <a:off x="10489968" y="2407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5" name="Shape 3403"/>
          <p:cNvSpPr/>
          <p:nvPr/>
        </p:nvSpPr>
        <p:spPr>
          <a:xfrm>
            <a:off x="10747818" y="2374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6" name="Shape 3404"/>
          <p:cNvSpPr/>
          <p:nvPr/>
        </p:nvSpPr>
        <p:spPr>
          <a:xfrm>
            <a:off x="10757168" y="23602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7" name="Shape 3405"/>
          <p:cNvSpPr/>
          <p:nvPr/>
        </p:nvSpPr>
        <p:spPr>
          <a:xfrm>
            <a:off x="10393586" y="3123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8" name="Shape 3406"/>
          <p:cNvSpPr/>
          <p:nvPr/>
        </p:nvSpPr>
        <p:spPr>
          <a:xfrm>
            <a:off x="10675926" y="2948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9" name="Shape 3407"/>
          <p:cNvSpPr/>
          <p:nvPr/>
        </p:nvSpPr>
        <p:spPr>
          <a:xfrm>
            <a:off x="10582329" y="3598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0" name="Shape 3408"/>
          <p:cNvSpPr/>
          <p:nvPr/>
        </p:nvSpPr>
        <p:spPr>
          <a:xfrm>
            <a:off x="10386143" y="3281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1" name="Shape 3409"/>
          <p:cNvSpPr/>
          <p:nvPr/>
        </p:nvSpPr>
        <p:spPr>
          <a:xfrm>
            <a:off x="10335804" y="3320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2" name="Shape 3410"/>
          <p:cNvSpPr/>
          <p:nvPr/>
        </p:nvSpPr>
        <p:spPr>
          <a:xfrm>
            <a:off x="10737563" y="3117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3" name="Shape 3411"/>
          <p:cNvSpPr/>
          <p:nvPr/>
        </p:nvSpPr>
        <p:spPr>
          <a:xfrm>
            <a:off x="10444936" y="3142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4" name="Shape 3412"/>
          <p:cNvSpPr/>
          <p:nvPr/>
        </p:nvSpPr>
        <p:spPr>
          <a:xfrm>
            <a:off x="10719557" y="31048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5" name="Shape 3413"/>
          <p:cNvSpPr/>
          <p:nvPr/>
        </p:nvSpPr>
        <p:spPr>
          <a:xfrm>
            <a:off x="10435386" y="3071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6" name="Shape 3414"/>
          <p:cNvSpPr/>
          <p:nvPr/>
        </p:nvSpPr>
        <p:spPr>
          <a:xfrm>
            <a:off x="10647629" y="3094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7" name="Shape 3415"/>
          <p:cNvSpPr/>
          <p:nvPr/>
        </p:nvSpPr>
        <p:spPr>
          <a:xfrm>
            <a:off x="10695649" y="3092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8" name="Shape 3416"/>
          <p:cNvSpPr/>
          <p:nvPr/>
        </p:nvSpPr>
        <p:spPr>
          <a:xfrm>
            <a:off x="10737375" y="3133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9" name="Shape 3417"/>
          <p:cNvSpPr/>
          <p:nvPr/>
        </p:nvSpPr>
        <p:spPr>
          <a:xfrm>
            <a:off x="10380507" y="3130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0" name="Shape 3418"/>
          <p:cNvSpPr/>
          <p:nvPr/>
        </p:nvSpPr>
        <p:spPr>
          <a:xfrm>
            <a:off x="10593474" y="3108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1" name="Shape 3419"/>
          <p:cNvSpPr/>
          <p:nvPr/>
        </p:nvSpPr>
        <p:spPr>
          <a:xfrm>
            <a:off x="10470786" y="3088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2" name="Shape 3420"/>
          <p:cNvSpPr/>
          <p:nvPr/>
        </p:nvSpPr>
        <p:spPr>
          <a:xfrm>
            <a:off x="10492613" y="3010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3" name="Shape 3421"/>
          <p:cNvSpPr/>
          <p:nvPr/>
        </p:nvSpPr>
        <p:spPr>
          <a:xfrm>
            <a:off x="10463092" y="3091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4" name="Shape 3422"/>
          <p:cNvSpPr/>
          <p:nvPr/>
        </p:nvSpPr>
        <p:spPr>
          <a:xfrm>
            <a:off x="10609317" y="3293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5" name="Shape 3423"/>
          <p:cNvSpPr/>
          <p:nvPr/>
        </p:nvSpPr>
        <p:spPr>
          <a:xfrm>
            <a:off x="10685945" y="324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6" name="Shape 3424"/>
          <p:cNvSpPr/>
          <p:nvPr/>
        </p:nvSpPr>
        <p:spPr>
          <a:xfrm>
            <a:off x="10473990" y="33556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7" name="Shape 3425"/>
          <p:cNvSpPr/>
          <p:nvPr/>
        </p:nvSpPr>
        <p:spPr>
          <a:xfrm>
            <a:off x="10722253" y="33327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8" name="Shape 3426"/>
          <p:cNvSpPr/>
          <p:nvPr/>
        </p:nvSpPr>
        <p:spPr>
          <a:xfrm>
            <a:off x="10342124" y="3376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9" name="Shape 3427"/>
          <p:cNvSpPr/>
          <p:nvPr/>
        </p:nvSpPr>
        <p:spPr>
          <a:xfrm>
            <a:off x="10743392" y="24488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0" name="Shape 3428"/>
          <p:cNvSpPr/>
          <p:nvPr/>
        </p:nvSpPr>
        <p:spPr>
          <a:xfrm>
            <a:off x="10392523" y="3496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1" name="Shape 3429"/>
          <p:cNvSpPr/>
          <p:nvPr/>
        </p:nvSpPr>
        <p:spPr>
          <a:xfrm>
            <a:off x="10594155" y="3508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2" name="Shape 3430"/>
          <p:cNvSpPr/>
          <p:nvPr/>
        </p:nvSpPr>
        <p:spPr>
          <a:xfrm>
            <a:off x="10336170" y="35475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3" name="Shape 3431"/>
          <p:cNvSpPr/>
          <p:nvPr/>
        </p:nvSpPr>
        <p:spPr>
          <a:xfrm>
            <a:off x="10439407" y="3515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4" name="Shape 3432"/>
          <p:cNvSpPr/>
          <p:nvPr/>
        </p:nvSpPr>
        <p:spPr>
          <a:xfrm>
            <a:off x="10590505" y="3530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5" name="Shape 3433"/>
          <p:cNvSpPr/>
          <p:nvPr/>
        </p:nvSpPr>
        <p:spPr>
          <a:xfrm>
            <a:off x="10429814" y="3657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6" name="Shape 3434"/>
          <p:cNvSpPr/>
          <p:nvPr/>
        </p:nvSpPr>
        <p:spPr>
          <a:xfrm>
            <a:off x="10636668" y="3635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7" name="Shape 3435"/>
          <p:cNvSpPr/>
          <p:nvPr/>
        </p:nvSpPr>
        <p:spPr>
          <a:xfrm>
            <a:off x="10555588" y="3597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8" name="Shape 3436"/>
          <p:cNvSpPr/>
          <p:nvPr/>
        </p:nvSpPr>
        <p:spPr>
          <a:xfrm>
            <a:off x="10616480" y="3492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9" name="Shape 3437"/>
          <p:cNvSpPr/>
          <p:nvPr/>
        </p:nvSpPr>
        <p:spPr>
          <a:xfrm>
            <a:off x="10419919" y="3616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0" name="Shape 3438"/>
          <p:cNvSpPr/>
          <p:nvPr/>
        </p:nvSpPr>
        <p:spPr>
          <a:xfrm>
            <a:off x="10463128" y="3450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1" name="Shape 3439"/>
          <p:cNvSpPr/>
          <p:nvPr/>
        </p:nvSpPr>
        <p:spPr>
          <a:xfrm>
            <a:off x="10547471" y="3581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2" name="Shape 3440"/>
          <p:cNvSpPr/>
          <p:nvPr/>
        </p:nvSpPr>
        <p:spPr>
          <a:xfrm>
            <a:off x="10443525" y="2555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3" name="Shape 3441"/>
          <p:cNvSpPr/>
          <p:nvPr/>
        </p:nvSpPr>
        <p:spPr>
          <a:xfrm>
            <a:off x="10499616" y="30981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4" name="Shape 3442"/>
          <p:cNvSpPr/>
          <p:nvPr/>
        </p:nvSpPr>
        <p:spPr>
          <a:xfrm>
            <a:off x="10691467" y="3419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5" name="Shape 3443"/>
          <p:cNvSpPr/>
          <p:nvPr/>
        </p:nvSpPr>
        <p:spPr>
          <a:xfrm>
            <a:off x="10612335" y="3342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6" name="Shape 3444"/>
          <p:cNvSpPr/>
          <p:nvPr/>
        </p:nvSpPr>
        <p:spPr>
          <a:xfrm>
            <a:off x="10606185" y="3268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7" name="Shape 3445"/>
          <p:cNvSpPr/>
          <p:nvPr/>
        </p:nvSpPr>
        <p:spPr>
          <a:xfrm>
            <a:off x="10706267" y="2478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8" name="Shape 3446"/>
          <p:cNvSpPr/>
          <p:nvPr/>
        </p:nvSpPr>
        <p:spPr>
          <a:xfrm>
            <a:off x="10608548" y="3406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9" name="Shape 3447"/>
          <p:cNvSpPr/>
          <p:nvPr/>
        </p:nvSpPr>
        <p:spPr>
          <a:xfrm>
            <a:off x="10528943" y="32984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0" name="Shape 3448"/>
          <p:cNvSpPr/>
          <p:nvPr/>
        </p:nvSpPr>
        <p:spPr>
          <a:xfrm>
            <a:off x="10724530" y="2473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1" name="Shape 3449"/>
          <p:cNvSpPr/>
          <p:nvPr/>
        </p:nvSpPr>
        <p:spPr>
          <a:xfrm>
            <a:off x="10388052" y="2521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2" name="Shape 3450"/>
          <p:cNvSpPr/>
          <p:nvPr/>
        </p:nvSpPr>
        <p:spPr>
          <a:xfrm>
            <a:off x="10697274" y="2517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3" name="Shape 3451"/>
          <p:cNvSpPr/>
          <p:nvPr/>
        </p:nvSpPr>
        <p:spPr>
          <a:xfrm>
            <a:off x="10589521" y="3271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4" name="Shape 3452"/>
          <p:cNvSpPr/>
          <p:nvPr/>
        </p:nvSpPr>
        <p:spPr>
          <a:xfrm>
            <a:off x="10557531" y="3359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5" name="Shape 3453"/>
          <p:cNvSpPr/>
          <p:nvPr/>
        </p:nvSpPr>
        <p:spPr>
          <a:xfrm>
            <a:off x="10434317" y="31551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6" name="Shape 3454"/>
          <p:cNvSpPr/>
          <p:nvPr/>
        </p:nvSpPr>
        <p:spPr>
          <a:xfrm>
            <a:off x="10360261" y="3131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7" name="Shape 3455"/>
          <p:cNvSpPr/>
          <p:nvPr/>
        </p:nvSpPr>
        <p:spPr>
          <a:xfrm>
            <a:off x="10712347" y="3151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8" name="Shape 3456"/>
          <p:cNvSpPr/>
          <p:nvPr/>
        </p:nvSpPr>
        <p:spPr>
          <a:xfrm>
            <a:off x="10684415" y="3143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9" name="Shape 3457"/>
          <p:cNvSpPr/>
          <p:nvPr/>
        </p:nvSpPr>
        <p:spPr>
          <a:xfrm>
            <a:off x="10406640" y="3169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0" name="Shape 3458"/>
          <p:cNvSpPr/>
          <p:nvPr/>
        </p:nvSpPr>
        <p:spPr>
          <a:xfrm>
            <a:off x="10379372" y="3160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1" name="Shape 3459"/>
          <p:cNvSpPr/>
          <p:nvPr/>
        </p:nvSpPr>
        <p:spPr>
          <a:xfrm>
            <a:off x="10516343" y="3401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2" name="Shape 3460"/>
          <p:cNvSpPr/>
          <p:nvPr/>
        </p:nvSpPr>
        <p:spPr>
          <a:xfrm>
            <a:off x="10688713" y="3436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3" name="Shape 3461"/>
          <p:cNvSpPr/>
          <p:nvPr/>
        </p:nvSpPr>
        <p:spPr>
          <a:xfrm>
            <a:off x="10366112" y="33873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4" name="Shape 3462"/>
          <p:cNvSpPr/>
          <p:nvPr/>
        </p:nvSpPr>
        <p:spPr>
          <a:xfrm>
            <a:off x="10747113" y="3283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5" name="Shape 3463"/>
          <p:cNvSpPr/>
          <p:nvPr/>
        </p:nvSpPr>
        <p:spPr>
          <a:xfrm>
            <a:off x="10596279" y="3178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6" name="Shape 3464"/>
          <p:cNvSpPr/>
          <p:nvPr/>
        </p:nvSpPr>
        <p:spPr>
          <a:xfrm>
            <a:off x="10592356" y="3438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7" name="Shape 3465"/>
          <p:cNvSpPr/>
          <p:nvPr/>
        </p:nvSpPr>
        <p:spPr>
          <a:xfrm>
            <a:off x="10331747" y="3434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8" name="Shape 3466"/>
          <p:cNvSpPr/>
          <p:nvPr/>
        </p:nvSpPr>
        <p:spPr>
          <a:xfrm>
            <a:off x="10442938" y="3390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9" name="Shape 3467"/>
          <p:cNvSpPr/>
          <p:nvPr/>
        </p:nvSpPr>
        <p:spPr>
          <a:xfrm>
            <a:off x="10500459" y="3443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0" name="Shape 3468"/>
          <p:cNvSpPr/>
          <p:nvPr/>
        </p:nvSpPr>
        <p:spPr>
          <a:xfrm>
            <a:off x="10387818" y="2642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1" name="Shape 3469"/>
          <p:cNvSpPr/>
          <p:nvPr/>
        </p:nvSpPr>
        <p:spPr>
          <a:xfrm>
            <a:off x="10396558" y="3258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2" name="Shape 3470"/>
          <p:cNvSpPr/>
          <p:nvPr/>
        </p:nvSpPr>
        <p:spPr>
          <a:xfrm>
            <a:off x="10414929" y="3472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3" name="Shape 3471"/>
          <p:cNvSpPr/>
          <p:nvPr/>
        </p:nvSpPr>
        <p:spPr>
          <a:xfrm>
            <a:off x="10569682" y="3462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4" name="Shape 3472"/>
          <p:cNvSpPr/>
          <p:nvPr/>
        </p:nvSpPr>
        <p:spPr>
          <a:xfrm>
            <a:off x="10688390" y="3532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5" name="Shape 3473"/>
          <p:cNvSpPr/>
          <p:nvPr/>
        </p:nvSpPr>
        <p:spPr>
          <a:xfrm>
            <a:off x="10513301" y="3648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6" name="Shape 3474"/>
          <p:cNvSpPr/>
          <p:nvPr/>
        </p:nvSpPr>
        <p:spPr>
          <a:xfrm>
            <a:off x="10753299" y="3471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7" name="Shape 3475"/>
          <p:cNvSpPr/>
          <p:nvPr/>
        </p:nvSpPr>
        <p:spPr>
          <a:xfrm>
            <a:off x="10488921" y="28969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8" name="Shape 3476"/>
          <p:cNvSpPr/>
          <p:nvPr/>
        </p:nvSpPr>
        <p:spPr>
          <a:xfrm>
            <a:off x="10622357" y="2926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9" name="Shape 3477"/>
          <p:cNvSpPr/>
          <p:nvPr/>
        </p:nvSpPr>
        <p:spPr>
          <a:xfrm>
            <a:off x="10455201" y="3329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0" name="Shape 3478"/>
          <p:cNvSpPr/>
          <p:nvPr/>
        </p:nvSpPr>
        <p:spPr>
          <a:xfrm>
            <a:off x="10530690" y="3446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1" name="Shape 3479"/>
          <p:cNvSpPr/>
          <p:nvPr/>
        </p:nvSpPr>
        <p:spPr>
          <a:xfrm>
            <a:off x="10428728" y="3581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2" name="Shape 3480"/>
          <p:cNvSpPr/>
          <p:nvPr/>
        </p:nvSpPr>
        <p:spPr>
          <a:xfrm>
            <a:off x="10331243" y="2426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3" name="Shape 3481"/>
          <p:cNvSpPr/>
          <p:nvPr/>
        </p:nvSpPr>
        <p:spPr>
          <a:xfrm>
            <a:off x="10694628" y="3211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4" name="Shape 3482"/>
          <p:cNvSpPr/>
          <p:nvPr/>
        </p:nvSpPr>
        <p:spPr>
          <a:xfrm>
            <a:off x="10449673" y="3220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5" name="Shape 3483"/>
          <p:cNvSpPr/>
          <p:nvPr/>
        </p:nvSpPr>
        <p:spPr>
          <a:xfrm>
            <a:off x="10497514" y="3379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6" name="Shape 3484"/>
          <p:cNvSpPr/>
          <p:nvPr/>
        </p:nvSpPr>
        <p:spPr>
          <a:xfrm>
            <a:off x="10757139" y="27203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7" name="Shape 3485"/>
          <p:cNvSpPr/>
          <p:nvPr/>
        </p:nvSpPr>
        <p:spPr>
          <a:xfrm>
            <a:off x="10606209" y="2870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8" name="Shape 3486"/>
          <p:cNvSpPr/>
          <p:nvPr/>
        </p:nvSpPr>
        <p:spPr>
          <a:xfrm>
            <a:off x="10677967" y="29760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9" name="Shape 3487"/>
          <p:cNvSpPr/>
          <p:nvPr/>
        </p:nvSpPr>
        <p:spPr>
          <a:xfrm>
            <a:off x="10607140" y="2796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0" name="Shape 3488"/>
          <p:cNvSpPr/>
          <p:nvPr/>
        </p:nvSpPr>
        <p:spPr>
          <a:xfrm>
            <a:off x="10396316" y="3346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1" name="Shape 3489"/>
          <p:cNvSpPr/>
          <p:nvPr/>
        </p:nvSpPr>
        <p:spPr>
          <a:xfrm>
            <a:off x="10617578" y="27221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2" name="Shape 3490"/>
          <p:cNvSpPr/>
          <p:nvPr/>
        </p:nvSpPr>
        <p:spPr>
          <a:xfrm>
            <a:off x="10485504" y="3011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3" name="Shape 3491"/>
          <p:cNvSpPr/>
          <p:nvPr/>
        </p:nvSpPr>
        <p:spPr>
          <a:xfrm>
            <a:off x="10441949" y="2707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4" name="Shape 3492"/>
          <p:cNvSpPr/>
          <p:nvPr/>
        </p:nvSpPr>
        <p:spPr>
          <a:xfrm>
            <a:off x="10634067" y="3396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5" name="Shape 3493"/>
          <p:cNvSpPr/>
          <p:nvPr/>
        </p:nvSpPr>
        <p:spPr>
          <a:xfrm>
            <a:off x="10592483" y="3790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6" name="Shape 3494"/>
          <p:cNvSpPr/>
          <p:nvPr/>
        </p:nvSpPr>
        <p:spPr>
          <a:xfrm>
            <a:off x="10387811" y="31428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7" name="Shape 3495"/>
          <p:cNvSpPr/>
          <p:nvPr/>
        </p:nvSpPr>
        <p:spPr>
          <a:xfrm>
            <a:off x="10457025" y="30984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8" name="Shape 3496"/>
          <p:cNvSpPr/>
          <p:nvPr/>
        </p:nvSpPr>
        <p:spPr>
          <a:xfrm>
            <a:off x="10416303" y="3238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9" name="Shape 3497"/>
          <p:cNvSpPr/>
          <p:nvPr/>
        </p:nvSpPr>
        <p:spPr>
          <a:xfrm>
            <a:off x="10634473" y="3151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0" name="Shape 3498"/>
          <p:cNvSpPr/>
          <p:nvPr/>
        </p:nvSpPr>
        <p:spPr>
          <a:xfrm>
            <a:off x="10552091" y="3168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1" name="Shape 3499"/>
          <p:cNvSpPr/>
          <p:nvPr/>
        </p:nvSpPr>
        <p:spPr>
          <a:xfrm>
            <a:off x="10426958" y="32473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2" name="Shape 3500"/>
          <p:cNvSpPr/>
          <p:nvPr/>
        </p:nvSpPr>
        <p:spPr>
          <a:xfrm>
            <a:off x="10584173" y="3547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3" name="Shape 3501"/>
          <p:cNvSpPr/>
          <p:nvPr/>
        </p:nvSpPr>
        <p:spPr>
          <a:xfrm>
            <a:off x="10389103" y="3468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4" name="Shape 3502"/>
          <p:cNvSpPr/>
          <p:nvPr/>
        </p:nvSpPr>
        <p:spPr>
          <a:xfrm>
            <a:off x="10580093" y="3533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5" name="Shape 3503"/>
          <p:cNvSpPr/>
          <p:nvPr/>
        </p:nvSpPr>
        <p:spPr>
          <a:xfrm>
            <a:off x="10558738" y="3484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6" name="Shape 3504"/>
          <p:cNvSpPr/>
          <p:nvPr/>
        </p:nvSpPr>
        <p:spPr>
          <a:xfrm>
            <a:off x="10555502" y="3156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7" name="Shape 3505"/>
          <p:cNvSpPr/>
          <p:nvPr/>
        </p:nvSpPr>
        <p:spPr>
          <a:xfrm>
            <a:off x="10381943" y="30665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8" name="Shape 3506"/>
          <p:cNvSpPr/>
          <p:nvPr/>
        </p:nvSpPr>
        <p:spPr>
          <a:xfrm>
            <a:off x="10612570" y="33206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9" name="Shape 3507"/>
          <p:cNvSpPr/>
          <p:nvPr/>
        </p:nvSpPr>
        <p:spPr>
          <a:xfrm>
            <a:off x="10406850" y="3149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0" name="Shape 3508"/>
          <p:cNvSpPr/>
          <p:nvPr/>
        </p:nvSpPr>
        <p:spPr>
          <a:xfrm>
            <a:off x="10740351" y="2998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1" name="Shape 3509"/>
          <p:cNvSpPr/>
          <p:nvPr/>
        </p:nvSpPr>
        <p:spPr>
          <a:xfrm>
            <a:off x="10411088" y="3042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2" name="Shape 3510"/>
          <p:cNvSpPr/>
          <p:nvPr/>
        </p:nvSpPr>
        <p:spPr>
          <a:xfrm>
            <a:off x="10650666" y="3091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3" name="Shape 3511"/>
          <p:cNvSpPr/>
          <p:nvPr/>
        </p:nvSpPr>
        <p:spPr>
          <a:xfrm>
            <a:off x="10661435" y="30320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4" name="Shape 3512"/>
          <p:cNvSpPr/>
          <p:nvPr/>
        </p:nvSpPr>
        <p:spPr>
          <a:xfrm>
            <a:off x="10632719" y="2953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5" name="Shape 3513"/>
          <p:cNvSpPr/>
          <p:nvPr/>
        </p:nvSpPr>
        <p:spPr>
          <a:xfrm>
            <a:off x="10350823" y="3509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6" name="Shape 3514"/>
          <p:cNvSpPr/>
          <p:nvPr/>
        </p:nvSpPr>
        <p:spPr>
          <a:xfrm>
            <a:off x="10507111" y="3245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7" name="Shape 3515"/>
          <p:cNvSpPr/>
          <p:nvPr/>
        </p:nvSpPr>
        <p:spPr>
          <a:xfrm>
            <a:off x="10591143" y="32340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8" name="Shape 3516"/>
          <p:cNvSpPr/>
          <p:nvPr/>
        </p:nvSpPr>
        <p:spPr>
          <a:xfrm>
            <a:off x="10578452" y="3239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9" name="Shape 3517"/>
          <p:cNvSpPr/>
          <p:nvPr/>
        </p:nvSpPr>
        <p:spPr>
          <a:xfrm>
            <a:off x="10646835" y="3268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0" name="Shape 3518"/>
          <p:cNvSpPr/>
          <p:nvPr/>
        </p:nvSpPr>
        <p:spPr>
          <a:xfrm>
            <a:off x="10383817" y="3498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1" name="Shape 3519"/>
          <p:cNvSpPr/>
          <p:nvPr/>
        </p:nvSpPr>
        <p:spPr>
          <a:xfrm>
            <a:off x="10564585" y="32718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2" name="Shape 3520"/>
          <p:cNvSpPr/>
          <p:nvPr/>
        </p:nvSpPr>
        <p:spPr>
          <a:xfrm>
            <a:off x="10337954" y="2761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3" name="Shape 3521"/>
          <p:cNvSpPr/>
          <p:nvPr/>
        </p:nvSpPr>
        <p:spPr>
          <a:xfrm>
            <a:off x="10743613" y="33105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4" name="Shape 3522"/>
          <p:cNvSpPr/>
          <p:nvPr/>
        </p:nvSpPr>
        <p:spPr>
          <a:xfrm>
            <a:off x="10471485" y="3354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5" name="Shape 3523"/>
          <p:cNvSpPr/>
          <p:nvPr/>
        </p:nvSpPr>
        <p:spPr>
          <a:xfrm>
            <a:off x="10517850" y="31489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6" name="Shape 3524"/>
          <p:cNvSpPr/>
          <p:nvPr/>
        </p:nvSpPr>
        <p:spPr>
          <a:xfrm>
            <a:off x="10603936" y="2763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7" name="Shape 3525"/>
          <p:cNvSpPr/>
          <p:nvPr/>
        </p:nvSpPr>
        <p:spPr>
          <a:xfrm>
            <a:off x="10501989" y="2964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8" name="Shape 3526"/>
          <p:cNvSpPr/>
          <p:nvPr/>
        </p:nvSpPr>
        <p:spPr>
          <a:xfrm>
            <a:off x="10368381" y="33618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9" name="Shape 3527"/>
          <p:cNvSpPr/>
          <p:nvPr/>
        </p:nvSpPr>
        <p:spPr>
          <a:xfrm>
            <a:off x="10673986" y="3422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0" name="Shape 3528"/>
          <p:cNvSpPr/>
          <p:nvPr/>
        </p:nvSpPr>
        <p:spPr>
          <a:xfrm>
            <a:off x="10740563" y="33144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1" name="Shape 3529"/>
          <p:cNvSpPr/>
          <p:nvPr/>
        </p:nvSpPr>
        <p:spPr>
          <a:xfrm>
            <a:off x="10370383" y="3459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2" name="Shape 3530"/>
          <p:cNvSpPr/>
          <p:nvPr/>
        </p:nvSpPr>
        <p:spPr>
          <a:xfrm>
            <a:off x="10505209" y="27458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3" name="Shape 3531"/>
          <p:cNvSpPr/>
          <p:nvPr/>
        </p:nvSpPr>
        <p:spPr>
          <a:xfrm>
            <a:off x="10681802" y="24916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4" name="Shape 3532"/>
          <p:cNvSpPr/>
          <p:nvPr/>
        </p:nvSpPr>
        <p:spPr>
          <a:xfrm>
            <a:off x="10725572" y="3298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5" name="Shape 3533"/>
          <p:cNvSpPr/>
          <p:nvPr/>
        </p:nvSpPr>
        <p:spPr>
          <a:xfrm>
            <a:off x="10497397" y="2480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6" name="Shape 3534"/>
          <p:cNvSpPr/>
          <p:nvPr/>
        </p:nvSpPr>
        <p:spPr>
          <a:xfrm>
            <a:off x="10513726" y="3489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7" name="Shape 3535"/>
          <p:cNvSpPr/>
          <p:nvPr/>
        </p:nvSpPr>
        <p:spPr>
          <a:xfrm>
            <a:off x="10460399" y="3495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8" name="Shape 3536"/>
          <p:cNvSpPr/>
          <p:nvPr/>
        </p:nvSpPr>
        <p:spPr>
          <a:xfrm>
            <a:off x="10394988" y="35165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9" name="Shape 3537"/>
          <p:cNvSpPr/>
          <p:nvPr/>
        </p:nvSpPr>
        <p:spPr>
          <a:xfrm>
            <a:off x="10480887" y="3575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0" name="Shape 3538"/>
          <p:cNvSpPr/>
          <p:nvPr/>
        </p:nvSpPr>
        <p:spPr>
          <a:xfrm>
            <a:off x="10558423" y="3533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1" name="Shape 3539"/>
          <p:cNvSpPr/>
          <p:nvPr/>
        </p:nvSpPr>
        <p:spPr>
          <a:xfrm>
            <a:off x="10554580" y="35334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2" name="Shape 3540"/>
          <p:cNvSpPr/>
          <p:nvPr/>
        </p:nvSpPr>
        <p:spPr>
          <a:xfrm>
            <a:off x="10601689" y="3559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3" name="Shape 3541"/>
          <p:cNvSpPr/>
          <p:nvPr/>
        </p:nvSpPr>
        <p:spPr>
          <a:xfrm>
            <a:off x="10375349" y="3568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4" name="Shape 3542"/>
          <p:cNvSpPr/>
          <p:nvPr/>
        </p:nvSpPr>
        <p:spPr>
          <a:xfrm>
            <a:off x="10563058" y="36659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5" name="Shape 3543"/>
          <p:cNvSpPr/>
          <p:nvPr/>
        </p:nvSpPr>
        <p:spPr>
          <a:xfrm>
            <a:off x="10643556" y="3520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6" name="Shape 3544"/>
          <p:cNvSpPr/>
          <p:nvPr/>
        </p:nvSpPr>
        <p:spPr>
          <a:xfrm>
            <a:off x="10355943" y="3449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7" name="Shape 3545"/>
          <p:cNvSpPr/>
          <p:nvPr/>
        </p:nvSpPr>
        <p:spPr>
          <a:xfrm>
            <a:off x="10657733" y="2964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8" name="Shape 3546"/>
          <p:cNvSpPr/>
          <p:nvPr/>
        </p:nvSpPr>
        <p:spPr>
          <a:xfrm>
            <a:off x="10699512" y="3071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9" name="Shape 3547"/>
          <p:cNvSpPr/>
          <p:nvPr/>
        </p:nvSpPr>
        <p:spPr>
          <a:xfrm>
            <a:off x="10532282" y="3099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0" name="Shape 3548"/>
          <p:cNvSpPr/>
          <p:nvPr/>
        </p:nvSpPr>
        <p:spPr>
          <a:xfrm>
            <a:off x="10385631" y="32514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1" name="Shape 3549"/>
          <p:cNvSpPr/>
          <p:nvPr/>
        </p:nvSpPr>
        <p:spPr>
          <a:xfrm>
            <a:off x="10717157" y="3269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2" name="Shape 3550"/>
          <p:cNvSpPr/>
          <p:nvPr/>
        </p:nvSpPr>
        <p:spPr>
          <a:xfrm>
            <a:off x="10624549" y="34297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3" name="Shape 3551"/>
          <p:cNvSpPr/>
          <p:nvPr/>
        </p:nvSpPr>
        <p:spPr>
          <a:xfrm>
            <a:off x="10582684" y="29739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4" name="Shape 3552"/>
          <p:cNvSpPr/>
          <p:nvPr/>
        </p:nvSpPr>
        <p:spPr>
          <a:xfrm>
            <a:off x="10634055" y="3500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5" name="Shape 3553"/>
          <p:cNvSpPr/>
          <p:nvPr/>
        </p:nvSpPr>
        <p:spPr>
          <a:xfrm>
            <a:off x="10533190" y="2972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6" name="Shape 3554"/>
          <p:cNvSpPr/>
          <p:nvPr/>
        </p:nvSpPr>
        <p:spPr>
          <a:xfrm>
            <a:off x="10596566" y="3533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7" name="Shape 3555"/>
          <p:cNvSpPr/>
          <p:nvPr/>
        </p:nvSpPr>
        <p:spPr>
          <a:xfrm>
            <a:off x="10387516" y="2963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8" name="Shape 3556"/>
          <p:cNvSpPr/>
          <p:nvPr/>
        </p:nvSpPr>
        <p:spPr>
          <a:xfrm>
            <a:off x="10460694" y="3526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9" name="Shape 3557"/>
          <p:cNvSpPr/>
          <p:nvPr/>
        </p:nvSpPr>
        <p:spPr>
          <a:xfrm>
            <a:off x="10351314" y="2777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0" name="Shape 3558"/>
          <p:cNvSpPr/>
          <p:nvPr/>
        </p:nvSpPr>
        <p:spPr>
          <a:xfrm>
            <a:off x="10631739" y="3579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1" name="Shape 3559"/>
          <p:cNvSpPr/>
          <p:nvPr/>
        </p:nvSpPr>
        <p:spPr>
          <a:xfrm>
            <a:off x="10704981" y="3509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2" name="Shape 3560"/>
          <p:cNvSpPr/>
          <p:nvPr/>
        </p:nvSpPr>
        <p:spPr>
          <a:xfrm>
            <a:off x="10689189" y="3157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3" name="Shape 3561"/>
          <p:cNvSpPr/>
          <p:nvPr/>
        </p:nvSpPr>
        <p:spPr>
          <a:xfrm>
            <a:off x="10398759" y="28247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4" name="Shape 3562"/>
          <p:cNvSpPr/>
          <p:nvPr/>
        </p:nvSpPr>
        <p:spPr>
          <a:xfrm>
            <a:off x="10464910" y="30672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5" name="Shape 3563"/>
          <p:cNvSpPr/>
          <p:nvPr/>
        </p:nvSpPr>
        <p:spPr>
          <a:xfrm>
            <a:off x="10456459" y="2878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6" name="Shape 3564"/>
          <p:cNvSpPr/>
          <p:nvPr/>
        </p:nvSpPr>
        <p:spPr>
          <a:xfrm>
            <a:off x="10450567" y="2643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7" name="Shape 3565"/>
          <p:cNvSpPr/>
          <p:nvPr/>
        </p:nvSpPr>
        <p:spPr>
          <a:xfrm>
            <a:off x="10652089" y="2698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8" name="Shape 3566"/>
          <p:cNvSpPr/>
          <p:nvPr/>
        </p:nvSpPr>
        <p:spPr>
          <a:xfrm>
            <a:off x="10639010" y="3052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9" name="Shape 3567"/>
          <p:cNvSpPr/>
          <p:nvPr/>
        </p:nvSpPr>
        <p:spPr>
          <a:xfrm>
            <a:off x="10719060" y="2509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0" name="Shape 3568"/>
          <p:cNvSpPr/>
          <p:nvPr/>
        </p:nvSpPr>
        <p:spPr>
          <a:xfrm>
            <a:off x="10576786" y="2669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1" name="Shape 3569"/>
          <p:cNvSpPr/>
          <p:nvPr/>
        </p:nvSpPr>
        <p:spPr>
          <a:xfrm>
            <a:off x="10737873" y="25443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2" name="Shape 3570"/>
          <p:cNvSpPr/>
          <p:nvPr/>
        </p:nvSpPr>
        <p:spPr>
          <a:xfrm>
            <a:off x="10490143" y="2851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3" name="Shape 3571"/>
          <p:cNvSpPr/>
          <p:nvPr/>
        </p:nvSpPr>
        <p:spPr>
          <a:xfrm>
            <a:off x="10515213" y="2965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4" name="Shape 3572"/>
          <p:cNvSpPr/>
          <p:nvPr/>
        </p:nvSpPr>
        <p:spPr>
          <a:xfrm>
            <a:off x="10523592" y="2704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5" name="Shape 3573"/>
          <p:cNvSpPr/>
          <p:nvPr/>
        </p:nvSpPr>
        <p:spPr>
          <a:xfrm>
            <a:off x="10527634" y="2675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6" name="Shape 3574"/>
          <p:cNvSpPr/>
          <p:nvPr/>
        </p:nvSpPr>
        <p:spPr>
          <a:xfrm>
            <a:off x="10475900" y="3104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7" name="Shape 3575"/>
          <p:cNvSpPr/>
          <p:nvPr/>
        </p:nvSpPr>
        <p:spPr>
          <a:xfrm>
            <a:off x="10417896" y="28546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8" name="Shape 3576"/>
          <p:cNvSpPr/>
          <p:nvPr/>
        </p:nvSpPr>
        <p:spPr>
          <a:xfrm>
            <a:off x="10507974" y="2780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9" name="Shape 3577"/>
          <p:cNvSpPr/>
          <p:nvPr/>
        </p:nvSpPr>
        <p:spPr>
          <a:xfrm>
            <a:off x="10655886" y="2972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0" name="Shape 3578"/>
          <p:cNvSpPr/>
          <p:nvPr/>
        </p:nvSpPr>
        <p:spPr>
          <a:xfrm>
            <a:off x="10435899" y="3171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1" name="Shape 3579"/>
          <p:cNvSpPr/>
          <p:nvPr/>
        </p:nvSpPr>
        <p:spPr>
          <a:xfrm>
            <a:off x="10653761" y="2679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2" name="Shape 3580"/>
          <p:cNvSpPr/>
          <p:nvPr/>
        </p:nvSpPr>
        <p:spPr>
          <a:xfrm>
            <a:off x="10538100" y="2544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3" name="Shape 3581"/>
          <p:cNvSpPr/>
          <p:nvPr/>
        </p:nvSpPr>
        <p:spPr>
          <a:xfrm>
            <a:off x="10567613" y="2856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4" name="Shape 3582"/>
          <p:cNvSpPr/>
          <p:nvPr/>
        </p:nvSpPr>
        <p:spPr>
          <a:xfrm>
            <a:off x="10759853" y="32630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5" name="Shape 3583"/>
          <p:cNvSpPr/>
          <p:nvPr/>
        </p:nvSpPr>
        <p:spPr>
          <a:xfrm>
            <a:off x="10616145" y="3601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6" name="Shape 3584"/>
          <p:cNvSpPr/>
          <p:nvPr/>
        </p:nvSpPr>
        <p:spPr>
          <a:xfrm>
            <a:off x="10596194" y="3243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7" name="Shape 3585"/>
          <p:cNvSpPr/>
          <p:nvPr/>
        </p:nvSpPr>
        <p:spPr>
          <a:xfrm>
            <a:off x="10683645" y="3240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8" name="Shape 3586"/>
          <p:cNvSpPr/>
          <p:nvPr/>
        </p:nvSpPr>
        <p:spPr>
          <a:xfrm>
            <a:off x="10502675" y="3532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9" name="Shape 3587"/>
          <p:cNvSpPr/>
          <p:nvPr/>
        </p:nvSpPr>
        <p:spPr>
          <a:xfrm>
            <a:off x="10579036" y="32405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0" name="Shape 3588"/>
          <p:cNvSpPr/>
          <p:nvPr/>
        </p:nvSpPr>
        <p:spPr>
          <a:xfrm>
            <a:off x="10369077" y="3263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1" name="Shape 3589"/>
          <p:cNvSpPr/>
          <p:nvPr/>
        </p:nvSpPr>
        <p:spPr>
          <a:xfrm>
            <a:off x="10591315" y="3246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2" name="Shape 3590"/>
          <p:cNvSpPr/>
          <p:nvPr/>
        </p:nvSpPr>
        <p:spPr>
          <a:xfrm>
            <a:off x="10688642" y="3707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3" name="Shape 3591"/>
          <p:cNvSpPr/>
          <p:nvPr/>
        </p:nvSpPr>
        <p:spPr>
          <a:xfrm>
            <a:off x="10635961" y="3666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4" name="Shape 3592"/>
          <p:cNvSpPr/>
          <p:nvPr/>
        </p:nvSpPr>
        <p:spPr>
          <a:xfrm>
            <a:off x="10649375" y="3621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5" name="Shape 3593"/>
          <p:cNvSpPr/>
          <p:nvPr/>
        </p:nvSpPr>
        <p:spPr>
          <a:xfrm>
            <a:off x="10641687" y="36537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6" name="Shape 3594"/>
          <p:cNvSpPr/>
          <p:nvPr/>
        </p:nvSpPr>
        <p:spPr>
          <a:xfrm>
            <a:off x="10353584" y="33544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7" name="Shape 3595"/>
          <p:cNvSpPr/>
          <p:nvPr/>
        </p:nvSpPr>
        <p:spPr>
          <a:xfrm>
            <a:off x="10456540" y="3260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8" name="Shape 3596"/>
          <p:cNvSpPr/>
          <p:nvPr/>
        </p:nvSpPr>
        <p:spPr>
          <a:xfrm>
            <a:off x="10729126" y="3316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9" name="Shape 3597"/>
          <p:cNvSpPr/>
          <p:nvPr/>
        </p:nvSpPr>
        <p:spPr>
          <a:xfrm>
            <a:off x="10574456" y="3384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0" name="Shape 3598"/>
          <p:cNvSpPr/>
          <p:nvPr/>
        </p:nvSpPr>
        <p:spPr>
          <a:xfrm>
            <a:off x="10681022" y="24305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1" name="Shape 3599"/>
          <p:cNvSpPr/>
          <p:nvPr/>
        </p:nvSpPr>
        <p:spPr>
          <a:xfrm>
            <a:off x="10456975" y="3298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2" name="Shape 3600"/>
          <p:cNvSpPr/>
          <p:nvPr/>
        </p:nvSpPr>
        <p:spPr>
          <a:xfrm>
            <a:off x="10696940" y="32771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3" name="Shape 3601"/>
          <p:cNvSpPr/>
          <p:nvPr/>
        </p:nvSpPr>
        <p:spPr>
          <a:xfrm>
            <a:off x="10657523" y="3395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4" name="Shape 3602"/>
          <p:cNvSpPr/>
          <p:nvPr/>
        </p:nvSpPr>
        <p:spPr>
          <a:xfrm>
            <a:off x="10722433" y="3347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5" name="Shape 3603"/>
          <p:cNvSpPr/>
          <p:nvPr/>
        </p:nvSpPr>
        <p:spPr>
          <a:xfrm>
            <a:off x="10393611" y="3351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6" name="Shape 3604"/>
          <p:cNvSpPr/>
          <p:nvPr/>
        </p:nvSpPr>
        <p:spPr>
          <a:xfrm>
            <a:off x="10759931" y="3400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7" name="Shape 3605"/>
          <p:cNvSpPr/>
          <p:nvPr/>
        </p:nvSpPr>
        <p:spPr>
          <a:xfrm>
            <a:off x="10595849" y="3315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8" name="Shape 3606"/>
          <p:cNvSpPr/>
          <p:nvPr/>
        </p:nvSpPr>
        <p:spPr>
          <a:xfrm>
            <a:off x="10739488" y="3298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9" name="Shape 3607"/>
          <p:cNvSpPr/>
          <p:nvPr/>
        </p:nvSpPr>
        <p:spPr>
          <a:xfrm>
            <a:off x="10685361" y="33508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0" name="Shape 3608"/>
          <p:cNvSpPr/>
          <p:nvPr/>
        </p:nvSpPr>
        <p:spPr>
          <a:xfrm>
            <a:off x="10372030" y="3484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1" name="Shape 3609"/>
          <p:cNvSpPr/>
          <p:nvPr/>
        </p:nvSpPr>
        <p:spPr>
          <a:xfrm>
            <a:off x="10584961" y="35459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2" name="Shape 3610"/>
          <p:cNvSpPr/>
          <p:nvPr/>
        </p:nvSpPr>
        <p:spPr>
          <a:xfrm>
            <a:off x="10417139" y="3355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3" name="Shape 3611"/>
          <p:cNvSpPr/>
          <p:nvPr/>
        </p:nvSpPr>
        <p:spPr>
          <a:xfrm>
            <a:off x="10452352" y="3448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4" name="Shape 3612"/>
          <p:cNvSpPr/>
          <p:nvPr/>
        </p:nvSpPr>
        <p:spPr>
          <a:xfrm>
            <a:off x="10730265" y="3478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5" name="Shape 3613"/>
          <p:cNvSpPr/>
          <p:nvPr/>
        </p:nvSpPr>
        <p:spPr>
          <a:xfrm>
            <a:off x="10375417" y="3448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6" name="Shape 3614"/>
          <p:cNvSpPr/>
          <p:nvPr/>
        </p:nvSpPr>
        <p:spPr>
          <a:xfrm>
            <a:off x="10748082" y="3123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7" name="Shape 3615"/>
          <p:cNvSpPr/>
          <p:nvPr/>
        </p:nvSpPr>
        <p:spPr>
          <a:xfrm>
            <a:off x="10392038" y="3177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8" name="Shape 3616"/>
          <p:cNvSpPr/>
          <p:nvPr/>
        </p:nvSpPr>
        <p:spPr>
          <a:xfrm>
            <a:off x="10519931" y="30054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9" name="Shape 3617"/>
          <p:cNvSpPr/>
          <p:nvPr/>
        </p:nvSpPr>
        <p:spPr>
          <a:xfrm>
            <a:off x="10627872" y="2633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0" name="Shape 3618"/>
          <p:cNvSpPr/>
          <p:nvPr/>
        </p:nvSpPr>
        <p:spPr>
          <a:xfrm>
            <a:off x="10635126" y="3693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1" name="Shape 3619"/>
          <p:cNvSpPr/>
          <p:nvPr/>
        </p:nvSpPr>
        <p:spPr>
          <a:xfrm>
            <a:off x="10341604" y="3436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2" name="Shape 3620"/>
          <p:cNvSpPr/>
          <p:nvPr/>
        </p:nvSpPr>
        <p:spPr>
          <a:xfrm>
            <a:off x="10505576" y="3550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3" name="Shape 3621"/>
          <p:cNvSpPr/>
          <p:nvPr/>
        </p:nvSpPr>
        <p:spPr>
          <a:xfrm>
            <a:off x="10669612" y="35563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4" name="Shape 3622"/>
          <p:cNvSpPr/>
          <p:nvPr/>
        </p:nvSpPr>
        <p:spPr>
          <a:xfrm>
            <a:off x="10346656" y="34845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5" name="Shape 3623"/>
          <p:cNvSpPr/>
          <p:nvPr/>
        </p:nvSpPr>
        <p:spPr>
          <a:xfrm>
            <a:off x="10713860" y="3687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6" name="Shape 3624"/>
          <p:cNvSpPr/>
          <p:nvPr/>
        </p:nvSpPr>
        <p:spPr>
          <a:xfrm>
            <a:off x="10628084" y="36198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7" name="Shape 3625"/>
          <p:cNvSpPr/>
          <p:nvPr/>
        </p:nvSpPr>
        <p:spPr>
          <a:xfrm>
            <a:off x="10422095" y="3461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8" name="Shape 3626"/>
          <p:cNvSpPr/>
          <p:nvPr/>
        </p:nvSpPr>
        <p:spPr>
          <a:xfrm>
            <a:off x="10521532" y="36048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9" name="Shape 3627"/>
          <p:cNvSpPr/>
          <p:nvPr/>
        </p:nvSpPr>
        <p:spPr>
          <a:xfrm>
            <a:off x="10441093" y="2703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0" name="Shape 3628"/>
          <p:cNvSpPr/>
          <p:nvPr/>
        </p:nvSpPr>
        <p:spPr>
          <a:xfrm>
            <a:off x="10655137" y="2893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1" name="Shape 3629"/>
          <p:cNvSpPr/>
          <p:nvPr/>
        </p:nvSpPr>
        <p:spPr>
          <a:xfrm>
            <a:off x="10634080" y="3521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2" name="Shape 3630"/>
          <p:cNvSpPr/>
          <p:nvPr/>
        </p:nvSpPr>
        <p:spPr>
          <a:xfrm>
            <a:off x="10395052" y="3620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3" name="Shape 3631"/>
          <p:cNvSpPr/>
          <p:nvPr/>
        </p:nvSpPr>
        <p:spPr>
          <a:xfrm>
            <a:off x="10420053" y="2918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4" name="Shape 3632"/>
          <p:cNvSpPr/>
          <p:nvPr/>
        </p:nvSpPr>
        <p:spPr>
          <a:xfrm>
            <a:off x="10541340" y="3450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5" name="Shape 3633"/>
          <p:cNvSpPr/>
          <p:nvPr/>
        </p:nvSpPr>
        <p:spPr>
          <a:xfrm>
            <a:off x="10539558" y="3209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6" name="Shape 3634"/>
          <p:cNvSpPr/>
          <p:nvPr/>
        </p:nvSpPr>
        <p:spPr>
          <a:xfrm>
            <a:off x="10565073" y="3216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7" name="Shape 3635"/>
          <p:cNvSpPr/>
          <p:nvPr/>
        </p:nvSpPr>
        <p:spPr>
          <a:xfrm>
            <a:off x="10367078" y="32281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8" name="Shape 3636"/>
          <p:cNvSpPr/>
          <p:nvPr/>
        </p:nvSpPr>
        <p:spPr>
          <a:xfrm>
            <a:off x="10339247" y="3298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9" name="Shape 3637"/>
          <p:cNvSpPr/>
          <p:nvPr/>
        </p:nvSpPr>
        <p:spPr>
          <a:xfrm>
            <a:off x="10455223" y="3247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0" name="Shape 3638"/>
          <p:cNvSpPr/>
          <p:nvPr/>
        </p:nvSpPr>
        <p:spPr>
          <a:xfrm>
            <a:off x="10498274" y="3274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1" name="Shape 3639"/>
          <p:cNvSpPr/>
          <p:nvPr/>
        </p:nvSpPr>
        <p:spPr>
          <a:xfrm>
            <a:off x="10547289" y="3230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2" name="Shape 3640"/>
          <p:cNvSpPr/>
          <p:nvPr/>
        </p:nvSpPr>
        <p:spPr>
          <a:xfrm>
            <a:off x="10658637" y="3205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3" name="Shape 3641"/>
          <p:cNvSpPr/>
          <p:nvPr/>
        </p:nvSpPr>
        <p:spPr>
          <a:xfrm>
            <a:off x="10566400" y="2509309"/>
            <a:ext cx="127" cy="111075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3644" name="Shape 3642"/>
          <p:cNvSpPr/>
          <p:nvPr/>
        </p:nvSpPr>
        <p:spPr>
          <a:xfrm>
            <a:off x="10452100" y="3620066"/>
            <a:ext cx="228600" cy="12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3645" name="Shape 3643"/>
          <p:cNvSpPr/>
          <p:nvPr/>
        </p:nvSpPr>
        <p:spPr>
          <a:xfrm>
            <a:off x="10452100" y="2509309"/>
            <a:ext cx="228600" cy="12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3646" name="Shape 3644"/>
          <p:cNvSpPr/>
          <p:nvPr/>
        </p:nvSpPr>
        <p:spPr>
          <a:xfrm>
            <a:off x="10401300" y="3114231"/>
            <a:ext cx="330200" cy="35567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3647" name="Shape 3645"/>
          <p:cNvSpPr/>
          <p:nvPr/>
        </p:nvSpPr>
        <p:spPr>
          <a:xfrm>
            <a:off x="10401300" y="3313289"/>
            <a:ext cx="330200" cy="127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3648" name="Shape 3646"/>
          <p:cNvSpPr/>
          <p:nvPr/>
        </p:nvSpPr>
        <p:spPr>
          <a:xfrm>
            <a:off x="10236200" y="4140200"/>
            <a:ext cx="127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49" name="Text 3647"/>
          <p:cNvSpPr/>
          <p:nvPr/>
        </p:nvSpPr>
        <p:spPr>
          <a:xfrm>
            <a:off x="9410700" y="4229100"/>
            <a:ext cx="1651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Tuned</a:t>
            </a:r>
            <a:endParaRPr lang="en-US" sz="1600" dirty="0"/>
          </a:p>
        </p:txBody>
      </p:sp>
      <p:sp>
        <p:nvSpPr>
          <p:cNvPr id="3650" name="Text 3648"/>
          <p:cNvSpPr/>
          <p:nvPr/>
        </p:nvSpPr>
        <p:spPr>
          <a:xfrm>
            <a:off x="838200" y="4876800"/>
            <a:ext cx="444500" cy="431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300" dirty="0"/>
          </a:p>
        </p:txBody>
      </p:sp>
      <p:sp>
        <p:nvSpPr>
          <p:cNvPr id="3651" name="Text 3649"/>
          <p:cNvSpPr/>
          <p:nvPr/>
        </p:nvSpPr>
        <p:spPr>
          <a:xfrm>
            <a:off x="1308100" y="4876800"/>
            <a:ext cx="2413000" cy="393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of 50</a:t>
            </a:r>
            <a:endParaRPr lang="en-US" sz="1900" dirty="0"/>
          </a:p>
        </p:txBody>
      </p:sp>
      <p:sp>
        <p:nvSpPr>
          <p:cNvPr id="3652" name="Text 3650"/>
          <p:cNvSpPr/>
          <p:nvPr/>
        </p:nvSpPr>
        <p:spPr>
          <a:xfrm>
            <a:off x="2032000" y="52578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Centre pocket · C0</a:t>
            </a:r>
            <a:endParaRPr lang="en-US" sz="1500" dirty="0"/>
          </a:p>
        </p:txBody>
      </p:sp>
      <p:sp>
        <p:nvSpPr>
          <p:cNvPr id="3653" name="Text 3651"/>
          <p:cNvSpPr/>
          <p:nvPr/>
        </p:nvSpPr>
        <p:spPr>
          <a:xfrm>
            <a:off x="6985000" y="52578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Envelope pocket · E</a:t>
            </a:r>
            <a:endParaRPr lang="en-US" sz="1500" dirty="0"/>
          </a:p>
        </p:txBody>
      </p:sp>
      <p:sp>
        <p:nvSpPr>
          <p:cNvPr id="3654" name="Shape 3652"/>
          <p:cNvSpPr/>
          <p:nvPr/>
        </p:nvSpPr>
        <p:spPr>
          <a:xfrm>
            <a:off x="1638300" y="5613400"/>
            <a:ext cx="127" cy="26162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3655" name="Shape 3653"/>
          <p:cNvSpPr/>
          <p:nvPr/>
        </p:nvSpPr>
        <p:spPr>
          <a:xfrm>
            <a:off x="1638300" y="8229600"/>
            <a:ext cx="9893300" cy="127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3656" name="Shape 3654"/>
          <p:cNvSpPr/>
          <p:nvPr/>
        </p:nvSpPr>
        <p:spPr>
          <a:xfrm>
            <a:off x="1574800" y="8115763"/>
            <a:ext cx="63500" cy="127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57" name="Text 3655"/>
          <p:cNvSpPr/>
          <p:nvPr/>
        </p:nvSpPr>
        <p:spPr>
          <a:xfrm>
            <a:off x="1003300" y="800146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3658" name="Shape 3656"/>
          <p:cNvSpPr/>
          <p:nvPr/>
        </p:nvSpPr>
        <p:spPr>
          <a:xfrm>
            <a:off x="1574800" y="7753183"/>
            <a:ext cx="63500" cy="127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59" name="Text 3657"/>
          <p:cNvSpPr/>
          <p:nvPr/>
        </p:nvSpPr>
        <p:spPr>
          <a:xfrm>
            <a:off x="1003300" y="76388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3660" name="Shape 3658"/>
          <p:cNvSpPr/>
          <p:nvPr/>
        </p:nvSpPr>
        <p:spPr>
          <a:xfrm>
            <a:off x="1574800" y="7478902"/>
            <a:ext cx="63500" cy="127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1" name="Text 3659"/>
          <p:cNvSpPr/>
          <p:nvPr/>
        </p:nvSpPr>
        <p:spPr>
          <a:xfrm>
            <a:off x="1003300" y="736460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662" name="Shape 3660"/>
          <p:cNvSpPr/>
          <p:nvPr/>
        </p:nvSpPr>
        <p:spPr>
          <a:xfrm>
            <a:off x="1574800" y="7204621"/>
            <a:ext cx="63500" cy="127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3" name="Text 3661"/>
          <p:cNvSpPr/>
          <p:nvPr/>
        </p:nvSpPr>
        <p:spPr>
          <a:xfrm>
            <a:off x="1003300" y="709032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664" name="Shape 3662"/>
          <p:cNvSpPr/>
          <p:nvPr/>
        </p:nvSpPr>
        <p:spPr>
          <a:xfrm>
            <a:off x="1574800" y="7044177"/>
            <a:ext cx="63500" cy="127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5" name="Text 3663"/>
          <p:cNvSpPr/>
          <p:nvPr/>
        </p:nvSpPr>
        <p:spPr>
          <a:xfrm>
            <a:off x="1003300" y="6929877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666" name="Shape 3664"/>
          <p:cNvSpPr/>
          <p:nvPr/>
        </p:nvSpPr>
        <p:spPr>
          <a:xfrm>
            <a:off x="1574800" y="6842042"/>
            <a:ext cx="63500" cy="127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7" name="Text 3665"/>
          <p:cNvSpPr/>
          <p:nvPr/>
        </p:nvSpPr>
        <p:spPr>
          <a:xfrm>
            <a:off x="1003300" y="672774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668" name="Shape 3666"/>
          <p:cNvSpPr/>
          <p:nvPr/>
        </p:nvSpPr>
        <p:spPr>
          <a:xfrm>
            <a:off x="1574800" y="6567761"/>
            <a:ext cx="63500" cy="127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9" name="Text 3667"/>
          <p:cNvSpPr/>
          <p:nvPr/>
        </p:nvSpPr>
        <p:spPr>
          <a:xfrm>
            <a:off x="1003300" y="645346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3670" name="Shape 3668"/>
          <p:cNvSpPr/>
          <p:nvPr/>
        </p:nvSpPr>
        <p:spPr>
          <a:xfrm>
            <a:off x="1574800" y="5930900"/>
            <a:ext cx="63500" cy="127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71" name="Text 3669"/>
          <p:cNvSpPr/>
          <p:nvPr/>
        </p:nvSpPr>
        <p:spPr>
          <a:xfrm>
            <a:off x="1003300" y="5816600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300" dirty="0"/>
          </a:p>
        </p:txBody>
      </p:sp>
      <p:sp>
        <p:nvSpPr>
          <p:cNvPr id="3672" name="Shape 3670"/>
          <p:cNvSpPr/>
          <p:nvPr/>
        </p:nvSpPr>
        <p:spPr>
          <a:xfrm>
            <a:off x="1574800" y="5664200"/>
            <a:ext cx="63500" cy="127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73" name="Text 3671"/>
          <p:cNvSpPr/>
          <p:nvPr/>
        </p:nvSpPr>
        <p:spPr>
          <a:xfrm>
            <a:off x="927100" y="5537200"/>
            <a:ext cx="584200" cy="241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1300" dirty="0"/>
          </a:p>
        </p:txBody>
      </p:sp>
      <p:sp>
        <p:nvSpPr>
          <p:cNvPr id="3674" name="Shape 3672"/>
          <p:cNvSpPr/>
          <p:nvPr/>
        </p:nvSpPr>
        <p:spPr>
          <a:xfrm>
            <a:off x="1574800" y="57912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675" name="Shape 3673"/>
          <p:cNvSpPr/>
          <p:nvPr/>
        </p:nvSpPr>
        <p:spPr>
          <a:xfrm>
            <a:off x="1574800" y="58547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676" name="Shape 3674"/>
          <p:cNvSpPr/>
          <p:nvPr/>
        </p:nvSpPr>
        <p:spPr>
          <a:xfrm>
            <a:off x="1638300" y="7204621"/>
            <a:ext cx="9893300" cy="127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677" name="Shape 3675"/>
          <p:cNvSpPr/>
          <p:nvPr/>
        </p:nvSpPr>
        <p:spPr>
          <a:xfrm>
            <a:off x="1638300" y="7044177"/>
            <a:ext cx="9893300" cy="127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678" name="Text 3676"/>
          <p:cNvSpPr/>
          <p:nvPr/>
        </p:nvSpPr>
        <p:spPr>
          <a:xfrm>
            <a:off x="723900" y="6019800"/>
            <a:ext cx="393700" cy="2159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RMSD (Å)</a:t>
            </a:r>
            <a:endParaRPr lang="en-US" sz="1600" dirty="0"/>
          </a:p>
        </p:txBody>
      </p:sp>
      <p:sp>
        <p:nvSpPr>
          <p:cNvPr id="3679" name="Shape 3677"/>
          <p:cNvSpPr/>
          <p:nvPr/>
        </p:nvSpPr>
        <p:spPr>
          <a:xfrm>
            <a:off x="6578600" y="5626100"/>
            <a:ext cx="127" cy="2603500"/>
          </a:xfrm>
          <a:prstGeom prst="line">
            <a:avLst/>
          </a:prstGeom>
          <a:noFill/>
          <a:ln w="10795">
            <a:solidFill>
              <a:srgbClr val="B8C2C8"/>
            </a:solidFill>
            <a:prstDash val="solid"/>
          </a:ln>
        </p:spPr>
      </p:sp>
      <p:sp>
        <p:nvSpPr>
          <p:cNvPr id="3680" name="Shape 3678"/>
          <p:cNvSpPr/>
          <p:nvPr/>
        </p:nvSpPr>
        <p:spPr>
          <a:xfrm>
            <a:off x="2792492" y="7581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1" name="Shape 3679"/>
          <p:cNvSpPr/>
          <p:nvPr/>
        </p:nvSpPr>
        <p:spPr>
          <a:xfrm>
            <a:off x="2749544" y="7568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2" name="Shape 3680"/>
          <p:cNvSpPr/>
          <p:nvPr/>
        </p:nvSpPr>
        <p:spPr>
          <a:xfrm>
            <a:off x="2501558" y="7611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3" name="Shape 3681"/>
          <p:cNvSpPr/>
          <p:nvPr/>
        </p:nvSpPr>
        <p:spPr>
          <a:xfrm>
            <a:off x="2719474" y="7629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4" name="Shape 3682"/>
          <p:cNvSpPr/>
          <p:nvPr/>
        </p:nvSpPr>
        <p:spPr>
          <a:xfrm>
            <a:off x="2384340" y="76663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5" name="Shape 3683"/>
          <p:cNvSpPr/>
          <p:nvPr/>
        </p:nvSpPr>
        <p:spPr>
          <a:xfrm>
            <a:off x="2583156" y="75652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6" name="Shape 3684"/>
          <p:cNvSpPr/>
          <p:nvPr/>
        </p:nvSpPr>
        <p:spPr>
          <a:xfrm>
            <a:off x="2553048" y="76478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7" name="Shape 3685"/>
          <p:cNvSpPr/>
          <p:nvPr/>
        </p:nvSpPr>
        <p:spPr>
          <a:xfrm>
            <a:off x="2608025" y="7631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8" name="Shape 3686"/>
          <p:cNvSpPr/>
          <p:nvPr/>
        </p:nvSpPr>
        <p:spPr>
          <a:xfrm>
            <a:off x="2587188" y="75804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9" name="Shape 3687"/>
          <p:cNvSpPr/>
          <p:nvPr/>
        </p:nvSpPr>
        <p:spPr>
          <a:xfrm>
            <a:off x="2797066" y="7576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0" name="Shape 3688"/>
          <p:cNvSpPr/>
          <p:nvPr/>
        </p:nvSpPr>
        <p:spPr>
          <a:xfrm>
            <a:off x="2598170" y="7643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1" name="Shape 3689"/>
          <p:cNvSpPr/>
          <p:nvPr/>
        </p:nvSpPr>
        <p:spPr>
          <a:xfrm>
            <a:off x="2742717" y="75847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2" name="Shape 3690"/>
          <p:cNvSpPr/>
          <p:nvPr/>
        </p:nvSpPr>
        <p:spPr>
          <a:xfrm>
            <a:off x="2584113" y="7624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3" name="Shape 3691"/>
          <p:cNvSpPr/>
          <p:nvPr/>
        </p:nvSpPr>
        <p:spPr>
          <a:xfrm>
            <a:off x="2785836" y="7603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4" name="Shape 3692"/>
          <p:cNvSpPr/>
          <p:nvPr/>
        </p:nvSpPr>
        <p:spPr>
          <a:xfrm>
            <a:off x="2424428" y="7595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5" name="Shape 3693"/>
          <p:cNvSpPr/>
          <p:nvPr/>
        </p:nvSpPr>
        <p:spPr>
          <a:xfrm>
            <a:off x="2416081" y="76432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6" name="Shape 3694"/>
          <p:cNvSpPr/>
          <p:nvPr/>
        </p:nvSpPr>
        <p:spPr>
          <a:xfrm>
            <a:off x="2441788" y="76260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7" name="Shape 3695"/>
          <p:cNvSpPr/>
          <p:nvPr/>
        </p:nvSpPr>
        <p:spPr>
          <a:xfrm>
            <a:off x="2531588" y="76205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8" name="Shape 3696"/>
          <p:cNvSpPr/>
          <p:nvPr/>
        </p:nvSpPr>
        <p:spPr>
          <a:xfrm>
            <a:off x="2433161" y="7637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9" name="Shape 3697"/>
          <p:cNvSpPr/>
          <p:nvPr/>
        </p:nvSpPr>
        <p:spPr>
          <a:xfrm>
            <a:off x="2742963" y="75777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0" name="Shape 3698"/>
          <p:cNvSpPr/>
          <p:nvPr/>
        </p:nvSpPr>
        <p:spPr>
          <a:xfrm>
            <a:off x="2755945" y="7575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1" name="Shape 3699"/>
          <p:cNvSpPr/>
          <p:nvPr/>
        </p:nvSpPr>
        <p:spPr>
          <a:xfrm>
            <a:off x="2441852" y="7542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2" name="Shape 3700"/>
          <p:cNvSpPr/>
          <p:nvPr/>
        </p:nvSpPr>
        <p:spPr>
          <a:xfrm>
            <a:off x="2546715" y="7514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3" name="Shape 3701"/>
          <p:cNvSpPr/>
          <p:nvPr/>
        </p:nvSpPr>
        <p:spPr>
          <a:xfrm>
            <a:off x="2416480" y="7546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4" name="Shape 3702"/>
          <p:cNvSpPr/>
          <p:nvPr/>
        </p:nvSpPr>
        <p:spPr>
          <a:xfrm>
            <a:off x="2401275" y="7575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5" name="Shape 3703"/>
          <p:cNvSpPr/>
          <p:nvPr/>
        </p:nvSpPr>
        <p:spPr>
          <a:xfrm>
            <a:off x="2569517" y="76597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6" name="Shape 3704"/>
          <p:cNvSpPr/>
          <p:nvPr/>
        </p:nvSpPr>
        <p:spPr>
          <a:xfrm>
            <a:off x="2448853" y="7557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7" name="Shape 3705"/>
          <p:cNvSpPr/>
          <p:nvPr/>
        </p:nvSpPr>
        <p:spPr>
          <a:xfrm>
            <a:off x="2766052" y="7567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8" name="Shape 3706"/>
          <p:cNvSpPr/>
          <p:nvPr/>
        </p:nvSpPr>
        <p:spPr>
          <a:xfrm>
            <a:off x="2521126" y="76077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9" name="Shape 3707"/>
          <p:cNvSpPr/>
          <p:nvPr/>
        </p:nvSpPr>
        <p:spPr>
          <a:xfrm>
            <a:off x="2486404" y="7602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0" name="Shape 3708"/>
          <p:cNvSpPr/>
          <p:nvPr/>
        </p:nvSpPr>
        <p:spPr>
          <a:xfrm>
            <a:off x="2374344" y="76313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1" name="Shape 3709"/>
          <p:cNvSpPr/>
          <p:nvPr/>
        </p:nvSpPr>
        <p:spPr>
          <a:xfrm>
            <a:off x="2793253" y="7631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2" name="Shape 3710"/>
          <p:cNvSpPr/>
          <p:nvPr/>
        </p:nvSpPr>
        <p:spPr>
          <a:xfrm>
            <a:off x="2553729" y="7565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3" name="Shape 3711"/>
          <p:cNvSpPr/>
          <p:nvPr/>
        </p:nvSpPr>
        <p:spPr>
          <a:xfrm>
            <a:off x="2520387" y="7604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4" name="Shape 3712"/>
          <p:cNvSpPr/>
          <p:nvPr/>
        </p:nvSpPr>
        <p:spPr>
          <a:xfrm>
            <a:off x="2769455" y="76224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5" name="Shape 3713"/>
          <p:cNvSpPr/>
          <p:nvPr/>
        </p:nvSpPr>
        <p:spPr>
          <a:xfrm>
            <a:off x="2720394" y="7703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6" name="Shape 3714"/>
          <p:cNvSpPr/>
          <p:nvPr/>
        </p:nvSpPr>
        <p:spPr>
          <a:xfrm>
            <a:off x="2413330" y="76348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7" name="Shape 3715"/>
          <p:cNvSpPr/>
          <p:nvPr/>
        </p:nvSpPr>
        <p:spPr>
          <a:xfrm>
            <a:off x="2490111" y="7646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8" name="Shape 3716"/>
          <p:cNvSpPr/>
          <p:nvPr/>
        </p:nvSpPr>
        <p:spPr>
          <a:xfrm>
            <a:off x="2534377" y="7582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9" name="Shape 3717"/>
          <p:cNvSpPr/>
          <p:nvPr/>
        </p:nvSpPr>
        <p:spPr>
          <a:xfrm>
            <a:off x="2497429" y="7559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0" name="Shape 3718"/>
          <p:cNvSpPr/>
          <p:nvPr/>
        </p:nvSpPr>
        <p:spPr>
          <a:xfrm>
            <a:off x="2654129" y="76088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1" name="Shape 3719"/>
          <p:cNvSpPr/>
          <p:nvPr/>
        </p:nvSpPr>
        <p:spPr>
          <a:xfrm>
            <a:off x="2533378" y="7578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2" name="Shape 3720"/>
          <p:cNvSpPr/>
          <p:nvPr/>
        </p:nvSpPr>
        <p:spPr>
          <a:xfrm>
            <a:off x="2431011" y="7591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3" name="Shape 3721"/>
          <p:cNvSpPr/>
          <p:nvPr/>
        </p:nvSpPr>
        <p:spPr>
          <a:xfrm>
            <a:off x="2454543" y="75727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4" name="Shape 3722"/>
          <p:cNvSpPr/>
          <p:nvPr/>
        </p:nvSpPr>
        <p:spPr>
          <a:xfrm>
            <a:off x="2373508" y="75931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5" name="Shape 3723"/>
          <p:cNvSpPr/>
          <p:nvPr/>
        </p:nvSpPr>
        <p:spPr>
          <a:xfrm>
            <a:off x="2579529" y="7574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6" name="Shape 3724"/>
          <p:cNvSpPr/>
          <p:nvPr/>
        </p:nvSpPr>
        <p:spPr>
          <a:xfrm>
            <a:off x="2515349" y="7656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7" name="Shape 3725"/>
          <p:cNvSpPr/>
          <p:nvPr/>
        </p:nvSpPr>
        <p:spPr>
          <a:xfrm>
            <a:off x="2370099" y="7585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8" name="Shape 3726"/>
          <p:cNvSpPr/>
          <p:nvPr/>
        </p:nvSpPr>
        <p:spPr>
          <a:xfrm>
            <a:off x="2578715" y="7594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9" name="Shape 3727"/>
          <p:cNvSpPr/>
          <p:nvPr/>
        </p:nvSpPr>
        <p:spPr>
          <a:xfrm>
            <a:off x="2589903" y="75702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0" name="Shape 3728"/>
          <p:cNvSpPr/>
          <p:nvPr/>
        </p:nvSpPr>
        <p:spPr>
          <a:xfrm>
            <a:off x="2498003" y="7608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1" name="Shape 3729"/>
          <p:cNvSpPr/>
          <p:nvPr/>
        </p:nvSpPr>
        <p:spPr>
          <a:xfrm>
            <a:off x="2483833" y="7560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2" name="Shape 3730"/>
          <p:cNvSpPr/>
          <p:nvPr/>
        </p:nvSpPr>
        <p:spPr>
          <a:xfrm>
            <a:off x="2640226" y="7644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3" name="Shape 3731"/>
          <p:cNvSpPr/>
          <p:nvPr/>
        </p:nvSpPr>
        <p:spPr>
          <a:xfrm>
            <a:off x="2399796" y="7686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4" name="Shape 3732"/>
          <p:cNvSpPr/>
          <p:nvPr/>
        </p:nvSpPr>
        <p:spPr>
          <a:xfrm>
            <a:off x="2514101" y="7668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5" name="Shape 3733"/>
          <p:cNvSpPr/>
          <p:nvPr/>
        </p:nvSpPr>
        <p:spPr>
          <a:xfrm>
            <a:off x="2726547" y="7614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6" name="Shape 3734"/>
          <p:cNvSpPr/>
          <p:nvPr/>
        </p:nvSpPr>
        <p:spPr>
          <a:xfrm>
            <a:off x="2612088" y="75848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7" name="Shape 3735"/>
          <p:cNvSpPr/>
          <p:nvPr/>
        </p:nvSpPr>
        <p:spPr>
          <a:xfrm>
            <a:off x="2674284" y="7649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8" name="Shape 3736"/>
          <p:cNvSpPr/>
          <p:nvPr/>
        </p:nvSpPr>
        <p:spPr>
          <a:xfrm>
            <a:off x="2552355" y="7576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9" name="Shape 3737"/>
          <p:cNvSpPr/>
          <p:nvPr/>
        </p:nvSpPr>
        <p:spPr>
          <a:xfrm>
            <a:off x="2752213" y="76396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0" name="Shape 3738"/>
          <p:cNvSpPr/>
          <p:nvPr/>
        </p:nvSpPr>
        <p:spPr>
          <a:xfrm>
            <a:off x="2433133" y="7575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1" name="Shape 3739"/>
          <p:cNvSpPr/>
          <p:nvPr/>
        </p:nvSpPr>
        <p:spPr>
          <a:xfrm>
            <a:off x="2579931" y="7647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2" name="Shape 3740"/>
          <p:cNvSpPr/>
          <p:nvPr/>
        </p:nvSpPr>
        <p:spPr>
          <a:xfrm>
            <a:off x="2646908" y="76206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3" name="Shape 3741"/>
          <p:cNvSpPr/>
          <p:nvPr/>
        </p:nvSpPr>
        <p:spPr>
          <a:xfrm>
            <a:off x="2399442" y="7597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4" name="Shape 3742"/>
          <p:cNvSpPr/>
          <p:nvPr/>
        </p:nvSpPr>
        <p:spPr>
          <a:xfrm>
            <a:off x="2576717" y="75795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5" name="Shape 3743"/>
          <p:cNvSpPr/>
          <p:nvPr/>
        </p:nvSpPr>
        <p:spPr>
          <a:xfrm>
            <a:off x="2504920" y="7632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6" name="Shape 3744"/>
          <p:cNvSpPr/>
          <p:nvPr/>
        </p:nvSpPr>
        <p:spPr>
          <a:xfrm>
            <a:off x="2376491" y="76447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7" name="Shape 3745"/>
          <p:cNvSpPr/>
          <p:nvPr/>
        </p:nvSpPr>
        <p:spPr>
          <a:xfrm>
            <a:off x="2644920" y="7589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8" name="Shape 3746"/>
          <p:cNvSpPr/>
          <p:nvPr/>
        </p:nvSpPr>
        <p:spPr>
          <a:xfrm>
            <a:off x="2654341" y="7594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9" name="Shape 3747"/>
          <p:cNvSpPr/>
          <p:nvPr/>
        </p:nvSpPr>
        <p:spPr>
          <a:xfrm>
            <a:off x="2482831" y="7667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0" name="Shape 3748"/>
          <p:cNvSpPr/>
          <p:nvPr/>
        </p:nvSpPr>
        <p:spPr>
          <a:xfrm>
            <a:off x="2581113" y="7614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1" name="Shape 3749"/>
          <p:cNvSpPr/>
          <p:nvPr/>
        </p:nvSpPr>
        <p:spPr>
          <a:xfrm>
            <a:off x="2744327" y="7721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2" name="Shape 3750"/>
          <p:cNvSpPr/>
          <p:nvPr/>
        </p:nvSpPr>
        <p:spPr>
          <a:xfrm>
            <a:off x="2610858" y="7623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3" name="Shape 3751"/>
          <p:cNvSpPr/>
          <p:nvPr/>
        </p:nvSpPr>
        <p:spPr>
          <a:xfrm>
            <a:off x="2561656" y="7560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4" name="Shape 3752"/>
          <p:cNvSpPr/>
          <p:nvPr/>
        </p:nvSpPr>
        <p:spPr>
          <a:xfrm>
            <a:off x="2424495" y="764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5" name="Shape 3753"/>
          <p:cNvSpPr/>
          <p:nvPr/>
        </p:nvSpPr>
        <p:spPr>
          <a:xfrm>
            <a:off x="2591304" y="7688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6" name="Shape 3754"/>
          <p:cNvSpPr/>
          <p:nvPr/>
        </p:nvSpPr>
        <p:spPr>
          <a:xfrm>
            <a:off x="2689358" y="7575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7" name="Shape 3755"/>
          <p:cNvSpPr/>
          <p:nvPr/>
        </p:nvSpPr>
        <p:spPr>
          <a:xfrm>
            <a:off x="2536606" y="7509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8" name="Shape 3756"/>
          <p:cNvSpPr/>
          <p:nvPr/>
        </p:nvSpPr>
        <p:spPr>
          <a:xfrm>
            <a:off x="2765436" y="7136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9" name="Shape 3757"/>
          <p:cNvSpPr/>
          <p:nvPr/>
        </p:nvSpPr>
        <p:spPr>
          <a:xfrm>
            <a:off x="2605077" y="7613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0" name="Shape 3758"/>
          <p:cNvSpPr/>
          <p:nvPr/>
        </p:nvSpPr>
        <p:spPr>
          <a:xfrm>
            <a:off x="2397241" y="7273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1" name="Shape 3759"/>
          <p:cNvSpPr/>
          <p:nvPr/>
        </p:nvSpPr>
        <p:spPr>
          <a:xfrm>
            <a:off x="2531668" y="73480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2" name="Shape 3760"/>
          <p:cNvSpPr/>
          <p:nvPr/>
        </p:nvSpPr>
        <p:spPr>
          <a:xfrm>
            <a:off x="2678622" y="7573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3" name="Shape 3761"/>
          <p:cNvSpPr/>
          <p:nvPr/>
        </p:nvSpPr>
        <p:spPr>
          <a:xfrm>
            <a:off x="2759549" y="7646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4" name="Shape 3762"/>
          <p:cNvSpPr/>
          <p:nvPr/>
        </p:nvSpPr>
        <p:spPr>
          <a:xfrm>
            <a:off x="2508653" y="7736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5" name="Shape 3763"/>
          <p:cNvSpPr/>
          <p:nvPr/>
        </p:nvSpPr>
        <p:spPr>
          <a:xfrm>
            <a:off x="2754706" y="75558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6" name="Shape 3764"/>
          <p:cNvSpPr/>
          <p:nvPr/>
        </p:nvSpPr>
        <p:spPr>
          <a:xfrm>
            <a:off x="2511637" y="7604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7" name="Shape 3765"/>
          <p:cNvSpPr/>
          <p:nvPr/>
        </p:nvSpPr>
        <p:spPr>
          <a:xfrm>
            <a:off x="2628085" y="7666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8" name="Shape 3766"/>
          <p:cNvSpPr/>
          <p:nvPr/>
        </p:nvSpPr>
        <p:spPr>
          <a:xfrm>
            <a:off x="2780559" y="7678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9" name="Shape 3767"/>
          <p:cNvSpPr/>
          <p:nvPr/>
        </p:nvSpPr>
        <p:spPr>
          <a:xfrm>
            <a:off x="2388917" y="77465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0" name="Shape 3768"/>
          <p:cNvSpPr/>
          <p:nvPr/>
        </p:nvSpPr>
        <p:spPr>
          <a:xfrm>
            <a:off x="2389111" y="7752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1" name="Shape 3769"/>
          <p:cNvSpPr/>
          <p:nvPr/>
        </p:nvSpPr>
        <p:spPr>
          <a:xfrm>
            <a:off x="2776608" y="7588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2" name="Shape 3770"/>
          <p:cNvSpPr/>
          <p:nvPr/>
        </p:nvSpPr>
        <p:spPr>
          <a:xfrm>
            <a:off x="2478221" y="7704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3" name="Shape 3771"/>
          <p:cNvSpPr/>
          <p:nvPr/>
        </p:nvSpPr>
        <p:spPr>
          <a:xfrm>
            <a:off x="2614871" y="7796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4" name="Shape 3772"/>
          <p:cNvSpPr/>
          <p:nvPr/>
        </p:nvSpPr>
        <p:spPr>
          <a:xfrm>
            <a:off x="2369153" y="7637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5" name="Shape 3773"/>
          <p:cNvSpPr/>
          <p:nvPr/>
        </p:nvSpPr>
        <p:spPr>
          <a:xfrm>
            <a:off x="2603607" y="7517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6" name="Shape 3774"/>
          <p:cNvSpPr/>
          <p:nvPr/>
        </p:nvSpPr>
        <p:spPr>
          <a:xfrm>
            <a:off x="2563500" y="7625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7" name="Shape 3775"/>
          <p:cNvSpPr/>
          <p:nvPr/>
        </p:nvSpPr>
        <p:spPr>
          <a:xfrm>
            <a:off x="2723826" y="7585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8" name="Shape 3776"/>
          <p:cNvSpPr/>
          <p:nvPr/>
        </p:nvSpPr>
        <p:spPr>
          <a:xfrm>
            <a:off x="2704128" y="7334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9" name="Shape 3777"/>
          <p:cNvSpPr/>
          <p:nvPr/>
        </p:nvSpPr>
        <p:spPr>
          <a:xfrm>
            <a:off x="2394089" y="7589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0" name="Shape 3778"/>
          <p:cNvSpPr/>
          <p:nvPr/>
        </p:nvSpPr>
        <p:spPr>
          <a:xfrm>
            <a:off x="2492013" y="7267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1" name="Shape 3779"/>
          <p:cNvSpPr/>
          <p:nvPr/>
        </p:nvSpPr>
        <p:spPr>
          <a:xfrm>
            <a:off x="2557040" y="72948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2" name="Shape 3780"/>
          <p:cNvSpPr/>
          <p:nvPr/>
        </p:nvSpPr>
        <p:spPr>
          <a:xfrm>
            <a:off x="2749930" y="7687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3" name="Shape 3781"/>
          <p:cNvSpPr/>
          <p:nvPr/>
        </p:nvSpPr>
        <p:spPr>
          <a:xfrm>
            <a:off x="2749919" y="7395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4" name="Shape 3782"/>
          <p:cNvSpPr/>
          <p:nvPr/>
        </p:nvSpPr>
        <p:spPr>
          <a:xfrm>
            <a:off x="2402526" y="76566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5" name="Shape 3783"/>
          <p:cNvSpPr/>
          <p:nvPr/>
        </p:nvSpPr>
        <p:spPr>
          <a:xfrm>
            <a:off x="2561670" y="7338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6" name="Shape 3784"/>
          <p:cNvSpPr/>
          <p:nvPr/>
        </p:nvSpPr>
        <p:spPr>
          <a:xfrm>
            <a:off x="2631372" y="7365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7" name="Shape 3785"/>
          <p:cNvSpPr/>
          <p:nvPr/>
        </p:nvSpPr>
        <p:spPr>
          <a:xfrm>
            <a:off x="2677828" y="73060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8" name="Shape 3786"/>
          <p:cNvSpPr/>
          <p:nvPr/>
        </p:nvSpPr>
        <p:spPr>
          <a:xfrm>
            <a:off x="2584067" y="7369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9" name="Shape 3787"/>
          <p:cNvSpPr/>
          <p:nvPr/>
        </p:nvSpPr>
        <p:spPr>
          <a:xfrm>
            <a:off x="2511924" y="7303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0" name="Shape 3788"/>
          <p:cNvSpPr/>
          <p:nvPr/>
        </p:nvSpPr>
        <p:spPr>
          <a:xfrm>
            <a:off x="2780194" y="7681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1" name="Shape 3789"/>
          <p:cNvSpPr/>
          <p:nvPr/>
        </p:nvSpPr>
        <p:spPr>
          <a:xfrm>
            <a:off x="2673098" y="7303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2" name="Shape 3790"/>
          <p:cNvSpPr/>
          <p:nvPr/>
        </p:nvSpPr>
        <p:spPr>
          <a:xfrm>
            <a:off x="2683328" y="7443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3" name="Shape 3791"/>
          <p:cNvSpPr/>
          <p:nvPr/>
        </p:nvSpPr>
        <p:spPr>
          <a:xfrm>
            <a:off x="2699751" y="76886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4" name="Shape 3792"/>
          <p:cNvSpPr/>
          <p:nvPr/>
        </p:nvSpPr>
        <p:spPr>
          <a:xfrm>
            <a:off x="2387532" y="7258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5" name="Shape 3793"/>
          <p:cNvSpPr/>
          <p:nvPr/>
        </p:nvSpPr>
        <p:spPr>
          <a:xfrm>
            <a:off x="2698664" y="7283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6" name="Shape 3794"/>
          <p:cNvSpPr/>
          <p:nvPr/>
        </p:nvSpPr>
        <p:spPr>
          <a:xfrm>
            <a:off x="2653746" y="77442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7" name="Shape 3795"/>
          <p:cNvSpPr/>
          <p:nvPr/>
        </p:nvSpPr>
        <p:spPr>
          <a:xfrm>
            <a:off x="2606045" y="77681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8" name="Shape 3796"/>
          <p:cNvSpPr/>
          <p:nvPr/>
        </p:nvSpPr>
        <p:spPr>
          <a:xfrm>
            <a:off x="2791100" y="7337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9" name="Shape 3797"/>
          <p:cNvSpPr/>
          <p:nvPr/>
        </p:nvSpPr>
        <p:spPr>
          <a:xfrm>
            <a:off x="2391677" y="73234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0" name="Shape 3798"/>
          <p:cNvSpPr/>
          <p:nvPr/>
        </p:nvSpPr>
        <p:spPr>
          <a:xfrm>
            <a:off x="2791461" y="7420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1" name="Shape 3799"/>
          <p:cNvSpPr/>
          <p:nvPr/>
        </p:nvSpPr>
        <p:spPr>
          <a:xfrm>
            <a:off x="2534566" y="74033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2" name="Shape 3800"/>
          <p:cNvSpPr/>
          <p:nvPr/>
        </p:nvSpPr>
        <p:spPr>
          <a:xfrm>
            <a:off x="2532070" y="7244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3" name="Shape 3801"/>
          <p:cNvSpPr/>
          <p:nvPr/>
        </p:nvSpPr>
        <p:spPr>
          <a:xfrm>
            <a:off x="2647766" y="7314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4" name="Shape 3802"/>
          <p:cNvSpPr/>
          <p:nvPr/>
        </p:nvSpPr>
        <p:spPr>
          <a:xfrm>
            <a:off x="2581829" y="7371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5" name="Shape 3803"/>
          <p:cNvSpPr/>
          <p:nvPr/>
        </p:nvSpPr>
        <p:spPr>
          <a:xfrm>
            <a:off x="2709566" y="7220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6" name="Shape 3804"/>
          <p:cNvSpPr/>
          <p:nvPr/>
        </p:nvSpPr>
        <p:spPr>
          <a:xfrm>
            <a:off x="2740714" y="81847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7" name="Shape 3805"/>
          <p:cNvSpPr/>
          <p:nvPr/>
        </p:nvSpPr>
        <p:spPr>
          <a:xfrm>
            <a:off x="2506434" y="81196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8" name="Shape 3806"/>
          <p:cNvSpPr/>
          <p:nvPr/>
        </p:nvSpPr>
        <p:spPr>
          <a:xfrm>
            <a:off x="2451794" y="7124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9" name="Shape 3807"/>
          <p:cNvSpPr/>
          <p:nvPr/>
        </p:nvSpPr>
        <p:spPr>
          <a:xfrm>
            <a:off x="2555998" y="7509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0" name="Shape 3808"/>
          <p:cNvSpPr/>
          <p:nvPr/>
        </p:nvSpPr>
        <p:spPr>
          <a:xfrm>
            <a:off x="2577873" y="74323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1" name="Shape 3809"/>
          <p:cNvSpPr/>
          <p:nvPr/>
        </p:nvSpPr>
        <p:spPr>
          <a:xfrm>
            <a:off x="2660018" y="66785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2" name="Shape 3810"/>
          <p:cNvSpPr/>
          <p:nvPr/>
        </p:nvSpPr>
        <p:spPr>
          <a:xfrm>
            <a:off x="2381768" y="6812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3" name="Shape 3811"/>
          <p:cNvSpPr/>
          <p:nvPr/>
        </p:nvSpPr>
        <p:spPr>
          <a:xfrm>
            <a:off x="2683710" y="6820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4" name="Shape 3812"/>
          <p:cNvSpPr/>
          <p:nvPr/>
        </p:nvSpPr>
        <p:spPr>
          <a:xfrm>
            <a:off x="2680030" y="66863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5" name="Shape 3813"/>
          <p:cNvSpPr/>
          <p:nvPr/>
        </p:nvSpPr>
        <p:spPr>
          <a:xfrm>
            <a:off x="2627767" y="6737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6" name="Shape 3814"/>
          <p:cNvSpPr/>
          <p:nvPr/>
        </p:nvSpPr>
        <p:spPr>
          <a:xfrm>
            <a:off x="2772149" y="6816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7" name="Shape 3815"/>
          <p:cNvSpPr/>
          <p:nvPr/>
        </p:nvSpPr>
        <p:spPr>
          <a:xfrm>
            <a:off x="2433042" y="6748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8" name="Shape 3816"/>
          <p:cNvSpPr/>
          <p:nvPr/>
        </p:nvSpPr>
        <p:spPr>
          <a:xfrm>
            <a:off x="2580706" y="68996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9" name="Shape 3817"/>
          <p:cNvSpPr/>
          <p:nvPr/>
        </p:nvSpPr>
        <p:spPr>
          <a:xfrm>
            <a:off x="2398575" y="6795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0" name="Shape 3818"/>
          <p:cNvSpPr/>
          <p:nvPr/>
        </p:nvSpPr>
        <p:spPr>
          <a:xfrm>
            <a:off x="2685292" y="6883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1" name="Shape 3819"/>
          <p:cNvSpPr/>
          <p:nvPr/>
        </p:nvSpPr>
        <p:spPr>
          <a:xfrm>
            <a:off x="2743512" y="6594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2" name="Shape 3820"/>
          <p:cNvSpPr/>
          <p:nvPr/>
        </p:nvSpPr>
        <p:spPr>
          <a:xfrm>
            <a:off x="2514839" y="67260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3" name="Shape 3821"/>
          <p:cNvSpPr/>
          <p:nvPr/>
        </p:nvSpPr>
        <p:spPr>
          <a:xfrm>
            <a:off x="2486049" y="6952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4" name="Shape 3822"/>
          <p:cNvSpPr/>
          <p:nvPr/>
        </p:nvSpPr>
        <p:spPr>
          <a:xfrm>
            <a:off x="2501319" y="68338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5" name="Shape 3823"/>
          <p:cNvSpPr/>
          <p:nvPr/>
        </p:nvSpPr>
        <p:spPr>
          <a:xfrm>
            <a:off x="2521505" y="6666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6" name="Shape 3824"/>
          <p:cNvSpPr/>
          <p:nvPr/>
        </p:nvSpPr>
        <p:spPr>
          <a:xfrm>
            <a:off x="2555168" y="6866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7" name="Shape 3825"/>
          <p:cNvSpPr/>
          <p:nvPr/>
        </p:nvSpPr>
        <p:spPr>
          <a:xfrm>
            <a:off x="2435912" y="6812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8" name="Shape 3826"/>
          <p:cNvSpPr/>
          <p:nvPr/>
        </p:nvSpPr>
        <p:spPr>
          <a:xfrm>
            <a:off x="2532633" y="6860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9" name="Shape 3827"/>
          <p:cNvSpPr/>
          <p:nvPr/>
        </p:nvSpPr>
        <p:spPr>
          <a:xfrm>
            <a:off x="2506249" y="66754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0" name="Shape 3828"/>
          <p:cNvSpPr/>
          <p:nvPr/>
        </p:nvSpPr>
        <p:spPr>
          <a:xfrm>
            <a:off x="2666949" y="6688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1" name="Shape 3829"/>
          <p:cNvSpPr/>
          <p:nvPr/>
        </p:nvSpPr>
        <p:spPr>
          <a:xfrm>
            <a:off x="2449272" y="6650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2" name="Shape 3830"/>
          <p:cNvSpPr/>
          <p:nvPr/>
        </p:nvSpPr>
        <p:spPr>
          <a:xfrm>
            <a:off x="2561239" y="6745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3" name="Shape 3831"/>
          <p:cNvSpPr/>
          <p:nvPr/>
        </p:nvSpPr>
        <p:spPr>
          <a:xfrm>
            <a:off x="2716273" y="68877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4" name="Shape 3832"/>
          <p:cNvSpPr/>
          <p:nvPr/>
        </p:nvSpPr>
        <p:spPr>
          <a:xfrm>
            <a:off x="2646783" y="6708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5" name="Shape 3833"/>
          <p:cNvSpPr/>
          <p:nvPr/>
        </p:nvSpPr>
        <p:spPr>
          <a:xfrm>
            <a:off x="2739684" y="6649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6" name="Shape 3834"/>
          <p:cNvSpPr/>
          <p:nvPr/>
        </p:nvSpPr>
        <p:spPr>
          <a:xfrm>
            <a:off x="2431636" y="6657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7" name="Shape 3835"/>
          <p:cNvSpPr/>
          <p:nvPr/>
        </p:nvSpPr>
        <p:spPr>
          <a:xfrm>
            <a:off x="2561487" y="6751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8" name="Shape 3836"/>
          <p:cNvSpPr/>
          <p:nvPr/>
        </p:nvSpPr>
        <p:spPr>
          <a:xfrm>
            <a:off x="2491634" y="69332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9" name="Shape 3837"/>
          <p:cNvSpPr/>
          <p:nvPr/>
        </p:nvSpPr>
        <p:spPr>
          <a:xfrm>
            <a:off x="2623797" y="6719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0" name="Shape 3838"/>
          <p:cNvSpPr/>
          <p:nvPr/>
        </p:nvSpPr>
        <p:spPr>
          <a:xfrm>
            <a:off x="2791438" y="6755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1" name="Shape 3839"/>
          <p:cNvSpPr/>
          <p:nvPr/>
        </p:nvSpPr>
        <p:spPr>
          <a:xfrm>
            <a:off x="2776007" y="68279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2" name="Shape 3840"/>
          <p:cNvSpPr/>
          <p:nvPr/>
        </p:nvSpPr>
        <p:spPr>
          <a:xfrm>
            <a:off x="2510709" y="65363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3" name="Shape 3841"/>
          <p:cNvSpPr/>
          <p:nvPr/>
        </p:nvSpPr>
        <p:spPr>
          <a:xfrm>
            <a:off x="2445143" y="6759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4" name="Shape 3842"/>
          <p:cNvSpPr/>
          <p:nvPr/>
        </p:nvSpPr>
        <p:spPr>
          <a:xfrm>
            <a:off x="2480702" y="6740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5" name="Shape 3843"/>
          <p:cNvSpPr/>
          <p:nvPr/>
        </p:nvSpPr>
        <p:spPr>
          <a:xfrm>
            <a:off x="2479093" y="6783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6" name="Shape 3844"/>
          <p:cNvSpPr/>
          <p:nvPr/>
        </p:nvSpPr>
        <p:spPr>
          <a:xfrm>
            <a:off x="2490145" y="6727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7" name="Shape 3845"/>
          <p:cNvSpPr/>
          <p:nvPr/>
        </p:nvSpPr>
        <p:spPr>
          <a:xfrm>
            <a:off x="2541037" y="67593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8" name="Shape 3846"/>
          <p:cNvSpPr/>
          <p:nvPr/>
        </p:nvSpPr>
        <p:spPr>
          <a:xfrm>
            <a:off x="2464016" y="7111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9" name="Shape 3847"/>
          <p:cNvSpPr/>
          <p:nvPr/>
        </p:nvSpPr>
        <p:spPr>
          <a:xfrm>
            <a:off x="2600078" y="7465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0" name="Shape 3848"/>
          <p:cNvSpPr/>
          <p:nvPr/>
        </p:nvSpPr>
        <p:spPr>
          <a:xfrm>
            <a:off x="2559127" y="7509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1" name="Shape 3849"/>
          <p:cNvSpPr/>
          <p:nvPr/>
        </p:nvSpPr>
        <p:spPr>
          <a:xfrm>
            <a:off x="2762330" y="7166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2" name="Shape 3850"/>
          <p:cNvSpPr/>
          <p:nvPr/>
        </p:nvSpPr>
        <p:spPr>
          <a:xfrm>
            <a:off x="2751047" y="7076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3" name="Shape 3851"/>
          <p:cNvSpPr/>
          <p:nvPr/>
        </p:nvSpPr>
        <p:spPr>
          <a:xfrm>
            <a:off x="2644092" y="75226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4" name="Shape 3852"/>
          <p:cNvSpPr/>
          <p:nvPr/>
        </p:nvSpPr>
        <p:spPr>
          <a:xfrm>
            <a:off x="2580496" y="7448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5" name="Shape 3853"/>
          <p:cNvSpPr/>
          <p:nvPr/>
        </p:nvSpPr>
        <p:spPr>
          <a:xfrm>
            <a:off x="2710389" y="7346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6" name="Shape 3854"/>
          <p:cNvSpPr/>
          <p:nvPr/>
        </p:nvSpPr>
        <p:spPr>
          <a:xfrm>
            <a:off x="2682248" y="6840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7" name="Shape 3855"/>
          <p:cNvSpPr/>
          <p:nvPr/>
        </p:nvSpPr>
        <p:spPr>
          <a:xfrm>
            <a:off x="2509786" y="7007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8" name="Shape 3856"/>
          <p:cNvSpPr/>
          <p:nvPr/>
        </p:nvSpPr>
        <p:spPr>
          <a:xfrm>
            <a:off x="2797906" y="67589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9" name="Shape 3857"/>
          <p:cNvSpPr/>
          <p:nvPr/>
        </p:nvSpPr>
        <p:spPr>
          <a:xfrm>
            <a:off x="2572574" y="69027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0" name="Shape 3858"/>
          <p:cNvSpPr/>
          <p:nvPr/>
        </p:nvSpPr>
        <p:spPr>
          <a:xfrm>
            <a:off x="2436391" y="68926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1" name="Shape 3859"/>
          <p:cNvSpPr/>
          <p:nvPr/>
        </p:nvSpPr>
        <p:spPr>
          <a:xfrm>
            <a:off x="2580348" y="7335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2" name="Shape 3860"/>
          <p:cNvSpPr/>
          <p:nvPr/>
        </p:nvSpPr>
        <p:spPr>
          <a:xfrm>
            <a:off x="2683143" y="6817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3" name="Shape 3861"/>
          <p:cNvSpPr/>
          <p:nvPr/>
        </p:nvSpPr>
        <p:spPr>
          <a:xfrm>
            <a:off x="2789024" y="7029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4" name="Shape 3862"/>
          <p:cNvSpPr/>
          <p:nvPr/>
        </p:nvSpPr>
        <p:spPr>
          <a:xfrm>
            <a:off x="2475846" y="7167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5" name="Shape 3863"/>
          <p:cNvSpPr/>
          <p:nvPr/>
        </p:nvSpPr>
        <p:spPr>
          <a:xfrm>
            <a:off x="2404076" y="68705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6" name="Shape 3864"/>
          <p:cNvSpPr/>
          <p:nvPr/>
        </p:nvSpPr>
        <p:spPr>
          <a:xfrm>
            <a:off x="2561060" y="69937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7" name="Shape 3865"/>
          <p:cNvSpPr/>
          <p:nvPr/>
        </p:nvSpPr>
        <p:spPr>
          <a:xfrm>
            <a:off x="2715818" y="7046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8" name="Shape 3866"/>
          <p:cNvSpPr/>
          <p:nvPr/>
        </p:nvSpPr>
        <p:spPr>
          <a:xfrm>
            <a:off x="2463148" y="71983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9" name="Shape 3867"/>
          <p:cNvSpPr/>
          <p:nvPr/>
        </p:nvSpPr>
        <p:spPr>
          <a:xfrm>
            <a:off x="2545554" y="6977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0" name="Shape 3868"/>
          <p:cNvSpPr/>
          <p:nvPr/>
        </p:nvSpPr>
        <p:spPr>
          <a:xfrm>
            <a:off x="2373746" y="6757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1" name="Shape 3869"/>
          <p:cNvSpPr/>
          <p:nvPr/>
        </p:nvSpPr>
        <p:spPr>
          <a:xfrm>
            <a:off x="2659741" y="68852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2" name="Shape 3870"/>
          <p:cNvSpPr/>
          <p:nvPr/>
        </p:nvSpPr>
        <p:spPr>
          <a:xfrm>
            <a:off x="2650375" y="7328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3" name="Shape 3871"/>
          <p:cNvSpPr/>
          <p:nvPr/>
        </p:nvSpPr>
        <p:spPr>
          <a:xfrm>
            <a:off x="2701124" y="6845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4" name="Shape 3872"/>
          <p:cNvSpPr/>
          <p:nvPr/>
        </p:nvSpPr>
        <p:spPr>
          <a:xfrm>
            <a:off x="2508806" y="7219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5" name="Shape 3873"/>
          <p:cNvSpPr/>
          <p:nvPr/>
        </p:nvSpPr>
        <p:spPr>
          <a:xfrm>
            <a:off x="2607952" y="71206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6" name="Shape 3874"/>
          <p:cNvSpPr/>
          <p:nvPr/>
        </p:nvSpPr>
        <p:spPr>
          <a:xfrm>
            <a:off x="2603593" y="6817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7" name="Shape 3875"/>
          <p:cNvSpPr/>
          <p:nvPr/>
        </p:nvSpPr>
        <p:spPr>
          <a:xfrm>
            <a:off x="2796485" y="6873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8" name="Shape 3876"/>
          <p:cNvSpPr/>
          <p:nvPr/>
        </p:nvSpPr>
        <p:spPr>
          <a:xfrm>
            <a:off x="2789455" y="69945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9" name="Shape 3877"/>
          <p:cNvSpPr/>
          <p:nvPr/>
        </p:nvSpPr>
        <p:spPr>
          <a:xfrm>
            <a:off x="2543667" y="72356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0" name="Shape 3878"/>
          <p:cNvSpPr/>
          <p:nvPr/>
        </p:nvSpPr>
        <p:spPr>
          <a:xfrm>
            <a:off x="2744273" y="69997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1" name="Shape 3879"/>
          <p:cNvSpPr/>
          <p:nvPr/>
        </p:nvSpPr>
        <p:spPr>
          <a:xfrm>
            <a:off x="2674953" y="67968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2" name="Shape 3880"/>
          <p:cNvSpPr/>
          <p:nvPr/>
        </p:nvSpPr>
        <p:spPr>
          <a:xfrm>
            <a:off x="2580762" y="6749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3" name="Shape 3881"/>
          <p:cNvSpPr/>
          <p:nvPr/>
        </p:nvSpPr>
        <p:spPr>
          <a:xfrm>
            <a:off x="2490817" y="7387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4" name="Shape 3882"/>
          <p:cNvSpPr/>
          <p:nvPr/>
        </p:nvSpPr>
        <p:spPr>
          <a:xfrm>
            <a:off x="2638229" y="7032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5" name="Shape 3883"/>
          <p:cNvSpPr/>
          <p:nvPr/>
        </p:nvSpPr>
        <p:spPr>
          <a:xfrm>
            <a:off x="2633271" y="68193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6" name="Shape 3884"/>
          <p:cNvSpPr/>
          <p:nvPr/>
        </p:nvSpPr>
        <p:spPr>
          <a:xfrm>
            <a:off x="2592057" y="6885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7" name="Shape 3885"/>
          <p:cNvSpPr/>
          <p:nvPr/>
        </p:nvSpPr>
        <p:spPr>
          <a:xfrm>
            <a:off x="2527068" y="70211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8" name="Shape 3886"/>
          <p:cNvSpPr/>
          <p:nvPr/>
        </p:nvSpPr>
        <p:spPr>
          <a:xfrm>
            <a:off x="2784918" y="7215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9" name="Shape 3887"/>
          <p:cNvSpPr/>
          <p:nvPr/>
        </p:nvSpPr>
        <p:spPr>
          <a:xfrm>
            <a:off x="2794268" y="700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0" name="Shape 3888"/>
          <p:cNvSpPr/>
          <p:nvPr/>
        </p:nvSpPr>
        <p:spPr>
          <a:xfrm>
            <a:off x="2430686" y="67942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1" name="Shape 3889"/>
          <p:cNvSpPr/>
          <p:nvPr/>
        </p:nvSpPr>
        <p:spPr>
          <a:xfrm>
            <a:off x="2713026" y="6764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2" name="Shape 3890"/>
          <p:cNvSpPr/>
          <p:nvPr/>
        </p:nvSpPr>
        <p:spPr>
          <a:xfrm>
            <a:off x="2619429" y="74998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3" name="Shape 3891"/>
          <p:cNvSpPr/>
          <p:nvPr/>
        </p:nvSpPr>
        <p:spPr>
          <a:xfrm>
            <a:off x="2423243" y="7547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4" name="Shape 3892"/>
          <p:cNvSpPr/>
          <p:nvPr/>
        </p:nvSpPr>
        <p:spPr>
          <a:xfrm>
            <a:off x="2372904" y="7566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5" name="Shape 3893"/>
          <p:cNvSpPr/>
          <p:nvPr/>
        </p:nvSpPr>
        <p:spPr>
          <a:xfrm>
            <a:off x="2774663" y="73714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6" name="Shape 3894"/>
          <p:cNvSpPr/>
          <p:nvPr/>
        </p:nvSpPr>
        <p:spPr>
          <a:xfrm>
            <a:off x="2482036" y="7279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7" name="Shape 3895"/>
          <p:cNvSpPr/>
          <p:nvPr/>
        </p:nvSpPr>
        <p:spPr>
          <a:xfrm>
            <a:off x="2756657" y="7175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8" name="Shape 3896"/>
          <p:cNvSpPr/>
          <p:nvPr/>
        </p:nvSpPr>
        <p:spPr>
          <a:xfrm>
            <a:off x="2472486" y="7319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9" name="Shape 3897"/>
          <p:cNvSpPr/>
          <p:nvPr/>
        </p:nvSpPr>
        <p:spPr>
          <a:xfrm>
            <a:off x="2684729" y="71508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0" name="Shape 3898"/>
          <p:cNvSpPr/>
          <p:nvPr/>
        </p:nvSpPr>
        <p:spPr>
          <a:xfrm>
            <a:off x="2732749" y="7290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1" name="Shape 3899"/>
          <p:cNvSpPr/>
          <p:nvPr/>
        </p:nvSpPr>
        <p:spPr>
          <a:xfrm>
            <a:off x="2774475" y="7119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2" name="Shape 3900"/>
          <p:cNvSpPr/>
          <p:nvPr/>
        </p:nvSpPr>
        <p:spPr>
          <a:xfrm>
            <a:off x="2417607" y="7195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3" name="Shape 3901"/>
          <p:cNvSpPr/>
          <p:nvPr/>
        </p:nvSpPr>
        <p:spPr>
          <a:xfrm>
            <a:off x="2630574" y="7269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4" name="Shape 3902"/>
          <p:cNvSpPr/>
          <p:nvPr/>
        </p:nvSpPr>
        <p:spPr>
          <a:xfrm>
            <a:off x="2507886" y="7168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5" name="Shape 3903"/>
          <p:cNvSpPr/>
          <p:nvPr/>
        </p:nvSpPr>
        <p:spPr>
          <a:xfrm>
            <a:off x="2529713" y="7108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6" name="Shape 3904"/>
          <p:cNvSpPr/>
          <p:nvPr/>
        </p:nvSpPr>
        <p:spPr>
          <a:xfrm>
            <a:off x="2500192" y="7555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7" name="Shape 3905"/>
          <p:cNvSpPr/>
          <p:nvPr/>
        </p:nvSpPr>
        <p:spPr>
          <a:xfrm>
            <a:off x="2646417" y="7574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8" name="Shape 3906"/>
          <p:cNvSpPr/>
          <p:nvPr/>
        </p:nvSpPr>
        <p:spPr>
          <a:xfrm>
            <a:off x="2723045" y="7355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9" name="Shape 3907"/>
          <p:cNvSpPr/>
          <p:nvPr/>
        </p:nvSpPr>
        <p:spPr>
          <a:xfrm>
            <a:off x="2511090" y="7171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0" name="Shape 3908"/>
          <p:cNvSpPr/>
          <p:nvPr/>
        </p:nvSpPr>
        <p:spPr>
          <a:xfrm>
            <a:off x="2759353" y="7375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1" name="Shape 3909"/>
          <p:cNvSpPr/>
          <p:nvPr/>
        </p:nvSpPr>
        <p:spPr>
          <a:xfrm>
            <a:off x="2379224" y="73549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2" name="Shape 3910"/>
          <p:cNvSpPr/>
          <p:nvPr/>
        </p:nvSpPr>
        <p:spPr>
          <a:xfrm>
            <a:off x="2780492" y="7385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3" name="Shape 3911"/>
          <p:cNvSpPr/>
          <p:nvPr/>
        </p:nvSpPr>
        <p:spPr>
          <a:xfrm>
            <a:off x="2429623" y="7977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4" name="Shape 3912"/>
          <p:cNvSpPr/>
          <p:nvPr/>
        </p:nvSpPr>
        <p:spPr>
          <a:xfrm>
            <a:off x="2631255" y="7993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5" name="Shape 3913"/>
          <p:cNvSpPr/>
          <p:nvPr/>
        </p:nvSpPr>
        <p:spPr>
          <a:xfrm>
            <a:off x="2373270" y="7912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6" name="Shape 3914"/>
          <p:cNvSpPr/>
          <p:nvPr/>
        </p:nvSpPr>
        <p:spPr>
          <a:xfrm>
            <a:off x="2476507" y="76455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7" name="Shape 3915"/>
          <p:cNvSpPr/>
          <p:nvPr/>
        </p:nvSpPr>
        <p:spPr>
          <a:xfrm>
            <a:off x="2627605" y="8040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8" name="Shape 3916"/>
          <p:cNvSpPr/>
          <p:nvPr/>
        </p:nvSpPr>
        <p:spPr>
          <a:xfrm>
            <a:off x="2466914" y="7776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9" name="Shape 3917"/>
          <p:cNvSpPr/>
          <p:nvPr/>
        </p:nvSpPr>
        <p:spPr>
          <a:xfrm>
            <a:off x="2673768" y="7564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0" name="Shape 3918"/>
          <p:cNvSpPr/>
          <p:nvPr/>
        </p:nvSpPr>
        <p:spPr>
          <a:xfrm>
            <a:off x="2592688" y="7867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1" name="Shape 3919"/>
          <p:cNvSpPr/>
          <p:nvPr/>
        </p:nvSpPr>
        <p:spPr>
          <a:xfrm>
            <a:off x="2653580" y="7620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2" name="Shape 3920"/>
          <p:cNvSpPr/>
          <p:nvPr/>
        </p:nvSpPr>
        <p:spPr>
          <a:xfrm>
            <a:off x="2457019" y="7913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3" name="Shape 3921"/>
          <p:cNvSpPr/>
          <p:nvPr/>
        </p:nvSpPr>
        <p:spPr>
          <a:xfrm>
            <a:off x="2500228" y="7664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4" name="Shape 3922"/>
          <p:cNvSpPr/>
          <p:nvPr/>
        </p:nvSpPr>
        <p:spPr>
          <a:xfrm>
            <a:off x="2584571" y="7887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5" name="Shape 3923"/>
          <p:cNvSpPr/>
          <p:nvPr/>
        </p:nvSpPr>
        <p:spPr>
          <a:xfrm>
            <a:off x="2480625" y="7205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6" name="Shape 3924"/>
          <p:cNvSpPr/>
          <p:nvPr/>
        </p:nvSpPr>
        <p:spPr>
          <a:xfrm>
            <a:off x="2536716" y="7573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7" name="Shape 3925"/>
          <p:cNvSpPr/>
          <p:nvPr/>
        </p:nvSpPr>
        <p:spPr>
          <a:xfrm>
            <a:off x="2728567" y="73697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8" name="Shape 3926"/>
          <p:cNvSpPr/>
          <p:nvPr/>
        </p:nvSpPr>
        <p:spPr>
          <a:xfrm>
            <a:off x="2649435" y="7384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9" name="Shape 3927"/>
          <p:cNvSpPr/>
          <p:nvPr/>
        </p:nvSpPr>
        <p:spPr>
          <a:xfrm>
            <a:off x="2643285" y="6875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0" name="Shape 3928"/>
          <p:cNvSpPr/>
          <p:nvPr/>
        </p:nvSpPr>
        <p:spPr>
          <a:xfrm>
            <a:off x="2743367" y="6936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1" name="Shape 3929"/>
          <p:cNvSpPr/>
          <p:nvPr/>
        </p:nvSpPr>
        <p:spPr>
          <a:xfrm>
            <a:off x="2645648" y="7105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2" name="Shape 3930"/>
          <p:cNvSpPr/>
          <p:nvPr/>
        </p:nvSpPr>
        <p:spPr>
          <a:xfrm>
            <a:off x="2566043" y="69303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3" name="Shape 3931"/>
          <p:cNvSpPr/>
          <p:nvPr/>
        </p:nvSpPr>
        <p:spPr>
          <a:xfrm>
            <a:off x="2761630" y="6963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4" name="Shape 3932"/>
          <p:cNvSpPr/>
          <p:nvPr/>
        </p:nvSpPr>
        <p:spPr>
          <a:xfrm>
            <a:off x="2425152" y="7213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5" name="Shape 3933"/>
          <p:cNvSpPr/>
          <p:nvPr/>
        </p:nvSpPr>
        <p:spPr>
          <a:xfrm>
            <a:off x="2734374" y="71018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6" name="Shape 3934"/>
          <p:cNvSpPr/>
          <p:nvPr/>
        </p:nvSpPr>
        <p:spPr>
          <a:xfrm>
            <a:off x="2626621" y="6875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7" name="Shape 3935"/>
          <p:cNvSpPr/>
          <p:nvPr/>
        </p:nvSpPr>
        <p:spPr>
          <a:xfrm>
            <a:off x="2594631" y="69780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8" name="Shape 3936"/>
          <p:cNvSpPr/>
          <p:nvPr/>
        </p:nvSpPr>
        <p:spPr>
          <a:xfrm>
            <a:off x="2471417" y="7278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9" name="Shape 3937"/>
          <p:cNvSpPr/>
          <p:nvPr/>
        </p:nvSpPr>
        <p:spPr>
          <a:xfrm>
            <a:off x="2397361" y="72657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0" name="Shape 3938"/>
          <p:cNvSpPr/>
          <p:nvPr/>
        </p:nvSpPr>
        <p:spPr>
          <a:xfrm>
            <a:off x="2749447" y="7248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1" name="Shape 3939"/>
          <p:cNvSpPr/>
          <p:nvPr/>
        </p:nvSpPr>
        <p:spPr>
          <a:xfrm>
            <a:off x="2721515" y="72467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2" name="Shape 3940"/>
          <p:cNvSpPr/>
          <p:nvPr/>
        </p:nvSpPr>
        <p:spPr>
          <a:xfrm>
            <a:off x="2443740" y="7271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3" name="Shape 3941"/>
          <p:cNvSpPr/>
          <p:nvPr/>
        </p:nvSpPr>
        <p:spPr>
          <a:xfrm>
            <a:off x="2416472" y="7260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4" name="Shape 3942"/>
          <p:cNvSpPr/>
          <p:nvPr/>
        </p:nvSpPr>
        <p:spPr>
          <a:xfrm>
            <a:off x="2553443" y="74785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5" name="Shape 3943"/>
          <p:cNvSpPr/>
          <p:nvPr/>
        </p:nvSpPr>
        <p:spPr>
          <a:xfrm>
            <a:off x="2725813" y="7655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6" name="Shape 3944"/>
          <p:cNvSpPr/>
          <p:nvPr/>
        </p:nvSpPr>
        <p:spPr>
          <a:xfrm>
            <a:off x="2403212" y="7195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7" name="Shape 3945"/>
          <p:cNvSpPr/>
          <p:nvPr/>
        </p:nvSpPr>
        <p:spPr>
          <a:xfrm>
            <a:off x="2784213" y="7428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8" name="Shape 3946"/>
          <p:cNvSpPr/>
          <p:nvPr/>
        </p:nvSpPr>
        <p:spPr>
          <a:xfrm>
            <a:off x="2633379" y="72464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9" name="Shape 3947"/>
          <p:cNvSpPr/>
          <p:nvPr/>
        </p:nvSpPr>
        <p:spPr>
          <a:xfrm>
            <a:off x="2629456" y="7573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0" name="Shape 3948"/>
          <p:cNvSpPr/>
          <p:nvPr/>
        </p:nvSpPr>
        <p:spPr>
          <a:xfrm>
            <a:off x="2368847" y="76330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1" name="Shape 3949"/>
          <p:cNvSpPr/>
          <p:nvPr/>
        </p:nvSpPr>
        <p:spPr>
          <a:xfrm>
            <a:off x="2480038" y="7678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2" name="Shape 3950"/>
          <p:cNvSpPr/>
          <p:nvPr/>
        </p:nvSpPr>
        <p:spPr>
          <a:xfrm>
            <a:off x="2537559" y="77212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3" name="Shape 3951"/>
          <p:cNvSpPr/>
          <p:nvPr/>
        </p:nvSpPr>
        <p:spPr>
          <a:xfrm>
            <a:off x="2424918" y="7120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4" name="Shape 3952"/>
          <p:cNvSpPr/>
          <p:nvPr/>
        </p:nvSpPr>
        <p:spPr>
          <a:xfrm>
            <a:off x="2433658" y="6782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5" name="Shape 3953"/>
          <p:cNvSpPr/>
          <p:nvPr/>
        </p:nvSpPr>
        <p:spPr>
          <a:xfrm>
            <a:off x="2452029" y="7680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6" name="Shape 3954"/>
          <p:cNvSpPr/>
          <p:nvPr/>
        </p:nvSpPr>
        <p:spPr>
          <a:xfrm>
            <a:off x="2606782" y="7700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7" name="Shape 3955"/>
          <p:cNvSpPr/>
          <p:nvPr/>
        </p:nvSpPr>
        <p:spPr>
          <a:xfrm>
            <a:off x="2725490" y="7802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8" name="Shape 3956"/>
          <p:cNvSpPr/>
          <p:nvPr/>
        </p:nvSpPr>
        <p:spPr>
          <a:xfrm>
            <a:off x="2550401" y="76591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9" name="Shape 3957"/>
          <p:cNvSpPr/>
          <p:nvPr/>
        </p:nvSpPr>
        <p:spPr>
          <a:xfrm>
            <a:off x="2790399" y="7640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0" name="Shape 3958"/>
          <p:cNvSpPr/>
          <p:nvPr/>
        </p:nvSpPr>
        <p:spPr>
          <a:xfrm>
            <a:off x="2526021" y="673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1" name="Shape 3959"/>
          <p:cNvSpPr/>
          <p:nvPr/>
        </p:nvSpPr>
        <p:spPr>
          <a:xfrm>
            <a:off x="2659457" y="6686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2" name="Shape 3960"/>
          <p:cNvSpPr/>
          <p:nvPr/>
        </p:nvSpPr>
        <p:spPr>
          <a:xfrm>
            <a:off x="2492301" y="7506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3" name="Shape 3961"/>
          <p:cNvSpPr/>
          <p:nvPr/>
        </p:nvSpPr>
        <p:spPr>
          <a:xfrm>
            <a:off x="2465828" y="72006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4" name="Shape 3962"/>
          <p:cNvSpPr/>
          <p:nvPr/>
        </p:nvSpPr>
        <p:spPr>
          <a:xfrm>
            <a:off x="2368343" y="6943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5" name="Shape 3963"/>
          <p:cNvSpPr/>
          <p:nvPr/>
        </p:nvSpPr>
        <p:spPr>
          <a:xfrm>
            <a:off x="2731728" y="67697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6" name="Shape 3964"/>
          <p:cNvSpPr/>
          <p:nvPr/>
        </p:nvSpPr>
        <p:spPr>
          <a:xfrm>
            <a:off x="2486773" y="6630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7" name="Shape 3965"/>
          <p:cNvSpPr/>
          <p:nvPr/>
        </p:nvSpPr>
        <p:spPr>
          <a:xfrm>
            <a:off x="2534614" y="6855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8" name="Shape 3966"/>
          <p:cNvSpPr/>
          <p:nvPr/>
        </p:nvSpPr>
        <p:spPr>
          <a:xfrm>
            <a:off x="2794239" y="71531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9" name="Shape 3967"/>
          <p:cNvSpPr/>
          <p:nvPr/>
        </p:nvSpPr>
        <p:spPr>
          <a:xfrm>
            <a:off x="2643309" y="72095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0" name="Shape 3968"/>
          <p:cNvSpPr/>
          <p:nvPr/>
        </p:nvSpPr>
        <p:spPr>
          <a:xfrm>
            <a:off x="2715067" y="7096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1" name="Shape 3969"/>
          <p:cNvSpPr/>
          <p:nvPr/>
        </p:nvSpPr>
        <p:spPr>
          <a:xfrm>
            <a:off x="2644240" y="7333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2" name="Shape 3970"/>
          <p:cNvSpPr/>
          <p:nvPr/>
        </p:nvSpPr>
        <p:spPr>
          <a:xfrm>
            <a:off x="2433416" y="7337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3" name="Shape 3971"/>
          <p:cNvSpPr/>
          <p:nvPr/>
        </p:nvSpPr>
        <p:spPr>
          <a:xfrm>
            <a:off x="2654678" y="7263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4" name="Shape 3972"/>
          <p:cNvSpPr/>
          <p:nvPr/>
        </p:nvSpPr>
        <p:spPr>
          <a:xfrm>
            <a:off x="2522604" y="7326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5" name="Shape 3973"/>
          <p:cNvSpPr/>
          <p:nvPr/>
        </p:nvSpPr>
        <p:spPr>
          <a:xfrm>
            <a:off x="2479049" y="7362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6" name="Shape 3974"/>
          <p:cNvSpPr/>
          <p:nvPr/>
        </p:nvSpPr>
        <p:spPr>
          <a:xfrm>
            <a:off x="2671167" y="76270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7" name="Shape 3975"/>
          <p:cNvSpPr/>
          <p:nvPr/>
        </p:nvSpPr>
        <p:spPr>
          <a:xfrm>
            <a:off x="2629583" y="6833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8" name="Shape 3976"/>
          <p:cNvSpPr/>
          <p:nvPr/>
        </p:nvSpPr>
        <p:spPr>
          <a:xfrm>
            <a:off x="2424911" y="7618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9" name="Shape 3977"/>
          <p:cNvSpPr/>
          <p:nvPr/>
        </p:nvSpPr>
        <p:spPr>
          <a:xfrm>
            <a:off x="2494125" y="7507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0" name="Shape 3978"/>
          <p:cNvSpPr/>
          <p:nvPr/>
        </p:nvSpPr>
        <p:spPr>
          <a:xfrm>
            <a:off x="2453403" y="7556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1" name="Shape 3979"/>
          <p:cNvSpPr/>
          <p:nvPr/>
        </p:nvSpPr>
        <p:spPr>
          <a:xfrm>
            <a:off x="2671573" y="7538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2" name="Shape 3980"/>
          <p:cNvSpPr/>
          <p:nvPr/>
        </p:nvSpPr>
        <p:spPr>
          <a:xfrm>
            <a:off x="2589191" y="7585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3" name="Shape 3981"/>
          <p:cNvSpPr/>
          <p:nvPr/>
        </p:nvSpPr>
        <p:spPr>
          <a:xfrm>
            <a:off x="2464058" y="7538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4" name="Shape 3982"/>
          <p:cNvSpPr/>
          <p:nvPr/>
        </p:nvSpPr>
        <p:spPr>
          <a:xfrm>
            <a:off x="2621273" y="7675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5" name="Shape 3983"/>
          <p:cNvSpPr/>
          <p:nvPr/>
        </p:nvSpPr>
        <p:spPr>
          <a:xfrm>
            <a:off x="2426203" y="7691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6" name="Shape 3984"/>
          <p:cNvSpPr/>
          <p:nvPr/>
        </p:nvSpPr>
        <p:spPr>
          <a:xfrm>
            <a:off x="2617193" y="76698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7" name="Shape 3985"/>
          <p:cNvSpPr/>
          <p:nvPr/>
        </p:nvSpPr>
        <p:spPr>
          <a:xfrm>
            <a:off x="2595838" y="7697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8" name="Shape 3986"/>
          <p:cNvSpPr/>
          <p:nvPr/>
        </p:nvSpPr>
        <p:spPr>
          <a:xfrm>
            <a:off x="2592602" y="7012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9" name="Shape 3987"/>
          <p:cNvSpPr/>
          <p:nvPr/>
        </p:nvSpPr>
        <p:spPr>
          <a:xfrm>
            <a:off x="2419043" y="7152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0" name="Shape 3988"/>
          <p:cNvSpPr/>
          <p:nvPr/>
        </p:nvSpPr>
        <p:spPr>
          <a:xfrm>
            <a:off x="2649670" y="69078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1" name="Shape 3989"/>
          <p:cNvSpPr/>
          <p:nvPr/>
        </p:nvSpPr>
        <p:spPr>
          <a:xfrm>
            <a:off x="2443950" y="7042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2" name="Shape 3990"/>
          <p:cNvSpPr/>
          <p:nvPr/>
        </p:nvSpPr>
        <p:spPr>
          <a:xfrm>
            <a:off x="2777451" y="7026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3" name="Shape 3991"/>
          <p:cNvSpPr/>
          <p:nvPr/>
        </p:nvSpPr>
        <p:spPr>
          <a:xfrm>
            <a:off x="2448188" y="7092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4" name="Shape 3992"/>
          <p:cNvSpPr/>
          <p:nvPr/>
        </p:nvSpPr>
        <p:spPr>
          <a:xfrm>
            <a:off x="2687766" y="70817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5" name="Shape 3993"/>
          <p:cNvSpPr/>
          <p:nvPr/>
        </p:nvSpPr>
        <p:spPr>
          <a:xfrm>
            <a:off x="2698535" y="7070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6" name="Shape 3994"/>
          <p:cNvSpPr/>
          <p:nvPr/>
        </p:nvSpPr>
        <p:spPr>
          <a:xfrm>
            <a:off x="2669819" y="6830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7" name="Shape 3995"/>
          <p:cNvSpPr/>
          <p:nvPr/>
        </p:nvSpPr>
        <p:spPr>
          <a:xfrm>
            <a:off x="2387923" y="7393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8" name="Shape 3996"/>
          <p:cNvSpPr/>
          <p:nvPr/>
        </p:nvSpPr>
        <p:spPr>
          <a:xfrm>
            <a:off x="2544211" y="73523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9" name="Shape 3997"/>
          <p:cNvSpPr/>
          <p:nvPr/>
        </p:nvSpPr>
        <p:spPr>
          <a:xfrm>
            <a:off x="2628243" y="7352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0" name="Shape 3998"/>
          <p:cNvSpPr/>
          <p:nvPr/>
        </p:nvSpPr>
        <p:spPr>
          <a:xfrm>
            <a:off x="2615552" y="7354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1" name="Shape 3999"/>
          <p:cNvSpPr/>
          <p:nvPr/>
        </p:nvSpPr>
        <p:spPr>
          <a:xfrm>
            <a:off x="2683935" y="7479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2" name="Shape 4000"/>
          <p:cNvSpPr/>
          <p:nvPr/>
        </p:nvSpPr>
        <p:spPr>
          <a:xfrm>
            <a:off x="2420917" y="7409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3" name="Shape 4001"/>
          <p:cNvSpPr/>
          <p:nvPr/>
        </p:nvSpPr>
        <p:spPr>
          <a:xfrm>
            <a:off x="2601685" y="6987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4" name="Shape 4002"/>
          <p:cNvSpPr/>
          <p:nvPr/>
        </p:nvSpPr>
        <p:spPr>
          <a:xfrm>
            <a:off x="2375054" y="7057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5" name="Shape 4003"/>
          <p:cNvSpPr/>
          <p:nvPr/>
        </p:nvSpPr>
        <p:spPr>
          <a:xfrm>
            <a:off x="2780713" y="69150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6" name="Shape 4004"/>
          <p:cNvSpPr/>
          <p:nvPr/>
        </p:nvSpPr>
        <p:spPr>
          <a:xfrm>
            <a:off x="2508585" y="7458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7" name="Shape 4005"/>
          <p:cNvSpPr/>
          <p:nvPr/>
        </p:nvSpPr>
        <p:spPr>
          <a:xfrm>
            <a:off x="2554950" y="7239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8" name="Shape 4006"/>
          <p:cNvSpPr/>
          <p:nvPr/>
        </p:nvSpPr>
        <p:spPr>
          <a:xfrm>
            <a:off x="2641036" y="7287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9" name="Shape 4007"/>
          <p:cNvSpPr/>
          <p:nvPr/>
        </p:nvSpPr>
        <p:spPr>
          <a:xfrm>
            <a:off x="2539089" y="73617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0" name="Shape 4008"/>
          <p:cNvSpPr/>
          <p:nvPr/>
        </p:nvSpPr>
        <p:spPr>
          <a:xfrm>
            <a:off x="2405481" y="6847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1" name="Shape 4009"/>
          <p:cNvSpPr/>
          <p:nvPr/>
        </p:nvSpPr>
        <p:spPr>
          <a:xfrm>
            <a:off x="2711086" y="7239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2" name="Shape 4010"/>
          <p:cNvSpPr/>
          <p:nvPr/>
        </p:nvSpPr>
        <p:spPr>
          <a:xfrm>
            <a:off x="2777663" y="7179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3" name="Shape 4011"/>
          <p:cNvSpPr/>
          <p:nvPr/>
        </p:nvSpPr>
        <p:spPr>
          <a:xfrm>
            <a:off x="2407483" y="71846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4" name="Shape 4012"/>
          <p:cNvSpPr/>
          <p:nvPr/>
        </p:nvSpPr>
        <p:spPr>
          <a:xfrm>
            <a:off x="2542309" y="6856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5" name="Shape 4013"/>
          <p:cNvSpPr/>
          <p:nvPr/>
        </p:nvSpPr>
        <p:spPr>
          <a:xfrm>
            <a:off x="2718902" y="7102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6" name="Shape 4014"/>
          <p:cNvSpPr/>
          <p:nvPr/>
        </p:nvSpPr>
        <p:spPr>
          <a:xfrm>
            <a:off x="2762672" y="6907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7" name="Shape 4015"/>
          <p:cNvSpPr/>
          <p:nvPr/>
        </p:nvSpPr>
        <p:spPr>
          <a:xfrm>
            <a:off x="2534497" y="7142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8" name="Shape 4016"/>
          <p:cNvSpPr/>
          <p:nvPr/>
        </p:nvSpPr>
        <p:spPr>
          <a:xfrm>
            <a:off x="2550826" y="7269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9" name="Shape 4017"/>
          <p:cNvSpPr/>
          <p:nvPr/>
        </p:nvSpPr>
        <p:spPr>
          <a:xfrm>
            <a:off x="2497499" y="7031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0" name="Shape 4018"/>
          <p:cNvSpPr/>
          <p:nvPr/>
        </p:nvSpPr>
        <p:spPr>
          <a:xfrm>
            <a:off x="2432088" y="7789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1" name="Shape 4019"/>
          <p:cNvSpPr/>
          <p:nvPr/>
        </p:nvSpPr>
        <p:spPr>
          <a:xfrm>
            <a:off x="2517987" y="72084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2" name="Shape 4020"/>
          <p:cNvSpPr/>
          <p:nvPr/>
        </p:nvSpPr>
        <p:spPr>
          <a:xfrm>
            <a:off x="2595523" y="7506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3" name="Shape 4021"/>
          <p:cNvSpPr/>
          <p:nvPr/>
        </p:nvSpPr>
        <p:spPr>
          <a:xfrm>
            <a:off x="2591680" y="70224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4" name="Shape 4022"/>
          <p:cNvSpPr/>
          <p:nvPr/>
        </p:nvSpPr>
        <p:spPr>
          <a:xfrm>
            <a:off x="2638789" y="7181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5" name="Shape 4023"/>
          <p:cNvSpPr/>
          <p:nvPr/>
        </p:nvSpPr>
        <p:spPr>
          <a:xfrm>
            <a:off x="2412449" y="7465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6" name="Shape 4024"/>
          <p:cNvSpPr/>
          <p:nvPr/>
        </p:nvSpPr>
        <p:spPr>
          <a:xfrm>
            <a:off x="2600158" y="75926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7" name="Shape 4025"/>
          <p:cNvSpPr/>
          <p:nvPr/>
        </p:nvSpPr>
        <p:spPr>
          <a:xfrm>
            <a:off x="2680656" y="7182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8" name="Shape 4026"/>
          <p:cNvSpPr/>
          <p:nvPr/>
        </p:nvSpPr>
        <p:spPr>
          <a:xfrm>
            <a:off x="2393043" y="74463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9" name="Shape 4027"/>
          <p:cNvSpPr/>
          <p:nvPr/>
        </p:nvSpPr>
        <p:spPr>
          <a:xfrm>
            <a:off x="2694833" y="6958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0" name="Shape 4028"/>
          <p:cNvSpPr/>
          <p:nvPr/>
        </p:nvSpPr>
        <p:spPr>
          <a:xfrm>
            <a:off x="2736612" y="7211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1" name="Shape 4029"/>
          <p:cNvSpPr/>
          <p:nvPr/>
        </p:nvSpPr>
        <p:spPr>
          <a:xfrm>
            <a:off x="2569382" y="7198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2" name="Shape 4030"/>
          <p:cNvSpPr/>
          <p:nvPr/>
        </p:nvSpPr>
        <p:spPr>
          <a:xfrm>
            <a:off x="2422731" y="7257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3" name="Shape 4031"/>
          <p:cNvSpPr/>
          <p:nvPr/>
        </p:nvSpPr>
        <p:spPr>
          <a:xfrm>
            <a:off x="2754257" y="7180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4" name="Shape 4032"/>
          <p:cNvSpPr/>
          <p:nvPr/>
        </p:nvSpPr>
        <p:spPr>
          <a:xfrm>
            <a:off x="2661649" y="7577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5" name="Shape 4033"/>
          <p:cNvSpPr/>
          <p:nvPr/>
        </p:nvSpPr>
        <p:spPr>
          <a:xfrm>
            <a:off x="2619784" y="7289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6" name="Shape 4034"/>
          <p:cNvSpPr/>
          <p:nvPr/>
        </p:nvSpPr>
        <p:spPr>
          <a:xfrm>
            <a:off x="2671155" y="7206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7" name="Shape 4035"/>
          <p:cNvSpPr/>
          <p:nvPr/>
        </p:nvSpPr>
        <p:spPr>
          <a:xfrm>
            <a:off x="2570290" y="7059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8" name="Shape 4036"/>
          <p:cNvSpPr/>
          <p:nvPr/>
        </p:nvSpPr>
        <p:spPr>
          <a:xfrm>
            <a:off x="2633666" y="7702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9" name="Shape 4037"/>
          <p:cNvSpPr/>
          <p:nvPr/>
        </p:nvSpPr>
        <p:spPr>
          <a:xfrm>
            <a:off x="2424616" y="70359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0" name="Shape 4038"/>
          <p:cNvSpPr/>
          <p:nvPr/>
        </p:nvSpPr>
        <p:spPr>
          <a:xfrm>
            <a:off x="2497794" y="75278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1" name="Shape 4039"/>
          <p:cNvSpPr/>
          <p:nvPr/>
        </p:nvSpPr>
        <p:spPr>
          <a:xfrm>
            <a:off x="2369999" y="56261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2" name="Shape 4040"/>
          <p:cNvSpPr/>
          <p:nvPr/>
        </p:nvSpPr>
        <p:spPr>
          <a:xfrm>
            <a:off x="2668839" y="7374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3" name="Shape 4041"/>
          <p:cNvSpPr/>
          <p:nvPr/>
        </p:nvSpPr>
        <p:spPr>
          <a:xfrm>
            <a:off x="2742081" y="73376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4" name="Shape 4042"/>
          <p:cNvSpPr/>
          <p:nvPr/>
        </p:nvSpPr>
        <p:spPr>
          <a:xfrm>
            <a:off x="2726289" y="7024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5" name="Shape 4043"/>
          <p:cNvSpPr/>
          <p:nvPr/>
        </p:nvSpPr>
        <p:spPr>
          <a:xfrm>
            <a:off x="2435859" y="6804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6" name="Shape 4044"/>
          <p:cNvSpPr/>
          <p:nvPr/>
        </p:nvSpPr>
        <p:spPr>
          <a:xfrm>
            <a:off x="2502010" y="6801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7" name="Shape 4045"/>
          <p:cNvSpPr/>
          <p:nvPr/>
        </p:nvSpPr>
        <p:spPr>
          <a:xfrm>
            <a:off x="2493559" y="7263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8" name="Shape 4046"/>
          <p:cNvSpPr/>
          <p:nvPr/>
        </p:nvSpPr>
        <p:spPr>
          <a:xfrm>
            <a:off x="2487667" y="6719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9" name="Shape 4047"/>
          <p:cNvSpPr/>
          <p:nvPr/>
        </p:nvSpPr>
        <p:spPr>
          <a:xfrm>
            <a:off x="2689189" y="6914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0" name="Shape 4048"/>
          <p:cNvSpPr/>
          <p:nvPr/>
        </p:nvSpPr>
        <p:spPr>
          <a:xfrm>
            <a:off x="2676110" y="6796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1" name="Shape 4049"/>
          <p:cNvSpPr/>
          <p:nvPr/>
        </p:nvSpPr>
        <p:spPr>
          <a:xfrm>
            <a:off x="2756160" y="6745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2" name="Shape 4050"/>
          <p:cNvSpPr/>
          <p:nvPr/>
        </p:nvSpPr>
        <p:spPr>
          <a:xfrm>
            <a:off x="2613886" y="6736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3" name="Shape 4051"/>
          <p:cNvSpPr/>
          <p:nvPr/>
        </p:nvSpPr>
        <p:spPr>
          <a:xfrm>
            <a:off x="2774973" y="6655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4" name="Shape 4052"/>
          <p:cNvSpPr/>
          <p:nvPr/>
        </p:nvSpPr>
        <p:spPr>
          <a:xfrm>
            <a:off x="2527243" y="6733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5" name="Shape 4053"/>
          <p:cNvSpPr/>
          <p:nvPr/>
        </p:nvSpPr>
        <p:spPr>
          <a:xfrm>
            <a:off x="2552313" y="66066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6" name="Shape 4054"/>
          <p:cNvSpPr/>
          <p:nvPr/>
        </p:nvSpPr>
        <p:spPr>
          <a:xfrm>
            <a:off x="2560692" y="6910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7" name="Shape 4055"/>
          <p:cNvSpPr/>
          <p:nvPr/>
        </p:nvSpPr>
        <p:spPr>
          <a:xfrm>
            <a:off x="2564734" y="6737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8" name="Shape 4056"/>
          <p:cNvSpPr/>
          <p:nvPr/>
        </p:nvSpPr>
        <p:spPr>
          <a:xfrm>
            <a:off x="2513000" y="7271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9" name="Shape 4057"/>
          <p:cNvSpPr/>
          <p:nvPr/>
        </p:nvSpPr>
        <p:spPr>
          <a:xfrm>
            <a:off x="2454996" y="6833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0" name="Shape 4058"/>
          <p:cNvSpPr/>
          <p:nvPr/>
        </p:nvSpPr>
        <p:spPr>
          <a:xfrm>
            <a:off x="2545074" y="6747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1" name="Shape 4059"/>
          <p:cNvSpPr/>
          <p:nvPr/>
        </p:nvSpPr>
        <p:spPr>
          <a:xfrm>
            <a:off x="2692986" y="6691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2" name="Shape 4060"/>
          <p:cNvSpPr/>
          <p:nvPr/>
        </p:nvSpPr>
        <p:spPr>
          <a:xfrm>
            <a:off x="2472999" y="6825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3" name="Shape 4061"/>
          <p:cNvSpPr/>
          <p:nvPr/>
        </p:nvSpPr>
        <p:spPr>
          <a:xfrm>
            <a:off x="2690861" y="6756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4" name="Shape 4062"/>
          <p:cNvSpPr/>
          <p:nvPr/>
        </p:nvSpPr>
        <p:spPr>
          <a:xfrm>
            <a:off x="2575200" y="7281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5" name="Shape 4063"/>
          <p:cNvSpPr/>
          <p:nvPr/>
        </p:nvSpPr>
        <p:spPr>
          <a:xfrm>
            <a:off x="2604713" y="6846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6" name="Shape 4064"/>
          <p:cNvSpPr/>
          <p:nvPr/>
        </p:nvSpPr>
        <p:spPr>
          <a:xfrm>
            <a:off x="2796953" y="7446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7" name="Shape 4065"/>
          <p:cNvSpPr/>
          <p:nvPr/>
        </p:nvSpPr>
        <p:spPr>
          <a:xfrm>
            <a:off x="2653245" y="7688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8" name="Shape 4066"/>
          <p:cNvSpPr/>
          <p:nvPr/>
        </p:nvSpPr>
        <p:spPr>
          <a:xfrm>
            <a:off x="2633294" y="7469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9" name="Shape 4067"/>
          <p:cNvSpPr/>
          <p:nvPr/>
        </p:nvSpPr>
        <p:spPr>
          <a:xfrm>
            <a:off x="2720745" y="6983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0" name="Shape 4068"/>
          <p:cNvSpPr/>
          <p:nvPr/>
        </p:nvSpPr>
        <p:spPr>
          <a:xfrm>
            <a:off x="2539775" y="7452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1" name="Shape 4069"/>
          <p:cNvSpPr/>
          <p:nvPr/>
        </p:nvSpPr>
        <p:spPr>
          <a:xfrm>
            <a:off x="2616136" y="7287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2" name="Shape 4070"/>
          <p:cNvSpPr/>
          <p:nvPr/>
        </p:nvSpPr>
        <p:spPr>
          <a:xfrm>
            <a:off x="2406177" y="73202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3" name="Shape 4071"/>
          <p:cNvSpPr/>
          <p:nvPr/>
        </p:nvSpPr>
        <p:spPr>
          <a:xfrm>
            <a:off x="2628415" y="7025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4" name="Shape 4072"/>
          <p:cNvSpPr/>
          <p:nvPr/>
        </p:nvSpPr>
        <p:spPr>
          <a:xfrm>
            <a:off x="2725742" y="7856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5" name="Shape 4073"/>
          <p:cNvSpPr/>
          <p:nvPr/>
        </p:nvSpPr>
        <p:spPr>
          <a:xfrm>
            <a:off x="2673061" y="7518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6" name="Shape 4074"/>
          <p:cNvSpPr/>
          <p:nvPr/>
        </p:nvSpPr>
        <p:spPr>
          <a:xfrm>
            <a:off x="2686475" y="7398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7" name="Shape 4075"/>
          <p:cNvSpPr/>
          <p:nvPr/>
        </p:nvSpPr>
        <p:spPr>
          <a:xfrm>
            <a:off x="2678787" y="7915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8" name="Shape 4076"/>
          <p:cNvSpPr/>
          <p:nvPr/>
        </p:nvSpPr>
        <p:spPr>
          <a:xfrm>
            <a:off x="2390684" y="6965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9" name="Shape 4077"/>
          <p:cNvSpPr/>
          <p:nvPr/>
        </p:nvSpPr>
        <p:spPr>
          <a:xfrm>
            <a:off x="2493640" y="71156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0" name="Shape 4078"/>
          <p:cNvSpPr/>
          <p:nvPr/>
        </p:nvSpPr>
        <p:spPr>
          <a:xfrm>
            <a:off x="2766226" y="7163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1" name="Shape 4079"/>
          <p:cNvSpPr/>
          <p:nvPr/>
        </p:nvSpPr>
        <p:spPr>
          <a:xfrm>
            <a:off x="2611556" y="7106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2" name="Shape 4080"/>
          <p:cNvSpPr/>
          <p:nvPr/>
        </p:nvSpPr>
        <p:spPr>
          <a:xfrm>
            <a:off x="2718122" y="6972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3" name="Shape 4081"/>
          <p:cNvSpPr/>
          <p:nvPr/>
        </p:nvSpPr>
        <p:spPr>
          <a:xfrm>
            <a:off x="2494075" y="6976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4" name="Shape 4082"/>
          <p:cNvSpPr/>
          <p:nvPr/>
        </p:nvSpPr>
        <p:spPr>
          <a:xfrm>
            <a:off x="2734040" y="7206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5" name="Shape 4083"/>
          <p:cNvSpPr/>
          <p:nvPr/>
        </p:nvSpPr>
        <p:spPr>
          <a:xfrm>
            <a:off x="2694623" y="7072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6" name="Shape 4084"/>
          <p:cNvSpPr/>
          <p:nvPr/>
        </p:nvSpPr>
        <p:spPr>
          <a:xfrm>
            <a:off x="2759533" y="7073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7" name="Shape 4085"/>
          <p:cNvSpPr/>
          <p:nvPr/>
        </p:nvSpPr>
        <p:spPr>
          <a:xfrm>
            <a:off x="2430711" y="718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8" name="Shape 4086"/>
          <p:cNvSpPr/>
          <p:nvPr/>
        </p:nvSpPr>
        <p:spPr>
          <a:xfrm>
            <a:off x="2797031" y="7068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9" name="Shape 4087"/>
          <p:cNvSpPr/>
          <p:nvPr/>
        </p:nvSpPr>
        <p:spPr>
          <a:xfrm>
            <a:off x="2632949" y="7071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0" name="Shape 4088"/>
          <p:cNvSpPr/>
          <p:nvPr/>
        </p:nvSpPr>
        <p:spPr>
          <a:xfrm>
            <a:off x="2776588" y="7096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1" name="Shape 4089"/>
          <p:cNvSpPr/>
          <p:nvPr/>
        </p:nvSpPr>
        <p:spPr>
          <a:xfrm>
            <a:off x="2722461" y="7113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2" name="Shape 4090"/>
          <p:cNvSpPr/>
          <p:nvPr/>
        </p:nvSpPr>
        <p:spPr>
          <a:xfrm>
            <a:off x="2409130" y="7579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3" name="Shape 4091"/>
          <p:cNvSpPr/>
          <p:nvPr/>
        </p:nvSpPr>
        <p:spPr>
          <a:xfrm>
            <a:off x="2622061" y="7545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4" name="Shape 4092"/>
          <p:cNvSpPr/>
          <p:nvPr/>
        </p:nvSpPr>
        <p:spPr>
          <a:xfrm>
            <a:off x="2454239" y="7253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5" name="Shape 4093"/>
          <p:cNvSpPr/>
          <p:nvPr/>
        </p:nvSpPr>
        <p:spPr>
          <a:xfrm>
            <a:off x="2489452" y="7550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6" name="Shape 4094"/>
          <p:cNvSpPr/>
          <p:nvPr/>
        </p:nvSpPr>
        <p:spPr>
          <a:xfrm>
            <a:off x="2767365" y="76410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7" name="Shape 4095"/>
          <p:cNvSpPr/>
          <p:nvPr/>
        </p:nvSpPr>
        <p:spPr>
          <a:xfrm>
            <a:off x="2412517" y="76920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8" name="Shape 4096"/>
          <p:cNvSpPr/>
          <p:nvPr/>
        </p:nvSpPr>
        <p:spPr>
          <a:xfrm>
            <a:off x="2785182" y="7141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9" name="Shape 4097"/>
          <p:cNvSpPr/>
          <p:nvPr/>
        </p:nvSpPr>
        <p:spPr>
          <a:xfrm>
            <a:off x="2429138" y="7121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0" name="Shape 4098"/>
          <p:cNvSpPr/>
          <p:nvPr/>
        </p:nvSpPr>
        <p:spPr>
          <a:xfrm>
            <a:off x="2557031" y="70497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1" name="Shape 4099"/>
          <p:cNvSpPr/>
          <p:nvPr/>
        </p:nvSpPr>
        <p:spPr>
          <a:xfrm>
            <a:off x="2664972" y="7236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2" name="Shape 4100"/>
          <p:cNvSpPr/>
          <p:nvPr/>
        </p:nvSpPr>
        <p:spPr>
          <a:xfrm>
            <a:off x="2672226" y="6982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3" name="Shape 4101"/>
          <p:cNvSpPr/>
          <p:nvPr/>
        </p:nvSpPr>
        <p:spPr>
          <a:xfrm>
            <a:off x="2378704" y="7861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4" name="Shape 4102"/>
          <p:cNvSpPr/>
          <p:nvPr/>
        </p:nvSpPr>
        <p:spPr>
          <a:xfrm>
            <a:off x="2542676" y="71414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5" name="Shape 4103"/>
          <p:cNvSpPr/>
          <p:nvPr/>
        </p:nvSpPr>
        <p:spPr>
          <a:xfrm>
            <a:off x="2706712" y="7103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6" name="Shape 4104"/>
          <p:cNvSpPr/>
          <p:nvPr/>
        </p:nvSpPr>
        <p:spPr>
          <a:xfrm>
            <a:off x="2383756" y="7157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7" name="Shape 4105"/>
          <p:cNvSpPr/>
          <p:nvPr/>
        </p:nvSpPr>
        <p:spPr>
          <a:xfrm>
            <a:off x="2750960" y="78596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8" name="Shape 4106"/>
          <p:cNvSpPr/>
          <p:nvPr/>
        </p:nvSpPr>
        <p:spPr>
          <a:xfrm>
            <a:off x="2665184" y="7764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9" name="Shape 4107"/>
          <p:cNvSpPr/>
          <p:nvPr/>
        </p:nvSpPr>
        <p:spPr>
          <a:xfrm>
            <a:off x="2459195" y="7836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0" name="Shape 4108"/>
          <p:cNvSpPr/>
          <p:nvPr/>
        </p:nvSpPr>
        <p:spPr>
          <a:xfrm>
            <a:off x="2558632" y="7786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1" name="Shape 4109"/>
          <p:cNvSpPr/>
          <p:nvPr/>
        </p:nvSpPr>
        <p:spPr>
          <a:xfrm>
            <a:off x="2478193" y="7847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2" name="Shape 4110"/>
          <p:cNvSpPr/>
          <p:nvPr/>
        </p:nvSpPr>
        <p:spPr>
          <a:xfrm>
            <a:off x="2692237" y="7784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3" name="Shape 4111"/>
          <p:cNvSpPr/>
          <p:nvPr/>
        </p:nvSpPr>
        <p:spPr>
          <a:xfrm>
            <a:off x="2671180" y="7841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4" name="Shape 4112"/>
          <p:cNvSpPr/>
          <p:nvPr/>
        </p:nvSpPr>
        <p:spPr>
          <a:xfrm>
            <a:off x="2432152" y="7872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5" name="Shape 4113"/>
          <p:cNvSpPr/>
          <p:nvPr/>
        </p:nvSpPr>
        <p:spPr>
          <a:xfrm>
            <a:off x="2457153" y="6953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6" name="Shape 4114"/>
          <p:cNvSpPr/>
          <p:nvPr/>
        </p:nvSpPr>
        <p:spPr>
          <a:xfrm>
            <a:off x="2578440" y="7632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7" name="Shape 4115"/>
          <p:cNvSpPr/>
          <p:nvPr/>
        </p:nvSpPr>
        <p:spPr>
          <a:xfrm>
            <a:off x="2576658" y="7198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8" name="Shape 4116"/>
          <p:cNvSpPr/>
          <p:nvPr/>
        </p:nvSpPr>
        <p:spPr>
          <a:xfrm>
            <a:off x="2602173" y="6917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9" name="Shape 4117"/>
          <p:cNvSpPr/>
          <p:nvPr/>
        </p:nvSpPr>
        <p:spPr>
          <a:xfrm>
            <a:off x="2404178" y="7186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0" name="Shape 4118"/>
          <p:cNvSpPr/>
          <p:nvPr/>
        </p:nvSpPr>
        <p:spPr>
          <a:xfrm>
            <a:off x="2376347" y="6901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1" name="Shape 4119"/>
          <p:cNvSpPr/>
          <p:nvPr/>
        </p:nvSpPr>
        <p:spPr>
          <a:xfrm>
            <a:off x="2492323" y="7317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2" name="Shape 4120"/>
          <p:cNvSpPr/>
          <p:nvPr/>
        </p:nvSpPr>
        <p:spPr>
          <a:xfrm>
            <a:off x="2535374" y="68161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3" name="Shape 4121"/>
          <p:cNvSpPr/>
          <p:nvPr/>
        </p:nvSpPr>
        <p:spPr>
          <a:xfrm>
            <a:off x="2584389" y="71335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4" name="Shape 4122"/>
          <p:cNvSpPr/>
          <p:nvPr/>
        </p:nvSpPr>
        <p:spPr>
          <a:xfrm>
            <a:off x="2695737" y="6895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5" name="Shape 4123"/>
          <p:cNvSpPr/>
          <p:nvPr/>
        </p:nvSpPr>
        <p:spPr>
          <a:xfrm>
            <a:off x="2603500" y="6754114"/>
            <a:ext cx="127" cy="1040089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126" name="Shape 4124"/>
          <p:cNvSpPr/>
          <p:nvPr/>
        </p:nvSpPr>
        <p:spPr>
          <a:xfrm>
            <a:off x="2489200" y="7794204"/>
            <a:ext cx="228600" cy="127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127" name="Shape 4125"/>
          <p:cNvSpPr/>
          <p:nvPr/>
        </p:nvSpPr>
        <p:spPr>
          <a:xfrm>
            <a:off x="2489200" y="6754114"/>
            <a:ext cx="228600" cy="127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128" name="Shape 4126"/>
          <p:cNvSpPr/>
          <p:nvPr/>
        </p:nvSpPr>
        <p:spPr>
          <a:xfrm>
            <a:off x="2438400" y="7032593"/>
            <a:ext cx="330200" cy="576881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4129" name="Shape 4127"/>
          <p:cNvSpPr/>
          <p:nvPr/>
        </p:nvSpPr>
        <p:spPr>
          <a:xfrm>
            <a:off x="2438400" y="7337138"/>
            <a:ext cx="330200" cy="127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4130" name="Shape 4128"/>
          <p:cNvSpPr/>
          <p:nvPr/>
        </p:nvSpPr>
        <p:spPr>
          <a:xfrm>
            <a:off x="3452892" y="7364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1" name="Shape 4129"/>
          <p:cNvSpPr/>
          <p:nvPr/>
        </p:nvSpPr>
        <p:spPr>
          <a:xfrm>
            <a:off x="3409944" y="7388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2" name="Shape 4130"/>
          <p:cNvSpPr/>
          <p:nvPr/>
        </p:nvSpPr>
        <p:spPr>
          <a:xfrm>
            <a:off x="3161958" y="7472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3" name="Shape 4131"/>
          <p:cNvSpPr/>
          <p:nvPr/>
        </p:nvSpPr>
        <p:spPr>
          <a:xfrm>
            <a:off x="3379874" y="7456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4" name="Shape 4132"/>
          <p:cNvSpPr/>
          <p:nvPr/>
        </p:nvSpPr>
        <p:spPr>
          <a:xfrm>
            <a:off x="3044740" y="73854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5" name="Shape 4133"/>
          <p:cNvSpPr/>
          <p:nvPr/>
        </p:nvSpPr>
        <p:spPr>
          <a:xfrm>
            <a:off x="3243556" y="7391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6" name="Shape 4134"/>
          <p:cNvSpPr/>
          <p:nvPr/>
        </p:nvSpPr>
        <p:spPr>
          <a:xfrm>
            <a:off x="3213448" y="74507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7" name="Shape 4135"/>
          <p:cNvSpPr/>
          <p:nvPr/>
        </p:nvSpPr>
        <p:spPr>
          <a:xfrm>
            <a:off x="3268425" y="7493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8" name="Shape 4136"/>
          <p:cNvSpPr/>
          <p:nvPr/>
        </p:nvSpPr>
        <p:spPr>
          <a:xfrm>
            <a:off x="3247588" y="7359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9" name="Shape 4137"/>
          <p:cNvSpPr/>
          <p:nvPr/>
        </p:nvSpPr>
        <p:spPr>
          <a:xfrm>
            <a:off x="3457466" y="7394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0" name="Shape 4138"/>
          <p:cNvSpPr/>
          <p:nvPr/>
        </p:nvSpPr>
        <p:spPr>
          <a:xfrm>
            <a:off x="3258570" y="74607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1" name="Shape 4139"/>
          <p:cNvSpPr/>
          <p:nvPr/>
        </p:nvSpPr>
        <p:spPr>
          <a:xfrm>
            <a:off x="3403117" y="7370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2" name="Shape 4140"/>
          <p:cNvSpPr/>
          <p:nvPr/>
        </p:nvSpPr>
        <p:spPr>
          <a:xfrm>
            <a:off x="3244513" y="7484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3" name="Shape 4141"/>
          <p:cNvSpPr/>
          <p:nvPr/>
        </p:nvSpPr>
        <p:spPr>
          <a:xfrm>
            <a:off x="3446236" y="7395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4" name="Shape 4142"/>
          <p:cNvSpPr/>
          <p:nvPr/>
        </p:nvSpPr>
        <p:spPr>
          <a:xfrm>
            <a:off x="3084828" y="72688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5" name="Shape 4143"/>
          <p:cNvSpPr/>
          <p:nvPr/>
        </p:nvSpPr>
        <p:spPr>
          <a:xfrm>
            <a:off x="3076481" y="7461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6" name="Shape 4144"/>
          <p:cNvSpPr/>
          <p:nvPr/>
        </p:nvSpPr>
        <p:spPr>
          <a:xfrm>
            <a:off x="3102188" y="7371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7" name="Shape 4145"/>
          <p:cNvSpPr/>
          <p:nvPr/>
        </p:nvSpPr>
        <p:spPr>
          <a:xfrm>
            <a:off x="3191988" y="7466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8" name="Shape 4146"/>
          <p:cNvSpPr/>
          <p:nvPr/>
        </p:nvSpPr>
        <p:spPr>
          <a:xfrm>
            <a:off x="3093561" y="7457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9" name="Shape 4147"/>
          <p:cNvSpPr/>
          <p:nvPr/>
        </p:nvSpPr>
        <p:spPr>
          <a:xfrm>
            <a:off x="3403363" y="7392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0" name="Shape 4148"/>
          <p:cNvSpPr/>
          <p:nvPr/>
        </p:nvSpPr>
        <p:spPr>
          <a:xfrm>
            <a:off x="3416345" y="7424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1" name="Shape 4149"/>
          <p:cNvSpPr/>
          <p:nvPr/>
        </p:nvSpPr>
        <p:spPr>
          <a:xfrm>
            <a:off x="3102252" y="7411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2" name="Shape 4150"/>
          <p:cNvSpPr/>
          <p:nvPr/>
        </p:nvSpPr>
        <p:spPr>
          <a:xfrm>
            <a:off x="3207115" y="74934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3" name="Shape 4151"/>
          <p:cNvSpPr/>
          <p:nvPr/>
        </p:nvSpPr>
        <p:spPr>
          <a:xfrm>
            <a:off x="3076880" y="7385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4" name="Shape 4152"/>
          <p:cNvSpPr/>
          <p:nvPr/>
        </p:nvSpPr>
        <p:spPr>
          <a:xfrm>
            <a:off x="3061675" y="7421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5" name="Shape 4153"/>
          <p:cNvSpPr/>
          <p:nvPr/>
        </p:nvSpPr>
        <p:spPr>
          <a:xfrm>
            <a:off x="3229917" y="7591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6" name="Shape 4154"/>
          <p:cNvSpPr/>
          <p:nvPr/>
        </p:nvSpPr>
        <p:spPr>
          <a:xfrm>
            <a:off x="3109253" y="7409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7" name="Shape 4155"/>
          <p:cNvSpPr/>
          <p:nvPr/>
        </p:nvSpPr>
        <p:spPr>
          <a:xfrm>
            <a:off x="3426452" y="74339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8" name="Shape 4156"/>
          <p:cNvSpPr/>
          <p:nvPr/>
        </p:nvSpPr>
        <p:spPr>
          <a:xfrm>
            <a:off x="3181526" y="74271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9" name="Shape 4157"/>
          <p:cNvSpPr/>
          <p:nvPr/>
        </p:nvSpPr>
        <p:spPr>
          <a:xfrm>
            <a:off x="3146804" y="7509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0" name="Shape 4158"/>
          <p:cNvSpPr/>
          <p:nvPr/>
        </p:nvSpPr>
        <p:spPr>
          <a:xfrm>
            <a:off x="3034744" y="74211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1" name="Shape 4159"/>
          <p:cNvSpPr/>
          <p:nvPr/>
        </p:nvSpPr>
        <p:spPr>
          <a:xfrm>
            <a:off x="3453653" y="74134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2" name="Shape 4160"/>
          <p:cNvSpPr/>
          <p:nvPr/>
        </p:nvSpPr>
        <p:spPr>
          <a:xfrm>
            <a:off x="3214129" y="7426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3" name="Shape 4161"/>
          <p:cNvSpPr/>
          <p:nvPr/>
        </p:nvSpPr>
        <p:spPr>
          <a:xfrm>
            <a:off x="3180787" y="7380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4" name="Shape 4162"/>
          <p:cNvSpPr/>
          <p:nvPr/>
        </p:nvSpPr>
        <p:spPr>
          <a:xfrm>
            <a:off x="3429855" y="73973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5" name="Shape 4163"/>
          <p:cNvSpPr/>
          <p:nvPr/>
        </p:nvSpPr>
        <p:spPr>
          <a:xfrm>
            <a:off x="3380794" y="7479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6" name="Shape 4164"/>
          <p:cNvSpPr/>
          <p:nvPr/>
        </p:nvSpPr>
        <p:spPr>
          <a:xfrm>
            <a:off x="3073730" y="73584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7" name="Shape 4165"/>
          <p:cNvSpPr/>
          <p:nvPr/>
        </p:nvSpPr>
        <p:spPr>
          <a:xfrm>
            <a:off x="3150511" y="7368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8" name="Shape 4166"/>
          <p:cNvSpPr/>
          <p:nvPr/>
        </p:nvSpPr>
        <p:spPr>
          <a:xfrm>
            <a:off x="3194777" y="7483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9" name="Shape 4167"/>
          <p:cNvSpPr/>
          <p:nvPr/>
        </p:nvSpPr>
        <p:spPr>
          <a:xfrm>
            <a:off x="3157829" y="7450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0" name="Shape 4168"/>
          <p:cNvSpPr/>
          <p:nvPr/>
        </p:nvSpPr>
        <p:spPr>
          <a:xfrm>
            <a:off x="3314529" y="7404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1" name="Shape 4169"/>
          <p:cNvSpPr/>
          <p:nvPr/>
        </p:nvSpPr>
        <p:spPr>
          <a:xfrm>
            <a:off x="3193778" y="7352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2" name="Shape 4170"/>
          <p:cNvSpPr/>
          <p:nvPr/>
        </p:nvSpPr>
        <p:spPr>
          <a:xfrm>
            <a:off x="3091411" y="7444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3" name="Shape 4171"/>
          <p:cNvSpPr/>
          <p:nvPr/>
        </p:nvSpPr>
        <p:spPr>
          <a:xfrm>
            <a:off x="3114943" y="7471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4" name="Shape 4172"/>
          <p:cNvSpPr/>
          <p:nvPr/>
        </p:nvSpPr>
        <p:spPr>
          <a:xfrm>
            <a:off x="3033908" y="7424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5" name="Shape 4173"/>
          <p:cNvSpPr/>
          <p:nvPr/>
        </p:nvSpPr>
        <p:spPr>
          <a:xfrm>
            <a:off x="3239929" y="7414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6" name="Shape 4174"/>
          <p:cNvSpPr/>
          <p:nvPr/>
        </p:nvSpPr>
        <p:spPr>
          <a:xfrm>
            <a:off x="3175749" y="7388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7" name="Shape 4175"/>
          <p:cNvSpPr/>
          <p:nvPr/>
        </p:nvSpPr>
        <p:spPr>
          <a:xfrm>
            <a:off x="3030499" y="7480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8" name="Shape 4176"/>
          <p:cNvSpPr/>
          <p:nvPr/>
        </p:nvSpPr>
        <p:spPr>
          <a:xfrm>
            <a:off x="3239115" y="7384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9" name="Shape 4177"/>
          <p:cNvSpPr/>
          <p:nvPr/>
        </p:nvSpPr>
        <p:spPr>
          <a:xfrm>
            <a:off x="3250303" y="7373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0" name="Shape 4178"/>
          <p:cNvSpPr/>
          <p:nvPr/>
        </p:nvSpPr>
        <p:spPr>
          <a:xfrm>
            <a:off x="3158403" y="7516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1" name="Shape 4179"/>
          <p:cNvSpPr/>
          <p:nvPr/>
        </p:nvSpPr>
        <p:spPr>
          <a:xfrm>
            <a:off x="3144233" y="74773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2" name="Shape 4180"/>
          <p:cNvSpPr/>
          <p:nvPr/>
        </p:nvSpPr>
        <p:spPr>
          <a:xfrm>
            <a:off x="3300626" y="7575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3" name="Shape 4181"/>
          <p:cNvSpPr/>
          <p:nvPr/>
        </p:nvSpPr>
        <p:spPr>
          <a:xfrm>
            <a:off x="3060196" y="7405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4" name="Shape 4182"/>
          <p:cNvSpPr/>
          <p:nvPr/>
        </p:nvSpPr>
        <p:spPr>
          <a:xfrm>
            <a:off x="3174501" y="7466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5" name="Shape 4183"/>
          <p:cNvSpPr/>
          <p:nvPr/>
        </p:nvSpPr>
        <p:spPr>
          <a:xfrm>
            <a:off x="3386947" y="7444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6" name="Shape 4184"/>
          <p:cNvSpPr/>
          <p:nvPr/>
        </p:nvSpPr>
        <p:spPr>
          <a:xfrm>
            <a:off x="3272488" y="74266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7" name="Shape 4185"/>
          <p:cNvSpPr/>
          <p:nvPr/>
        </p:nvSpPr>
        <p:spPr>
          <a:xfrm>
            <a:off x="3334684" y="7473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8" name="Shape 4186"/>
          <p:cNvSpPr/>
          <p:nvPr/>
        </p:nvSpPr>
        <p:spPr>
          <a:xfrm>
            <a:off x="3212755" y="73898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9" name="Shape 4187"/>
          <p:cNvSpPr/>
          <p:nvPr/>
        </p:nvSpPr>
        <p:spPr>
          <a:xfrm>
            <a:off x="3412613" y="74242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0" name="Shape 4188"/>
          <p:cNvSpPr/>
          <p:nvPr/>
        </p:nvSpPr>
        <p:spPr>
          <a:xfrm>
            <a:off x="3093533" y="7407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1" name="Shape 4189"/>
          <p:cNvSpPr/>
          <p:nvPr/>
        </p:nvSpPr>
        <p:spPr>
          <a:xfrm>
            <a:off x="3240331" y="74150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2" name="Shape 4190"/>
          <p:cNvSpPr/>
          <p:nvPr/>
        </p:nvSpPr>
        <p:spPr>
          <a:xfrm>
            <a:off x="3307308" y="75317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3" name="Shape 4191"/>
          <p:cNvSpPr/>
          <p:nvPr/>
        </p:nvSpPr>
        <p:spPr>
          <a:xfrm>
            <a:off x="3059842" y="7382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4" name="Shape 4192"/>
          <p:cNvSpPr/>
          <p:nvPr/>
        </p:nvSpPr>
        <p:spPr>
          <a:xfrm>
            <a:off x="3237117" y="7400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5" name="Shape 4193"/>
          <p:cNvSpPr/>
          <p:nvPr/>
        </p:nvSpPr>
        <p:spPr>
          <a:xfrm>
            <a:off x="3165320" y="7485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6" name="Shape 4194"/>
          <p:cNvSpPr/>
          <p:nvPr/>
        </p:nvSpPr>
        <p:spPr>
          <a:xfrm>
            <a:off x="3036891" y="7415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7" name="Shape 4195"/>
          <p:cNvSpPr/>
          <p:nvPr/>
        </p:nvSpPr>
        <p:spPr>
          <a:xfrm>
            <a:off x="3305320" y="74292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8" name="Shape 4196"/>
          <p:cNvSpPr/>
          <p:nvPr/>
        </p:nvSpPr>
        <p:spPr>
          <a:xfrm>
            <a:off x="3314741" y="73843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9" name="Shape 4197"/>
          <p:cNvSpPr/>
          <p:nvPr/>
        </p:nvSpPr>
        <p:spPr>
          <a:xfrm>
            <a:off x="3143231" y="7446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0" name="Shape 4198"/>
          <p:cNvSpPr/>
          <p:nvPr/>
        </p:nvSpPr>
        <p:spPr>
          <a:xfrm>
            <a:off x="3241513" y="7454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1" name="Shape 4199"/>
          <p:cNvSpPr/>
          <p:nvPr/>
        </p:nvSpPr>
        <p:spPr>
          <a:xfrm>
            <a:off x="3404727" y="7354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2" name="Shape 4200"/>
          <p:cNvSpPr/>
          <p:nvPr/>
        </p:nvSpPr>
        <p:spPr>
          <a:xfrm>
            <a:off x="3271258" y="746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3" name="Shape 4201"/>
          <p:cNvSpPr/>
          <p:nvPr/>
        </p:nvSpPr>
        <p:spPr>
          <a:xfrm>
            <a:off x="3222056" y="7363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4" name="Shape 4202"/>
          <p:cNvSpPr/>
          <p:nvPr/>
        </p:nvSpPr>
        <p:spPr>
          <a:xfrm>
            <a:off x="3084895" y="7419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5" name="Shape 4203"/>
          <p:cNvSpPr/>
          <p:nvPr/>
        </p:nvSpPr>
        <p:spPr>
          <a:xfrm>
            <a:off x="3251704" y="7498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6" name="Shape 4204"/>
          <p:cNvSpPr/>
          <p:nvPr/>
        </p:nvSpPr>
        <p:spPr>
          <a:xfrm>
            <a:off x="3349758" y="7437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7" name="Shape 4205"/>
          <p:cNvSpPr/>
          <p:nvPr/>
        </p:nvSpPr>
        <p:spPr>
          <a:xfrm>
            <a:off x="3197006" y="7443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8" name="Shape 4206"/>
          <p:cNvSpPr/>
          <p:nvPr/>
        </p:nvSpPr>
        <p:spPr>
          <a:xfrm>
            <a:off x="3425836" y="7180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9" name="Shape 4207"/>
          <p:cNvSpPr/>
          <p:nvPr/>
        </p:nvSpPr>
        <p:spPr>
          <a:xfrm>
            <a:off x="3265477" y="7524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0" name="Shape 4208"/>
          <p:cNvSpPr/>
          <p:nvPr/>
        </p:nvSpPr>
        <p:spPr>
          <a:xfrm>
            <a:off x="3057641" y="7374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1" name="Shape 4209"/>
          <p:cNvSpPr/>
          <p:nvPr/>
        </p:nvSpPr>
        <p:spPr>
          <a:xfrm>
            <a:off x="3192068" y="7533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2" name="Shape 4210"/>
          <p:cNvSpPr/>
          <p:nvPr/>
        </p:nvSpPr>
        <p:spPr>
          <a:xfrm>
            <a:off x="3339022" y="7495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3" name="Shape 4211"/>
          <p:cNvSpPr/>
          <p:nvPr/>
        </p:nvSpPr>
        <p:spPr>
          <a:xfrm>
            <a:off x="3419949" y="7525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4" name="Shape 4212"/>
          <p:cNvSpPr/>
          <p:nvPr/>
        </p:nvSpPr>
        <p:spPr>
          <a:xfrm>
            <a:off x="3169053" y="75489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5" name="Shape 4213"/>
          <p:cNvSpPr/>
          <p:nvPr/>
        </p:nvSpPr>
        <p:spPr>
          <a:xfrm>
            <a:off x="3415106" y="75033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6" name="Shape 4214"/>
          <p:cNvSpPr/>
          <p:nvPr/>
        </p:nvSpPr>
        <p:spPr>
          <a:xfrm>
            <a:off x="3172037" y="7581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7" name="Shape 4215"/>
          <p:cNvSpPr/>
          <p:nvPr/>
        </p:nvSpPr>
        <p:spPr>
          <a:xfrm>
            <a:off x="3288485" y="7668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8" name="Shape 4216"/>
          <p:cNvSpPr/>
          <p:nvPr/>
        </p:nvSpPr>
        <p:spPr>
          <a:xfrm>
            <a:off x="3440959" y="75868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9" name="Shape 4217"/>
          <p:cNvSpPr/>
          <p:nvPr/>
        </p:nvSpPr>
        <p:spPr>
          <a:xfrm>
            <a:off x="3049317" y="7770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0" name="Shape 4218"/>
          <p:cNvSpPr/>
          <p:nvPr/>
        </p:nvSpPr>
        <p:spPr>
          <a:xfrm>
            <a:off x="3049511" y="7685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1" name="Shape 4219"/>
          <p:cNvSpPr/>
          <p:nvPr/>
        </p:nvSpPr>
        <p:spPr>
          <a:xfrm>
            <a:off x="3437008" y="7659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2" name="Shape 4220"/>
          <p:cNvSpPr/>
          <p:nvPr/>
        </p:nvSpPr>
        <p:spPr>
          <a:xfrm>
            <a:off x="3138621" y="7627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3" name="Shape 4221"/>
          <p:cNvSpPr/>
          <p:nvPr/>
        </p:nvSpPr>
        <p:spPr>
          <a:xfrm>
            <a:off x="3275271" y="77984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4" name="Shape 4222"/>
          <p:cNvSpPr/>
          <p:nvPr/>
        </p:nvSpPr>
        <p:spPr>
          <a:xfrm>
            <a:off x="3029553" y="7601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5" name="Shape 4223"/>
          <p:cNvSpPr/>
          <p:nvPr/>
        </p:nvSpPr>
        <p:spPr>
          <a:xfrm>
            <a:off x="3264007" y="7633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6" name="Shape 4224"/>
          <p:cNvSpPr/>
          <p:nvPr/>
        </p:nvSpPr>
        <p:spPr>
          <a:xfrm>
            <a:off x="3223900" y="7575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7" name="Shape 4225"/>
          <p:cNvSpPr/>
          <p:nvPr/>
        </p:nvSpPr>
        <p:spPr>
          <a:xfrm>
            <a:off x="3384226" y="7456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8" name="Shape 4226"/>
          <p:cNvSpPr/>
          <p:nvPr/>
        </p:nvSpPr>
        <p:spPr>
          <a:xfrm>
            <a:off x="3364528" y="74164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9" name="Shape 4227"/>
          <p:cNvSpPr/>
          <p:nvPr/>
        </p:nvSpPr>
        <p:spPr>
          <a:xfrm>
            <a:off x="3054489" y="7383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0" name="Shape 4228"/>
          <p:cNvSpPr/>
          <p:nvPr/>
        </p:nvSpPr>
        <p:spPr>
          <a:xfrm>
            <a:off x="3152413" y="6845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1" name="Shape 4229"/>
          <p:cNvSpPr/>
          <p:nvPr/>
        </p:nvSpPr>
        <p:spPr>
          <a:xfrm>
            <a:off x="3217440" y="6972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2" name="Shape 4230"/>
          <p:cNvSpPr/>
          <p:nvPr/>
        </p:nvSpPr>
        <p:spPr>
          <a:xfrm>
            <a:off x="3410330" y="75085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3" name="Shape 4231"/>
          <p:cNvSpPr/>
          <p:nvPr/>
        </p:nvSpPr>
        <p:spPr>
          <a:xfrm>
            <a:off x="3410319" y="7121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4" name="Shape 4232"/>
          <p:cNvSpPr/>
          <p:nvPr/>
        </p:nvSpPr>
        <p:spPr>
          <a:xfrm>
            <a:off x="3062926" y="7591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5" name="Shape 4233"/>
          <p:cNvSpPr/>
          <p:nvPr/>
        </p:nvSpPr>
        <p:spPr>
          <a:xfrm>
            <a:off x="3222070" y="7077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6" name="Shape 4234"/>
          <p:cNvSpPr/>
          <p:nvPr/>
        </p:nvSpPr>
        <p:spPr>
          <a:xfrm>
            <a:off x="3291772" y="6873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7" name="Shape 4235"/>
          <p:cNvSpPr/>
          <p:nvPr/>
        </p:nvSpPr>
        <p:spPr>
          <a:xfrm>
            <a:off x="3338228" y="7005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8" name="Shape 4236"/>
          <p:cNvSpPr/>
          <p:nvPr/>
        </p:nvSpPr>
        <p:spPr>
          <a:xfrm>
            <a:off x="3244467" y="68970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9" name="Shape 4237"/>
          <p:cNvSpPr/>
          <p:nvPr/>
        </p:nvSpPr>
        <p:spPr>
          <a:xfrm>
            <a:off x="3172324" y="7095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0" name="Shape 4238"/>
          <p:cNvSpPr/>
          <p:nvPr/>
        </p:nvSpPr>
        <p:spPr>
          <a:xfrm>
            <a:off x="3440594" y="7492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1" name="Shape 4239"/>
          <p:cNvSpPr/>
          <p:nvPr/>
        </p:nvSpPr>
        <p:spPr>
          <a:xfrm>
            <a:off x="3333498" y="7153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2" name="Shape 4240"/>
          <p:cNvSpPr/>
          <p:nvPr/>
        </p:nvSpPr>
        <p:spPr>
          <a:xfrm>
            <a:off x="3343728" y="6773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3" name="Shape 4241"/>
          <p:cNvSpPr/>
          <p:nvPr/>
        </p:nvSpPr>
        <p:spPr>
          <a:xfrm>
            <a:off x="3360151" y="7492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4" name="Shape 4242"/>
          <p:cNvSpPr/>
          <p:nvPr/>
        </p:nvSpPr>
        <p:spPr>
          <a:xfrm>
            <a:off x="3047932" y="72193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5" name="Shape 4243"/>
          <p:cNvSpPr/>
          <p:nvPr/>
        </p:nvSpPr>
        <p:spPr>
          <a:xfrm>
            <a:off x="3359064" y="7153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6" name="Shape 4244"/>
          <p:cNvSpPr/>
          <p:nvPr/>
        </p:nvSpPr>
        <p:spPr>
          <a:xfrm>
            <a:off x="3314146" y="76154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7" name="Shape 4245"/>
          <p:cNvSpPr/>
          <p:nvPr/>
        </p:nvSpPr>
        <p:spPr>
          <a:xfrm>
            <a:off x="3266445" y="75396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8" name="Shape 4246"/>
          <p:cNvSpPr/>
          <p:nvPr/>
        </p:nvSpPr>
        <p:spPr>
          <a:xfrm>
            <a:off x="3451500" y="7038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9" name="Shape 4247"/>
          <p:cNvSpPr/>
          <p:nvPr/>
        </p:nvSpPr>
        <p:spPr>
          <a:xfrm>
            <a:off x="3052077" y="69634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0" name="Shape 4248"/>
          <p:cNvSpPr/>
          <p:nvPr/>
        </p:nvSpPr>
        <p:spPr>
          <a:xfrm>
            <a:off x="3451861" y="71798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1" name="Shape 4249"/>
          <p:cNvSpPr/>
          <p:nvPr/>
        </p:nvSpPr>
        <p:spPr>
          <a:xfrm>
            <a:off x="3194966" y="70156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2" name="Shape 4250"/>
          <p:cNvSpPr/>
          <p:nvPr/>
        </p:nvSpPr>
        <p:spPr>
          <a:xfrm>
            <a:off x="3192470" y="71145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3" name="Shape 4251"/>
          <p:cNvSpPr/>
          <p:nvPr/>
        </p:nvSpPr>
        <p:spPr>
          <a:xfrm>
            <a:off x="3308166" y="7134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4" name="Shape 4252"/>
          <p:cNvSpPr/>
          <p:nvPr/>
        </p:nvSpPr>
        <p:spPr>
          <a:xfrm>
            <a:off x="3242229" y="7459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5" name="Shape 4253"/>
          <p:cNvSpPr/>
          <p:nvPr/>
        </p:nvSpPr>
        <p:spPr>
          <a:xfrm>
            <a:off x="3369966" y="71037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6" name="Shape 4254"/>
          <p:cNvSpPr/>
          <p:nvPr/>
        </p:nvSpPr>
        <p:spPr>
          <a:xfrm>
            <a:off x="3401114" y="7497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7" name="Shape 4255"/>
          <p:cNvSpPr/>
          <p:nvPr/>
        </p:nvSpPr>
        <p:spPr>
          <a:xfrm>
            <a:off x="3166834" y="7619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8" name="Shape 4256"/>
          <p:cNvSpPr/>
          <p:nvPr/>
        </p:nvSpPr>
        <p:spPr>
          <a:xfrm>
            <a:off x="3112194" y="6917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9" name="Shape 4257"/>
          <p:cNvSpPr/>
          <p:nvPr/>
        </p:nvSpPr>
        <p:spPr>
          <a:xfrm>
            <a:off x="3216398" y="6868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0" name="Shape 4258"/>
          <p:cNvSpPr/>
          <p:nvPr/>
        </p:nvSpPr>
        <p:spPr>
          <a:xfrm>
            <a:off x="3238273" y="7076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1" name="Shape 4259"/>
          <p:cNvSpPr/>
          <p:nvPr/>
        </p:nvSpPr>
        <p:spPr>
          <a:xfrm>
            <a:off x="3320418" y="6667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2" name="Shape 4260"/>
          <p:cNvSpPr/>
          <p:nvPr/>
        </p:nvSpPr>
        <p:spPr>
          <a:xfrm>
            <a:off x="3042168" y="6872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3" name="Shape 4261"/>
          <p:cNvSpPr/>
          <p:nvPr/>
        </p:nvSpPr>
        <p:spPr>
          <a:xfrm>
            <a:off x="3344110" y="68575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4" name="Shape 4262"/>
          <p:cNvSpPr/>
          <p:nvPr/>
        </p:nvSpPr>
        <p:spPr>
          <a:xfrm>
            <a:off x="3340430" y="6649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5" name="Shape 4263"/>
          <p:cNvSpPr/>
          <p:nvPr/>
        </p:nvSpPr>
        <p:spPr>
          <a:xfrm>
            <a:off x="3288167" y="6786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6" name="Shape 4264"/>
          <p:cNvSpPr/>
          <p:nvPr/>
        </p:nvSpPr>
        <p:spPr>
          <a:xfrm>
            <a:off x="3432549" y="6859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7" name="Shape 4265"/>
          <p:cNvSpPr/>
          <p:nvPr/>
        </p:nvSpPr>
        <p:spPr>
          <a:xfrm>
            <a:off x="3093442" y="6766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8" name="Shape 4266"/>
          <p:cNvSpPr/>
          <p:nvPr/>
        </p:nvSpPr>
        <p:spPr>
          <a:xfrm>
            <a:off x="3241106" y="6937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9" name="Shape 4267"/>
          <p:cNvSpPr/>
          <p:nvPr/>
        </p:nvSpPr>
        <p:spPr>
          <a:xfrm>
            <a:off x="3058975" y="67503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0" name="Shape 4268"/>
          <p:cNvSpPr/>
          <p:nvPr/>
        </p:nvSpPr>
        <p:spPr>
          <a:xfrm>
            <a:off x="3345692" y="69102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1" name="Shape 4269"/>
          <p:cNvSpPr/>
          <p:nvPr/>
        </p:nvSpPr>
        <p:spPr>
          <a:xfrm>
            <a:off x="3403912" y="6598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2" name="Shape 4270"/>
          <p:cNvSpPr/>
          <p:nvPr/>
        </p:nvSpPr>
        <p:spPr>
          <a:xfrm>
            <a:off x="3175239" y="6696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3" name="Shape 4271"/>
          <p:cNvSpPr/>
          <p:nvPr/>
        </p:nvSpPr>
        <p:spPr>
          <a:xfrm>
            <a:off x="3146449" y="6982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4" name="Shape 4272"/>
          <p:cNvSpPr/>
          <p:nvPr/>
        </p:nvSpPr>
        <p:spPr>
          <a:xfrm>
            <a:off x="3161719" y="68595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5" name="Shape 4273"/>
          <p:cNvSpPr/>
          <p:nvPr/>
        </p:nvSpPr>
        <p:spPr>
          <a:xfrm>
            <a:off x="3181905" y="6607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6" name="Shape 4274"/>
          <p:cNvSpPr/>
          <p:nvPr/>
        </p:nvSpPr>
        <p:spPr>
          <a:xfrm>
            <a:off x="3215568" y="6843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7" name="Shape 4275"/>
          <p:cNvSpPr/>
          <p:nvPr/>
        </p:nvSpPr>
        <p:spPr>
          <a:xfrm>
            <a:off x="3096312" y="6739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8" name="Shape 4276"/>
          <p:cNvSpPr/>
          <p:nvPr/>
        </p:nvSpPr>
        <p:spPr>
          <a:xfrm>
            <a:off x="3193033" y="6864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9" name="Shape 4277"/>
          <p:cNvSpPr/>
          <p:nvPr/>
        </p:nvSpPr>
        <p:spPr>
          <a:xfrm>
            <a:off x="3166649" y="66580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0" name="Shape 4278"/>
          <p:cNvSpPr/>
          <p:nvPr/>
        </p:nvSpPr>
        <p:spPr>
          <a:xfrm>
            <a:off x="3327349" y="6658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1" name="Shape 4279"/>
          <p:cNvSpPr/>
          <p:nvPr/>
        </p:nvSpPr>
        <p:spPr>
          <a:xfrm>
            <a:off x="3109672" y="66320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2" name="Shape 4280"/>
          <p:cNvSpPr/>
          <p:nvPr/>
        </p:nvSpPr>
        <p:spPr>
          <a:xfrm>
            <a:off x="3221639" y="6746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3" name="Shape 4281"/>
          <p:cNvSpPr/>
          <p:nvPr/>
        </p:nvSpPr>
        <p:spPr>
          <a:xfrm>
            <a:off x="3376673" y="6876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4" name="Shape 4282"/>
          <p:cNvSpPr/>
          <p:nvPr/>
        </p:nvSpPr>
        <p:spPr>
          <a:xfrm>
            <a:off x="3307183" y="6671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5" name="Shape 4283"/>
          <p:cNvSpPr/>
          <p:nvPr/>
        </p:nvSpPr>
        <p:spPr>
          <a:xfrm>
            <a:off x="3400084" y="6657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6" name="Shape 4284"/>
          <p:cNvSpPr/>
          <p:nvPr/>
        </p:nvSpPr>
        <p:spPr>
          <a:xfrm>
            <a:off x="3092036" y="6636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7" name="Shape 4285"/>
          <p:cNvSpPr/>
          <p:nvPr/>
        </p:nvSpPr>
        <p:spPr>
          <a:xfrm>
            <a:off x="3221887" y="6700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8" name="Shape 4286"/>
          <p:cNvSpPr/>
          <p:nvPr/>
        </p:nvSpPr>
        <p:spPr>
          <a:xfrm>
            <a:off x="3152034" y="69375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9" name="Shape 4287"/>
          <p:cNvSpPr/>
          <p:nvPr/>
        </p:nvSpPr>
        <p:spPr>
          <a:xfrm>
            <a:off x="3284197" y="6667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0" name="Shape 4288"/>
          <p:cNvSpPr/>
          <p:nvPr/>
        </p:nvSpPr>
        <p:spPr>
          <a:xfrm>
            <a:off x="3451838" y="6724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1" name="Shape 4289"/>
          <p:cNvSpPr/>
          <p:nvPr/>
        </p:nvSpPr>
        <p:spPr>
          <a:xfrm>
            <a:off x="3436407" y="67971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2" name="Shape 4290"/>
          <p:cNvSpPr/>
          <p:nvPr/>
        </p:nvSpPr>
        <p:spPr>
          <a:xfrm>
            <a:off x="3171109" y="6821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3" name="Shape 4291"/>
          <p:cNvSpPr/>
          <p:nvPr/>
        </p:nvSpPr>
        <p:spPr>
          <a:xfrm>
            <a:off x="3105543" y="6725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4" name="Shape 4292"/>
          <p:cNvSpPr/>
          <p:nvPr/>
        </p:nvSpPr>
        <p:spPr>
          <a:xfrm>
            <a:off x="3141102" y="6791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5" name="Shape 4293"/>
          <p:cNvSpPr/>
          <p:nvPr/>
        </p:nvSpPr>
        <p:spPr>
          <a:xfrm>
            <a:off x="3139493" y="6728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6" name="Shape 4294"/>
          <p:cNvSpPr/>
          <p:nvPr/>
        </p:nvSpPr>
        <p:spPr>
          <a:xfrm>
            <a:off x="3150545" y="6663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7" name="Shape 4295"/>
          <p:cNvSpPr/>
          <p:nvPr/>
        </p:nvSpPr>
        <p:spPr>
          <a:xfrm>
            <a:off x="3201437" y="68104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8" name="Shape 4296"/>
          <p:cNvSpPr/>
          <p:nvPr/>
        </p:nvSpPr>
        <p:spPr>
          <a:xfrm>
            <a:off x="3124416" y="7081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9" name="Shape 4297"/>
          <p:cNvSpPr/>
          <p:nvPr/>
        </p:nvSpPr>
        <p:spPr>
          <a:xfrm>
            <a:off x="3260478" y="7168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0" name="Shape 4298"/>
          <p:cNvSpPr/>
          <p:nvPr/>
        </p:nvSpPr>
        <p:spPr>
          <a:xfrm>
            <a:off x="3219527" y="7651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1" name="Shape 4299"/>
          <p:cNvSpPr/>
          <p:nvPr/>
        </p:nvSpPr>
        <p:spPr>
          <a:xfrm>
            <a:off x="3422730" y="68678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2" name="Shape 4300"/>
          <p:cNvSpPr/>
          <p:nvPr/>
        </p:nvSpPr>
        <p:spPr>
          <a:xfrm>
            <a:off x="3411447" y="7125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3" name="Shape 4301"/>
          <p:cNvSpPr/>
          <p:nvPr/>
        </p:nvSpPr>
        <p:spPr>
          <a:xfrm>
            <a:off x="3304492" y="7505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4" name="Shape 4302"/>
          <p:cNvSpPr/>
          <p:nvPr/>
        </p:nvSpPr>
        <p:spPr>
          <a:xfrm>
            <a:off x="3240896" y="7353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5" name="Shape 4303"/>
          <p:cNvSpPr/>
          <p:nvPr/>
        </p:nvSpPr>
        <p:spPr>
          <a:xfrm>
            <a:off x="3370789" y="7388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6" name="Shape 4304"/>
          <p:cNvSpPr/>
          <p:nvPr/>
        </p:nvSpPr>
        <p:spPr>
          <a:xfrm>
            <a:off x="3342648" y="68481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7" name="Shape 4305"/>
          <p:cNvSpPr/>
          <p:nvPr/>
        </p:nvSpPr>
        <p:spPr>
          <a:xfrm>
            <a:off x="3170186" y="6976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8" name="Shape 4306"/>
          <p:cNvSpPr/>
          <p:nvPr/>
        </p:nvSpPr>
        <p:spPr>
          <a:xfrm>
            <a:off x="3458306" y="67745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9" name="Shape 4307"/>
          <p:cNvSpPr/>
          <p:nvPr/>
        </p:nvSpPr>
        <p:spPr>
          <a:xfrm>
            <a:off x="3232974" y="7055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0" name="Shape 4308"/>
          <p:cNvSpPr/>
          <p:nvPr/>
        </p:nvSpPr>
        <p:spPr>
          <a:xfrm>
            <a:off x="3096791" y="69929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1" name="Shape 4309"/>
          <p:cNvSpPr/>
          <p:nvPr/>
        </p:nvSpPr>
        <p:spPr>
          <a:xfrm>
            <a:off x="3240748" y="7320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2" name="Shape 4310"/>
          <p:cNvSpPr/>
          <p:nvPr/>
        </p:nvSpPr>
        <p:spPr>
          <a:xfrm>
            <a:off x="3343543" y="7000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3" name="Shape 4311"/>
          <p:cNvSpPr/>
          <p:nvPr/>
        </p:nvSpPr>
        <p:spPr>
          <a:xfrm>
            <a:off x="3449424" y="7045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4" name="Shape 4312"/>
          <p:cNvSpPr/>
          <p:nvPr/>
        </p:nvSpPr>
        <p:spPr>
          <a:xfrm>
            <a:off x="3136246" y="7200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5" name="Shape 4313"/>
          <p:cNvSpPr/>
          <p:nvPr/>
        </p:nvSpPr>
        <p:spPr>
          <a:xfrm>
            <a:off x="3064476" y="6860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6" name="Shape 4314"/>
          <p:cNvSpPr/>
          <p:nvPr/>
        </p:nvSpPr>
        <p:spPr>
          <a:xfrm>
            <a:off x="3221460" y="68790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7" name="Shape 4315"/>
          <p:cNvSpPr/>
          <p:nvPr/>
        </p:nvSpPr>
        <p:spPr>
          <a:xfrm>
            <a:off x="3376218" y="7052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8" name="Shape 4316"/>
          <p:cNvSpPr/>
          <p:nvPr/>
        </p:nvSpPr>
        <p:spPr>
          <a:xfrm>
            <a:off x="3123548" y="7212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9" name="Shape 4317"/>
          <p:cNvSpPr/>
          <p:nvPr/>
        </p:nvSpPr>
        <p:spPr>
          <a:xfrm>
            <a:off x="3205954" y="7011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0" name="Shape 4318"/>
          <p:cNvSpPr/>
          <p:nvPr/>
        </p:nvSpPr>
        <p:spPr>
          <a:xfrm>
            <a:off x="3034146" y="67668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1" name="Shape 4319"/>
          <p:cNvSpPr/>
          <p:nvPr/>
        </p:nvSpPr>
        <p:spPr>
          <a:xfrm>
            <a:off x="3320141" y="7023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2" name="Shape 4320"/>
          <p:cNvSpPr/>
          <p:nvPr/>
        </p:nvSpPr>
        <p:spPr>
          <a:xfrm>
            <a:off x="3310775" y="72118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3" name="Shape 4321"/>
          <p:cNvSpPr/>
          <p:nvPr/>
        </p:nvSpPr>
        <p:spPr>
          <a:xfrm>
            <a:off x="3361524" y="6912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4" name="Shape 4322"/>
          <p:cNvSpPr/>
          <p:nvPr/>
        </p:nvSpPr>
        <p:spPr>
          <a:xfrm>
            <a:off x="3169206" y="7257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5" name="Shape 4323"/>
          <p:cNvSpPr/>
          <p:nvPr/>
        </p:nvSpPr>
        <p:spPr>
          <a:xfrm>
            <a:off x="3268352" y="6959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6" name="Shape 4324"/>
          <p:cNvSpPr/>
          <p:nvPr/>
        </p:nvSpPr>
        <p:spPr>
          <a:xfrm>
            <a:off x="3263993" y="6860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7" name="Shape 4325"/>
          <p:cNvSpPr/>
          <p:nvPr/>
        </p:nvSpPr>
        <p:spPr>
          <a:xfrm>
            <a:off x="3456885" y="6884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8" name="Shape 4326"/>
          <p:cNvSpPr/>
          <p:nvPr/>
        </p:nvSpPr>
        <p:spPr>
          <a:xfrm>
            <a:off x="3449855" y="70212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9" name="Shape 4327"/>
          <p:cNvSpPr/>
          <p:nvPr/>
        </p:nvSpPr>
        <p:spPr>
          <a:xfrm>
            <a:off x="3204067" y="7096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0" name="Shape 4328"/>
          <p:cNvSpPr/>
          <p:nvPr/>
        </p:nvSpPr>
        <p:spPr>
          <a:xfrm>
            <a:off x="3404673" y="7028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1" name="Shape 4329"/>
          <p:cNvSpPr/>
          <p:nvPr/>
        </p:nvSpPr>
        <p:spPr>
          <a:xfrm>
            <a:off x="3335353" y="6786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2" name="Shape 4330"/>
          <p:cNvSpPr/>
          <p:nvPr/>
        </p:nvSpPr>
        <p:spPr>
          <a:xfrm>
            <a:off x="3241162" y="6757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3" name="Shape 4331"/>
          <p:cNvSpPr/>
          <p:nvPr/>
        </p:nvSpPr>
        <p:spPr>
          <a:xfrm>
            <a:off x="3151217" y="7229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4" name="Shape 4332"/>
          <p:cNvSpPr/>
          <p:nvPr/>
        </p:nvSpPr>
        <p:spPr>
          <a:xfrm>
            <a:off x="3298629" y="6971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5" name="Shape 4333"/>
          <p:cNvSpPr/>
          <p:nvPr/>
        </p:nvSpPr>
        <p:spPr>
          <a:xfrm>
            <a:off x="3293671" y="68403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6" name="Shape 4334"/>
          <p:cNvSpPr/>
          <p:nvPr/>
        </p:nvSpPr>
        <p:spPr>
          <a:xfrm>
            <a:off x="3252457" y="6919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7" name="Shape 4335"/>
          <p:cNvSpPr/>
          <p:nvPr/>
        </p:nvSpPr>
        <p:spPr>
          <a:xfrm>
            <a:off x="3187468" y="7051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8" name="Shape 4336"/>
          <p:cNvSpPr/>
          <p:nvPr/>
        </p:nvSpPr>
        <p:spPr>
          <a:xfrm>
            <a:off x="3445318" y="7191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9" name="Shape 4337"/>
          <p:cNvSpPr/>
          <p:nvPr/>
        </p:nvSpPr>
        <p:spPr>
          <a:xfrm>
            <a:off x="3454668" y="7037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0" name="Shape 4338"/>
          <p:cNvSpPr/>
          <p:nvPr/>
        </p:nvSpPr>
        <p:spPr>
          <a:xfrm>
            <a:off x="3091086" y="6805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1" name="Shape 4339"/>
          <p:cNvSpPr/>
          <p:nvPr/>
        </p:nvSpPr>
        <p:spPr>
          <a:xfrm>
            <a:off x="3373426" y="67657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2" name="Shape 4340"/>
          <p:cNvSpPr/>
          <p:nvPr/>
        </p:nvSpPr>
        <p:spPr>
          <a:xfrm>
            <a:off x="3279829" y="75614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3" name="Shape 4341"/>
          <p:cNvSpPr/>
          <p:nvPr/>
        </p:nvSpPr>
        <p:spPr>
          <a:xfrm>
            <a:off x="3083643" y="7521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4" name="Shape 4342"/>
          <p:cNvSpPr/>
          <p:nvPr/>
        </p:nvSpPr>
        <p:spPr>
          <a:xfrm>
            <a:off x="3033304" y="7459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5" name="Shape 4343"/>
          <p:cNvSpPr/>
          <p:nvPr/>
        </p:nvSpPr>
        <p:spPr>
          <a:xfrm>
            <a:off x="3435063" y="7212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6" name="Shape 4344"/>
          <p:cNvSpPr/>
          <p:nvPr/>
        </p:nvSpPr>
        <p:spPr>
          <a:xfrm>
            <a:off x="3142436" y="7135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7" name="Shape 4345"/>
          <p:cNvSpPr/>
          <p:nvPr/>
        </p:nvSpPr>
        <p:spPr>
          <a:xfrm>
            <a:off x="3417057" y="7207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8" name="Shape 4346"/>
          <p:cNvSpPr/>
          <p:nvPr/>
        </p:nvSpPr>
        <p:spPr>
          <a:xfrm>
            <a:off x="3132886" y="7181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9" name="Shape 4347"/>
          <p:cNvSpPr/>
          <p:nvPr/>
        </p:nvSpPr>
        <p:spPr>
          <a:xfrm>
            <a:off x="3345129" y="7241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0" name="Shape 4348"/>
          <p:cNvSpPr/>
          <p:nvPr/>
        </p:nvSpPr>
        <p:spPr>
          <a:xfrm>
            <a:off x="3393149" y="7185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1" name="Shape 4349"/>
          <p:cNvSpPr/>
          <p:nvPr/>
        </p:nvSpPr>
        <p:spPr>
          <a:xfrm>
            <a:off x="3434875" y="7136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2" name="Shape 4350"/>
          <p:cNvSpPr/>
          <p:nvPr/>
        </p:nvSpPr>
        <p:spPr>
          <a:xfrm>
            <a:off x="3078007" y="71605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3" name="Shape 4351"/>
          <p:cNvSpPr/>
          <p:nvPr/>
        </p:nvSpPr>
        <p:spPr>
          <a:xfrm>
            <a:off x="3290974" y="7191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4" name="Shape 4352"/>
          <p:cNvSpPr/>
          <p:nvPr/>
        </p:nvSpPr>
        <p:spPr>
          <a:xfrm>
            <a:off x="3168286" y="7276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5" name="Shape 4353"/>
          <p:cNvSpPr/>
          <p:nvPr/>
        </p:nvSpPr>
        <p:spPr>
          <a:xfrm>
            <a:off x="3190113" y="7103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6" name="Shape 4354"/>
          <p:cNvSpPr/>
          <p:nvPr/>
        </p:nvSpPr>
        <p:spPr>
          <a:xfrm>
            <a:off x="3160592" y="7383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7" name="Shape 4355"/>
          <p:cNvSpPr/>
          <p:nvPr/>
        </p:nvSpPr>
        <p:spPr>
          <a:xfrm>
            <a:off x="3306817" y="73405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8" name="Shape 4356"/>
          <p:cNvSpPr/>
          <p:nvPr/>
        </p:nvSpPr>
        <p:spPr>
          <a:xfrm>
            <a:off x="3383445" y="7363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9" name="Shape 4357"/>
          <p:cNvSpPr/>
          <p:nvPr/>
        </p:nvSpPr>
        <p:spPr>
          <a:xfrm>
            <a:off x="3171490" y="7165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0" name="Shape 4358"/>
          <p:cNvSpPr/>
          <p:nvPr/>
        </p:nvSpPr>
        <p:spPr>
          <a:xfrm>
            <a:off x="3419753" y="7011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1" name="Shape 4359"/>
          <p:cNvSpPr/>
          <p:nvPr/>
        </p:nvSpPr>
        <p:spPr>
          <a:xfrm>
            <a:off x="3039624" y="7365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2" name="Shape 4360"/>
          <p:cNvSpPr/>
          <p:nvPr/>
        </p:nvSpPr>
        <p:spPr>
          <a:xfrm>
            <a:off x="3440892" y="7265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3" name="Shape 4361"/>
          <p:cNvSpPr/>
          <p:nvPr/>
        </p:nvSpPr>
        <p:spPr>
          <a:xfrm>
            <a:off x="3090023" y="77685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4" name="Shape 4362"/>
          <p:cNvSpPr/>
          <p:nvPr/>
        </p:nvSpPr>
        <p:spPr>
          <a:xfrm>
            <a:off x="3291655" y="78414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5" name="Shape 4363"/>
          <p:cNvSpPr/>
          <p:nvPr/>
        </p:nvSpPr>
        <p:spPr>
          <a:xfrm>
            <a:off x="3033670" y="7729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6" name="Shape 4364"/>
          <p:cNvSpPr/>
          <p:nvPr/>
        </p:nvSpPr>
        <p:spPr>
          <a:xfrm>
            <a:off x="3136907" y="75772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7" name="Shape 4365"/>
          <p:cNvSpPr/>
          <p:nvPr/>
        </p:nvSpPr>
        <p:spPr>
          <a:xfrm>
            <a:off x="3288005" y="7770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8" name="Shape 4366"/>
          <p:cNvSpPr/>
          <p:nvPr/>
        </p:nvSpPr>
        <p:spPr>
          <a:xfrm>
            <a:off x="3127314" y="78976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9" name="Shape 4367"/>
          <p:cNvSpPr/>
          <p:nvPr/>
        </p:nvSpPr>
        <p:spPr>
          <a:xfrm>
            <a:off x="3334168" y="7631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0" name="Shape 4368"/>
          <p:cNvSpPr/>
          <p:nvPr/>
        </p:nvSpPr>
        <p:spPr>
          <a:xfrm>
            <a:off x="3253088" y="79146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1" name="Shape 4369"/>
          <p:cNvSpPr/>
          <p:nvPr/>
        </p:nvSpPr>
        <p:spPr>
          <a:xfrm>
            <a:off x="3313980" y="75721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2" name="Shape 4370"/>
          <p:cNvSpPr/>
          <p:nvPr/>
        </p:nvSpPr>
        <p:spPr>
          <a:xfrm>
            <a:off x="3117419" y="7913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3" name="Shape 4371"/>
          <p:cNvSpPr/>
          <p:nvPr/>
        </p:nvSpPr>
        <p:spPr>
          <a:xfrm>
            <a:off x="3160628" y="7559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4" name="Shape 4372"/>
          <p:cNvSpPr/>
          <p:nvPr/>
        </p:nvSpPr>
        <p:spPr>
          <a:xfrm>
            <a:off x="3244971" y="7914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5" name="Shape 4373"/>
          <p:cNvSpPr/>
          <p:nvPr/>
        </p:nvSpPr>
        <p:spPr>
          <a:xfrm>
            <a:off x="3141025" y="70144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6" name="Shape 4374"/>
          <p:cNvSpPr/>
          <p:nvPr/>
        </p:nvSpPr>
        <p:spPr>
          <a:xfrm>
            <a:off x="3197116" y="7085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7" name="Shape 4375"/>
          <p:cNvSpPr/>
          <p:nvPr/>
        </p:nvSpPr>
        <p:spPr>
          <a:xfrm>
            <a:off x="3388967" y="74044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8" name="Shape 4376"/>
          <p:cNvSpPr/>
          <p:nvPr/>
        </p:nvSpPr>
        <p:spPr>
          <a:xfrm>
            <a:off x="3309835" y="74200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9" name="Shape 4377"/>
          <p:cNvSpPr/>
          <p:nvPr/>
        </p:nvSpPr>
        <p:spPr>
          <a:xfrm>
            <a:off x="3303685" y="6930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0" name="Shape 4378"/>
          <p:cNvSpPr/>
          <p:nvPr/>
        </p:nvSpPr>
        <p:spPr>
          <a:xfrm>
            <a:off x="3403767" y="70678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1" name="Shape 4379"/>
          <p:cNvSpPr/>
          <p:nvPr/>
        </p:nvSpPr>
        <p:spPr>
          <a:xfrm>
            <a:off x="3306048" y="72470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2" name="Shape 4380"/>
          <p:cNvSpPr/>
          <p:nvPr/>
        </p:nvSpPr>
        <p:spPr>
          <a:xfrm>
            <a:off x="3226443" y="69515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3" name="Shape 4381"/>
          <p:cNvSpPr/>
          <p:nvPr/>
        </p:nvSpPr>
        <p:spPr>
          <a:xfrm>
            <a:off x="3422030" y="7023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4" name="Shape 4382"/>
          <p:cNvSpPr/>
          <p:nvPr/>
        </p:nvSpPr>
        <p:spPr>
          <a:xfrm>
            <a:off x="3085552" y="7236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5" name="Shape 4383"/>
          <p:cNvSpPr/>
          <p:nvPr/>
        </p:nvSpPr>
        <p:spPr>
          <a:xfrm>
            <a:off x="3394774" y="7269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6" name="Shape 4384"/>
          <p:cNvSpPr/>
          <p:nvPr/>
        </p:nvSpPr>
        <p:spPr>
          <a:xfrm>
            <a:off x="3287021" y="6931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7" name="Shape 4385"/>
          <p:cNvSpPr/>
          <p:nvPr/>
        </p:nvSpPr>
        <p:spPr>
          <a:xfrm>
            <a:off x="3255031" y="69692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8" name="Shape 4386"/>
          <p:cNvSpPr/>
          <p:nvPr/>
        </p:nvSpPr>
        <p:spPr>
          <a:xfrm>
            <a:off x="3131817" y="7274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9" name="Shape 4387"/>
          <p:cNvSpPr/>
          <p:nvPr/>
        </p:nvSpPr>
        <p:spPr>
          <a:xfrm>
            <a:off x="3057761" y="7225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0" name="Shape 4388"/>
          <p:cNvSpPr/>
          <p:nvPr/>
        </p:nvSpPr>
        <p:spPr>
          <a:xfrm>
            <a:off x="3409847" y="7253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1" name="Shape 4389"/>
          <p:cNvSpPr/>
          <p:nvPr/>
        </p:nvSpPr>
        <p:spPr>
          <a:xfrm>
            <a:off x="3381915" y="7250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2" name="Shape 4390"/>
          <p:cNvSpPr/>
          <p:nvPr/>
        </p:nvSpPr>
        <p:spPr>
          <a:xfrm>
            <a:off x="3104140" y="7264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3" name="Shape 4391"/>
          <p:cNvSpPr/>
          <p:nvPr/>
        </p:nvSpPr>
        <p:spPr>
          <a:xfrm>
            <a:off x="3076872" y="7253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4" name="Shape 4392"/>
          <p:cNvSpPr/>
          <p:nvPr/>
        </p:nvSpPr>
        <p:spPr>
          <a:xfrm>
            <a:off x="3213843" y="70203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5" name="Shape 4393"/>
          <p:cNvSpPr/>
          <p:nvPr/>
        </p:nvSpPr>
        <p:spPr>
          <a:xfrm>
            <a:off x="3386213" y="73446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6" name="Shape 4394"/>
          <p:cNvSpPr/>
          <p:nvPr/>
        </p:nvSpPr>
        <p:spPr>
          <a:xfrm>
            <a:off x="3063612" y="711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7" name="Shape 4395"/>
          <p:cNvSpPr/>
          <p:nvPr/>
        </p:nvSpPr>
        <p:spPr>
          <a:xfrm>
            <a:off x="3444613" y="7476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8" name="Shape 4396"/>
          <p:cNvSpPr/>
          <p:nvPr/>
        </p:nvSpPr>
        <p:spPr>
          <a:xfrm>
            <a:off x="3293779" y="7143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9" name="Shape 4397"/>
          <p:cNvSpPr/>
          <p:nvPr/>
        </p:nvSpPr>
        <p:spPr>
          <a:xfrm>
            <a:off x="3289856" y="7534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0" name="Shape 4398"/>
          <p:cNvSpPr/>
          <p:nvPr/>
        </p:nvSpPr>
        <p:spPr>
          <a:xfrm>
            <a:off x="3029247" y="7520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1" name="Shape 4399"/>
          <p:cNvSpPr/>
          <p:nvPr/>
        </p:nvSpPr>
        <p:spPr>
          <a:xfrm>
            <a:off x="3140438" y="7495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2" name="Shape 4400"/>
          <p:cNvSpPr/>
          <p:nvPr/>
        </p:nvSpPr>
        <p:spPr>
          <a:xfrm>
            <a:off x="3197959" y="7548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3" name="Shape 4401"/>
          <p:cNvSpPr/>
          <p:nvPr/>
        </p:nvSpPr>
        <p:spPr>
          <a:xfrm>
            <a:off x="3085318" y="70099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4" name="Shape 4402"/>
          <p:cNvSpPr/>
          <p:nvPr/>
        </p:nvSpPr>
        <p:spPr>
          <a:xfrm>
            <a:off x="3094058" y="6726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5" name="Shape 4403"/>
          <p:cNvSpPr/>
          <p:nvPr/>
        </p:nvSpPr>
        <p:spPr>
          <a:xfrm>
            <a:off x="3112429" y="7561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6" name="Shape 4404"/>
          <p:cNvSpPr/>
          <p:nvPr/>
        </p:nvSpPr>
        <p:spPr>
          <a:xfrm>
            <a:off x="3267182" y="7714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7" name="Shape 4405"/>
          <p:cNvSpPr/>
          <p:nvPr/>
        </p:nvSpPr>
        <p:spPr>
          <a:xfrm>
            <a:off x="3385890" y="7726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8" name="Shape 4406"/>
          <p:cNvSpPr/>
          <p:nvPr/>
        </p:nvSpPr>
        <p:spPr>
          <a:xfrm>
            <a:off x="3210801" y="7744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9" name="Shape 4407"/>
          <p:cNvSpPr/>
          <p:nvPr/>
        </p:nvSpPr>
        <p:spPr>
          <a:xfrm>
            <a:off x="3450799" y="76061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0" name="Shape 4408"/>
          <p:cNvSpPr/>
          <p:nvPr/>
        </p:nvSpPr>
        <p:spPr>
          <a:xfrm>
            <a:off x="3186421" y="67081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1" name="Shape 4409"/>
          <p:cNvSpPr/>
          <p:nvPr/>
        </p:nvSpPr>
        <p:spPr>
          <a:xfrm>
            <a:off x="3319857" y="6698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2" name="Shape 4410"/>
          <p:cNvSpPr/>
          <p:nvPr/>
        </p:nvSpPr>
        <p:spPr>
          <a:xfrm>
            <a:off x="3152701" y="72601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3" name="Shape 4411"/>
          <p:cNvSpPr/>
          <p:nvPr/>
        </p:nvSpPr>
        <p:spPr>
          <a:xfrm>
            <a:off x="3228190" y="7413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4" name="Shape 4412"/>
          <p:cNvSpPr/>
          <p:nvPr/>
        </p:nvSpPr>
        <p:spPr>
          <a:xfrm>
            <a:off x="3126228" y="7191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5" name="Shape 4413"/>
          <p:cNvSpPr/>
          <p:nvPr/>
        </p:nvSpPr>
        <p:spPr>
          <a:xfrm>
            <a:off x="3028743" y="68932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6" name="Shape 4414"/>
          <p:cNvSpPr/>
          <p:nvPr/>
        </p:nvSpPr>
        <p:spPr>
          <a:xfrm>
            <a:off x="3392128" y="6632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7" name="Shape 4415"/>
          <p:cNvSpPr/>
          <p:nvPr/>
        </p:nvSpPr>
        <p:spPr>
          <a:xfrm>
            <a:off x="3147173" y="6617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8" name="Shape 4416"/>
          <p:cNvSpPr/>
          <p:nvPr/>
        </p:nvSpPr>
        <p:spPr>
          <a:xfrm>
            <a:off x="3195014" y="7001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9" name="Shape 4417"/>
          <p:cNvSpPr/>
          <p:nvPr/>
        </p:nvSpPr>
        <p:spPr>
          <a:xfrm>
            <a:off x="3454639" y="73898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0" name="Shape 4418"/>
          <p:cNvSpPr/>
          <p:nvPr/>
        </p:nvSpPr>
        <p:spPr>
          <a:xfrm>
            <a:off x="3303709" y="70268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1" name="Shape 4419"/>
          <p:cNvSpPr/>
          <p:nvPr/>
        </p:nvSpPr>
        <p:spPr>
          <a:xfrm>
            <a:off x="3375467" y="70720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2" name="Shape 4420"/>
          <p:cNvSpPr/>
          <p:nvPr/>
        </p:nvSpPr>
        <p:spPr>
          <a:xfrm>
            <a:off x="3304640" y="72095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3" name="Shape 4421"/>
          <p:cNvSpPr/>
          <p:nvPr/>
        </p:nvSpPr>
        <p:spPr>
          <a:xfrm>
            <a:off x="3093816" y="7237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4" name="Shape 4422"/>
          <p:cNvSpPr/>
          <p:nvPr/>
        </p:nvSpPr>
        <p:spPr>
          <a:xfrm>
            <a:off x="3315078" y="71482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5" name="Shape 4423"/>
          <p:cNvSpPr/>
          <p:nvPr/>
        </p:nvSpPr>
        <p:spPr>
          <a:xfrm>
            <a:off x="3183004" y="7089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6" name="Shape 4424"/>
          <p:cNvSpPr/>
          <p:nvPr/>
        </p:nvSpPr>
        <p:spPr>
          <a:xfrm>
            <a:off x="3139449" y="71476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7" name="Shape 4425"/>
          <p:cNvSpPr/>
          <p:nvPr/>
        </p:nvSpPr>
        <p:spPr>
          <a:xfrm>
            <a:off x="3331567" y="75545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8" name="Shape 4426"/>
          <p:cNvSpPr/>
          <p:nvPr/>
        </p:nvSpPr>
        <p:spPr>
          <a:xfrm>
            <a:off x="3289983" y="6931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9" name="Shape 4427"/>
          <p:cNvSpPr/>
          <p:nvPr/>
        </p:nvSpPr>
        <p:spPr>
          <a:xfrm>
            <a:off x="3085311" y="72978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0" name="Shape 4428"/>
          <p:cNvSpPr/>
          <p:nvPr/>
        </p:nvSpPr>
        <p:spPr>
          <a:xfrm>
            <a:off x="3154525" y="69734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1" name="Shape 4429"/>
          <p:cNvSpPr/>
          <p:nvPr/>
        </p:nvSpPr>
        <p:spPr>
          <a:xfrm>
            <a:off x="3113803" y="7246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2" name="Shape 4430"/>
          <p:cNvSpPr/>
          <p:nvPr/>
        </p:nvSpPr>
        <p:spPr>
          <a:xfrm>
            <a:off x="3331973" y="7092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3" name="Shape 4431"/>
          <p:cNvSpPr/>
          <p:nvPr/>
        </p:nvSpPr>
        <p:spPr>
          <a:xfrm>
            <a:off x="3249591" y="7099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4" name="Shape 4432"/>
          <p:cNvSpPr/>
          <p:nvPr/>
        </p:nvSpPr>
        <p:spPr>
          <a:xfrm>
            <a:off x="3124458" y="71353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5" name="Shape 4433"/>
          <p:cNvSpPr/>
          <p:nvPr/>
        </p:nvSpPr>
        <p:spPr>
          <a:xfrm>
            <a:off x="3281673" y="7675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6" name="Shape 4434"/>
          <p:cNvSpPr/>
          <p:nvPr/>
        </p:nvSpPr>
        <p:spPr>
          <a:xfrm>
            <a:off x="3086603" y="76734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7" name="Shape 4435"/>
          <p:cNvSpPr/>
          <p:nvPr/>
        </p:nvSpPr>
        <p:spPr>
          <a:xfrm>
            <a:off x="3277593" y="76696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8" name="Shape 4436"/>
          <p:cNvSpPr/>
          <p:nvPr/>
        </p:nvSpPr>
        <p:spPr>
          <a:xfrm>
            <a:off x="3256238" y="76871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9" name="Shape 4437"/>
          <p:cNvSpPr/>
          <p:nvPr/>
        </p:nvSpPr>
        <p:spPr>
          <a:xfrm>
            <a:off x="3253002" y="69603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0" name="Shape 4438"/>
          <p:cNvSpPr/>
          <p:nvPr/>
        </p:nvSpPr>
        <p:spPr>
          <a:xfrm>
            <a:off x="3079443" y="7177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1" name="Shape 4439"/>
          <p:cNvSpPr/>
          <p:nvPr/>
        </p:nvSpPr>
        <p:spPr>
          <a:xfrm>
            <a:off x="3310070" y="6894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2" name="Shape 4440"/>
          <p:cNvSpPr/>
          <p:nvPr/>
        </p:nvSpPr>
        <p:spPr>
          <a:xfrm>
            <a:off x="3104350" y="7075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3" name="Shape 4441"/>
          <p:cNvSpPr/>
          <p:nvPr/>
        </p:nvSpPr>
        <p:spPr>
          <a:xfrm>
            <a:off x="3437851" y="7029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4" name="Shape 4442"/>
          <p:cNvSpPr/>
          <p:nvPr/>
        </p:nvSpPr>
        <p:spPr>
          <a:xfrm>
            <a:off x="3108588" y="71845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5" name="Shape 4443"/>
          <p:cNvSpPr/>
          <p:nvPr/>
        </p:nvSpPr>
        <p:spPr>
          <a:xfrm>
            <a:off x="3348166" y="7144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6" name="Shape 4444"/>
          <p:cNvSpPr/>
          <p:nvPr/>
        </p:nvSpPr>
        <p:spPr>
          <a:xfrm>
            <a:off x="3358935" y="7184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7" name="Shape 4445"/>
          <p:cNvSpPr/>
          <p:nvPr/>
        </p:nvSpPr>
        <p:spPr>
          <a:xfrm>
            <a:off x="3330219" y="6840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8" name="Shape 4446"/>
          <p:cNvSpPr/>
          <p:nvPr/>
        </p:nvSpPr>
        <p:spPr>
          <a:xfrm>
            <a:off x="3048323" y="7464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9" name="Shape 4447"/>
          <p:cNvSpPr/>
          <p:nvPr/>
        </p:nvSpPr>
        <p:spPr>
          <a:xfrm>
            <a:off x="3204611" y="7515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0" name="Shape 4448"/>
          <p:cNvSpPr/>
          <p:nvPr/>
        </p:nvSpPr>
        <p:spPr>
          <a:xfrm>
            <a:off x="3288643" y="7558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1" name="Shape 4449"/>
          <p:cNvSpPr/>
          <p:nvPr/>
        </p:nvSpPr>
        <p:spPr>
          <a:xfrm>
            <a:off x="3275952" y="7558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2" name="Shape 4450"/>
          <p:cNvSpPr/>
          <p:nvPr/>
        </p:nvSpPr>
        <p:spPr>
          <a:xfrm>
            <a:off x="3344335" y="7548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3" name="Shape 4451"/>
          <p:cNvSpPr/>
          <p:nvPr/>
        </p:nvSpPr>
        <p:spPr>
          <a:xfrm>
            <a:off x="3081317" y="7562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4" name="Shape 4452"/>
          <p:cNvSpPr/>
          <p:nvPr/>
        </p:nvSpPr>
        <p:spPr>
          <a:xfrm>
            <a:off x="3262085" y="68664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5" name="Shape 4453"/>
          <p:cNvSpPr/>
          <p:nvPr/>
        </p:nvSpPr>
        <p:spPr>
          <a:xfrm>
            <a:off x="3035454" y="70758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6" name="Shape 4454"/>
          <p:cNvSpPr/>
          <p:nvPr/>
        </p:nvSpPr>
        <p:spPr>
          <a:xfrm>
            <a:off x="3441113" y="6936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7" name="Shape 4455"/>
          <p:cNvSpPr/>
          <p:nvPr/>
        </p:nvSpPr>
        <p:spPr>
          <a:xfrm>
            <a:off x="3168985" y="7477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8" name="Shape 4456"/>
          <p:cNvSpPr/>
          <p:nvPr/>
        </p:nvSpPr>
        <p:spPr>
          <a:xfrm>
            <a:off x="3215350" y="7234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9" name="Shape 4457"/>
          <p:cNvSpPr/>
          <p:nvPr/>
        </p:nvSpPr>
        <p:spPr>
          <a:xfrm>
            <a:off x="3301436" y="7032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0" name="Shape 4458"/>
          <p:cNvSpPr/>
          <p:nvPr/>
        </p:nvSpPr>
        <p:spPr>
          <a:xfrm>
            <a:off x="3199489" y="73561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1" name="Shape 4459"/>
          <p:cNvSpPr/>
          <p:nvPr/>
        </p:nvSpPr>
        <p:spPr>
          <a:xfrm>
            <a:off x="3065881" y="6828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2" name="Shape 4460"/>
          <p:cNvSpPr/>
          <p:nvPr/>
        </p:nvSpPr>
        <p:spPr>
          <a:xfrm>
            <a:off x="3371486" y="7327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3" name="Shape 4461"/>
          <p:cNvSpPr/>
          <p:nvPr/>
        </p:nvSpPr>
        <p:spPr>
          <a:xfrm>
            <a:off x="3438063" y="7286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4" name="Shape 4462"/>
          <p:cNvSpPr/>
          <p:nvPr/>
        </p:nvSpPr>
        <p:spPr>
          <a:xfrm>
            <a:off x="3067883" y="72573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5" name="Shape 4463"/>
          <p:cNvSpPr/>
          <p:nvPr/>
        </p:nvSpPr>
        <p:spPr>
          <a:xfrm>
            <a:off x="3202709" y="6965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6" name="Shape 4464"/>
          <p:cNvSpPr/>
          <p:nvPr/>
        </p:nvSpPr>
        <p:spPr>
          <a:xfrm>
            <a:off x="3379302" y="7109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7" name="Shape 4465"/>
          <p:cNvSpPr/>
          <p:nvPr/>
        </p:nvSpPr>
        <p:spPr>
          <a:xfrm>
            <a:off x="3423072" y="6778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8" name="Shape 4466"/>
          <p:cNvSpPr/>
          <p:nvPr/>
        </p:nvSpPr>
        <p:spPr>
          <a:xfrm>
            <a:off x="3194897" y="7129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9" name="Shape 4467"/>
          <p:cNvSpPr/>
          <p:nvPr/>
        </p:nvSpPr>
        <p:spPr>
          <a:xfrm>
            <a:off x="3211226" y="7004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0" name="Shape 4468"/>
          <p:cNvSpPr/>
          <p:nvPr/>
        </p:nvSpPr>
        <p:spPr>
          <a:xfrm>
            <a:off x="3157899" y="7076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1" name="Shape 4469"/>
          <p:cNvSpPr/>
          <p:nvPr/>
        </p:nvSpPr>
        <p:spPr>
          <a:xfrm>
            <a:off x="3092488" y="76553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2" name="Shape 4470"/>
          <p:cNvSpPr/>
          <p:nvPr/>
        </p:nvSpPr>
        <p:spPr>
          <a:xfrm>
            <a:off x="3178387" y="7014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3" name="Shape 4471"/>
          <p:cNvSpPr/>
          <p:nvPr/>
        </p:nvSpPr>
        <p:spPr>
          <a:xfrm>
            <a:off x="3255923" y="7578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4" name="Shape 4472"/>
          <p:cNvSpPr/>
          <p:nvPr/>
        </p:nvSpPr>
        <p:spPr>
          <a:xfrm>
            <a:off x="3252080" y="7015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5" name="Shape 4473"/>
          <p:cNvSpPr/>
          <p:nvPr/>
        </p:nvSpPr>
        <p:spPr>
          <a:xfrm>
            <a:off x="3299189" y="7203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6" name="Shape 4474"/>
          <p:cNvSpPr/>
          <p:nvPr/>
        </p:nvSpPr>
        <p:spPr>
          <a:xfrm>
            <a:off x="3072849" y="7349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7" name="Shape 4475"/>
          <p:cNvSpPr/>
          <p:nvPr/>
        </p:nvSpPr>
        <p:spPr>
          <a:xfrm>
            <a:off x="3260558" y="76193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8" name="Shape 4476"/>
          <p:cNvSpPr/>
          <p:nvPr/>
        </p:nvSpPr>
        <p:spPr>
          <a:xfrm>
            <a:off x="3341056" y="7049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9" name="Shape 4477"/>
          <p:cNvSpPr/>
          <p:nvPr/>
        </p:nvSpPr>
        <p:spPr>
          <a:xfrm>
            <a:off x="3053443" y="7442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0" name="Shape 4478"/>
          <p:cNvSpPr/>
          <p:nvPr/>
        </p:nvSpPr>
        <p:spPr>
          <a:xfrm>
            <a:off x="3355233" y="7018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1" name="Shape 4479"/>
          <p:cNvSpPr/>
          <p:nvPr/>
        </p:nvSpPr>
        <p:spPr>
          <a:xfrm>
            <a:off x="3397012" y="7260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2" name="Shape 4480"/>
          <p:cNvSpPr/>
          <p:nvPr/>
        </p:nvSpPr>
        <p:spPr>
          <a:xfrm>
            <a:off x="3229782" y="7252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3" name="Shape 4481"/>
          <p:cNvSpPr/>
          <p:nvPr/>
        </p:nvSpPr>
        <p:spPr>
          <a:xfrm>
            <a:off x="3083131" y="71732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4" name="Shape 4482"/>
          <p:cNvSpPr/>
          <p:nvPr/>
        </p:nvSpPr>
        <p:spPr>
          <a:xfrm>
            <a:off x="3414657" y="7185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5" name="Shape 4483"/>
          <p:cNvSpPr/>
          <p:nvPr/>
        </p:nvSpPr>
        <p:spPr>
          <a:xfrm>
            <a:off x="3322049" y="7468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6" name="Shape 4484"/>
          <p:cNvSpPr/>
          <p:nvPr/>
        </p:nvSpPr>
        <p:spPr>
          <a:xfrm>
            <a:off x="3280184" y="71041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7" name="Shape 4485"/>
          <p:cNvSpPr/>
          <p:nvPr/>
        </p:nvSpPr>
        <p:spPr>
          <a:xfrm>
            <a:off x="3331555" y="749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8" name="Shape 4486"/>
          <p:cNvSpPr/>
          <p:nvPr/>
        </p:nvSpPr>
        <p:spPr>
          <a:xfrm>
            <a:off x="3230690" y="7261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9" name="Shape 4487"/>
          <p:cNvSpPr/>
          <p:nvPr/>
        </p:nvSpPr>
        <p:spPr>
          <a:xfrm>
            <a:off x="3294066" y="7504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0" name="Shape 4488"/>
          <p:cNvSpPr/>
          <p:nvPr/>
        </p:nvSpPr>
        <p:spPr>
          <a:xfrm>
            <a:off x="3085016" y="6973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1" name="Shape 4489"/>
          <p:cNvSpPr/>
          <p:nvPr/>
        </p:nvSpPr>
        <p:spPr>
          <a:xfrm>
            <a:off x="3158194" y="7537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2" name="Shape 4490"/>
          <p:cNvSpPr/>
          <p:nvPr/>
        </p:nvSpPr>
        <p:spPr>
          <a:xfrm>
            <a:off x="3030399" y="56261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3" name="Shape 4491"/>
          <p:cNvSpPr/>
          <p:nvPr/>
        </p:nvSpPr>
        <p:spPr>
          <a:xfrm>
            <a:off x="3329239" y="7596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4" name="Shape 4492"/>
          <p:cNvSpPr/>
          <p:nvPr/>
        </p:nvSpPr>
        <p:spPr>
          <a:xfrm>
            <a:off x="3402481" y="74107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5" name="Shape 4493"/>
          <p:cNvSpPr/>
          <p:nvPr/>
        </p:nvSpPr>
        <p:spPr>
          <a:xfrm>
            <a:off x="3386689" y="6985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6" name="Shape 4494"/>
          <p:cNvSpPr/>
          <p:nvPr/>
        </p:nvSpPr>
        <p:spPr>
          <a:xfrm>
            <a:off x="3096259" y="68591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7" name="Shape 4495"/>
          <p:cNvSpPr/>
          <p:nvPr/>
        </p:nvSpPr>
        <p:spPr>
          <a:xfrm>
            <a:off x="3162410" y="6841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8" name="Shape 4496"/>
          <p:cNvSpPr/>
          <p:nvPr/>
        </p:nvSpPr>
        <p:spPr>
          <a:xfrm>
            <a:off x="3153959" y="6877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9" name="Shape 4497"/>
          <p:cNvSpPr/>
          <p:nvPr/>
        </p:nvSpPr>
        <p:spPr>
          <a:xfrm>
            <a:off x="3148067" y="6815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0" name="Shape 4498"/>
          <p:cNvSpPr/>
          <p:nvPr/>
        </p:nvSpPr>
        <p:spPr>
          <a:xfrm>
            <a:off x="3349589" y="7026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1" name="Shape 4499"/>
          <p:cNvSpPr/>
          <p:nvPr/>
        </p:nvSpPr>
        <p:spPr>
          <a:xfrm>
            <a:off x="3336510" y="6727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2" name="Shape 4500"/>
          <p:cNvSpPr/>
          <p:nvPr/>
        </p:nvSpPr>
        <p:spPr>
          <a:xfrm>
            <a:off x="3416560" y="7088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3" name="Shape 4501"/>
          <p:cNvSpPr/>
          <p:nvPr/>
        </p:nvSpPr>
        <p:spPr>
          <a:xfrm>
            <a:off x="3274286" y="67421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4" name="Shape 4502"/>
          <p:cNvSpPr/>
          <p:nvPr/>
        </p:nvSpPr>
        <p:spPr>
          <a:xfrm>
            <a:off x="3435373" y="6744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5" name="Shape 4503"/>
          <p:cNvSpPr/>
          <p:nvPr/>
        </p:nvSpPr>
        <p:spPr>
          <a:xfrm>
            <a:off x="3187643" y="6824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6" name="Shape 4504"/>
          <p:cNvSpPr/>
          <p:nvPr/>
        </p:nvSpPr>
        <p:spPr>
          <a:xfrm>
            <a:off x="3212713" y="6593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7" name="Shape 4505"/>
          <p:cNvSpPr/>
          <p:nvPr/>
        </p:nvSpPr>
        <p:spPr>
          <a:xfrm>
            <a:off x="3221092" y="6973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8" name="Shape 4506"/>
          <p:cNvSpPr/>
          <p:nvPr/>
        </p:nvSpPr>
        <p:spPr>
          <a:xfrm>
            <a:off x="3225134" y="6574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9" name="Shape 4507"/>
          <p:cNvSpPr/>
          <p:nvPr/>
        </p:nvSpPr>
        <p:spPr>
          <a:xfrm>
            <a:off x="3173400" y="6715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0" name="Shape 4508"/>
          <p:cNvSpPr/>
          <p:nvPr/>
        </p:nvSpPr>
        <p:spPr>
          <a:xfrm>
            <a:off x="3115396" y="6792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1" name="Shape 4509"/>
          <p:cNvSpPr/>
          <p:nvPr/>
        </p:nvSpPr>
        <p:spPr>
          <a:xfrm>
            <a:off x="3205474" y="6709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2" name="Shape 4510"/>
          <p:cNvSpPr/>
          <p:nvPr/>
        </p:nvSpPr>
        <p:spPr>
          <a:xfrm>
            <a:off x="3353386" y="6670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3" name="Shape 4511"/>
          <p:cNvSpPr/>
          <p:nvPr/>
        </p:nvSpPr>
        <p:spPr>
          <a:xfrm>
            <a:off x="3133399" y="69716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4" name="Shape 4512"/>
          <p:cNvSpPr/>
          <p:nvPr/>
        </p:nvSpPr>
        <p:spPr>
          <a:xfrm>
            <a:off x="3351261" y="68013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5" name="Shape 4513"/>
          <p:cNvSpPr/>
          <p:nvPr/>
        </p:nvSpPr>
        <p:spPr>
          <a:xfrm>
            <a:off x="3235600" y="7237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6" name="Shape 4514"/>
          <p:cNvSpPr/>
          <p:nvPr/>
        </p:nvSpPr>
        <p:spPr>
          <a:xfrm>
            <a:off x="3265113" y="67342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7" name="Shape 4515"/>
          <p:cNvSpPr/>
          <p:nvPr/>
        </p:nvSpPr>
        <p:spPr>
          <a:xfrm>
            <a:off x="3457353" y="7333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8" name="Shape 4516"/>
          <p:cNvSpPr/>
          <p:nvPr/>
        </p:nvSpPr>
        <p:spPr>
          <a:xfrm>
            <a:off x="3313645" y="7724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9" name="Shape 4517"/>
          <p:cNvSpPr/>
          <p:nvPr/>
        </p:nvSpPr>
        <p:spPr>
          <a:xfrm>
            <a:off x="3293694" y="7277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0" name="Shape 4518"/>
          <p:cNvSpPr/>
          <p:nvPr/>
        </p:nvSpPr>
        <p:spPr>
          <a:xfrm>
            <a:off x="3381145" y="7431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1" name="Shape 4519"/>
          <p:cNvSpPr/>
          <p:nvPr/>
        </p:nvSpPr>
        <p:spPr>
          <a:xfrm>
            <a:off x="3200175" y="7505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2" name="Shape 4520"/>
          <p:cNvSpPr/>
          <p:nvPr/>
        </p:nvSpPr>
        <p:spPr>
          <a:xfrm>
            <a:off x="3276536" y="7125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3" name="Shape 4521"/>
          <p:cNvSpPr/>
          <p:nvPr/>
        </p:nvSpPr>
        <p:spPr>
          <a:xfrm>
            <a:off x="3066577" y="72842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4" name="Shape 4522"/>
          <p:cNvSpPr/>
          <p:nvPr/>
        </p:nvSpPr>
        <p:spPr>
          <a:xfrm>
            <a:off x="3288815" y="7304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5" name="Shape 4523"/>
          <p:cNvSpPr/>
          <p:nvPr/>
        </p:nvSpPr>
        <p:spPr>
          <a:xfrm>
            <a:off x="3386142" y="78485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6" name="Shape 4524"/>
          <p:cNvSpPr/>
          <p:nvPr/>
        </p:nvSpPr>
        <p:spPr>
          <a:xfrm>
            <a:off x="3333461" y="69565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7" name="Shape 4525"/>
          <p:cNvSpPr/>
          <p:nvPr/>
        </p:nvSpPr>
        <p:spPr>
          <a:xfrm>
            <a:off x="3346875" y="7187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8" name="Shape 4526"/>
          <p:cNvSpPr/>
          <p:nvPr/>
        </p:nvSpPr>
        <p:spPr>
          <a:xfrm>
            <a:off x="3339187" y="78607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9" name="Shape 4527"/>
          <p:cNvSpPr/>
          <p:nvPr/>
        </p:nvSpPr>
        <p:spPr>
          <a:xfrm>
            <a:off x="3051084" y="7185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0" name="Shape 4528"/>
          <p:cNvSpPr/>
          <p:nvPr/>
        </p:nvSpPr>
        <p:spPr>
          <a:xfrm>
            <a:off x="3154040" y="70026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1" name="Shape 4529"/>
          <p:cNvSpPr/>
          <p:nvPr/>
        </p:nvSpPr>
        <p:spPr>
          <a:xfrm>
            <a:off x="3426626" y="7305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2" name="Shape 4530"/>
          <p:cNvSpPr/>
          <p:nvPr/>
        </p:nvSpPr>
        <p:spPr>
          <a:xfrm>
            <a:off x="3271956" y="72563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3" name="Shape 4531"/>
          <p:cNvSpPr/>
          <p:nvPr/>
        </p:nvSpPr>
        <p:spPr>
          <a:xfrm>
            <a:off x="3378522" y="7149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4" name="Shape 4532"/>
          <p:cNvSpPr/>
          <p:nvPr/>
        </p:nvSpPr>
        <p:spPr>
          <a:xfrm>
            <a:off x="3154475" y="6955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5" name="Shape 4533"/>
          <p:cNvSpPr/>
          <p:nvPr/>
        </p:nvSpPr>
        <p:spPr>
          <a:xfrm>
            <a:off x="3394440" y="7148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6" name="Shape 4534"/>
          <p:cNvSpPr/>
          <p:nvPr/>
        </p:nvSpPr>
        <p:spPr>
          <a:xfrm>
            <a:off x="3355023" y="7248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7" name="Shape 4535"/>
          <p:cNvSpPr/>
          <p:nvPr/>
        </p:nvSpPr>
        <p:spPr>
          <a:xfrm>
            <a:off x="3419933" y="7240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8" name="Shape 4536"/>
          <p:cNvSpPr/>
          <p:nvPr/>
        </p:nvSpPr>
        <p:spPr>
          <a:xfrm>
            <a:off x="3091111" y="7219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9" name="Shape 4537"/>
          <p:cNvSpPr/>
          <p:nvPr/>
        </p:nvSpPr>
        <p:spPr>
          <a:xfrm>
            <a:off x="3457431" y="7349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0" name="Shape 4538"/>
          <p:cNvSpPr/>
          <p:nvPr/>
        </p:nvSpPr>
        <p:spPr>
          <a:xfrm>
            <a:off x="3293349" y="72491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1" name="Shape 4539"/>
          <p:cNvSpPr/>
          <p:nvPr/>
        </p:nvSpPr>
        <p:spPr>
          <a:xfrm>
            <a:off x="3436988" y="6982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2" name="Shape 4540"/>
          <p:cNvSpPr/>
          <p:nvPr/>
        </p:nvSpPr>
        <p:spPr>
          <a:xfrm>
            <a:off x="3382861" y="7247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3" name="Shape 4541"/>
          <p:cNvSpPr/>
          <p:nvPr/>
        </p:nvSpPr>
        <p:spPr>
          <a:xfrm>
            <a:off x="3069530" y="7593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4" name="Shape 4542"/>
          <p:cNvSpPr/>
          <p:nvPr/>
        </p:nvSpPr>
        <p:spPr>
          <a:xfrm>
            <a:off x="3282461" y="7631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5" name="Shape 4543"/>
          <p:cNvSpPr/>
          <p:nvPr/>
        </p:nvSpPr>
        <p:spPr>
          <a:xfrm>
            <a:off x="3114639" y="7312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6" name="Shape 4544"/>
          <p:cNvSpPr/>
          <p:nvPr/>
        </p:nvSpPr>
        <p:spPr>
          <a:xfrm>
            <a:off x="3149852" y="7511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7" name="Shape 4545"/>
          <p:cNvSpPr/>
          <p:nvPr/>
        </p:nvSpPr>
        <p:spPr>
          <a:xfrm>
            <a:off x="3427765" y="7653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8" name="Shape 4546"/>
          <p:cNvSpPr/>
          <p:nvPr/>
        </p:nvSpPr>
        <p:spPr>
          <a:xfrm>
            <a:off x="3072917" y="75223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9" name="Shape 4547"/>
          <p:cNvSpPr/>
          <p:nvPr/>
        </p:nvSpPr>
        <p:spPr>
          <a:xfrm>
            <a:off x="3445582" y="7015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0" name="Shape 4548"/>
          <p:cNvSpPr/>
          <p:nvPr/>
        </p:nvSpPr>
        <p:spPr>
          <a:xfrm>
            <a:off x="3089538" y="6908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1" name="Shape 4549"/>
          <p:cNvSpPr/>
          <p:nvPr/>
        </p:nvSpPr>
        <p:spPr>
          <a:xfrm>
            <a:off x="3217431" y="6890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2" name="Shape 4550"/>
          <p:cNvSpPr/>
          <p:nvPr/>
        </p:nvSpPr>
        <p:spPr>
          <a:xfrm>
            <a:off x="3325372" y="72170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3" name="Shape 4551"/>
          <p:cNvSpPr/>
          <p:nvPr/>
        </p:nvSpPr>
        <p:spPr>
          <a:xfrm>
            <a:off x="3332626" y="6863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4" name="Shape 4552"/>
          <p:cNvSpPr/>
          <p:nvPr/>
        </p:nvSpPr>
        <p:spPr>
          <a:xfrm>
            <a:off x="3039104" y="77013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5" name="Shape 4553"/>
          <p:cNvSpPr/>
          <p:nvPr/>
        </p:nvSpPr>
        <p:spPr>
          <a:xfrm>
            <a:off x="3203076" y="7180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6" name="Shape 4554"/>
          <p:cNvSpPr/>
          <p:nvPr/>
        </p:nvSpPr>
        <p:spPr>
          <a:xfrm>
            <a:off x="3367112" y="7128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7" name="Shape 4555"/>
          <p:cNvSpPr/>
          <p:nvPr/>
        </p:nvSpPr>
        <p:spPr>
          <a:xfrm>
            <a:off x="3044156" y="7162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8" name="Shape 4556"/>
          <p:cNvSpPr/>
          <p:nvPr/>
        </p:nvSpPr>
        <p:spPr>
          <a:xfrm>
            <a:off x="3411360" y="77458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9" name="Shape 4557"/>
          <p:cNvSpPr/>
          <p:nvPr/>
        </p:nvSpPr>
        <p:spPr>
          <a:xfrm>
            <a:off x="3325584" y="7699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0" name="Shape 4558"/>
          <p:cNvSpPr/>
          <p:nvPr/>
        </p:nvSpPr>
        <p:spPr>
          <a:xfrm>
            <a:off x="3119595" y="7693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1" name="Shape 4559"/>
          <p:cNvSpPr/>
          <p:nvPr/>
        </p:nvSpPr>
        <p:spPr>
          <a:xfrm>
            <a:off x="3219032" y="7717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2" name="Shape 4560"/>
          <p:cNvSpPr/>
          <p:nvPr/>
        </p:nvSpPr>
        <p:spPr>
          <a:xfrm>
            <a:off x="3138593" y="6892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3" name="Shape 4561"/>
          <p:cNvSpPr/>
          <p:nvPr/>
        </p:nvSpPr>
        <p:spPr>
          <a:xfrm>
            <a:off x="3352637" y="7007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4" name="Shape 4562"/>
          <p:cNvSpPr/>
          <p:nvPr/>
        </p:nvSpPr>
        <p:spPr>
          <a:xfrm>
            <a:off x="3331580" y="7880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5" name="Shape 4563"/>
          <p:cNvSpPr/>
          <p:nvPr/>
        </p:nvSpPr>
        <p:spPr>
          <a:xfrm>
            <a:off x="3092552" y="7843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6" name="Shape 4564"/>
          <p:cNvSpPr/>
          <p:nvPr/>
        </p:nvSpPr>
        <p:spPr>
          <a:xfrm>
            <a:off x="3117553" y="6921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7" name="Shape 4565"/>
          <p:cNvSpPr/>
          <p:nvPr/>
        </p:nvSpPr>
        <p:spPr>
          <a:xfrm>
            <a:off x="3238840" y="7570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8" name="Shape 4566"/>
          <p:cNvSpPr/>
          <p:nvPr/>
        </p:nvSpPr>
        <p:spPr>
          <a:xfrm>
            <a:off x="3237058" y="7235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9" name="Shape 4567"/>
          <p:cNvSpPr/>
          <p:nvPr/>
        </p:nvSpPr>
        <p:spPr>
          <a:xfrm>
            <a:off x="3262573" y="6853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0" name="Shape 4568"/>
          <p:cNvSpPr/>
          <p:nvPr/>
        </p:nvSpPr>
        <p:spPr>
          <a:xfrm>
            <a:off x="3064578" y="73438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1" name="Shape 4569"/>
          <p:cNvSpPr/>
          <p:nvPr/>
        </p:nvSpPr>
        <p:spPr>
          <a:xfrm>
            <a:off x="3036747" y="68453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2" name="Shape 4570"/>
          <p:cNvSpPr/>
          <p:nvPr/>
        </p:nvSpPr>
        <p:spPr>
          <a:xfrm>
            <a:off x="3152723" y="7325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3" name="Shape 4571"/>
          <p:cNvSpPr/>
          <p:nvPr/>
        </p:nvSpPr>
        <p:spPr>
          <a:xfrm>
            <a:off x="3195774" y="6881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4" name="Shape 4572"/>
          <p:cNvSpPr/>
          <p:nvPr/>
        </p:nvSpPr>
        <p:spPr>
          <a:xfrm>
            <a:off x="3244789" y="71696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5" name="Shape 4573"/>
          <p:cNvSpPr/>
          <p:nvPr/>
        </p:nvSpPr>
        <p:spPr>
          <a:xfrm>
            <a:off x="3356137" y="68354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6" name="Shape 4574"/>
          <p:cNvSpPr/>
          <p:nvPr/>
        </p:nvSpPr>
        <p:spPr>
          <a:xfrm>
            <a:off x="3263900" y="6730348"/>
            <a:ext cx="127" cy="981171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4577" name="Shape 4575"/>
          <p:cNvSpPr/>
          <p:nvPr/>
        </p:nvSpPr>
        <p:spPr>
          <a:xfrm>
            <a:off x="3149600" y="7711520"/>
            <a:ext cx="228600" cy="12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4578" name="Shape 4576"/>
          <p:cNvSpPr/>
          <p:nvPr/>
        </p:nvSpPr>
        <p:spPr>
          <a:xfrm>
            <a:off x="3149600" y="6730348"/>
            <a:ext cx="228600" cy="12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4579" name="Shape 4577"/>
          <p:cNvSpPr/>
          <p:nvPr/>
        </p:nvSpPr>
        <p:spPr>
          <a:xfrm>
            <a:off x="3098800" y="6993930"/>
            <a:ext cx="330200" cy="484606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4580" name="Shape 4578"/>
          <p:cNvSpPr/>
          <p:nvPr/>
        </p:nvSpPr>
        <p:spPr>
          <a:xfrm>
            <a:off x="3098800" y="7258785"/>
            <a:ext cx="330200" cy="127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4581" name="Shape 4579"/>
          <p:cNvSpPr/>
          <p:nvPr/>
        </p:nvSpPr>
        <p:spPr>
          <a:xfrm>
            <a:off x="2933700" y="8229600"/>
            <a:ext cx="127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4582" name="Text 4580"/>
          <p:cNvSpPr/>
          <p:nvPr/>
        </p:nvSpPr>
        <p:spPr>
          <a:xfrm>
            <a:off x="2108200" y="8318500"/>
            <a:ext cx="1651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</a:t>
            </a:r>
            <a:endParaRPr lang="en-US" sz="1600" dirty="0"/>
          </a:p>
        </p:txBody>
      </p:sp>
      <p:sp>
        <p:nvSpPr>
          <p:cNvPr id="4583" name="Shape 4581"/>
          <p:cNvSpPr/>
          <p:nvPr/>
        </p:nvSpPr>
        <p:spPr>
          <a:xfrm>
            <a:off x="5014992" y="7625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4" name="Shape 4582"/>
          <p:cNvSpPr/>
          <p:nvPr/>
        </p:nvSpPr>
        <p:spPr>
          <a:xfrm>
            <a:off x="4972044" y="7690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5" name="Shape 4583"/>
          <p:cNvSpPr/>
          <p:nvPr/>
        </p:nvSpPr>
        <p:spPr>
          <a:xfrm>
            <a:off x="4724058" y="7633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6" name="Shape 4584"/>
          <p:cNvSpPr/>
          <p:nvPr/>
        </p:nvSpPr>
        <p:spPr>
          <a:xfrm>
            <a:off x="4941974" y="75867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7" name="Shape 4585"/>
          <p:cNvSpPr/>
          <p:nvPr/>
        </p:nvSpPr>
        <p:spPr>
          <a:xfrm>
            <a:off x="4606840" y="7614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8" name="Shape 4586"/>
          <p:cNvSpPr/>
          <p:nvPr/>
        </p:nvSpPr>
        <p:spPr>
          <a:xfrm>
            <a:off x="4805656" y="7630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9" name="Shape 4587"/>
          <p:cNvSpPr/>
          <p:nvPr/>
        </p:nvSpPr>
        <p:spPr>
          <a:xfrm>
            <a:off x="4775548" y="76258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0" name="Shape 4588"/>
          <p:cNvSpPr/>
          <p:nvPr/>
        </p:nvSpPr>
        <p:spPr>
          <a:xfrm>
            <a:off x="4830525" y="7618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1" name="Shape 4589"/>
          <p:cNvSpPr/>
          <p:nvPr/>
        </p:nvSpPr>
        <p:spPr>
          <a:xfrm>
            <a:off x="4809688" y="7618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2" name="Shape 4590"/>
          <p:cNvSpPr/>
          <p:nvPr/>
        </p:nvSpPr>
        <p:spPr>
          <a:xfrm>
            <a:off x="5019566" y="7626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3" name="Shape 4591"/>
          <p:cNvSpPr/>
          <p:nvPr/>
        </p:nvSpPr>
        <p:spPr>
          <a:xfrm>
            <a:off x="4820670" y="76609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4" name="Shape 4592"/>
          <p:cNvSpPr/>
          <p:nvPr/>
        </p:nvSpPr>
        <p:spPr>
          <a:xfrm>
            <a:off x="4965217" y="7621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5" name="Shape 4593"/>
          <p:cNvSpPr/>
          <p:nvPr/>
        </p:nvSpPr>
        <p:spPr>
          <a:xfrm>
            <a:off x="4806613" y="7627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6" name="Shape 4594"/>
          <p:cNvSpPr/>
          <p:nvPr/>
        </p:nvSpPr>
        <p:spPr>
          <a:xfrm>
            <a:off x="5008336" y="76721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7" name="Shape 4595"/>
          <p:cNvSpPr/>
          <p:nvPr/>
        </p:nvSpPr>
        <p:spPr>
          <a:xfrm>
            <a:off x="4646928" y="7668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8" name="Shape 4596"/>
          <p:cNvSpPr/>
          <p:nvPr/>
        </p:nvSpPr>
        <p:spPr>
          <a:xfrm>
            <a:off x="4638581" y="7671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9" name="Shape 4597"/>
          <p:cNvSpPr/>
          <p:nvPr/>
        </p:nvSpPr>
        <p:spPr>
          <a:xfrm>
            <a:off x="4664288" y="7585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0" name="Shape 4598"/>
          <p:cNvSpPr/>
          <p:nvPr/>
        </p:nvSpPr>
        <p:spPr>
          <a:xfrm>
            <a:off x="4754088" y="7686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1" name="Shape 4599"/>
          <p:cNvSpPr/>
          <p:nvPr/>
        </p:nvSpPr>
        <p:spPr>
          <a:xfrm>
            <a:off x="4655661" y="7646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2" name="Shape 4600"/>
          <p:cNvSpPr/>
          <p:nvPr/>
        </p:nvSpPr>
        <p:spPr>
          <a:xfrm>
            <a:off x="4965463" y="7621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3" name="Shape 4601"/>
          <p:cNvSpPr/>
          <p:nvPr/>
        </p:nvSpPr>
        <p:spPr>
          <a:xfrm>
            <a:off x="4978445" y="7629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4" name="Shape 4602"/>
          <p:cNvSpPr/>
          <p:nvPr/>
        </p:nvSpPr>
        <p:spPr>
          <a:xfrm>
            <a:off x="4664352" y="7626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5" name="Shape 4603"/>
          <p:cNvSpPr/>
          <p:nvPr/>
        </p:nvSpPr>
        <p:spPr>
          <a:xfrm>
            <a:off x="4769215" y="76231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6" name="Shape 4604"/>
          <p:cNvSpPr/>
          <p:nvPr/>
        </p:nvSpPr>
        <p:spPr>
          <a:xfrm>
            <a:off x="4638980" y="7638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7" name="Shape 4605"/>
          <p:cNvSpPr/>
          <p:nvPr/>
        </p:nvSpPr>
        <p:spPr>
          <a:xfrm>
            <a:off x="4623775" y="7625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8" name="Shape 4606"/>
          <p:cNvSpPr/>
          <p:nvPr/>
        </p:nvSpPr>
        <p:spPr>
          <a:xfrm>
            <a:off x="4792017" y="76266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9" name="Shape 4607"/>
          <p:cNvSpPr/>
          <p:nvPr/>
        </p:nvSpPr>
        <p:spPr>
          <a:xfrm>
            <a:off x="4671353" y="7606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0" name="Shape 4608"/>
          <p:cNvSpPr/>
          <p:nvPr/>
        </p:nvSpPr>
        <p:spPr>
          <a:xfrm>
            <a:off x="4988552" y="76358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1" name="Shape 4609"/>
          <p:cNvSpPr/>
          <p:nvPr/>
        </p:nvSpPr>
        <p:spPr>
          <a:xfrm>
            <a:off x="4743626" y="7660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2" name="Shape 4610"/>
          <p:cNvSpPr/>
          <p:nvPr/>
        </p:nvSpPr>
        <p:spPr>
          <a:xfrm>
            <a:off x="4708904" y="76066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3" name="Shape 4611"/>
          <p:cNvSpPr/>
          <p:nvPr/>
        </p:nvSpPr>
        <p:spPr>
          <a:xfrm>
            <a:off x="4596844" y="7704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4" name="Shape 4612"/>
          <p:cNvSpPr/>
          <p:nvPr/>
        </p:nvSpPr>
        <p:spPr>
          <a:xfrm>
            <a:off x="5015753" y="76317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5" name="Shape 4613"/>
          <p:cNvSpPr/>
          <p:nvPr/>
        </p:nvSpPr>
        <p:spPr>
          <a:xfrm>
            <a:off x="4776229" y="7631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6" name="Shape 4614"/>
          <p:cNvSpPr/>
          <p:nvPr/>
        </p:nvSpPr>
        <p:spPr>
          <a:xfrm>
            <a:off x="4742887" y="7663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7" name="Shape 4615"/>
          <p:cNvSpPr/>
          <p:nvPr/>
        </p:nvSpPr>
        <p:spPr>
          <a:xfrm>
            <a:off x="4991955" y="76779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8" name="Shape 4616"/>
          <p:cNvSpPr/>
          <p:nvPr/>
        </p:nvSpPr>
        <p:spPr>
          <a:xfrm>
            <a:off x="4942894" y="76694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9" name="Shape 4617"/>
          <p:cNvSpPr/>
          <p:nvPr/>
        </p:nvSpPr>
        <p:spPr>
          <a:xfrm>
            <a:off x="4635830" y="7624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0" name="Shape 4618"/>
          <p:cNvSpPr/>
          <p:nvPr/>
        </p:nvSpPr>
        <p:spPr>
          <a:xfrm>
            <a:off x="4712611" y="76102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1" name="Shape 4619"/>
          <p:cNvSpPr/>
          <p:nvPr/>
        </p:nvSpPr>
        <p:spPr>
          <a:xfrm>
            <a:off x="4756877" y="7646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2" name="Shape 4620"/>
          <p:cNvSpPr/>
          <p:nvPr/>
        </p:nvSpPr>
        <p:spPr>
          <a:xfrm>
            <a:off x="4719929" y="7686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3" name="Shape 4621"/>
          <p:cNvSpPr/>
          <p:nvPr/>
        </p:nvSpPr>
        <p:spPr>
          <a:xfrm>
            <a:off x="4876629" y="76716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4" name="Shape 4622"/>
          <p:cNvSpPr/>
          <p:nvPr/>
        </p:nvSpPr>
        <p:spPr>
          <a:xfrm>
            <a:off x="4755878" y="7615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5" name="Shape 4623"/>
          <p:cNvSpPr/>
          <p:nvPr/>
        </p:nvSpPr>
        <p:spPr>
          <a:xfrm>
            <a:off x="4653511" y="7660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6" name="Shape 4624"/>
          <p:cNvSpPr/>
          <p:nvPr/>
        </p:nvSpPr>
        <p:spPr>
          <a:xfrm>
            <a:off x="4677043" y="7645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7" name="Shape 4625"/>
          <p:cNvSpPr/>
          <p:nvPr/>
        </p:nvSpPr>
        <p:spPr>
          <a:xfrm>
            <a:off x="4596008" y="7688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8" name="Shape 4626"/>
          <p:cNvSpPr/>
          <p:nvPr/>
        </p:nvSpPr>
        <p:spPr>
          <a:xfrm>
            <a:off x="4802029" y="76684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9" name="Shape 4627"/>
          <p:cNvSpPr/>
          <p:nvPr/>
        </p:nvSpPr>
        <p:spPr>
          <a:xfrm>
            <a:off x="4737849" y="76132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0" name="Shape 4628"/>
          <p:cNvSpPr/>
          <p:nvPr/>
        </p:nvSpPr>
        <p:spPr>
          <a:xfrm>
            <a:off x="4592599" y="76121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1" name="Shape 4629"/>
          <p:cNvSpPr/>
          <p:nvPr/>
        </p:nvSpPr>
        <p:spPr>
          <a:xfrm>
            <a:off x="4801215" y="7684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2" name="Shape 4630"/>
          <p:cNvSpPr/>
          <p:nvPr/>
        </p:nvSpPr>
        <p:spPr>
          <a:xfrm>
            <a:off x="4812403" y="7620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3" name="Shape 4631"/>
          <p:cNvSpPr/>
          <p:nvPr/>
        </p:nvSpPr>
        <p:spPr>
          <a:xfrm>
            <a:off x="4720503" y="7614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4" name="Shape 4632"/>
          <p:cNvSpPr/>
          <p:nvPr/>
        </p:nvSpPr>
        <p:spPr>
          <a:xfrm>
            <a:off x="4706333" y="7712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5" name="Shape 4633"/>
          <p:cNvSpPr/>
          <p:nvPr/>
        </p:nvSpPr>
        <p:spPr>
          <a:xfrm>
            <a:off x="4862726" y="7660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6" name="Shape 4634"/>
          <p:cNvSpPr/>
          <p:nvPr/>
        </p:nvSpPr>
        <p:spPr>
          <a:xfrm>
            <a:off x="4622296" y="77034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7" name="Shape 4635"/>
          <p:cNvSpPr/>
          <p:nvPr/>
        </p:nvSpPr>
        <p:spPr>
          <a:xfrm>
            <a:off x="4736601" y="7727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8" name="Shape 4636"/>
          <p:cNvSpPr/>
          <p:nvPr/>
        </p:nvSpPr>
        <p:spPr>
          <a:xfrm>
            <a:off x="4949047" y="7642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9" name="Shape 4637"/>
          <p:cNvSpPr/>
          <p:nvPr/>
        </p:nvSpPr>
        <p:spPr>
          <a:xfrm>
            <a:off x="4834588" y="7648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0" name="Shape 4638"/>
          <p:cNvSpPr/>
          <p:nvPr/>
        </p:nvSpPr>
        <p:spPr>
          <a:xfrm>
            <a:off x="4896784" y="7688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1" name="Shape 4639"/>
          <p:cNvSpPr/>
          <p:nvPr/>
        </p:nvSpPr>
        <p:spPr>
          <a:xfrm>
            <a:off x="4774855" y="7602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2" name="Shape 4640"/>
          <p:cNvSpPr/>
          <p:nvPr/>
        </p:nvSpPr>
        <p:spPr>
          <a:xfrm>
            <a:off x="4974713" y="7681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3" name="Shape 4641"/>
          <p:cNvSpPr/>
          <p:nvPr/>
        </p:nvSpPr>
        <p:spPr>
          <a:xfrm>
            <a:off x="4655633" y="7630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4" name="Shape 4642"/>
          <p:cNvSpPr/>
          <p:nvPr/>
        </p:nvSpPr>
        <p:spPr>
          <a:xfrm>
            <a:off x="4802431" y="7640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5" name="Shape 4643"/>
          <p:cNvSpPr/>
          <p:nvPr/>
        </p:nvSpPr>
        <p:spPr>
          <a:xfrm>
            <a:off x="4869408" y="7628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6" name="Shape 4644"/>
          <p:cNvSpPr/>
          <p:nvPr/>
        </p:nvSpPr>
        <p:spPr>
          <a:xfrm>
            <a:off x="4621942" y="7628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7" name="Shape 4645"/>
          <p:cNvSpPr/>
          <p:nvPr/>
        </p:nvSpPr>
        <p:spPr>
          <a:xfrm>
            <a:off x="4799217" y="7621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8" name="Shape 4646"/>
          <p:cNvSpPr/>
          <p:nvPr/>
        </p:nvSpPr>
        <p:spPr>
          <a:xfrm>
            <a:off x="4727420" y="7706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9" name="Shape 4647"/>
          <p:cNvSpPr/>
          <p:nvPr/>
        </p:nvSpPr>
        <p:spPr>
          <a:xfrm>
            <a:off x="4598991" y="7624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0" name="Shape 4648"/>
          <p:cNvSpPr/>
          <p:nvPr/>
        </p:nvSpPr>
        <p:spPr>
          <a:xfrm>
            <a:off x="4867420" y="7653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1" name="Shape 4649"/>
          <p:cNvSpPr/>
          <p:nvPr/>
        </p:nvSpPr>
        <p:spPr>
          <a:xfrm>
            <a:off x="4876841" y="7653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2" name="Shape 4650"/>
          <p:cNvSpPr/>
          <p:nvPr/>
        </p:nvSpPr>
        <p:spPr>
          <a:xfrm>
            <a:off x="4705331" y="7704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3" name="Shape 4651"/>
          <p:cNvSpPr/>
          <p:nvPr/>
        </p:nvSpPr>
        <p:spPr>
          <a:xfrm>
            <a:off x="4803613" y="7641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4" name="Shape 4652"/>
          <p:cNvSpPr/>
          <p:nvPr/>
        </p:nvSpPr>
        <p:spPr>
          <a:xfrm>
            <a:off x="4966827" y="7608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5" name="Shape 4653"/>
          <p:cNvSpPr/>
          <p:nvPr/>
        </p:nvSpPr>
        <p:spPr>
          <a:xfrm>
            <a:off x="4833358" y="7716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6" name="Shape 4654"/>
          <p:cNvSpPr/>
          <p:nvPr/>
        </p:nvSpPr>
        <p:spPr>
          <a:xfrm>
            <a:off x="4784156" y="7624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7" name="Shape 4655"/>
          <p:cNvSpPr/>
          <p:nvPr/>
        </p:nvSpPr>
        <p:spPr>
          <a:xfrm>
            <a:off x="4646995" y="7621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8" name="Shape 4656"/>
          <p:cNvSpPr/>
          <p:nvPr/>
        </p:nvSpPr>
        <p:spPr>
          <a:xfrm>
            <a:off x="4813804" y="7619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9" name="Shape 4657"/>
          <p:cNvSpPr/>
          <p:nvPr/>
        </p:nvSpPr>
        <p:spPr>
          <a:xfrm>
            <a:off x="4911858" y="76779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0" name="Shape 4658"/>
          <p:cNvSpPr/>
          <p:nvPr/>
        </p:nvSpPr>
        <p:spPr>
          <a:xfrm>
            <a:off x="4759106" y="7635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1" name="Shape 4659"/>
          <p:cNvSpPr/>
          <p:nvPr/>
        </p:nvSpPr>
        <p:spPr>
          <a:xfrm>
            <a:off x="4987936" y="73344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2" name="Shape 4660"/>
          <p:cNvSpPr/>
          <p:nvPr/>
        </p:nvSpPr>
        <p:spPr>
          <a:xfrm>
            <a:off x="4827577" y="76679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3" name="Shape 4661"/>
          <p:cNvSpPr/>
          <p:nvPr/>
        </p:nvSpPr>
        <p:spPr>
          <a:xfrm>
            <a:off x="4619741" y="7691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4" name="Shape 4662"/>
          <p:cNvSpPr/>
          <p:nvPr/>
        </p:nvSpPr>
        <p:spPr>
          <a:xfrm>
            <a:off x="4754168" y="76626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5" name="Shape 4663"/>
          <p:cNvSpPr/>
          <p:nvPr/>
        </p:nvSpPr>
        <p:spPr>
          <a:xfrm>
            <a:off x="4901122" y="76666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6" name="Shape 4664"/>
          <p:cNvSpPr/>
          <p:nvPr/>
        </p:nvSpPr>
        <p:spPr>
          <a:xfrm>
            <a:off x="4982049" y="7796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7" name="Shape 4665"/>
          <p:cNvSpPr/>
          <p:nvPr/>
        </p:nvSpPr>
        <p:spPr>
          <a:xfrm>
            <a:off x="4731153" y="7853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8" name="Shape 4666"/>
          <p:cNvSpPr/>
          <p:nvPr/>
        </p:nvSpPr>
        <p:spPr>
          <a:xfrm>
            <a:off x="4977206" y="7636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9" name="Shape 4667"/>
          <p:cNvSpPr/>
          <p:nvPr/>
        </p:nvSpPr>
        <p:spPr>
          <a:xfrm>
            <a:off x="4734137" y="7691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0" name="Shape 4668"/>
          <p:cNvSpPr/>
          <p:nvPr/>
        </p:nvSpPr>
        <p:spPr>
          <a:xfrm>
            <a:off x="4850585" y="7694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1" name="Shape 4669"/>
          <p:cNvSpPr/>
          <p:nvPr/>
        </p:nvSpPr>
        <p:spPr>
          <a:xfrm>
            <a:off x="5003059" y="7848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2" name="Shape 4670"/>
          <p:cNvSpPr/>
          <p:nvPr/>
        </p:nvSpPr>
        <p:spPr>
          <a:xfrm>
            <a:off x="4611417" y="7818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3" name="Shape 4671"/>
          <p:cNvSpPr/>
          <p:nvPr/>
        </p:nvSpPr>
        <p:spPr>
          <a:xfrm>
            <a:off x="4611611" y="79383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4" name="Shape 4672"/>
          <p:cNvSpPr/>
          <p:nvPr/>
        </p:nvSpPr>
        <p:spPr>
          <a:xfrm>
            <a:off x="4999108" y="7681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5" name="Shape 4673"/>
          <p:cNvSpPr/>
          <p:nvPr/>
        </p:nvSpPr>
        <p:spPr>
          <a:xfrm>
            <a:off x="4700721" y="7835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6" name="Shape 4674"/>
          <p:cNvSpPr/>
          <p:nvPr/>
        </p:nvSpPr>
        <p:spPr>
          <a:xfrm>
            <a:off x="4837371" y="7898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7" name="Shape 4675"/>
          <p:cNvSpPr/>
          <p:nvPr/>
        </p:nvSpPr>
        <p:spPr>
          <a:xfrm>
            <a:off x="4591653" y="7875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8" name="Shape 4676"/>
          <p:cNvSpPr/>
          <p:nvPr/>
        </p:nvSpPr>
        <p:spPr>
          <a:xfrm>
            <a:off x="4826107" y="79874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9" name="Shape 4677"/>
          <p:cNvSpPr/>
          <p:nvPr/>
        </p:nvSpPr>
        <p:spPr>
          <a:xfrm>
            <a:off x="4786000" y="7828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0" name="Shape 4678"/>
          <p:cNvSpPr/>
          <p:nvPr/>
        </p:nvSpPr>
        <p:spPr>
          <a:xfrm>
            <a:off x="4946326" y="7595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1" name="Shape 4679"/>
          <p:cNvSpPr/>
          <p:nvPr/>
        </p:nvSpPr>
        <p:spPr>
          <a:xfrm>
            <a:off x="4926628" y="7531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2" name="Shape 4680"/>
          <p:cNvSpPr/>
          <p:nvPr/>
        </p:nvSpPr>
        <p:spPr>
          <a:xfrm>
            <a:off x="4616589" y="7510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3" name="Shape 4681"/>
          <p:cNvSpPr/>
          <p:nvPr/>
        </p:nvSpPr>
        <p:spPr>
          <a:xfrm>
            <a:off x="4714513" y="7461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4" name="Shape 4682"/>
          <p:cNvSpPr/>
          <p:nvPr/>
        </p:nvSpPr>
        <p:spPr>
          <a:xfrm>
            <a:off x="4779540" y="7478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5" name="Shape 4683"/>
          <p:cNvSpPr/>
          <p:nvPr/>
        </p:nvSpPr>
        <p:spPr>
          <a:xfrm>
            <a:off x="4972430" y="7652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6" name="Shape 4684"/>
          <p:cNvSpPr/>
          <p:nvPr/>
        </p:nvSpPr>
        <p:spPr>
          <a:xfrm>
            <a:off x="4972419" y="6901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7" name="Shape 4685"/>
          <p:cNvSpPr/>
          <p:nvPr/>
        </p:nvSpPr>
        <p:spPr>
          <a:xfrm>
            <a:off x="4625026" y="7711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8" name="Shape 4686"/>
          <p:cNvSpPr/>
          <p:nvPr/>
        </p:nvSpPr>
        <p:spPr>
          <a:xfrm>
            <a:off x="4784170" y="6911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9" name="Shape 4687"/>
          <p:cNvSpPr/>
          <p:nvPr/>
        </p:nvSpPr>
        <p:spPr>
          <a:xfrm>
            <a:off x="4853872" y="7421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0" name="Shape 4688"/>
          <p:cNvSpPr/>
          <p:nvPr/>
        </p:nvSpPr>
        <p:spPr>
          <a:xfrm>
            <a:off x="4900328" y="7412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1" name="Shape 4689"/>
          <p:cNvSpPr/>
          <p:nvPr/>
        </p:nvSpPr>
        <p:spPr>
          <a:xfrm>
            <a:off x="4806567" y="74536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2" name="Shape 4690"/>
          <p:cNvSpPr/>
          <p:nvPr/>
        </p:nvSpPr>
        <p:spPr>
          <a:xfrm>
            <a:off x="4734424" y="7360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3" name="Shape 4691"/>
          <p:cNvSpPr/>
          <p:nvPr/>
        </p:nvSpPr>
        <p:spPr>
          <a:xfrm>
            <a:off x="5002694" y="7746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4" name="Shape 4692"/>
          <p:cNvSpPr/>
          <p:nvPr/>
        </p:nvSpPr>
        <p:spPr>
          <a:xfrm>
            <a:off x="4895598" y="69216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5" name="Shape 4693"/>
          <p:cNvSpPr/>
          <p:nvPr/>
        </p:nvSpPr>
        <p:spPr>
          <a:xfrm>
            <a:off x="4905828" y="7432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6" name="Shape 4694"/>
          <p:cNvSpPr/>
          <p:nvPr/>
        </p:nvSpPr>
        <p:spPr>
          <a:xfrm>
            <a:off x="4922251" y="7669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7" name="Shape 4695"/>
          <p:cNvSpPr/>
          <p:nvPr/>
        </p:nvSpPr>
        <p:spPr>
          <a:xfrm>
            <a:off x="4610032" y="730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8" name="Shape 4696"/>
          <p:cNvSpPr/>
          <p:nvPr/>
        </p:nvSpPr>
        <p:spPr>
          <a:xfrm>
            <a:off x="4921164" y="69108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9" name="Shape 4697"/>
          <p:cNvSpPr/>
          <p:nvPr/>
        </p:nvSpPr>
        <p:spPr>
          <a:xfrm>
            <a:off x="4876246" y="7692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0" name="Shape 4698"/>
          <p:cNvSpPr/>
          <p:nvPr/>
        </p:nvSpPr>
        <p:spPr>
          <a:xfrm>
            <a:off x="4828545" y="7709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1" name="Shape 4699"/>
          <p:cNvSpPr/>
          <p:nvPr/>
        </p:nvSpPr>
        <p:spPr>
          <a:xfrm>
            <a:off x="5013600" y="7027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2" name="Shape 4700"/>
          <p:cNvSpPr/>
          <p:nvPr/>
        </p:nvSpPr>
        <p:spPr>
          <a:xfrm>
            <a:off x="4614177" y="6937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3" name="Shape 4701"/>
          <p:cNvSpPr/>
          <p:nvPr/>
        </p:nvSpPr>
        <p:spPr>
          <a:xfrm>
            <a:off x="5013961" y="7437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4" name="Shape 4702"/>
          <p:cNvSpPr/>
          <p:nvPr/>
        </p:nvSpPr>
        <p:spPr>
          <a:xfrm>
            <a:off x="4757066" y="7502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5" name="Shape 4703"/>
          <p:cNvSpPr/>
          <p:nvPr/>
        </p:nvSpPr>
        <p:spPr>
          <a:xfrm>
            <a:off x="4754570" y="7343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6" name="Shape 4704"/>
          <p:cNvSpPr/>
          <p:nvPr/>
        </p:nvSpPr>
        <p:spPr>
          <a:xfrm>
            <a:off x="4870266" y="7359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7" name="Shape 4705"/>
          <p:cNvSpPr/>
          <p:nvPr/>
        </p:nvSpPr>
        <p:spPr>
          <a:xfrm>
            <a:off x="4804329" y="7374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8" name="Shape 4706"/>
          <p:cNvSpPr/>
          <p:nvPr/>
        </p:nvSpPr>
        <p:spPr>
          <a:xfrm>
            <a:off x="4932066" y="7292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9" name="Shape 4707"/>
          <p:cNvSpPr/>
          <p:nvPr/>
        </p:nvSpPr>
        <p:spPr>
          <a:xfrm>
            <a:off x="4963214" y="78779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0" name="Shape 4708"/>
          <p:cNvSpPr/>
          <p:nvPr/>
        </p:nvSpPr>
        <p:spPr>
          <a:xfrm>
            <a:off x="4728934" y="8029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1" name="Shape 4709"/>
          <p:cNvSpPr/>
          <p:nvPr/>
        </p:nvSpPr>
        <p:spPr>
          <a:xfrm>
            <a:off x="4674294" y="7675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2" name="Shape 4710"/>
          <p:cNvSpPr/>
          <p:nvPr/>
        </p:nvSpPr>
        <p:spPr>
          <a:xfrm>
            <a:off x="4778498" y="7745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3" name="Shape 4711"/>
          <p:cNvSpPr/>
          <p:nvPr/>
        </p:nvSpPr>
        <p:spPr>
          <a:xfrm>
            <a:off x="4800373" y="7698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4" name="Shape 4712"/>
          <p:cNvSpPr/>
          <p:nvPr/>
        </p:nvSpPr>
        <p:spPr>
          <a:xfrm>
            <a:off x="4882518" y="7490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5" name="Shape 4713"/>
          <p:cNvSpPr/>
          <p:nvPr/>
        </p:nvSpPr>
        <p:spPr>
          <a:xfrm>
            <a:off x="4604268" y="6902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6" name="Shape 4714"/>
          <p:cNvSpPr/>
          <p:nvPr/>
        </p:nvSpPr>
        <p:spPr>
          <a:xfrm>
            <a:off x="4906210" y="7525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7" name="Shape 4715"/>
          <p:cNvSpPr/>
          <p:nvPr/>
        </p:nvSpPr>
        <p:spPr>
          <a:xfrm>
            <a:off x="4902530" y="7317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8" name="Shape 4716"/>
          <p:cNvSpPr/>
          <p:nvPr/>
        </p:nvSpPr>
        <p:spPr>
          <a:xfrm>
            <a:off x="4850267" y="74176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9" name="Shape 4717"/>
          <p:cNvSpPr/>
          <p:nvPr/>
        </p:nvSpPr>
        <p:spPr>
          <a:xfrm>
            <a:off x="4994649" y="7552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0" name="Shape 4718"/>
          <p:cNvSpPr/>
          <p:nvPr/>
        </p:nvSpPr>
        <p:spPr>
          <a:xfrm>
            <a:off x="4655542" y="75947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1" name="Shape 4719"/>
          <p:cNvSpPr/>
          <p:nvPr/>
        </p:nvSpPr>
        <p:spPr>
          <a:xfrm>
            <a:off x="4803206" y="7297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2" name="Shape 4720"/>
          <p:cNvSpPr/>
          <p:nvPr/>
        </p:nvSpPr>
        <p:spPr>
          <a:xfrm>
            <a:off x="4621075" y="7657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3" name="Shape 4721"/>
          <p:cNvSpPr/>
          <p:nvPr/>
        </p:nvSpPr>
        <p:spPr>
          <a:xfrm>
            <a:off x="4907792" y="76936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4" name="Shape 4722"/>
          <p:cNvSpPr/>
          <p:nvPr/>
        </p:nvSpPr>
        <p:spPr>
          <a:xfrm>
            <a:off x="4966012" y="7644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5" name="Shape 4723"/>
          <p:cNvSpPr/>
          <p:nvPr/>
        </p:nvSpPr>
        <p:spPr>
          <a:xfrm>
            <a:off x="4737339" y="7744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6" name="Shape 4724"/>
          <p:cNvSpPr/>
          <p:nvPr/>
        </p:nvSpPr>
        <p:spPr>
          <a:xfrm>
            <a:off x="4708549" y="7676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7" name="Shape 4725"/>
          <p:cNvSpPr/>
          <p:nvPr/>
        </p:nvSpPr>
        <p:spPr>
          <a:xfrm>
            <a:off x="4723819" y="7660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8" name="Shape 4726"/>
          <p:cNvSpPr/>
          <p:nvPr/>
        </p:nvSpPr>
        <p:spPr>
          <a:xfrm>
            <a:off x="4744005" y="7285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9" name="Shape 4727"/>
          <p:cNvSpPr/>
          <p:nvPr/>
        </p:nvSpPr>
        <p:spPr>
          <a:xfrm>
            <a:off x="4777668" y="7751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0" name="Shape 4728"/>
          <p:cNvSpPr/>
          <p:nvPr/>
        </p:nvSpPr>
        <p:spPr>
          <a:xfrm>
            <a:off x="4658412" y="7680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1" name="Shape 4729"/>
          <p:cNvSpPr/>
          <p:nvPr/>
        </p:nvSpPr>
        <p:spPr>
          <a:xfrm>
            <a:off x="4755133" y="76528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2" name="Shape 4730"/>
          <p:cNvSpPr/>
          <p:nvPr/>
        </p:nvSpPr>
        <p:spPr>
          <a:xfrm>
            <a:off x="4728749" y="7455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3" name="Shape 4731"/>
          <p:cNvSpPr/>
          <p:nvPr/>
        </p:nvSpPr>
        <p:spPr>
          <a:xfrm>
            <a:off x="4889449" y="7407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4" name="Shape 4732"/>
          <p:cNvSpPr/>
          <p:nvPr/>
        </p:nvSpPr>
        <p:spPr>
          <a:xfrm>
            <a:off x="4671772" y="7201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5" name="Shape 4733"/>
          <p:cNvSpPr/>
          <p:nvPr/>
        </p:nvSpPr>
        <p:spPr>
          <a:xfrm>
            <a:off x="4783739" y="7425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6" name="Shape 4734"/>
          <p:cNvSpPr/>
          <p:nvPr/>
        </p:nvSpPr>
        <p:spPr>
          <a:xfrm>
            <a:off x="4938773" y="7354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7" name="Shape 4735"/>
          <p:cNvSpPr/>
          <p:nvPr/>
        </p:nvSpPr>
        <p:spPr>
          <a:xfrm>
            <a:off x="4869283" y="75073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8" name="Shape 4736"/>
          <p:cNvSpPr/>
          <p:nvPr/>
        </p:nvSpPr>
        <p:spPr>
          <a:xfrm>
            <a:off x="4962184" y="7190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9" name="Shape 4737"/>
          <p:cNvSpPr/>
          <p:nvPr/>
        </p:nvSpPr>
        <p:spPr>
          <a:xfrm>
            <a:off x="4654136" y="76805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0" name="Shape 4738"/>
          <p:cNvSpPr/>
          <p:nvPr/>
        </p:nvSpPr>
        <p:spPr>
          <a:xfrm>
            <a:off x="4783987" y="7633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1" name="Shape 4739"/>
          <p:cNvSpPr/>
          <p:nvPr/>
        </p:nvSpPr>
        <p:spPr>
          <a:xfrm>
            <a:off x="4714134" y="7674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2" name="Shape 4740"/>
          <p:cNvSpPr/>
          <p:nvPr/>
        </p:nvSpPr>
        <p:spPr>
          <a:xfrm>
            <a:off x="4846297" y="7455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3" name="Shape 4741"/>
          <p:cNvSpPr/>
          <p:nvPr/>
        </p:nvSpPr>
        <p:spPr>
          <a:xfrm>
            <a:off x="5013938" y="7339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4" name="Shape 4742"/>
          <p:cNvSpPr/>
          <p:nvPr/>
        </p:nvSpPr>
        <p:spPr>
          <a:xfrm>
            <a:off x="4998507" y="77739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5" name="Shape 4743"/>
          <p:cNvSpPr/>
          <p:nvPr/>
        </p:nvSpPr>
        <p:spPr>
          <a:xfrm>
            <a:off x="4733209" y="665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6" name="Shape 4744"/>
          <p:cNvSpPr/>
          <p:nvPr/>
        </p:nvSpPr>
        <p:spPr>
          <a:xfrm>
            <a:off x="4667643" y="74853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7" name="Shape 4745"/>
          <p:cNvSpPr/>
          <p:nvPr/>
        </p:nvSpPr>
        <p:spPr>
          <a:xfrm>
            <a:off x="4703202" y="7491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8" name="Shape 4746"/>
          <p:cNvSpPr/>
          <p:nvPr/>
        </p:nvSpPr>
        <p:spPr>
          <a:xfrm>
            <a:off x="4701593" y="7515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9" name="Shape 4747"/>
          <p:cNvSpPr/>
          <p:nvPr/>
        </p:nvSpPr>
        <p:spPr>
          <a:xfrm>
            <a:off x="4712645" y="7428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0" name="Shape 4748"/>
          <p:cNvSpPr/>
          <p:nvPr/>
        </p:nvSpPr>
        <p:spPr>
          <a:xfrm>
            <a:off x="4763537" y="7192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1" name="Shape 4749"/>
          <p:cNvSpPr/>
          <p:nvPr/>
        </p:nvSpPr>
        <p:spPr>
          <a:xfrm>
            <a:off x="4686516" y="7556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2" name="Shape 4750"/>
          <p:cNvSpPr/>
          <p:nvPr/>
        </p:nvSpPr>
        <p:spPr>
          <a:xfrm>
            <a:off x="4822578" y="7579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3" name="Shape 4751"/>
          <p:cNvSpPr/>
          <p:nvPr/>
        </p:nvSpPr>
        <p:spPr>
          <a:xfrm>
            <a:off x="4781627" y="7542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4" name="Shape 4752"/>
          <p:cNvSpPr/>
          <p:nvPr/>
        </p:nvSpPr>
        <p:spPr>
          <a:xfrm>
            <a:off x="4984830" y="75133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5" name="Shape 4753"/>
          <p:cNvSpPr/>
          <p:nvPr/>
        </p:nvSpPr>
        <p:spPr>
          <a:xfrm>
            <a:off x="4973547" y="7260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6" name="Shape 4754"/>
          <p:cNvSpPr/>
          <p:nvPr/>
        </p:nvSpPr>
        <p:spPr>
          <a:xfrm>
            <a:off x="4866592" y="7693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7" name="Shape 4755"/>
          <p:cNvSpPr/>
          <p:nvPr/>
        </p:nvSpPr>
        <p:spPr>
          <a:xfrm>
            <a:off x="4802996" y="7512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8" name="Shape 4756"/>
          <p:cNvSpPr/>
          <p:nvPr/>
        </p:nvSpPr>
        <p:spPr>
          <a:xfrm>
            <a:off x="4932889" y="7488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9" name="Shape 4757"/>
          <p:cNvSpPr/>
          <p:nvPr/>
        </p:nvSpPr>
        <p:spPr>
          <a:xfrm>
            <a:off x="4904748" y="67949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0" name="Shape 4758"/>
          <p:cNvSpPr/>
          <p:nvPr/>
        </p:nvSpPr>
        <p:spPr>
          <a:xfrm>
            <a:off x="4732286" y="7380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1" name="Shape 4759"/>
          <p:cNvSpPr/>
          <p:nvPr/>
        </p:nvSpPr>
        <p:spPr>
          <a:xfrm>
            <a:off x="5020406" y="7212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2" name="Shape 4760"/>
          <p:cNvSpPr/>
          <p:nvPr/>
        </p:nvSpPr>
        <p:spPr>
          <a:xfrm>
            <a:off x="4795074" y="7517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3" name="Shape 4761"/>
          <p:cNvSpPr/>
          <p:nvPr/>
        </p:nvSpPr>
        <p:spPr>
          <a:xfrm>
            <a:off x="4658891" y="7332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4" name="Shape 4762"/>
          <p:cNvSpPr/>
          <p:nvPr/>
        </p:nvSpPr>
        <p:spPr>
          <a:xfrm>
            <a:off x="4802848" y="73917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5" name="Shape 4763"/>
          <p:cNvSpPr/>
          <p:nvPr/>
        </p:nvSpPr>
        <p:spPr>
          <a:xfrm>
            <a:off x="4905643" y="7260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6" name="Shape 4764"/>
          <p:cNvSpPr/>
          <p:nvPr/>
        </p:nvSpPr>
        <p:spPr>
          <a:xfrm>
            <a:off x="5011524" y="73108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7" name="Shape 4765"/>
          <p:cNvSpPr/>
          <p:nvPr/>
        </p:nvSpPr>
        <p:spPr>
          <a:xfrm>
            <a:off x="4698346" y="7360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8" name="Shape 4766"/>
          <p:cNvSpPr/>
          <p:nvPr/>
        </p:nvSpPr>
        <p:spPr>
          <a:xfrm>
            <a:off x="4626576" y="6791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9" name="Shape 4767"/>
          <p:cNvSpPr/>
          <p:nvPr/>
        </p:nvSpPr>
        <p:spPr>
          <a:xfrm>
            <a:off x="4783560" y="7269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0" name="Shape 4768"/>
          <p:cNvSpPr/>
          <p:nvPr/>
        </p:nvSpPr>
        <p:spPr>
          <a:xfrm>
            <a:off x="4938318" y="7110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1" name="Shape 4769"/>
          <p:cNvSpPr/>
          <p:nvPr/>
        </p:nvSpPr>
        <p:spPr>
          <a:xfrm>
            <a:off x="4685648" y="7472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2" name="Shape 4770"/>
          <p:cNvSpPr/>
          <p:nvPr/>
        </p:nvSpPr>
        <p:spPr>
          <a:xfrm>
            <a:off x="4768054" y="7295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3" name="Shape 4771"/>
          <p:cNvSpPr/>
          <p:nvPr/>
        </p:nvSpPr>
        <p:spPr>
          <a:xfrm>
            <a:off x="4596246" y="7235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4" name="Shape 4772"/>
          <p:cNvSpPr/>
          <p:nvPr/>
        </p:nvSpPr>
        <p:spPr>
          <a:xfrm>
            <a:off x="4882241" y="7440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5" name="Shape 4773"/>
          <p:cNvSpPr/>
          <p:nvPr/>
        </p:nvSpPr>
        <p:spPr>
          <a:xfrm>
            <a:off x="4872875" y="7331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6" name="Shape 4774"/>
          <p:cNvSpPr/>
          <p:nvPr/>
        </p:nvSpPr>
        <p:spPr>
          <a:xfrm>
            <a:off x="4923624" y="69982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7" name="Shape 4775"/>
          <p:cNvSpPr/>
          <p:nvPr/>
        </p:nvSpPr>
        <p:spPr>
          <a:xfrm>
            <a:off x="4731306" y="72603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8" name="Shape 4776"/>
          <p:cNvSpPr/>
          <p:nvPr/>
        </p:nvSpPr>
        <p:spPr>
          <a:xfrm>
            <a:off x="4830452" y="73719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9" name="Shape 4777"/>
          <p:cNvSpPr/>
          <p:nvPr/>
        </p:nvSpPr>
        <p:spPr>
          <a:xfrm>
            <a:off x="4826093" y="7295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0" name="Shape 4778"/>
          <p:cNvSpPr/>
          <p:nvPr/>
        </p:nvSpPr>
        <p:spPr>
          <a:xfrm>
            <a:off x="5018985" y="7441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1" name="Shape 4779"/>
          <p:cNvSpPr/>
          <p:nvPr/>
        </p:nvSpPr>
        <p:spPr>
          <a:xfrm>
            <a:off x="5011955" y="7260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2" name="Shape 4780"/>
          <p:cNvSpPr/>
          <p:nvPr/>
        </p:nvSpPr>
        <p:spPr>
          <a:xfrm>
            <a:off x="4766167" y="7403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3" name="Shape 4781"/>
          <p:cNvSpPr/>
          <p:nvPr/>
        </p:nvSpPr>
        <p:spPr>
          <a:xfrm>
            <a:off x="4966773" y="7070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4" name="Shape 4782"/>
          <p:cNvSpPr/>
          <p:nvPr/>
        </p:nvSpPr>
        <p:spPr>
          <a:xfrm>
            <a:off x="4897453" y="7235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5" name="Shape 4783"/>
          <p:cNvSpPr/>
          <p:nvPr/>
        </p:nvSpPr>
        <p:spPr>
          <a:xfrm>
            <a:off x="4803262" y="7258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6" name="Shape 4784"/>
          <p:cNvSpPr/>
          <p:nvPr/>
        </p:nvSpPr>
        <p:spPr>
          <a:xfrm>
            <a:off x="4713317" y="72777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7" name="Shape 4785"/>
          <p:cNvSpPr/>
          <p:nvPr/>
        </p:nvSpPr>
        <p:spPr>
          <a:xfrm>
            <a:off x="4860729" y="7382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8" name="Shape 4786"/>
          <p:cNvSpPr/>
          <p:nvPr/>
        </p:nvSpPr>
        <p:spPr>
          <a:xfrm>
            <a:off x="4855771" y="7308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9" name="Shape 4787"/>
          <p:cNvSpPr/>
          <p:nvPr/>
        </p:nvSpPr>
        <p:spPr>
          <a:xfrm>
            <a:off x="4814557" y="7110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0" name="Shape 4788"/>
          <p:cNvSpPr/>
          <p:nvPr/>
        </p:nvSpPr>
        <p:spPr>
          <a:xfrm>
            <a:off x="4749568" y="7276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1" name="Shape 4789"/>
          <p:cNvSpPr/>
          <p:nvPr/>
        </p:nvSpPr>
        <p:spPr>
          <a:xfrm>
            <a:off x="5007418" y="7377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2" name="Shape 4790"/>
          <p:cNvSpPr/>
          <p:nvPr/>
        </p:nvSpPr>
        <p:spPr>
          <a:xfrm>
            <a:off x="5016768" y="70545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3" name="Shape 4791"/>
          <p:cNvSpPr/>
          <p:nvPr/>
        </p:nvSpPr>
        <p:spPr>
          <a:xfrm>
            <a:off x="4653186" y="72097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4" name="Shape 4792"/>
          <p:cNvSpPr/>
          <p:nvPr/>
        </p:nvSpPr>
        <p:spPr>
          <a:xfrm>
            <a:off x="4935526" y="72548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5" name="Shape 4793"/>
          <p:cNvSpPr/>
          <p:nvPr/>
        </p:nvSpPr>
        <p:spPr>
          <a:xfrm>
            <a:off x="4841929" y="75906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6" name="Shape 4794"/>
          <p:cNvSpPr/>
          <p:nvPr/>
        </p:nvSpPr>
        <p:spPr>
          <a:xfrm>
            <a:off x="4645743" y="75275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7" name="Shape 4795"/>
          <p:cNvSpPr/>
          <p:nvPr/>
        </p:nvSpPr>
        <p:spPr>
          <a:xfrm>
            <a:off x="4595404" y="7551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8" name="Shape 4796"/>
          <p:cNvSpPr/>
          <p:nvPr/>
        </p:nvSpPr>
        <p:spPr>
          <a:xfrm>
            <a:off x="4997163" y="7453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9" name="Shape 4797"/>
          <p:cNvSpPr/>
          <p:nvPr/>
        </p:nvSpPr>
        <p:spPr>
          <a:xfrm>
            <a:off x="4704536" y="7502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0" name="Shape 4798"/>
          <p:cNvSpPr/>
          <p:nvPr/>
        </p:nvSpPr>
        <p:spPr>
          <a:xfrm>
            <a:off x="4979157" y="73631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1" name="Shape 4799"/>
          <p:cNvSpPr/>
          <p:nvPr/>
        </p:nvSpPr>
        <p:spPr>
          <a:xfrm>
            <a:off x="4694986" y="7475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2" name="Shape 4800"/>
          <p:cNvSpPr/>
          <p:nvPr/>
        </p:nvSpPr>
        <p:spPr>
          <a:xfrm>
            <a:off x="4907229" y="73886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3" name="Shape 4801"/>
          <p:cNvSpPr/>
          <p:nvPr/>
        </p:nvSpPr>
        <p:spPr>
          <a:xfrm>
            <a:off x="4955249" y="7232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4" name="Shape 4802"/>
          <p:cNvSpPr/>
          <p:nvPr/>
        </p:nvSpPr>
        <p:spPr>
          <a:xfrm>
            <a:off x="4996975" y="72410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5" name="Shape 4803"/>
          <p:cNvSpPr/>
          <p:nvPr/>
        </p:nvSpPr>
        <p:spPr>
          <a:xfrm>
            <a:off x="4640107" y="73724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6" name="Shape 4804"/>
          <p:cNvSpPr/>
          <p:nvPr/>
        </p:nvSpPr>
        <p:spPr>
          <a:xfrm>
            <a:off x="4853074" y="7231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7" name="Shape 4805"/>
          <p:cNvSpPr/>
          <p:nvPr/>
        </p:nvSpPr>
        <p:spPr>
          <a:xfrm>
            <a:off x="4730386" y="72339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8" name="Shape 4806"/>
          <p:cNvSpPr/>
          <p:nvPr/>
        </p:nvSpPr>
        <p:spPr>
          <a:xfrm>
            <a:off x="4752213" y="7425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9" name="Shape 4807"/>
          <p:cNvSpPr/>
          <p:nvPr/>
        </p:nvSpPr>
        <p:spPr>
          <a:xfrm>
            <a:off x="4722692" y="7814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0" name="Shape 4808"/>
          <p:cNvSpPr/>
          <p:nvPr/>
        </p:nvSpPr>
        <p:spPr>
          <a:xfrm>
            <a:off x="4868917" y="7698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1" name="Shape 4809"/>
          <p:cNvSpPr/>
          <p:nvPr/>
        </p:nvSpPr>
        <p:spPr>
          <a:xfrm>
            <a:off x="4945545" y="7495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2" name="Shape 4810"/>
          <p:cNvSpPr/>
          <p:nvPr/>
        </p:nvSpPr>
        <p:spPr>
          <a:xfrm>
            <a:off x="4733590" y="74579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3" name="Shape 4811"/>
          <p:cNvSpPr/>
          <p:nvPr/>
        </p:nvSpPr>
        <p:spPr>
          <a:xfrm>
            <a:off x="4981853" y="74959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4" name="Shape 4812"/>
          <p:cNvSpPr/>
          <p:nvPr/>
        </p:nvSpPr>
        <p:spPr>
          <a:xfrm>
            <a:off x="4601724" y="7448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5" name="Shape 4813"/>
          <p:cNvSpPr/>
          <p:nvPr/>
        </p:nvSpPr>
        <p:spPr>
          <a:xfrm>
            <a:off x="5002992" y="75818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6" name="Shape 4814"/>
          <p:cNvSpPr/>
          <p:nvPr/>
        </p:nvSpPr>
        <p:spPr>
          <a:xfrm>
            <a:off x="4652123" y="7807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7" name="Shape 4815"/>
          <p:cNvSpPr/>
          <p:nvPr/>
        </p:nvSpPr>
        <p:spPr>
          <a:xfrm>
            <a:off x="4853755" y="77680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8" name="Shape 4816"/>
          <p:cNvSpPr/>
          <p:nvPr/>
        </p:nvSpPr>
        <p:spPr>
          <a:xfrm>
            <a:off x="4595770" y="7794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9" name="Shape 4817"/>
          <p:cNvSpPr/>
          <p:nvPr/>
        </p:nvSpPr>
        <p:spPr>
          <a:xfrm>
            <a:off x="4699007" y="78752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0" name="Shape 4818"/>
          <p:cNvSpPr/>
          <p:nvPr/>
        </p:nvSpPr>
        <p:spPr>
          <a:xfrm>
            <a:off x="4850105" y="7795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1" name="Shape 4819"/>
          <p:cNvSpPr/>
          <p:nvPr/>
        </p:nvSpPr>
        <p:spPr>
          <a:xfrm>
            <a:off x="4689414" y="7981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2" name="Shape 4820"/>
          <p:cNvSpPr/>
          <p:nvPr/>
        </p:nvSpPr>
        <p:spPr>
          <a:xfrm>
            <a:off x="4896268" y="78019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3" name="Shape 4821"/>
          <p:cNvSpPr/>
          <p:nvPr/>
        </p:nvSpPr>
        <p:spPr>
          <a:xfrm>
            <a:off x="4815188" y="7816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4" name="Shape 4822"/>
          <p:cNvSpPr/>
          <p:nvPr/>
        </p:nvSpPr>
        <p:spPr>
          <a:xfrm>
            <a:off x="4876080" y="7799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5" name="Shape 4823"/>
          <p:cNvSpPr/>
          <p:nvPr/>
        </p:nvSpPr>
        <p:spPr>
          <a:xfrm>
            <a:off x="4679519" y="7805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6" name="Shape 4824"/>
          <p:cNvSpPr/>
          <p:nvPr/>
        </p:nvSpPr>
        <p:spPr>
          <a:xfrm>
            <a:off x="4722728" y="7769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7" name="Shape 4825"/>
          <p:cNvSpPr/>
          <p:nvPr/>
        </p:nvSpPr>
        <p:spPr>
          <a:xfrm>
            <a:off x="4807071" y="7880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8" name="Shape 4826"/>
          <p:cNvSpPr/>
          <p:nvPr/>
        </p:nvSpPr>
        <p:spPr>
          <a:xfrm>
            <a:off x="4703125" y="7522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9" name="Shape 4827"/>
          <p:cNvSpPr/>
          <p:nvPr/>
        </p:nvSpPr>
        <p:spPr>
          <a:xfrm>
            <a:off x="4759216" y="7650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0" name="Shape 4828"/>
          <p:cNvSpPr/>
          <p:nvPr/>
        </p:nvSpPr>
        <p:spPr>
          <a:xfrm>
            <a:off x="4951067" y="7556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1" name="Shape 4829"/>
          <p:cNvSpPr/>
          <p:nvPr/>
        </p:nvSpPr>
        <p:spPr>
          <a:xfrm>
            <a:off x="4871935" y="7562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2" name="Shape 4830"/>
          <p:cNvSpPr/>
          <p:nvPr/>
        </p:nvSpPr>
        <p:spPr>
          <a:xfrm>
            <a:off x="4865785" y="7307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3" name="Shape 4831"/>
          <p:cNvSpPr/>
          <p:nvPr/>
        </p:nvSpPr>
        <p:spPr>
          <a:xfrm>
            <a:off x="4965867" y="75271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4" name="Shape 4832"/>
          <p:cNvSpPr/>
          <p:nvPr/>
        </p:nvSpPr>
        <p:spPr>
          <a:xfrm>
            <a:off x="4868148" y="7465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5" name="Shape 4833"/>
          <p:cNvSpPr/>
          <p:nvPr/>
        </p:nvSpPr>
        <p:spPr>
          <a:xfrm>
            <a:off x="4788543" y="7473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6" name="Shape 4834"/>
          <p:cNvSpPr/>
          <p:nvPr/>
        </p:nvSpPr>
        <p:spPr>
          <a:xfrm>
            <a:off x="4984130" y="7562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7" name="Shape 4835"/>
          <p:cNvSpPr/>
          <p:nvPr/>
        </p:nvSpPr>
        <p:spPr>
          <a:xfrm>
            <a:off x="4647652" y="7549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8" name="Shape 4836"/>
          <p:cNvSpPr/>
          <p:nvPr/>
        </p:nvSpPr>
        <p:spPr>
          <a:xfrm>
            <a:off x="4956874" y="7489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9" name="Shape 4837"/>
          <p:cNvSpPr/>
          <p:nvPr/>
        </p:nvSpPr>
        <p:spPr>
          <a:xfrm>
            <a:off x="4849121" y="7483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0" name="Shape 4838"/>
          <p:cNvSpPr/>
          <p:nvPr/>
        </p:nvSpPr>
        <p:spPr>
          <a:xfrm>
            <a:off x="4817131" y="7590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1" name="Shape 4839"/>
          <p:cNvSpPr/>
          <p:nvPr/>
        </p:nvSpPr>
        <p:spPr>
          <a:xfrm>
            <a:off x="4693917" y="7287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2" name="Shape 4840"/>
          <p:cNvSpPr/>
          <p:nvPr/>
        </p:nvSpPr>
        <p:spPr>
          <a:xfrm>
            <a:off x="4619861" y="7269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3" name="Shape 4841"/>
          <p:cNvSpPr/>
          <p:nvPr/>
        </p:nvSpPr>
        <p:spPr>
          <a:xfrm>
            <a:off x="4971947" y="7280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4" name="Shape 4842"/>
          <p:cNvSpPr/>
          <p:nvPr/>
        </p:nvSpPr>
        <p:spPr>
          <a:xfrm>
            <a:off x="4944015" y="7267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5" name="Shape 4843"/>
          <p:cNvSpPr/>
          <p:nvPr/>
        </p:nvSpPr>
        <p:spPr>
          <a:xfrm>
            <a:off x="4666240" y="72853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6" name="Shape 4844"/>
          <p:cNvSpPr/>
          <p:nvPr/>
        </p:nvSpPr>
        <p:spPr>
          <a:xfrm>
            <a:off x="4638972" y="7277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7" name="Shape 4845"/>
          <p:cNvSpPr/>
          <p:nvPr/>
        </p:nvSpPr>
        <p:spPr>
          <a:xfrm>
            <a:off x="4775943" y="7723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8" name="Shape 4846"/>
          <p:cNvSpPr/>
          <p:nvPr/>
        </p:nvSpPr>
        <p:spPr>
          <a:xfrm>
            <a:off x="4948313" y="7761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9" name="Shape 4847"/>
          <p:cNvSpPr/>
          <p:nvPr/>
        </p:nvSpPr>
        <p:spPr>
          <a:xfrm>
            <a:off x="4625712" y="7541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0" name="Shape 4848"/>
          <p:cNvSpPr/>
          <p:nvPr/>
        </p:nvSpPr>
        <p:spPr>
          <a:xfrm>
            <a:off x="5006713" y="7419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1" name="Shape 4849"/>
          <p:cNvSpPr/>
          <p:nvPr/>
        </p:nvSpPr>
        <p:spPr>
          <a:xfrm>
            <a:off x="4855879" y="7284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2" name="Shape 4850"/>
          <p:cNvSpPr/>
          <p:nvPr/>
        </p:nvSpPr>
        <p:spPr>
          <a:xfrm>
            <a:off x="4851956" y="7705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3" name="Shape 4851"/>
          <p:cNvSpPr/>
          <p:nvPr/>
        </p:nvSpPr>
        <p:spPr>
          <a:xfrm>
            <a:off x="4591347" y="7623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4" name="Shape 4852"/>
          <p:cNvSpPr/>
          <p:nvPr/>
        </p:nvSpPr>
        <p:spPr>
          <a:xfrm>
            <a:off x="4702538" y="76061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5" name="Shape 4853"/>
          <p:cNvSpPr/>
          <p:nvPr/>
        </p:nvSpPr>
        <p:spPr>
          <a:xfrm>
            <a:off x="4760059" y="7640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6" name="Shape 4854"/>
          <p:cNvSpPr/>
          <p:nvPr/>
        </p:nvSpPr>
        <p:spPr>
          <a:xfrm>
            <a:off x="4647418" y="7718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7" name="Shape 4855"/>
          <p:cNvSpPr/>
          <p:nvPr/>
        </p:nvSpPr>
        <p:spPr>
          <a:xfrm>
            <a:off x="4656158" y="7381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8" name="Shape 4856"/>
          <p:cNvSpPr/>
          <p:nvPr/>
        </p:nvSpPr>
        <p:spPr>
          <a:xfrm>
            <a:off x="4674529" y="7778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9" name="Shape 4857"/>
          <p:cNvSpPr/>
          <p:nvPr/>
        </p:nvSpPr>
        <p:spPr>
          <a:xfrm>
            <a:off x="4829282" y="7720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0" name="Shape 4858"/>
          <p:cNvSpPr/>
          <p:nvPr/>
        </p:nvSpPr>
        <p:spPr>
          <a:xfrm>
            <a:off x="4947990" y="7800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1" name="Shape 4859"/>
          <p:cNvSpPr/>
          <p:nvPr/>
        </p:nvSpPr>
        <p:spPr>
          <a:xfrm>
            <a:off x="4772901" y="78079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2" name="Shape 4860"/>
          <p:cNvSpPr/>
          <p:nvPr/>
        </p:nvSpPr>
        <p:spPr>
          <a:xfrm>
            <a:off x="5012899" y="7769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3" name="Shape 4861"/>
          <p:cNvSpPr/>
          <p:nvPr/>
        </p:nvSpPr>
        <p:spPr>
          <a:xfrm>
            <a:off x="4748521" y="7198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4" name="Shape 4862"/>
          <p:cNvSpPr/>
          <p:nvPr/>
        </p:nvSpPr>
        <p:spPr>
          <a:xfrm>
            <a:off x="4881957" y="7091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5" name="Shape 4863"/>
          <p:cNvSpPr/>
          <p:nvPr/>
        </p:nvSpPr>
        <p:spPr>
          <a:xfrm>
            <a:off x="4714801" y="7648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6" name="Shape 4864"/>
          <p:cNvSpPr/>
          <p:nvPr/>
        </p:nvSpPr>
        <p:spPr>
          <a:xfrm>
            <a:off x="4790290" y="7650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7" name="Shape 4865"/>
          <p:cNvSpPr/>
          <p:nvPr/>
        </p:nvSpPr>
        <p:spPr>
          <a:xfrm>
            <a:off x="4688328" y="7718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8" name="Shape 4866"/>
          <p:cNvSpPr/>
          <p:nvPr/>
        </p:nvSpPr>
        <p:spPr>
          <a:xfrm>
            <a:off x="4590843" y="73050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9" name="Shape 4867"/>
          <p:cNvSpPr/>
          <p:nvPr/>
        </p:nvSpPr>
        <p:spPr>
          <a:xfrm>
            <a:off x="4954228" y="7264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0" name="Shape 4868"/>
          <p:cNvSpPr/>
          <p:nvPr/>
        </p:nvSpPr>
        <p:spPr>
          <a:xfrm>
            <a:off x="4709273" y="6842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1" name="Shape 4869"/>
          <p:cNvSpPr/>
          <p:nvPr/>
        </p:nvSpPr>
        <p:spPr>
          <a:xfrm>
            <a:off x="4757114" y="7466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2" name="Shape 4870"/>
          <p:cNvSpPr/>
          <p:nvPr/>
        </p:nvSpPr>
        <p:spPr>
          <a:xfrm>
            <a:off x="5016739" y="7511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3" name="Shape 4871"/>
          <p:cNvSpPr/>
          <p:nvPr/>
        </p:nvSpPr>
        <p:spPr>
          <a:xfrm>
            <a:off x="4865809" y="73686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4" name="Shape 4872"/>
          <p:cNvSpPr/>
          <p:nvPr/>
        </p:nvSpPr>
        <p:spPr>
          <a:xfrm>
            <a:off x="4937567" y="7278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5" name="Shape 4873"/>
          <p:cNvSpPr/>
          <p:nvPr/>
        </p:nvSpPr>
        <p:spPr>
          <a:xfrm>
            <a:off x="4866740" y="7520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6" name="Shape 4874"/>
          <p:cNvSpPr/>
          <p:nvPr/>
        </p:nvSpPr>
        <p:spPr>
          <a:xfrm>
            <a:off x="4655916" y="76230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7" name="Shape 4875"/>
          <p:cNvSpPr/>
          <p:nvPr/>
        </p:nvSpPr>
        <p:spPr>
          <a:xfrm>
            <a:off x="4877178" y="75524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8" name="Shape 4876"/>
          <p:cNvSpPr/>
          <p:nvPr/>
        </p:nvSpPr>
        <p:spPr>
          <a:xfrm>
            <a:off x="4745104" y="75317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9" name="Shape 4877"/>
          <p:cNvSpPr/>
          <p:nvPr/>
        </p:nvSpPr>
        <p:spPr>
          <a:xfrm>
            <a:off x="4701549" y="7564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0" name="Shape 4878"/>
          <p:cNvSpPr/>
          <p:nvPr/>
        </p:nvSpPr>
        <p:spPr>
          <a:xfrm>
            <a:off x="4893667" y="77179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1" name="Shape 4879"/>
          <p:cNvSpPr/>
          <p:nvPr/>
        </p:nvSpPr>
        <p:spPr>
          <a:xfrm>
            <a:off x="4852083" y="6914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2" name="Shape 4880"/>
          <p:cNvSpPr/>
          <p:nvPr/>
        </p:nvSpPr>
        <p:spPr>
          <a:xfrm>
            <a:off x="4647411" y="7701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3" name="Shape 4881"/>
          <p:cNvSpPr/>
          <p:nvPr/>
        </p:nvSpPr>
        <p:spPr>
          <a:xfrm>
            <a:off x="4716625" y="74324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4" name="Shape 4882"/>
          <p:cNvSpPr/>
          <p:nvPr/>
        </p:nvSpPr>
        <p:spPr>
          <a:xfrm>
            <a:off x="4675903" y="7503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5" name="Shape 4883"/>
          <p:cNvSpPr/>
          <p:nvPr/>
        </p:nvSpPr>
        <p:spPr>
          <a:xfrm>
            <a:off x="4894073" y="7680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6" name="Shape 4884"/>
          <p:cNvSpPr/>
          <p:nvPr/>
        </p:nvSpPr>
        <p:spPr>
          <a:xfrm>
            <a:off x="4811691" y="7572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7" name="Shape 4885"/>
          <p:cNvSpPr/>
          <p:nvPr/>
        </p:nvSpPr>
        <p:spPr>
          <a:xfrm>
            <a:off x="4686558" y="7700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8" name="Shape 4886"/>
          <p:cNvSpPr/>
          <p:nvPr/>
        </p:nvSpPr>
        <p:spPr>
          <a:xfrm>
            <a:off x="4843773" y="7719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9" name="Shape 4887"/>
          <p:cNvSpPr/>
          <p:nvPr/>
        </p:nvSpPr>
        <p:spPr>
          <a:xfrm>
            <a:off x="4648703" y="7670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0" name="Shape 4888"/>
          <p:cNvSpPr/>
          <p:nvPr/>
        </p:nvSpPr>
        <p:spPr>
          <a:xfrm>
            <a:off x="4839693" y="7710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1" name="Shape 4889"/>
          <p:cNvSpPr/>
          <p:nvPr/>
        </p:nvSpPr>
        <p:spPr>
          <a:xfrm>
            <a:off x="4818338" y="7663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2" name="Shape 4890"/>
          <p:cNvSpPr/>
          <p:nvPr/>
        </p:nvSpPr>
        <p:spPr>
          <a:xfrm>
            <a:off x="4815102" y="7388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3" name="Shape 4891"/>
          <p:cNvSpPr/>
          <p:nvPr/>
        </p:nvSpPr>
        <p:spPr>
          <a:xfrm>
            <a:off x="4641543" y="74813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4" name="Shape 4892"/>
          <p:cNvSpPr/>
          <p:nvPr/>
        </p:nvSpPr>
        <p:spPr>
          <a:xfrm>
            <a:off x="4872170" y="74221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5" name="Shape 4893"/>
          <p:cNvSpPr/>
          <p:nvPr/>
        </p:nvSpPr>
        <p:spPr>
          <a:xfrm>
            <a:off x="4666450" y="7356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6" name="Shape 4894"/>
          <p:cNvSpPr/>
          <p:nvPr/>
        </p:nvSpPr>
        <p:spPr>
          <a:xfrm>
            <a:off x="4999951" y="7270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7" name="Shape 4895"/>
          <p:cNvSpPr/>
          <p:nvPr/>
        </p:nvSpPr>
        <p:spPr>
          <a:xfrm>
            <a:off x="4670688" y="7605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8" name="Shape 4896"/>
          <p:cNvSpPr/>
          <p:nvPr/>
        </p:nvSpPr>
        <p:spPr>
          <a:xfrm>
            <a:off x="4910266" y="7731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9" name="Shape 4897"/>
          <p:cNvSpPr/>
          <p:nvPr/>
        </p:nvSpPr>
        <p:spPr>
          <a:xfrm>
            <a:off x="4921035" y="7363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0" name="Shape 4898"/>
          <p:cNvSpPr/>
          <p:nvPr/>
        </p:nvSpPr>
        <p:spPr>
          <a:xfrm>
            <a:off x="4892319" y="7531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1" name="Shape 4899"/>
          <p:cNvSpPr/>
          <p:nvPr/>
        </p:nvSpPr>
        <p:spPr>
          <a:xfrm>
            <a:off x="4610423" y="7638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2" name="Shape 4900"/>
          <p:cNvSpPr/>
          <p:nvPr/>
        </p:nvSpPr>
        <p:spPr>
          <a:xfrm>
            <a:off x="4766711" y="75313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3" name="Shape 4901"/>
          <p:cNvSpPr/>
          <p:nvPr/>
        </p:nvSpPr>
        <p:spPr>
          <a:xfrm>
            <a:off x="4850743" y="7556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4" name="Shape 4902"/>
          <p:cNvSpPr/>
          <p:nvPr/>
        </p:nvSpPr>
        <p:spPr>
          <a:xfrm>
            <a:off x="4838052" y="7653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5" name="Shape 4903"/>
          <p:cNvSpPr/>
          <p:nvPr/>
        </p:nvSpPr>
        <p:spPr>
          <a:xfrm>
            <a:off x="4906435" y="7552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6" name="Shape 4904"/>
          <p:cNvSpPr/>
          <p:nvPr/>
        </p:nvSpPr>
        <p:spPr>
          <a:xfrm>
            <a:off x="4643417" y="7659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7" name="Shape 4905"/>
          <p:cNvSpPr/>
          <p:nvPr/>
        </p:nvSpPr>
        <p:spPr>
          <a:xfrm>
            <a:off x="4824185" y="7453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8" name="Shape 4906"/>
          <p:cNvSpPr/>
          <p:nvPr/>
        </p:nvSpPr>
        <p:spPr>
          <a:xfrm>
            <a:off x="4597554" y="73708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9" name="Shape 4907"/>
          <p:cNvSpPr/>
          <p:nvPr/>
        </p:nvSpPr>
        <p:spPr>
          <a:xfrm>
            <a:off x="5003213" y="7536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0" name="Shape 4908"/>
          <p:cNvSpPr/>
          <p:nvPr/>
        </p:nvSpPr>
        <p:spPr>
          <a:xfrm>
            <a:off x="4731085" y="7629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1" name="Shape 4909"/>
          <p:cNvSpPr/>
          <p:nvPr/>
        </p:nvSpPr>
        <p:spPr>
          <a:xfrm>
            <a:off x="4777450" y="7264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2" name="Shape 4910"/>
          <p:cNvSpPr/>
          <p:nvPr/>
        </p:nvSpPr>
        <p:spPr>
          <a:xfrm>
            <a:off x="4863536" y="7167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3" name="Shape 4911"/>
          <p:cNvSpPr/>
          <p:nvPr/>
        </p:nvSpPr>
        <p:spPr>
          <a:xfrm>
            <a:off x="4761589" y="7394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4" name="Shape 4912"/>
          <p:cNvSpPr/>
          <p:nvPr/>
        </p:nvSpPr>
        <p:spPr>
          <a:xfrm>
            <a:off x="4627981" y="74469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5" name="Shape 4913"/>
          <p:cNvSpPr/>
          <p:nvPr/>
        </p:nvSpPr>
        <p:spPr>
          <a:xfrm>
            <a:off x="4933586" y="7650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6" name="Shape 4914"/>
          <p:cNvSpPr/>
          <p:nvPr/>
        </p:nvSpPr>
        <p:spPr>
          <a:xfrm>
            <a:off x="5000163" y="75813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7" name="Shape 4915"/>
          <p:cNvSpPr/>
          <p:nvPr/>
        </p:nvSpPr>
        <p:spPr>
          <a:xfrm>
            <a:off x="4629983" y="75753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8" name="Shape 4916"/>
          <p:cNvSpPr/>
          <p:nvPr/>
        </p:nvSpPr>
        <p:spPr>
          <a:xfrm>
            <a:off x="4764809" y="7197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9" name="Shape 4917"/>
          <p:cNvSpPr/>
          <p:nvPr/>
        </p:nvSpPr>
        <p:spPr>
          <a:xfrm>
            <a:off x="4941402" y="7237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0" name="Shape 4918"/>
          <p:cNvSpPr/>
          <p:nvPr/>
        </p:nvSpPr>
        <p:spPr>
          <a:xfrm>
            <a:off x="4985172" y="74888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1" name="Shape 4919"/>
          <p:cNvSpPr/>
          <p:nvPr/>
        </p:nvSpPr>
        <p:spPr>
          <a:xfrm>
            <a:off x="4756997" y="7207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2" name="Shape 4920"/>
          <p:cNvSpPr/>
          <p:nvPr/>
        </p:nvSpPr>
        <p:spPr>
          <a:xfrm>
            <a:off x="4773326" y="7457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3" name="Shape 4921"/>
          <p:cNvSpPr/>
          <p:nvPr/>
        </p:nvSpPr>
        <p:spPr>
          <a:xfrm>
            <a:off x="4719999" y="7927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4" name="Shape 4922"/>
          <p:cNvSpPr/>
          <p:nvPr/>
        </p:nvSpPr>
        <p:spPr>
          <a:xfrm>
            <a:off x="4654588" y="7863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5" name="Shape 4923"/>
          <p:cNvSpPr/>
          <p:nvPr/>
        </p:nvSpPr>
        <p:spPr>
          <a:xfrm>
            <a:off x="4740487" y="7938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6" name="Shape 4924"/>
          <p:cNvSpPr/>
          <p:nvPr/>
        </p:nvSpPr>
        <p:spPr>
          <a:xfrm>
            <a:off x="4818023" y="7807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7" name="Shape 4925"/>
          <p:cNvSpPr/>
          <p:nvPr/>
        </p:nvSpPr>
        <p:spPr>
          <a:xfrm>
            <a:off x="4814180" y="78957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8" name="Shape 4926"/>
          <p:cNvSpPr/>
          <p:nvPr/>
        </p:nvSpPr>
        <p:spPr>
          <a:xfrm>
            <a:off x="4861289" y="77747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9" name="Shape 4927"/>
          <p:cNvSpPr/>
          <p:nvPr/>
        </p:nvSpPr>
        <p:spPr>
          <a:xfrm>
            <a:off x="4634949" y="7739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0" name="Shape 4928"/>
          <p:cNvSpPr/>
          <p:nvPr/>
        </p:nvSpPr>
        <p:spPr>
          <a:xfrm>
            <a:off x="4822658" y="7816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1" name="Shape 4929"/>
          <p:cNvSpPr/>
          <p:nvPr/>
        </p:nvSpPr>
        <p:spPr>
          <a:xfrm>
            <a:off x="4903156" y="7816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2" name="Shape 4930"/>
          <p:cNvSpPr/>
          <p:nvPr/>
        </p:nvSpPr>
        <p:spPr>
          <a:xfrm>
            <a:off x="4615543" y="7853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3" name="Shape 4931"/>
          <p:cNvSpPr/>
          <p:nvPr/>
        </p:nvSpPr>
        <p:spPr>
          <a:xfrm>
            <a:off x="4917333" y="7397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4" name="Shape 4932"/>
          <p:cNvSpPr/>
          <p:nvPr/>
        </p:nvSpPr>
        <p:spPr>
          <a:xfrm>
            <a:off x="4959112" y="75874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5" name="Shape 4933"/>
          <p:cNvSpPr/>
          <p:nvPr/>
        </p:nvSpPr>
        <p:spPr>
          <a:xfrm>
            <a:off x="4791882" y="7597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6" name="Shape 4934"/>
          <p:cNvSpPr/>
          <p:nvPr/>
        </p:nvSpPr>
        <p:spPr>
          <a:xfrm>
            <a:off x="4645231" y="7475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7" name="Shape 4935"/>
          <p:cNvSpPr/>
          <p:nvPr/>
        </p:nvSpPr>
        <p:spPr>
          <a:xfrm>
            <a:off x="4976757" y="7567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8" name="Shape 4936"/>
          <p:cNvSpPr/>
          <p:nvPr/>
        </p:nvSpPr>
        <p:spPr>
          <a:xfrm>
            <a:off x="4884149" y="7620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9" name="Shape 4937"/>
          <p:cNvSpPr/>
          <p:nvPr/>
        </p:nvSpPr>
        <p:spPr>
          <a:xfrm>
            <a:off x="4842284" y="75045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0" name="Shape 4938"/>
          <p:cNvSpPr/>
          <p:nvPr/>
        </p:nvSpPr>
        <p:spPr>
          <a:xfrm>
            <a:off x="4893655" y="76805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1" name="Shape 4939"/>
          <p:cNvSpPr/>
          <p:nvPr/>
        </p:nvSpPr>
        <p:spPr>
          <a:xfrm>
            <a:off x="4792790" y="7644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2" name="Shape 4940"/>
          <p:cNvSpPr/>
          <p:nvPr/>
        </p:nvSpPr>
        <p:spPr>
          <a:xfrm>
            <a:off x="4856166" y="7622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3" name="Shape 4941"/>
          <p:cNvSpPr/>
          <p:nvPr/>
        </p:nvSpPr>
        <p:spPr>
          <a:xfrm>
            <a:off x="4647116" y="7457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4" name="Shape 4942"/>
          <p:cNvSpPr/>
          <p:nvPr/>
        </p:nvSpPr>
        <p:spPr>
          <a:xfrm>
            <a:off x="4720294" y="7766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5" name="Shape 4943"/>
          <p:cNvSpPr/>
          <p:nvPr/>
        </p:nvSpPr>
        <p:spPr>
          <a:xfrm>
            <a:off x="4610914" y="7152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6" name="Shape 4944"/>
          <p:cNvSpPr/>
          <p:nvPr/>
        </p:nvSpPr>
        <p:spPr>
          <a:xfrm>
            <a:off x="4891339" y="7596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7" name="Shape 4945"/>
          <p:cNvSpPr/>
          <p:nvPr/>
        </p:nvSpPr>
        <p:spPr>
          <a:xfrm>
            <a:off x="4964581" y="76182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8" name="Shape 4946"/>
          <p:cNvSpPr/>
          <p:nvPr/>
        </p:nvSpPr>
        <p:spPr>
          <a:xfrm>
            <a:off x="4948789" y="7259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9" name="Shape 4947"/>
          <p:cNvSpPr/>
          <p:nvPr/>
        </p:nvSpPr>
        <p:spPr>
          <a:xfrm>
            <a:off x="4658359" y="7245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0" name="Shape 4948"/>
          <p:cNvSpPr/>
          <p:nvPr/>
        </p:nvSpPr>
        <p:spPr>
          <a:xfrm>
            <a:off x="4724510" y="73784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1" name="Shape 4949"/>
          <p:cNvSpPr/>
          <p:nvPr/>
        </p:nvSpPr>
        <p:spPr>
          <a:xfrm>
            <a:off x="4716059" y="75126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2" name="Shape 4950"/>
          <p:cNvSpPr/>
          <p:nvPr/>
        </p:nvSpPr>
        <p:spPr>
          <a:xfrm>
            <a:off x="4710167" y="69706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3" name="Shape 4951"/>
          <p:cNvSpPr/>
          <p:nvPr/>
        </p:nvSpPr>
        <p:spPr>
          <a:xfrm>
            <a:off x="4911689" y="7258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4" name="Shape 4952"/>
          <p:cNvSpPr/>
          <p:nvPr/>
        </p:nvSpPr>
        <p:spPr>
          <a:xfrm>
            <a:off x="4898610" y="72266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5" name="Shape 4953"/>
          <p:cNvSpPr/>
          <p:nvPr/>
        </p:nvSpPr>
        <p:spPr>
          <a:xfrm>
            <a:off x="4978660" y="71344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6" name="Shape 4954"/>
          <p:cNvSpPr/>
          <p:nvPr/>
        </p:nvSpPr>
        <p:spPr>
          <a:xfrm>
            <a:off x="4836386" y="69535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7" name="Shape 4955"/>
          <p:cNvSpPr/>
          <p:nvPr/>
        </p:nvSpPr>
        <p:spPr>
          <a:xfrm>
            <a:off x="4997473" y="7019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8" name="Shape 4956"/>
          <p:cNvSpPr/>
          <p:nvPr/>
        </p:nvSpPr>
        <p:spPr>
          <a:xfrm>
            <a:off x="4749743" y="7161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9" name="Shape 4957"/>
          <p:cNvSpPr/>
          <p:nvPr/>
        </p:nvSpPr>
        <p:spPr>
          <a:xfrm>
            <a:off x="4774813" y="6918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0" name="Shape 4958"/>
          <p:cNvSpPr/>
          <p:nvPr/>
        </p:nvSpPr>
        <p:spPr>
          <a:xfrm>
            <a:off x="4783192" y="7245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1" name="Shape 4959"/>
          <p:cNvSpPr/>
          <p:nvPr/>
        </p:nvSpPr>
        <p:spPr>
          <a:xfrm>
            <a:off x="4787234" y="72212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2" name="Shape 4960"/>
          <p:cNvSpPr/>
          <p:nvPr/>
        </p:nvSpPr>
        <p:spPr>
          <a:xfrm>
            <a:off x="4735500" y="7258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3" name="Shape 4961"/>
          <p:cNvSpPr/>
          <p:nvPr/>
        </p:nvSpPr>
        <p:spPr>
          <a:xfrm>
            <a:off x="4677496" y="7046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4" name="Shape 4962"/>
          <p:cNvSpPr/>
          <p:nvPr/>
        </p:nvSpPr>
        <p:spPr>
          <a:xfrm>
            <a:off x="4767574" y="6993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5" name="Shape 4963"/>
          <p:cNvSpPr/>
          <p:nvPr/>
        </p:nvSpPr>
        <p:spPr>
          <a:xfrm>
            <a:off x="4915486" y="70228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6" name="Shape 4964"/>
          <p:cNvSpPr/>
          <p:nvPr/>
        </p:nvSpPr>
        <p:spPr>
          <a:xfrm>
            <a:off x="4695499" y="72252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7" name="Shape 4965"/>
          <p:cNvSpPr/>
          <p:nvPr/>
        </p:nvSpPr>
        <p:spPr>
          <a:xfrm>
            <a:off x="4913361" y="7291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8" name="Shape 4966"/>
          <p:cNvSpPr/>
          <p:nvPr/>
        </p:nvSpPr>
        <p:spPr>
          <a:xfrm>
            <a:off x="4797700" y="7285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9" name="Shape 4967"/>
          <p:cNvSpPr/>
          <p:nvPr/>
        </p:nvSpPr>
        <p:spPr>
          <a:xfrm>
            <a:off x="4827213" y="6802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0" name="Shape 4968"/>
          <p:cNvSpPr/>
          <p:nvPr/>
        </p:nvSpPr>
        <p:spPr>
          <a:xfrm>
            <a:off x="5019453" y="7457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1" name="Shape 4969"/>
          <p:cNvSpPr/>
          <p:nvPr/>
        </p:nvSpPr>
        <p:spPr>
          <a:xfrm>
            <a:off x="4875745" y="7696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2" name="Shape 4970"/>
          <p:cNvSpPr/>
          <p:nvPr/>
        </p:nvSpPr>
        <p:spPr>
          <a:xfrm>
            <a:off x="4855794" y="7328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3" name="Shape 4971"/>
          <p:cNvSpPr/>
          <p:nvPr/>
        </p:nvSpPr>
        <p:spPr>
          <a:xfrm>
            <a:off x="4943245" y="7479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4" name="Shape 4972"/>
          <p:cNvSpPr/>
          <p:nvPr/>
        </p:nvSpPr>
        <p:spPr>
          <a:xfrm>
            <a:off x="4762275" y="75001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5" name="Shape 4973"/>
          <p:cNvSpPr/>
          <p:nvPr/>
        </p:nvSpPr>
        <p:spPr>
          <a:xfrm>
            <a:off x="4838636" y="7514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6" name="Shape 4974"/>
          <p:cNvSpPr/>
          <p:nvPr/>
        </p:nvSpPr>
        <p:spPr>
          <a:xfrm>
            <a:off x="4628677" y="7550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7" name="Shape 4975"/>
          <p:cNvSpPr/>
          <p:nvPr/>
        </p:nvSpPr>
        <p:spPr>
          <a:xfrm>
            <a:off x="4850915" y="7548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8" name="Shape 4976"/>
          <p:cNvSpPr/>
          <p:nvPr/>
        </p:nvSpPr>
        <p:spPr>
          <a:xfrm>
            <a:off x="4948242" y="7958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9" name="Shape 4977"/>
          <p:cNvSpPr/>
          <p:nvPr/>
        </p:nvSpPr>
        <p:spPr>
          <a:xfrm>
            <a:off x="4895561" y="7718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0" name="Shape 4978"/>
          <p:cNvSpPr/>
          <p:nvPr/>
        </p:nvSpPr>
        <p:spPr>
          <a:xfrm>
            <a:off x="4908975" y="7757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1" name="Shape 4979"/>
          <p:cNvSpPr/>
          <p:nvPr/>
        </p:nvSpPr>
        <p:spPr>
          <a:xfrm>
            <a:off x="4901287" y="7906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2" name="Shape 4980"/>
          <p:cNvSpPr/>
          <p:nvPr/>
        </p:nvSpPr>
        <p:spPr>
          <a:xfrm>
            <a:off x="4613184" y="7392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3" name="Shape 4981"/>
          <p:cNvSpPr/>
          <p:nvPr/>
        </p:nvSpPr>
        <p:spPr>
          <a:xfrm>
            <a:off x="4716140" y="7452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4" name="Shape 4982"/>
          <p:cNvSpPr/>
          <p:nvPr/>
        </p:nvSpPr>
        <p:spPr>
          <a:xfrm>
            <a:off x="4988726" y="7431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5" name="Shape 4983"/>
          <p:cNvSpPr/>
          <p:nvPr/>
        </p:nvSpPr>
        <p:spPr>
          <a:xfrm>
            <a:off x="4834056" y="7434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6" name="Shape 4984"/>
          <p:cNvSpPr/>
          <p:nvPr/>
        </p:nvSpPr>
        <p:spPr>
          <a:xfrm>
            <a:off x="4940622" y="7452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7" name="Shape 4985"/>
          <p:cNvSpPr/>
          <p:nvPr/>
        </p:nvSpPr>
        <p:spPr>
          <a:xfrm>
            <a:off x="4716575" y="7463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8" name="Shape 4986"/>
          <p:cNvSpPr/>
          <p:nvPr/>
        </p:nvSpPr>
        <p:spPr>
          <a:xfrm>
            <a:off x="4956540" y="7406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9" name="Shape 4987"/>
          <p:cNvSpPr/>
          <p:nvPr/>
        </p:nvSpPr>
        <p:spPr>
          <a:xfrm>
            <a:off x="4917123" y="7420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0" name="Shape 4988"/>
          <p:cNvSpPr/>
          <p:nvPr/>
        </p:nvSpPr>
        <p:spPr>
          <a:xfrm>
            <a:off x="4982033" y="7381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1" name="Shape 4989"/>
          <p:cNvSpPr/>
          <p:nvPr/>
        </p:nvSpPr>
        <p:spPr>
          <a:xfrm>
            <a:off x="4653211" y="7431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2" name="Shape 4990"/>
          <p:cNvSpPr/>
          <p:nvPr/>
        </p:nvSpPr>
        <p:spPr>
          <a:xfrm>
            <a:off x="5019531" y="74017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3" name="Shape 4991"/>
          <p:cNvSpPr/>
          <p:nvPr/>
        </p:nvSpPr>
        <p:spPr>
          <a:xfrm>
            <a:off x="4855449" y="7465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4" name="Shape 4992"/>
          <p:cNvSpPr/>
          <p:nvPr/>
        </p:nvSpPr>
        <p:spPr>
          <a:xfrm>
            <a:off x="4999088" y="7407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5" name="Shape 4993"/>
          <p:cNvSpPr/>
          <p:nvPr/>
        </p:nvSpPr>
        <p:spPr>
          <a:xfrm>
            <a:off x="4944961" y="7397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6" name="Shape 4994"/>
          <p:cNvSpPr/>
          <p:nvPr/>
        </p:nvSpPr>
        <p:spPr>
          <a:xfrm>
            <a:off x="4631630" y="7706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7" name="Shape 4995"/>
          <p:cNvSpPr/>
          <p:nvPr/>
        </p:nvSpPr>
        <p:spPr>
          <a:xfrm>
            <a:off x="4844561" y="7805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8" name="Shape 4996"/>
          <p:cNvSpPr/>
          <p:nvPr/>
        </p:nvSpPr>
        <p:spPr>
          <a:xfrm>
            <a:off x="4676739" y="7628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9" name="Shape 4997"/>
          <p:cNvSpPr/>
          <p:nvPr/>
        </p:nvSpPr>
        <p:spPr>
          <a:xfrm>
            <a:off x="4711952" y="7616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0" name="Shape 4998"/>
          <p:cNvSpPr/>
          <p:nvPr/>
        </p:nvSpPr>
        <p:spPr>
          <a:xfrm>
            <a:off x="4989865" y="77649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1" name="Shape 4999"/>
          <p:cNvSpPr/>
          <p:nvPr/>
        </p:nvSpPr>
        <p:spPr>
          <a:xfrm>
            <a:off x="4635017" y="7713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2" name="Shape 5000"/>
          <p:cNvSpPr/>
          <p:nvPr/>
        </p:nvSpPr>
        <p:spPr>
          <a:xfrm>
            <a:off x="5007682" y="7354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3" name="Shape 5001"/>
          <p:cNvSpPr/>
          <p:nvPr/>
        </p:nvSpPr>
        <p:spPr>
          <a:xfrm>
            <a:off x="4651638" y="7280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4" name="Shape 5002"/>
          <p:cNvSpPr/>
          <p:nvPr/>
        </p:nvSpPr>
        <p:spPr>
          <a:xfrm>
            <a:off x="4779531" y="7522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5" name="Shape 5003"/>
          <p:cNvSpPr/>
          <p:nvPr/>
        </p:nvSpPr>
        <p:spPr>
          <a:xfrm>
            <a:off x="4887472" y="7176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6" name="Shape 5004"/>
          <p:cNvSpPr/>
          <p:nvPr/>
        </p:nvSpPr>
        <p:spPr>
          <a:xfrm>
            <a:off x="4894726" y="75880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7" name="Shape 5005"/>
          <p:cNvSpPr/>
          <p:nvPr/>
        </p:nvSpPr>
        <p:spPr>
          <a:xfrm>
            <a:off x="4601204" y="79557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8" name="Shape 5006"/>
          <p:cNvSpPr/>
          <p:nvPr/>
        </p:nvSpPr>
        <p:spPr>
          <a:xfrm>
            <a:off x="4765176" y="7635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9" name="Shape 5007"/>
          <p:cNvSpPr/>
          <p:nvPr/>
        </p:nvSpPr>
        <p:spPr>
          <a:xfrm>
            <a:off x="4929212" y="77530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0" name="Shape 5008"/>
          <p:cNvSpPr/>
          <p:nvPr/>
        </p:nvSpPr>
        <p:spPr>
          <a:xfrm>
            <a:off x="4606256" y="7682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1" name="Shape 5009"/>
          <p:cNvSpPr/>
          <p:nvPr/>
        </p:nvSpPr>
        <p:spPr>
          <a:xfrm>
            <a:off x="4973460" y="7858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2" name="Shape 5010"/>
          <p:cNvSpPr/>
          <p:nvPr/>
        </p:nvSpPr>
        <p:spPr>
          <a:xfrm>
            <a:off x="4887684" y="77969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3" name="Shape 5011"/>
          <p:cNvSpPr/>
          <p:nvPr/>
        </p:nvSpPr>
        <p:spPr>
          <a:xfrm>
            <a:off x="4681695" y="77677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4" name="Shape 5012"/>
          <p:cNvSpPr/>
          <p:nvPr/>
        </p:nvSpPr>
        <p:spPr>
          <a:xfrm>
            <a:off x="4781132" y="7760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5" name="Shape 5013"/>
          <p:cNvSpPr/>
          <p:nvPr/>
        </p:nvSpPr>
        <p:spPr>
          <a:xfrm>
            <a:off x="4700693" y="7703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6" name="Shape 5014"/>
          <p:cNvSpPr/>
          <p:nvPr/>
        </p:nvSpPr>
        <p:spPr>
          <a:xfrm>
            <a:off x="4914737" y="7677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7" name="Shape 5015"/>
          <p:cNvSpPr/>
          <p:nvPr/>
        </p:nvSpPr>
        <p:spPr>
          <a:xfrm>
            <a:off x="4893680" y="7866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8" name="Shape 5016"/>
          <p:cNvSpPr/>
          <p:nvPr/>
        </p:nvSpPr>
        <p:spPr>
          <a:xfrm>
            <a:off x="4654652" y="7905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9" name="Shape 5017"/>
          <p:cNvSpPr/>
          <p:nvPr/>
        </p:nvSpPr>
        <p:spPr>
          <a:xfrm>
            <a:off x="4679653" y="7407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0" name="Shape 5018"/>
          <p:cNvSpPr/>
          <p:nvPr/>
        </p:nvSpPr>
        <p:spPr>
          <a:xfrm>
            <a:off x="4800940" y="7844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1" name="Shape 5019"/>
          <p:cNvSpPr/>
          <p:nvPr/>
        </p:nvSpPr>
        <p:spPr>
          <a:xfrm>
            <a:off x="4799158" y="74383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2" name="Shape 5020"/>
          <p:cNvSpPr/>
          <p:nvPr/>
        </p:nvSpPr>
        <p:spPr>
          <a:xfrm>
            <a:off x="4824673" y="7441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3" name="Shape 5021"/>
          <p:cNvSpPr/>
          <p:nvPr/>
        </p:nvSpPr>
        <p:spPr>
          <a:xfrm>
            <a:off x="4626678" y="7404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4" name="Shape 5022"/>
          <p:cNvSpPr/>
          <p:nvPr/>
        </p:nvSpPr>
        <p:spPr>
          <a:xfrm>
            <a:off x="4598847" y="7431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5" name="Shape 5023"/>
          <p:cNvSpPr/>
          <p:nvPr/>
        </p:nvSpPr>
        <p:spPr>
          <a:xfrm>
            <a:off x="4714823" y="7503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6" name="Shape 5024"/>
          <p:cNvSpPr/>
          <p:nvPr/>
        </p:nvSpPr>
        <p:spPr>
          <a:xfrm>
            <a:off x="4757874" y="7450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7" name="Shape 5025"/>
          <p:cNvSpPr/>
          <p:nvPr/>
        </p:nvSpPr>
        <p:spPr>
          <a:xfrm>
            <a:off x="4806889" y="7455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8" name="Shape 5026"/>
          <p:cNvSpPr/>
          <p:nvPr/>
        </p:nvSpPr>
        <p:spPr>
          <a:xfrm>
            <a:off x="4918237" y="7403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9" name="Shape 5027"/>
          <p:cNvSpPr/>
          <p:nvPr/>
        </p:nvSpPr>
        <p:spPr>
          <a:xfrm>
            <a:off x="4826000" y="7095435"/>
            <a:ext cx="127" cy="766558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030" name="Shape 5028"/>
          <p:cNvSpPr/>
          <p:nvPr/>
        </p:nvSpPr>
        <p:spPr>
          <a:xfrm>
            <a:off x="4711700" y="7861994"/>
            <a:ext cx="228600" cy="127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031" name="Shape 5029"/>
          <p:cNvSpPr/>
          <p:nvPr/>
        </p:nvSpPr>
        <p:spPr>
          <a:xfrm>
            <a:off x="4711700" y="7095435"/>
            <a:ext cx="228600" cy="127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032" name="Shape 5030"/>
          <p:cNvSpPr/>
          <p:nvPr/>
        </p:nvSpPr>
        <p:spPr>
          <a:xfrm>
            <a:off x="4660900" y="7401416"/>
            <a:ext cx="330200" cy="292440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5033" name="Shape 5031"/>
          <p:cNvSpPr/>
          <p:nvPr/>
        </p:nvSpPr>
        <p:spPr>
          <a:xfrm>
            <a:off x="4660900" y="7581915"/>
            <a:ext cx="330200" cy="127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5034" name="Shape 5032"/>
          <p:cNvSpPr/>
          <p:nvPr/>
        </p:nvSpPr>
        <p:spPr>
          <a:xfrm>
            <a:off x="5675392" y="7594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5" name="Shape 5033"/>
          <p:cNvSpPr/>
          <p:nvPr/>
        </p:nvSpPr>
        <p:spPr>
          <a:xfrm>
            <a:off x="5632444" y="76261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6" name="Shape 5034"/>
          <p:cNvSpPr/>
          <p:nvPr/>
        </p:nvSpPr>
        <p:spPr>
          <a:xfrm>
            <a:off x="5384458" y="76015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7" name="Shape 5035"/>
          <p:cNvSpPr/>
          <p:nvPr/>
        </p:nvSpPr>
        <p:spPr>
          <a:xfrm>
            <a:off x="5602374" y="75513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8" name="Shape 5036"/>
          <p:cNvSpPr/>
          <p:nvPr/>
        </p:nvSpPr>
        <p:spPr>
          <a:xfrm>
            <a:off x="5267240" y="7601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9" name="Shape 5037"/>
          <p:cNvSpPr/>
          <p:nvPr/>
        </p:nvSpPr>
        <p:spPr>
          <a:xfrm>
            <a:off x="5466056" y="7612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0" name="Shape 5038"/>
          <p:cNvSpPr/>
          <p:nvPr/>
        </p:nvSpPr>
        <p:spPr>
          <a:xfrm>
            <a:off x="5435948" y="7647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1" name="Shape 5039"/>
          <p:cNvSpPr/>
          <p:nvPr/>
        </p:nvSpPr>
        <p:spPr>
          <a:xfrm>
            <a:off x="5490925" y="7585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2" name="Shape 5040"/>
          <p:cNvSpPr/>
          <p:nvPr/>
        </p:nvSpPr>
        <p:spPr>
          <a:xfrm>
            <a:off x="5470088" y="76140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3" name="Shape 5041"/>
          <p:cNvSpPr/>
          <p:nvPr/>
        </p:nvSpPr>
        <p:spPr>
          <a:xfrm>
            <a:off x="5679966" y="7608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4" name="Shape 5042"/>
          <p:cNvSpPr/>
          <p:nvPr/>
        </p:nvSpPr>
        <p:spPr>
          <a:xfrm>
            <a:off x="5481070" y="76778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5" name="Shape 5043"/>
          <p:cNvSpPr/>
          <p:nvPr/>
        </p:nvSpPr>
        <p:spPr>
          <a:xfrm>
            <a:off x="5625617" y="76213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6" name="Shape 5044"/>
          <p:cNvSpPr/>
          <p:nvPr/>
        </p:nvSpPr>
        <p:spPr>
          <a:xfrm>
            <a:off x="5467013" y="7599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7" name="Shape 5045"/>
          <p:cNvSpPr/>
          <p:nvPr/>
        </p:nvSpPr>
        <p:spPr>
          <a:xfrm>
            <a:off x="5668736" y="7608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8" name="Shape 5046"/>
          <p:cNvSpPr/>
          <p:nvPr/>
        </p:nvSpPr>
        <p:spPr>
          <a:xfrm>
            <a:off x="5307328" y="7610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9" name="Shape 5047"/>
          <p:cNvSpPr/>
          <p:nvPr/>
        </p:nvSpPr>
        <p:spPr>
          <a:xfrm>
            <a:off x="5298981" y="7646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0" name="Shape 5048"/>
          <p:cNvSpPr/>
          <p:nvPr/>
        </p:nvSpPr>
        <p:spPr>
          <a:xfrm>
            <a:off x="5324688" y="7573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1" name="Shape 5049"/>
          <p:cNvSpPr/>
          <p:nvPr/>
        </p:nvSpPr>
        <p:spPr>
          <a:xfrm>
            <a:off x="5414488" y="76990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2" name="Shape 5050"/>
          <p:cNvSpPr/>
          <p:nvPr/>
        </p:nvSpPr>
        <p:spPr>
          <a:xfrm>
            <a:off x="5316061" y="7618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3" name="Shape 5051"/>
          <p:cNvSpPr/>
          <p:nvPr/>
        </p:nvSpPr>
        <p:spPr>
          <a:xfrm>
            <a:off x="5625863" y="75661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4" name="Shape 5052"/>
          <p:cNvSpPr/>
          <p:nvPr/>
        </p:nvSpPr>
        <p:spPr>
          <a:xfrm>
            <a:off x="5638845" y="7558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5" name="Shape 5053"/>
          <p:cNvSpPr/>
          <p:nvPr/>
        </p:nvSpPr>
        <p:spPr>
          <a:xfrm>
            <a:off x="5324752" y="76096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6" name="Shape 5054"/>
          <p:cNvSpPr/>
          <p:nvPr/>
        </p:nvSpPr>
        <p:spPr>
          <a:xfrm>
            <a:off x="5429615" y="7584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7" name="Shape 5055"/>
          <p:cNvSpPr/>
          <p:nvPr/>
        </p:nvSpPr>
        <p:spPr>
          <a:xfrm>
            <a:off x="5299380" y="7591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8" name="Shape 5056"/>
          <p:cNvSpPr/>
          <p:nvPr/>
        </p:nvSpPr>
        <p:spPr>
          <a:xfrm>
            <a:off x="5284175" y="7615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9" name="Shape 5057"/>
          <p:cNvSpPr/>
          <p:nvPr/>
        </p:nvSpPr>
        <p:spPr>
          <a:xfrm>
            <a:off x="5452417" y="76073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0" name="Shape 5058"/>
          <p:cNvSpPr/>
          <p:nvPr/>
        </p:nvSpPr>
        <p:spPr>
          <a:xfrm>
            <a:off x="5331753" y="7616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1" name="Shape 5059"/>
          <p:cNvSpPr/>
          <p:nvPr/>
        </p:nvSpPr>
        <p:spPr>
          <a:xfrm>
            <a:off x="5648952" y="76370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2" name="Shape 5060"/>
          <p:cNvSpPr/>
          <p:nvPr/>
        </p:nvSpPr>
        <p:spPr>
          <a:xfrm>
            <a:off x="5404026" y="7696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3" name="Shape 5061"/>
          <p:cNvSpPr/>
          <p:nvPr/>
        </p:nvSpPr>
        <p:spPr>
          <a:xfrm>
            <a:off x="5369304" y="7591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4" name="Shape 5062"/>
          <p:cNvSpPr/>
          <p:nvPr/>
        </p:nvSpPr>
        <p:spPr>
          <a:xfrm>
            <a:off x="5257244" y="76094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5" name="Shape 5063"/>
          <p:cNvSpPr/>
          <p:nvPr/>
        </p:nvSpPr>
        <p:spPr>
          <a:xfrm>
            <a:off x="5676153" y="7580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6" name="Shape 5064"/>
          <p:cNvSpPr/>
          <p:nvPr/>
        </p:nvSpPr>
        <p:spPr>
          <a:xfrm>
            <a:off x="5436629" y="7565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7" name="Shape 5065"/>
          <p:cNvSpPr/>
          <p:nvPr/>
        </p:nvSpPr>
        <p:spPr>
          <a:xfrm>
            <a:off x="5403287" y="7625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8" name="Shape 5066"/>
          <p:cNvSpPr/>
          <p:nvPr/>
        </p:nvSpPr>
        <p:spPr>
          <a:xfrm>
            <a:off x="5652355" y="7558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9" name="Shape 5067"/>
          <p:cNvSpPr/>
          <p:nvPr/>
        </p:nvSpPr>
        <p:spPr>
          <a:xfrm>
            <a:off x="5603294" y="76079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0" name="Shape 5068"/>
          <p:cNvSpPr/>
          <p:nvPr/>
        </p:nvSpPr>
        <p:spPr>
          <a:xfrm>
            <a:off x="5296230" y="7656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1" name="Shape 5069"/>
          <p:cNvSpPr/>
          <p:nvPr/>
        </p:nvSpPr>
        <p:spPr>
          <a:xfrm>
            <a:off x="5373011" y="76078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2" name="Shape 5070"/>
          <p:cNvSpPr/>
          <p:nvPr/>
        </p:nvSpPr>
        <p:spPr>
          <a:xfrm>
            <a:off x="5417277" y="76350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3" name="Shape 5071"/>
          <p:cNvSpPr/>
          <p:nvPr/>
        </p:nvSpPr>
        <p:spPr>
          <a:xfrm>
            <a:off x="5380329" y="7613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4" name="Shape 5072"/>
          <p:cNvSpPr/>
          <p:nvPr/>
        </p:nvSpPr>
        <p:spPr>
          <a:xfrm>
            <a:off x="5537029" y="7613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5" name="Shape 5073"/>
          <p:cNvSpPr/>
          <p:nvPr/>
        </p:nvSpPr>
        <p:spPr>
          <a:xfrm>
            <a:off x="5416278" y="7633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6" name="Shape 5074"/>
          <p:cNvSpPr/>
          <p:nvPr/>
        </p:nvSpPr>
        <p:spPr>
          <a:xfrm>
            <a:off x="5313911" y="76136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7" name="Shape 5075"/>
          <p:cNvSpPr/>
          <p:nvPr/>
        </p:nvSpPr>
        <p:spPr>
          <a:xfrm>
            <a:off x="5337443" y="7622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8" name="Shape 5076"/>
          <p:cNvSpPr/>
          <p:nvPr/>
        </p:nvSpPr>
        <p:spPr>
          <a:xfrm>
            <a:off x="5256408" y="7737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9" name="Shape 5077"/>
          <p:cNvSpPr/>
          <p:nvPr/>
        </p:nvSpPr>
        <p:spPr>
          <a:xfrm>
            <a:off x="5462429" y="7573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0" name="Shape 5078"/>
          <p:cNvSpPr/>
          <p:nvPr/>
        </p:nvSpPr>
        <p:spPr>
          <a:xfrm>
            <a:off x="5398249" y="7566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1" name="Shape 5079"/>
          <p:cNvSpPr/>
          <p:nvPr/>
        </p:nvSpPr>
        <p:spPr>
          <a:xfrm>
            <a:off x="5252999" y="7661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2" name="Shape 5080"/>
          <p:cNvSpPr/>
          <p:nvPr/>
        </p:nvSpPr>
        <p:spPr>
          <a:xfrm>
            <a:off x="5461615" y="7564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3" name="Shape 5081"/>
          <p:cNvSpPr/>
          <p:nvPr/>
        </p:nvSpPr>
        <p:spPr>
          <a:xfrm>
            <a:off x="5472803" y="7631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4" name="Shape 5082"/>
          <p:cNvSpPr/>
          <p:nvPr/>
        </p:nvSpPr>
        <p:spPr>
          <a:xfrm>
            <a:off x="5380903" y="7591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5" name="Shape 5083"/>
          <p:cNvSpPr/>
          <p:nvPr/>
        </p:nvSpPr>
        <p:spPr>
          <a:xfrm>
            <a:off x="5366733" y="75869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6" name="Shape 5084"/>
          <p:cNvSpPr/>
          <p:nvPr/>
        </p:nvSpPr>
        <p:spPr>
          <a:xfrm>
            <a:off x="5523126" y="7639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7" name="Shape 5085"/>
          <p:cNvSpPr/>
          <p:nvPr/>
        </p:nvSpPr>
        <p:spPr>
          <a:xfrm>
            <a:off x="5282696" y="7690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8" name="Shape 5086"/>
          <p:cNvSpPr/>
          <p:nvPr/>
        </p:nvSpPr>
        <p:spPr>
          <a:xfrm>
            <a:off x="5397001" y="7617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9" name="Shape 5087"/>
          <p:cNvSpPr/>
          <p:nvPr/>
        </p:nvSpPr>
        <p:spPr>
          <a:xfrm>
            <a:off x="5609447" y="7598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0" name="Shape 5088"/>
          <p:cNvSpPr/>
          <p:nvPr/>
        </p:nvSpPr>
        <p:spPr>
          <a:xfrm>
            <a:off x="5494988" y="7623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1" name="Shape 5089"/>
          <p:cNvSpPr/>
          <p:nvPr/>
        </p:nvSpPr>
        <p:spPr>
          <a:xfrm>
            <a:off x="5557184" y="76264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2" name="Shape 5090"/>
          <p:cNvSpPr/>
          <p:nvPr/>
        </p:nvSpPr>
        <p:spPr>
          <a:xfrm>
            <a:off x="5435255" y="7570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3" name="Shape 5091"/>
          <p:cNvSpPr/>
          <p:nvPr/>
        </p:nvSpPr>
        <p:spPr>
          <a:xfrm>
            <a:off x="5635113" y="7622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4" name="Shape 5092"/>
          <p:cNvSpPr/>
          <p:nvPr/>
        </p:nvSpPr>
        <p:spPr>
          <a:xfrm>
            <a:off x="5316033" y="7654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5" name="Shape 5093"/>
          <p:cNvSpPr/>
          <p:nvPr/>
        </p:nvSpPr>
        <p:spPr>
          <a:xfrm>
            <a:off x="5462831" y="7632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6" name="Shape 5094"/>
          <p:cNvSpPr/>
          <p:nvPr/>
        </p:nvSpPr>
        <p:spPr>
          <a:xfrm>
            <a:off x="5529808" y="7650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7" name="Shape 5095"/>
          <p:cNvSpPr/>
          <p:nvPr/>
        </p:nvSpPr>
        <p:spPr>
          <a:xfrm>
            <a:off x="5282342" y="76146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8" name="Shape 5096"/>
          <p:cNvSpPr/>
          <p:nvPr/>
        </p:nvSpPr>
        <p:spPr>
          <a:xfrm>
            <a:off x="5459617" y="7589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9" name="Shape 5097"/>
          <p:cNvSpPr/>
          <p:nvPr/>
        </p:nvSpPr>
        <p:spPr>
          <a:xfrm>
            <a:off x="5387820" y="76598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0" name="Shape 5098"/>
          <p:cNvSpPr/>
          <p:nvPr/>
        </p:nvSpPr>
        <p:spPr>
          <a:xfrm>
            <a:off x="5259391" y="7591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1" name="Shape 5099"/>
          <p:cNvSpPr/>
          <p:nvPr/>
        </p:nvSpPr>
        <p:spPr>
          <a:xfrm>
            <a:off x="5527820" y="7646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2" name="Shape 5100"/>
          <p:cNvSpPr/>
          <p:nvPr/>
        </p:nvSpPr>
        <p:spPr>
          <a:xfrm>
            <a:off x="5537241" y="7601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3" name="Shape 5101"/>
          <p:cNvSpPr/>
          <p:nvPr/>
        </p:nvSpPr>
        <p:spPr>
          <a:xfrm>
            <a:off x="5365731" y="75286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4" name="Shape 5102"/>
          <p:cNvSpPr/>
          <p:nvPr/>
        </p:nvSpPr>
        <p:spPr>
          <a:xfrm>
            <a:off x="5464013" y="7595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5" name="Shape 5103"/>
          <p:cNvSpPr/>
          <p:nvPr/>
        </p:nvSpPr>
        <p:spPr>
          <a:xfrm>
            <a:off x="5627227" y="7660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6" name="Shape 5104"/>
          <p:cNvSpPr/>
          <p:nvPr/>
        </p:nvSpPr>
        <p:spPr>
          <a:xfrm>
            <a:off x="5493758" y="7717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7" name="Shape 5105"/>
          <p:cNvSpPr/>
          <p:nvPr/>
        </p:nvSpPr>
        <p:spPr>
          <a:xfrm>
            <a:off x="5444556" y="7656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8" name="Shape 5106"/>
          <p:cNvSpPr/>
          <p:nvPr/>
        </p:nvSpPr>
        <p:spPr>
          <a:xfrm>
            <a:off x="5307395" y="7609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9" name="Shape 5107"/>
          <p:cNvSpPr/>
          <p:nvPr/>
        </p:nvSpPr>
        <p:spPr>
          <a:xfrm>
            <a:off x="5474204" y="757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0" name="Shape 5108"/>
          <p:cNvSpPr/>
          <p:nvPr/>
        </p:nvSpPr>
        <p:spPr>
          <a:xfrm>
            <a:off x="5572258" y="7579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1" name="Shape 5109"/>
          <p:cNvSpPr/>
          <p:nvPr/>
        </p:nvSpPr>
        <p:spPr>
          <a:xfrm>
            <a:off x="5419506" y="7675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2" name="Shape 5110"/>
          <p:cNvSpPr/>
          <p:nvPr/>
        </p:nvSpPr>
        <p:spPr>
          <a:xfrm>
            <a:off x="5648336" y="7424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3" name="Shape 5111"/>
          <p:cNvSpPr/>
          <p:nvPr/>
        </p:nvSpPr>
        <p:spPr>
          <a:xfrm>
            <a:off x="5487977" y="7572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4" name="Shape 5112"/>
          <p:cNvSpPr/>
          <p:nvPr/>
        </p:nvSpPr>
        <p:spPr>
          <a:xfrm>
            <a:off x="5280141" y="7692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5" name="Shape 5113"/>
          <p:cNvSpPr/>
          <p:nvPr/>
        </p:nvSpPr>
        <p:spPr>
          <a:xfrm>
            <a:off x="5414568" y="7644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6" name="Shape 5114"/>
          <p:cNvSpPr/>
          <p:nvPr/>
        </p:nvSpPr>
        <p:spPr>
          <a:xfrm>
            <a:off x="5561522" y="76001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7" name="Shape 5115"/>
          <p:cNvSpPr/>
          <p:nvPr/>
        </p:nvSpPr>
        <p:spPr>
          <a:xfrm>
            <a:off x="5642449" y="76701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8" name="Shape 5116"/>
          <p:cNvSpPr/>
          <p:nvPr/>
        </p:nvSpPr>
        <p:spPr>
          <a:xfrm>
            <a:off x="5391553" y="7719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9" name="Shape 5117"/>
          <p:cNvSpPr/>
          <p:nvPr/>
        </p:nvSpPr>
        <p:spPr>
          <a:xfrm>
            <a:off x="5637606" y="7547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0" name="Shape 5118"/>
          <p:cNvSpPr/>
          <p:nvPr/>
        </p:nvSpPr>
        <p:spPr>
          <a:xfrm>
            <a:off x="5394537" y="7693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1" name="Shape 5119"/>
          <p:cNvSpPr/>
          <p:nvPr/>
        </p:nvSpPr>
        <p:spPr>
          <a:xfrm>
            <a:off x="5510985" y="7642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2" name="Shape 5120"/>
          <p:cNvSpPr/>
          <p:nvPr/>
        </p:nvSpPr>
        <p:spPr>
          <a:xfrm>
            <a:off x="5663459" y="7628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3" name="Shape 5121"/>
          <p:cNvSpPr/>
          <p:nvPr/>
        </p:nvSpPr>
        <p:spPr>
          <a:xfrm>
            <a:off x="5271817" y="7771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4" name="Shape 5122"/>
          <p:cNvSpPr/>
          <p:nvPr/>
        </p:nvSpPr>
        <p:spPr>
          <a:xfrm>
            <a:off x="5272011" y="79168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5" name="Shape 5123"/>
          <p:cNvSpPr/>
          <p:nvPr/>
        </p:nvSpPr>
        <p:spPr>
          <a:xfrm>
            <a:off x="5659508" y="7642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6" name="Shape 5124"/>
          <p:cNvSpPr/>
          <p:nvPr/>
        </p:nvSpPr>
        <p:spPr>
          <a:xfrm>
            <a:off x="5361121" y="783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7" name="Shape 5125"/>
          <p:cNvSpPr/>
          <p:nvPr/>
        </p:nvSpPr>
        <p:spPr>
          <a:xfrm>
            <a:off x="5497771" y="7831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8" name="Shape 5126"/>
          <p:cNvSpPr/>
          <p:nvPr/>
        </p:nvSpPr>
        <p:spPr>
          <a:xfrm>
            <a:off x="5252053" y="78834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9" name="Shape 5127"/>
          <p:cNvSpPr/>
          <p:nvPr/>
        </p:nvSpPr>
        <p:spPr>
          <a:xfrm>
            <a:off x="5486507" y="7891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0" name="Shape 5128"/>
          <p:cNvSpPr/>
          <p:nvPr/>
        </p:nvSpPr>
        <p:spPr>
          <a:xfrm>
            <a:off x="5446400" y="7721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1" name="Shape 5129"/>
          <p:cNvSpPr/>
          <p:nvPr/>
        </p:nvSpPr>
        <p:spPr>
          <a:xfrm>
            <a:off x="5606726" y="7520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2" name="Shape 5130"/>
          <p:cNvSpPr/>
          <p:nvPr/>
        </p:nvSpPr>
        <p:spPr>
          <a:xfrm>
            <a:off x="5587028" y="75872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3" name="Shape 5131"/>
          <p:cNvSpPr/>
          <p:nvPr/>
        </p:nvSpPr>
        <p:spPr>
          <a:xfrm>
            <a:off x="5276989" y="7402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4" name="Shape 5132"/>
          <p:cNvSpPr/>
          <p:nvPr/>
        </p:nvSpPr>
        <p:spPr>
          <a:xfrm>
            <a:off x="5374913" y="6956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5" name="Shape 5133"/>
          <p:cNvSpPr/>
          <p:nvPr/>
        </p:nvSpPr>
        <p:spPr>
          <a:xfrm>
            <a:off x="5439940" y="7314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6" name="Shape 5134"/>
          <p:cNvSpPr/>
          <p:nvPr/>
        </p:nvSpPr>
        <p:spPr>
          <a:xfrm>
            <a:off x="5632830" y="7560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7" name="Shape 5135"/>
          <p:cNvSpPr/>
          <p:nvPr/>
        </p:nvSpPr>
        <p:spPr>
          <a:xfrm>
            <a:off x="5632819" y="6911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8" name="Shape 5136"/>
          <p:cNvSpPr/>
          <p:nvPr/>
        </p:nvSpPr>
        <p:spPr>
          <a:xfrm>
            <a:off x="5285426" y="76005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9" name="Shape 5137"/>
          <p:cNvSpPr/>
          <p:nvPr/>
        </p:nvSpPr>
        <p:spPr>
          <a:xfrm>
            <a:off x="5444570" y="6954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0" name="Shape 5138"/>
          <p:cNvSpPr/>
          <p:nvPr/>
        </p:nvSpPr>
        <p:spPr>
          <a:xfrm>
            <a:off x="5514272" y="71369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1" name="Shape 5139"/>
          <p:cNvSpPr/>
          <p:nvPr/>
        </p:nvSpPr>
        <p:spPr>
          <a:xfrm>
            <a:off x="5560728" y="7096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2" name="Shape 5140"/>
          <p:cNvSpPr/>
          <p:nvPr/>
        </p:nvSpPr>
        <p:spPr>
          <a:xfrm>
            <a:off x="5466967" y="7227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3" name="Shape 5141"/>
          <p:cNvSpPr/>
          <p:nvPr/>
        </p:nvSpPr>
        <p:spPr>
          <a:xfrm>
            <a:off x="5394824" y="7059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4" name="Shape 5142"/>
          <p:cNvSpPr/>
          <p:nvPr/>
        </p:nvSpPr>
        <p:spPr>
          <a:xfrm>
            <a:off x="5663094" y="7730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5" name="Shape 5143"/>
          <p:cNvSpPr/>
          <p:nvPr/>
        </p:nvSpPr>
        <p:spPr>
          <a:xfrm>
            <a:off x="5555998" y="6909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6" name="Shape 5144"/>
          <p:cNvSpPr/>
          <p:nvPr/>
        </p:nvSpPr>
        <p:spPr>
          <a:xfrm>
            <a:off x="5566228" y="67559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7" name="Shape 5145"/>
          <p:cNvSpPr/>
          <p:nvPr/>
        </p:nvSpPr>
        <p:spPr>
          <a:xfrm>
            <a:off x="5582651" y="7541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8" name="Shape 5146"/>
          <p:cNvSpPr/>
          <p:nvPr/>
        </p:nvSpPr>
        <p:spPr>
          <a:xfrm>
            <a:off x="5270432" y="7256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9" name="Shape 5147"/>
          <p:cNvSpPr/>
          <p:nvPr/>
        </p:nvSpPr>
        <p:spPr>
          <a:xfrm>
            <a:off x="5581564" y="6916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0" name="Shape 5148"/>
          <p:cNvSpPr/>
          <p:nvPr/>
        </p:nvSpPr>
        <p:spPr>
          <a:xfrm>
            <a:off x="5536646" y="7594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1" name="Shape 5149"/>
          <p:cNvSpPr/>
          <p:nvPr/>
        </p:nvSpPr>
        <p:spPr>
          <a:xfrm>
            <a:off x="5488945" y="7668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2" name="Shape 5150"/>
          <p:cNvSpPr/>
          <p:nvPr/>
        </p:nvSpPr>
        <p:spPr>
          <a:xfrm>
            <a:off x="5674000" y="6942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3" name="Shape 5151"/>
          <p:cNvSpPr/>
          <p:nvPr/>
        </p:nvSpPr>
        <p:spPr>
          <a:xfrm>
            <a:off x="5274577" y="6909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4" name="Shape 5152"/>
          <p:cNvSpPr/>
          <p:nvPr/>
        </p:nvSpPr>
        <p:spPr>
          <a:xfrm>
            <a:off x="5674361" y="7367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5" name="Shape 5153"/>
          <p:cNvSpPr/>
          <p:nvPr/>
        </p:nvSpPr>
        <p:spPr>
          <a:xfrm>
            <a:off x="5417466" y="7298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6" name="Shape 5154"/>
          <p:cNvSpPr/>
          <p:nvPr/>
        </p:nvSpPr>
        <p:spPr>
          <a:xfrm>
            <a:off x="5414970" y="69739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7" name="Shape 5155"/>
          <p:cNvSpPr/>
          <p:nvPr/>
        </p:nvSpPr>
        <p:spPr>
          <a:xfrm>
            <a:off x="5530666" y="7151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8" name="Shape 5156"/>
          <p:cNvSpPr/>
          <p:nvPr/>
        </p:nvSpPr>
        <p:spPr>
          <a:xfrm>
            <a:off x="5464729" y="7332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9" name="Shape 5157"/>
          <p:cNvSpPr/>
          <p:nvPr/>
        </p:nvSpPr>
        <p:spPr>
          <a:xfrm>
            <a:off x="5592466" y="7031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0" name="Shape 5158"/>
          <p:cNvSpPr/>
          <p:nvPr/>
        </p:nvSpPr>
        <p:spPr>
          <a:xfrm>
            <a:off x="5623614" y="7678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1" name="Shape 5159"/>
          <p:cNvSpPr/>
          <p:nvPr/>
        </p:nvSpPr>
        <p:spPr>
          <a:xfrm>
            <a:off x="5389334" y="7681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2" name="Shape 5160"/>
          <p:cNvSpPr/>
          <p:nvPr/>
        </p:nvSpPr>
        <p:spPr>
          <a:xfrm>
            <a:off x="5334694" y="6948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3" name="Shape 5161"/>
          <p:cNvSpPr/>
          <p:nvPr/>
        </p:nvSpPr>
        <p:spPr>
          <a:xfrm>
            <a:off x="5438898" y="7192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4" name="Shape 5162"/>
          <p:cNvSpPr/>
          <p:nvPr/>
        </p:nvSpPr>
        <p:spPr>
          <a:xfrm>
            <a:off x="5460773" y="7100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5" name="Shape 5163"/>
          <p:cNvSpPr/>
          <p:nvPr/>
        </p:nvSpPr>
        <p:spPr>
          <a:xfrm>
            <a:off x="5542918" y="7406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6" name="Shape 5164"/>
          <p:cNvSpPr/>
          <p:nvPr/>
        </p:nvSpPr>
        <p:spPr>
          <a:xfrm>
            <a:off x="5264668" y="6969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7" name="Shape 5165"/>
          <p:cNvSpPr/>
          <p:nvPr/>
        </p:nvSpPr>
        <p:spPr>
          <a:xfrm>
            <a:off x="5566610" y="74787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8" name="Shape 5166"/>
          <p:cNvSpPr/>
          <p:nvPr/>
        </p:nvSpPr>
        <p:spPr>
          <a:xfrm>
            <a:off x="5562930" y="7276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9" name="Shape 5167"/>
          <p:cNvSpPr/>
          <p:nvPr/>
        </p:nvSpPr>
        <p:spPr>
          <a:xfrm>
            <a:off x="5510667" y="7402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0" name="Shape 5168"/>
          <p:cNvSpPr/>
          <p:nvPr/>
        </p:nvSpPr>
        <p:spPr>
          <a:xfrm>
            <a:off x="5655049" y="7548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1" name="Shape 5169"/>
          <p:cNvSpPr/>
          <p:nvPr/>
        </p:nvSpPr>
        <p:spPr>
          <a:xfrm>
            <a:off x="5315942" y="754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2" name="Shape 5170"/>
          <p:cNvSpPr/>
          <p:nvPr/>
        </p:nvSpPr>
        <p:spPr>
          <a:xfrm>
            <a:off x="5463606" y="72901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3" name="Shape 5171"/>
          <p:cNvSpPr/>
          <p:nvPr/>
        </p:nvSpPr>
        <p:spPr>
          <a:xfrm>
            <a:off x="5281475" y="7642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4" name="Shape 5172"/>
          <p:cNvSpPr/>
          <p:nvPr/>
        </p:nvSpPr>
        <p:spPr>
          <a:xfrm>
            <a:off x="5568192" y="76753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5" name="Shape 5173"/>
          <p:cNvSpPr/>
          <p:nvPr/>
        </p:nvSpPr>
        <p:spPr>
          <a:xfrm>
            <a:off x="5626412" y="7636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6" name="Shape 5174"/>
          <p:cNvSpPr/>
          <p:nvPr/>
        </p:nvSpPr>
        <p:spPr>
          <a:xfrm>
            <a:off x="5397739" y="7710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7" name="Shape 5175"/>
          <p:cNvSpPr/>
          <p:nvPr/>
        </p:nvSpPr>
        <p:spPr>
          <a:xfrm>
            <a:off x="5368949" y="7648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8" name="Shape 5176"/>
          <p:cNvSpPr/>
          <p:nvPr/>
        </p:nvSpPr>
        <p:spPr>
          <a:xfrm>
            <a:off x="5384219" y="7659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9" name="Shape 5177"/>
          <p:cNvSpPr/>
          <p:nvPr/>
        </p:nvSpPr>
        <p:spPr>
          <a:xfrm>
            <a:off x="5404405" y="7192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0" name="Shape 5178"/>
          <p:cNvSpPr/>
          <p:nvPr/>
        </p:nvSpPr>
        <p:spPr>
          <a:xfrm>
            <a:off x="5438068" y="7723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1" name="Shape 5179"/>
          <p:cNvSpPr/>
          <p:nvPr/>
        </p:nvSpPr>
        <p:spPr>
          <a:xfrm>
            <a:off x="5318812" y="7662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2" name="Shape 5180"/>
          <p:cNvSpPr/>
          <p:nvPr/>
        </p:nvSpPr>
        <p:spPr>
          <a:xfrm>
            <a:off x="5415533" y="7638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3" name="Shape 5181"/>
          <p:cNvSpPr/>
          <p:nvPr/>
        </p:nvSpPr>
        <p:spPr>
          <a:xfrm>
            <a:off x="5389149" y="7591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4" name="Shape 5182"/>
          <p:cNvSpPr/>
          <p:nvPr/>
        </p:nvSpPr>
        <p:spPr>
          <a:xfrm>
            <a:off x="5549849" y="7532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5" name="Shape 5183"/>
          <p:cNvSpPr/>
          <p:nvPr/>
        </p:nvSpPr>
        <p:spPr>
          <a:xfrm>
            <a:off x="5332172" y="7210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6" name="Shape 5184"/>
          <p:cNvSpPr/>
          <p:nvPr/>
        </p:nvSpPr>
        <p:spPr>
          <a:xfrm>
            <a:off x="5444139" y="7433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7" name="Shape 5185"/>
          <p:cNvSpPr/>
          <p:nvPr/>
        </p:nvSpPr>
        <p:spPr>
          <a:xfrm>
            <a:off x="5599173" y="7440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8" name="Shape 5186"/>
          <p:cNvSpPr/>
          <p:nvPr/>
        </p:nvSpPr>
        <p:spPr>
          <a:xfrm>
            <a:off x="5529683" y="7492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9" name="Shape 5187"/>
          <p:cNvSpPr/>
          <p:nvPr/>
        </p:nvSpPr>
        <p:spPr>
          <a:xfrm>
            <a:off x="5622584" y="7129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0" name="Shape 5188"/>
          <p:cNvSpPr/>
          <p:nvPr/>
        </p:nvSpPr>
        <p:spPr>
          <a:xfrm>
            <a:off x="5314536" y="7620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1" name="Shape 5189"/>
          <p:cNvSpPr/>
          <p:nvPr/>
        </p:nvSpPr>
        <p:spPr>
          <a:xfrm>
            <a:off x="5444387" y="7620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2" name="Shape 5190"/>
          <p:cNvSpPr/>
          <p:nvPr/>
        </p:nvSpPr>
        <p:spPr>
          <a:xfrm>
            <a:off x="5374534" y="7674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3" name="Shape 5191"/>
          <p:cNvSpPr/>
          <p:nvPr/>
        </p:nvSpPr>
        <p:spPr>
          <a:xfrm>
            <a:off x="5506697" y="7430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4" name="Shape 5192"/>
          <p:cNvSpPr/>
          <p:nvPr/>
        </p:nvSpPr>
        <p:spPr>
          <a:xfrm>
            <a:off x="5674338" y="7383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5" name="Shape 5193"/>
          <p:cNvSpPr/>
          <p:nvPr/>
        </p:nvSpPr>
        <p:spPr>
          <a:xfrm>
            <a:off x="5658907" y="7762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6" name="Shape 5194"/>
          <p:cNvSpPr/>
          <p:nvPr/>
        </p:nvSpPr>
        <p:spPr>
          <a:xfrm>
            <a:off x="5393609" y="66706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7" name="Shape 5195"/>
          <p:cNvSpPr/>
          <p:nvPr/>
        </p:nvSpPr>
        <p:spPr>
          <a:xfrm>
            <a:off x="5328043" y="72804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8" name="Shape 5196"/>
          <p:cNvSpPr/>
          <p:nvPr/>
        </p:nvSpPr>
        <p:spPr>
          <a:xfrm>
            <a:off x="5363602" y="72797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9" name="Shape 5197"/>
          <p:cNvSpPr/>
          <p:nvPr/>
        </p:nvSpPr>
        <p:spPr>
          <a:xfrm>
            <a:off x="5361993" y="7516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0" name="Shape 5198"/>
          <p:cNvSpPr/>
          <p:nvPr/>
        </p:nvSpPr>
        <p:spPr>
          <a:xfrm>
            <a:off x="5373045" y="7508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1" name="Shape 5199"/>
          <p:cNvSpPr/>
          <p:nvPr/>
        </p:nvSpPr>
        <p:spPr>
          <a:xfrm>
            <a:off x="5423937" y="71714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2" name="Shape 5200"/>
          <p:cNvSpPr/>
          <p:nvPr/>
        </p:nvSpPr>
        <p:spPr>
          <a:xfrm>
            <a:off x="5346916" y="72707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3" name="Shape 5201"/>
          <p:cNvSpPr/>
          <p:nvPr/>
        </p:nvSpPr>
        <p:spPr>
          <a:xfrm>
            <a:off x="5482978" y="7418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4" name="Shape 5202"/>
          <p:cNvSpPr/>
          <p:nvPr/>
        </p:nvSpPr>
        <p:spPr>
          <a:xfrm>
            <a:off x="5442027" y="7603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5" name="Shape 5203"/>
          <p:cNvSpPr/>
          <p:nvPr/>
        </p:nvSpPr>
        <p:spPr>
          <a:xfrm>
            <a:off x="5645230" y="7473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6" name="Shape 5204"/>
          <p:cNvSpPr/>
          <p:nvPr/>
        </p:nvSpPr>
        <p:spPr>
          <a:xfrm>
            <a:off x="5633947" y="7235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7" name="Shape 5205"/>
          <p:cNvSpPr/>
          <p:nvPr/>
        </p:nvSpPr>
        <p:spPr>
          <a:xfrm>
            <a:off x="5526992" y="7644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8" name="Shape 5206"/>
          <p:cNvSpPr/>
          <p:nvPr/>
        </p:nvSpPr>
        <p:spPr>
          <a:xfrm>
            <a:off x="5463396" y="7488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9" name="Shape 5207"/>
          <p:cNvSpPr/>
          <p:nvPr/>
        </p:nvSpPr>
        <p:spPr>
          <a:xfrm>
            <a:off x="5593289" y="7434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0" name="Shape 5208"/>
          <p:cNvSpPr/>
          <p:nvPr/>
        </p:nvSpPr>
        <p:spPr>
          <a:xfrm>
            <a:off x="5565148" y="6771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1" name="Shape 5209"/>
          <p:cNvSpPr/>
          <p:nvPr/>
        </p:nvSpPr>
        <p:spPr>
          <a:xfrm>
            <a:off x="5392686" y="7330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2" name="Shape 5210"/>
          <p:cNvSpPr/>
          <p:nvPr/>
        </p:nvSpPr>
        <p:spPr>
          <a:xfrm>
            <a:off x="5680806" y="727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3" name="Shape 5211"/>
          <p:cNvSpPr/>
          <p:nvPr/>
        </p:nvSpPr>
        <p:spPr>
          <a:xfrm>
            <a:off x="5455474" y="7423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4" name="Shape 5212"/>
          <p:cNvSpPr/>
          <p:nvPr/>
        </p:nvSpPr>
        <p:spPr>
          <a:xfrm>
            <a:off x="5319291" y="7370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5" name="Shape 5213"/>
          <p:cNvSpPr/>
          <p:nvPr/>
        </p:nvSpPr>
        <p:spPr>
          <a:xfrm>
            <a:off x="5463248" y="7386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6" name="Shape 5214"/>
          <p:cNvSpPr/>
          <p:nvPr/>
        </p:nvSpPr>
        <p:spPr>
          <a:xfrm>
            <a:off x="5566043" y="7236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7" name="Shape 5215"/>
          <p:cNvSpPr/>
          <p:nvPr/>
        </p:nvSpPr>
        <p:spPr>
          <a:xfrm>
            <a:off x="5671924" y="73166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8" name="Shape 5216"/>
          <p:cNvSpPr/>
          <p:nvPr/>
        </p:nvSpPr>
        <p:spPr>
          <a:xfrm>
            <a:off x="5358746" y="7341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9" name="Shape 5217"/>
          <p:cNvSpPr/>
          <p:nvPr/>
        </p:nvSpPr>
        <p:spPr>
          <a:xfrm>
            <a:off x="5286976" y="6797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0" name="Shape 5218"/>
          <p:cNvSpPr/>
          <p:nvPr/>
        </p:nvSpPr>
        <p:spPr>
          <a:xfrm>
            <a:off x="5443960" y="72810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1" name="Shape 5219"/>
          <p:cNvSpPr/>
          <p:nvPr/>
        </p:nvSpPr>
        <p:spPr>
          <a:xfrm>
            <a:off x="5598718" y="7404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2" name="Shape 5220"/>
          <p:cNvSpPr/>
          <p:nvPr/>
        </p:nvSpPr>
        <p:spPr>
          <a:xfrm>
            <a:off x="5346048" y="7438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3" name="Shape 5221"/>
          <p:cNvSpPr/>
          <p:nvPr/>
        </p:nvSpPr>
        <p:spPr>
          <a:xfrm>
            <a:off x="5428454" y="7271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4" name="Shape 5222"/>
          <p:cNvSpPr/>
          <p:nvPr/>
        </p:nvSpPr>
        <p:spPr>
          <a:xfrm>
            <a:off x="5256646" y="72522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5" name="Shape 5223"/>
          <p:cNvSpPr/>
          <p:nvPr/>
        </p:nvSpPr>
        <p:spPr>
          <a:xfrm>
            <a:off x="5542641" y="7394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6" name="Shape 5224"/>
          <p:cNvSpPr/>
          <p:nvPr/>
        </p:nvSpPr>
        <p:spPr>
          <a:xfrm>
            <a:off x="5533275" y="73389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7" name="Shape 5225"/>
          <p:cNvSpPr/>
          <p:nvPr/>
        </p:nvSpPr>
        <p:spPr>
          <a:xfrm>
            <a:off x="5584024" y="72018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8" name="Shape 5226"/>
          <p:cNvSpPr/>
          <p:nvPr/>
        </p:nvSpPr>
        <p:spPr>
          <a:xfrm>
            <a:off x="5391706" y="7084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9" name="Shape 5227"/>
          <p:cNvSpPr/>
          <p:nvPr/>
        </p:nvSpPr>
        <p:spPr>
          <a:xfrm>
            <a:off x="5490852" y="7352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0" name="Shape 5228"/>
          <p:cNvSpPr/>
          <p:nvPr/>
        </p:nvSpPr>
        <p:spPr>
          <a:xfrm>
            <a:off x="5486493" y="7458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1" name="Shape 5229"/>
          <p:cNvSpPr/>
          <p:nvPr/>
        </p:nvSpPr>
        <p:spPr>
          <a:xfrm>
            <a:off x="5679385" y="7282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2" name="Shape 5230"/>
          <p:cNvSpPr/>
          <p:nvPr/>
        </p:nvSpPr>
        <p:spPr>
          <a:xfrm>
            <a:off x="5672355" y="7243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3" name="Shape 5231"/>
          <p:cNvSpPr/>
          <p:nvPr/>
        </p:nvSpPr>
        <p:spPr>
          <a:xfrm>
            <a:off x="5426567" y="7546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4" name="Shape 5232"/>
          <p:cNvSpPr/>
          <p:nvPr/>
        </p:nvSpPr>
        <p:spPr>
          <a:xfrm>
            <a:off x="5627173" y="7057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5" name="Shape 5233"/>
          <p:cNvSpPr/>
          <p:nvPr/>
        </p:nvSpPr>
        <p:spPr>
          <a:xfrm>
            <a:off x="5557853" y="7255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6" name="Shape 5234"/>
          <p:cNvSpPr/>
          <p:nvPr/>
        </p:nvSpPr>
        <p:spPr>
          <a:xfrm>
            <a:off x="5463662" y="7315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7" name="Shape 5235"/>
          <p:cNvSpPr/>
          <p:nvPr/>
        </p:nvSpPr>
        <p:spPr>
          <a:xfrm>
            <a:off x="5373717" y="7081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8" name="Shape 5236"/>
          <p:cNvSpPr/>
          <p:nvPr/>
        </p:nvSpPr>
        <p:spPr>
          <a:xfrm>
            <a:off x="5521129" y="7393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9" name="Shape 5237"/>
          <p:cNvSpPr/>
          <p:nvPr/>
        </p:nvSpPr>
        <p:spPr>
          <a:xfrm>
            <a:off x="5516171" y="7498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0" name="Shape 5238"/>
          <p:cNvSpPr/>
          <p:nvPr/>
        </p:nvSpPr>
        <p:spPr>
          <a:xfrm>
            <a:off x="5474957" y="7177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1" name="Shape 5239"/>
          <p:cNvSpPr/>
          <p:nvPr/>
        </p:nvSpPr>
        <p:spPr>
          <a:xfrm>
            <a:off x="5409968" y="7259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2" name="Shape 5240"/>
          <p:cNvSpPr/>
          <p:nvPr/>
        </p:nvSpPr>
        <p:spPr>
          <a:xfrm>
            <a:off x="5667818" y="7446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3" name="Shape 5241"/>
          <p:cNvSpPr/>
          <p:nvPr/>
        </p:nvSpPr>
        <p:spPr>
          <a:xfrm>
            <a:off x="5677168" y="7057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4" name="Shape 5242"/>
          <p:cNvSpPr/>
          <p:nvPr/>
        </p:nvSpPr>
        <p:spPr>
          <a:xfrm>
            <a:off x="5313586" y="7195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5" name="Shape 5243"/>
          <p:cNvSpPr/>
          <p:nvPr/>
        </p:nvSpPr>
        <p:spPr>
          <a:xfrm>
            <a:off x="5595926" y="7218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6" name="Shape 5244"/>
          <p:cNvSpPr/>
          <p:nvPr/>
        </p:nvSpPr>
        <p:spPr>
          <a:xfrm>
            <a:off x="5502329" y="7794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7" name="Shape 5245"/>
          <p:cNvSpPr/>
          <p:nvPr/>
        </p:nvSpPr>
        <p:spPr>
          <a:xfrm>
            <a:off x="5306143" y="7461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8" name="Shape 5246"/>
          <p:cNvSpPr/>
          <p:nvPr/>
        </p:nvSpPr>
        <p:spPr>
          <a:xfrm>
            <a:off x="5255804" y="75092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9" name="Shape 5247"/>
          <p:cNvSpPr/>
          <p:nvPr/>
        </p:nvSpPr>
        <p:spPr>
          <a:xfrm>
            <a:off x="5657563" y="75739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0" name="Shape 5248"/>
          <p:cNvSpPr/>
          <p:nvPr/>
        </p:nvSpPr>
        <p:spPr>
          <a:xfrm>
            <a:off x="5364936" y="7424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1" name="Shape 5249"/>
          <p:cNvSpPr/>
          <p:nvPr/>
        </p:nvSpPr>
        <p:spPr>
          <a:xfrm>
            <a:off x="5639557" y="72331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2" name="Shape 5250"/>
          <p:cNvSpPr/>
          <p:nvPr/>
        </p:nvSpPr>
        <p:spPr>
          <a:xfrm>
            <a:off x="5355386" y="73448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3" name="Shape 5251"/>
          <p:cNvSpPr/>
          <p:nvPr/>
        </p:nvSpPr>
        <p:spPr>
          <a:xfrm>
            <a:off x="5567629" y="7448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4" name="Shape 5252"/>
          <p:cNvSpPr/>
          <p:nvPr/>
        </p:nvSpPr>
        <p:spPr>
          <a:xfrm>
            <a:off x="5615649" y="72235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5" name="Shape 5253"/>
          <p:cNvSpPr/>
          <p:nvPr/>
        </p:nvSpPr>
        <p:spPr>
          <a:xfrm>
            <a:off x="5657375" y="7241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6" name="Shape 5254"/>
          <p:cNvSpPr/>
          <p:nvPr/>
        </p:nvSpPr>
        <p:spPr>
          <a:xfrm>
            <a:off x="5300507" y="72246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7" name="Shape 5255"/>
          <p:cNvSpPr/>
          <p:nvPr/>
        </p:nvSpPr>
        <p:spPr>
          <a:xfrm>
            <a:off x="5513474" y="7220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8" name="Shape 5256"/>
          <p:cNvSpPr/>
          <p:nvPr/>
        </p:nvSpPr>
        <p:spPr>
          <a:xfrm>
            <a:off x="5390786" y="751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9" name="Shape 5257"/>
          <p:cNvSpPr/>
          <p:nvPr/>
        </p:nvSpPr>
        <p:spPr>
          <a:xfrm>
            <a:off x="5412613" y="74823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0" name="Shape 5258"/>
          <p:cNvSpPr/>
          <p:nvPr/>
        </p:nvSpPr>
        <p:spPr>
          <a:xfrm>
            <a:off x="5383092" y="75807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1" name="Shape 5259"/>
          <p:cNvSpPr/>
          <p:nvPr/>
        </p:nvSpPr>
        <p:spPr>
          <a:xfrm>
            <a:off x="5529317" y="74915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2" name="Shape 5260"/>
          <p:cNvSpPr/>
          <p:nvPr/>
        </p:nvSpPr>
        <p:spPr>
          <a:xfrm>
            <a:off x="5605945" y="7474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3" name="Shape 5261"/>
          <p:cNvSpPr/>
          <p:nvPr/>
        </p:nvSpPr>
        <p:spPr>
          <a:xfrm>
            <a:off x="5393990" y="74338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4" name="Shape 5262"/>
          <p:cNvSpPr/>
          <p:nvPr/>
        </p:nvSpPr>
        <p:spPr>
          <a:xfrm>
            <a:off x="5642253" y="7432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5" name="Shape 5263"/>
          <p:cNvSpPr/>
          <p:nvPr/>
        </p:nvSpPr>
        <p:spPr>
          <a:xfrm>
            <a:off x="5262124" y="7432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6" name="Shape 5264"/>
          <p:cNvSpPr/>
          <p:nvPr/>
        </p:nvSpPr>
        <p:spPr>
          <a:xfrm>
            <a:off x="5663392" y="75469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7" name="Shape 5265"/>
          <p:cNvSpPr/>
          <p:nvPr/>
        </p:nvSpPr>
        <p:spPr>
          <a:xfrm>
            <a:off x="5312523" y="77134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8" name="Shape 5266"/>
          <p:cNvSpPr/>
          <p:nvPr/>
        </p:nvSpPr>
        <p:spPr>
          <a:xfrm>
            <a:off x="5514155" y="7715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9" name="Shape 5267"/>
          <p:cNvSpPr/>
          <p:nvPr/>
        </p:nvSpPr>
        <p:spPr>
          <a:xfrm>
            <a:off x="5256170" y="77340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0" name="Shape 5268"/>
          <p:cNvSpPr/>
          <p:nvPr/>
        </p:nvSpPr>
        <p:spPr>
          <a:xfrm>
            <a:off x="5359407" y="7832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1" name="Shape 5269"/>
          <p:cNvSpPr/>
          <p:nvPr/>
        </p:nvSpPr>
        <p:spPr>
          <a:xfrm>
            <a:off x="5510505" y="7672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2" name="Shape 5270"/>
          <p:cNvSpPr/>
          <p:nvPr/>
        </p:nvSpPr>
        <p:spPr>
          <a:xfrm>
            <a:off x="5349814" y="7870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3" name="Shape 5271"/>
          <p:cNvSpPr/>
          <p:nvPr/>
        </p:nvSpPr>
        <p:spPr>
          <a:xfrm>
            <a:off x="5556668" y="7768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4" name="Shape 5272"/>
          <p:cNvSpPr/>
          <p:nvPr/>
        </p:nvSpPr>
        <p:spPr>
          <a:xfrm>
            <a:off x="5475588" y="7908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5" name="Shape 5273"/>
          <p:cNvSpPr/>
          <p:nvPr/>
        </p:nvSpPr>
        <p:spPr>
          <a:xfrm>
            <a:off x="5536480" y="77432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6" name="Shape 5274"/>
          <p:cNvSpPr/>
          <p:nvPr/>
        </p:nvSpPr>
        <p:spPr>
          <a:xfrm>
            <a:off x="5339919" y="7848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7" name="Shape 5275"/>
          <p:cNvSpPr/>
          <p:nvPr/>
        </p:nvSpPr>
        <p:spPr>
          <a:xfrm>
            <a:off x="5383128" y="7710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8" name="Shape 5276"/>
          <p:cNvSpPr/>
          <p:nvPr/>
        </p:nvSpPr>
        <p:spPr>
          <a:xfrm>
            <a:off x="5467471" y="7886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9" name="Shape 5277"/>
          <p:cNvSpPr/>
          <p:nvPr/>
        </p:nvSpPr>
        <p:spPr>
          <a:xfrm>
            <a:off x="5363525" y="71887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0" name="Shape 5278"/>
          <p:cNvSpPr/>
          <p:nvPr/>
        </p:nvSpPr>
        <p:spPr>
          <a:xfrm>
            <a:off x="5419616" y="7178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1" name="Shape 5279"/>
          <p:cNvSpPr/>
          <p:nvPr/>
        </p:nvSpPr>
        <p:spPr>
          <a:xfrm>
            <a:off x="5611467" y="7540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2" name="Shape 5280"/>
          <p:cNvSpPr/>
          <p:nvPr/>
        </p:nvSpPr>
        <p:spPr>
          <a:xfrm>
            <a:off x="5532335" y="7558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3" name="Shape 5281"/>
          <p:cNvSpPr/>
          <p:nvPr/>
        </p:nvSpPr>
        <p:spPr>
          <a:xfrm>
            <a:off x="5526185" y="7209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4" name="Shape 5282"/>
          <p:cNvSpPr/>
          <p:nvPr/>
        </p:nvSpPr>
        <p:spPr>
          <a:xfrm>
            <a:off x="5626267" y="7511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5" name="Shape 5283"/>
          <p:cNvSpPr/>
          <p:nvPr/>
        </p:nvSpPr>
        <p:spPr>
          <a:xfrm>
            <a:off x="5528548" y="75649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6" name="Shape 5284"/>
          <p:cNvSpPr/>
          <p:nvPr/>
        </p:nvSpPr>
        <p:spPr>
          <a:xfrm>
            <a:off x="5448943" y="7359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7" name="Shape 5285"/>
          <p:cNvSpPr/>
          <p:nvPr/>
        </p:nvSpPr>
        <p:spPr>
          <a:xfrm>
            <a:off x="5644530" y="7535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8" name="Shape 5286"/>
          <p:cNvSpPr/>
          <p:nvPr/>
        </p:nvSpPr>
        <p:spPr>
          <a:xfrm>
            <a:off x="5308052" y="76345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9" name="Shape 5287"/>
          <p:cNvSpPr/>
          <p:nvPr/>
        </p:nvSpPr>
        <p:spPr>
          <a:xfrm>
            <a:off x="5617274" y="7502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0" name="Shape 5288"/>
          <p:cNvSpPr/>
          <p:nvPr/>
        </p:nvSpPr>
        <p:spPr>
          <a:xfrm>
            <a:off x="5509521" y="7380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1" name="Shape 5289"/>
          <p:cNvSpPr/>
          <p:nvPr/>
        </p:nvSpPr>
        <p:spPr>
          <a:xfrm>
            <a:off x="5477531" y="7583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2" name="Shape 5290"/>
          <p:cNvSpPr/>
          <p:nvPr/>
        </p:nvSpPr>
        <p:spPr>
          <a:xfrm>
            <a:off x="5354317" y="7281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3" name="Shape 5291"/>
          <p:cNvSpPr/>
          <p:nvPr/>
        </p:nvSpPr>
        <p:spPr>
          <a:xfrm>
            <a:off x="5280261" y="7268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4" name="Shape 5292"/>
          <p:cNvSpPr/>
          <p:nvPr/>
        </p:nvSpPr>
        <p:spPr>
          <a:xfrm>
            <a:off x="5632347" y="7282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5" name="Shape 5293"/>
          <p:cNvSpPr/>
          <p:nvPr/>
        </p:nvSpPr>
        <p:spPr>
          <a:xfrm>
            <a:off x="5604415" y="7269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6" name="Shape 5294"/>
          <p:cNvSpPr/>
          <p:nvPr/>
        </p:nvSpPr>
        <p:spPr>
          <a:xfrm>
            <a:off x="5326640" y="7280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7" name="Shape 5295"/>
          <p:cNvSpPr/>
          <p:nvPr/>
        </p:nvSpPr>
        <p:spPr>
          <a:xfrm>
            <a:off x="5299372" y="72796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8" name="Shape 5296"/>
          <p:cNvSpPr/>
          <p:nvPr/>
        </p:nvSpPr>
        <p:spPr>
          <a:xfrm>
            <a:off x="5436343" y="7359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9" name="Shape 5297"/>
          <p:cNvSpPr/>
          <p:nvPr/>
        </p:nvSpPr>
        <p:spPr>
          <a:xfrm>
            <a:off x="5608713" y="7423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0" name="Shape 5298"/>
          <p:cNvSpPr/>
          <p:nvPr/>
        </p:nvSpPr>
        <p:spPr>
          <a:xfrm>
            <a:off x="5286112" y="7517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1" name="Shape 5299"/>
          <p:cNvSpPr/>
          <p:nvPr/>
        </p:nvSpPr>
        <p:spPr>
          <a:xfrm>
            <a:off x="5667113" y="7403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2" name="Shape 5300"/>
          <p:cNvSpPr/>
          <p:nvPr/>
        </p:nvSpPr>
        <p:spPr>
          <a:xfrm>
            <a:off x="5516279" y="7308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3" name="Shape 5301"/>
          <p:cNvSpPr/>
          <p:nvPr/>
        </p:nvSpPr>
        <p:spPr>
          <a:xfrm>
            <a:off x="5512356" y="7690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4" name="Shape 5302"/>
          <p:cNvSpPr/>
          <p:nvPr/>
        </p:nvSpPr>
        <p:spPr>
          <a:xfrm>
            <a:off x="5251747" y="76161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5" name="Shape 5303"/>
          <p:cNvSpPr/>
          <p:nvPr/>
        </p:nvSpPr>
        <p:spPr>
          <a:xfrm>
            <a:off x="5362938" y="7570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6" name="Shape 5304"/>
          <p:cNvSpPr/>
          <p:nvPr/>
        </p:nvSpPr>
        <p:spPr>
          <a:xfrm>
            <a:off x="5420459" y="7630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7" name="Shape 5305"/>
          <p:cNvSpPr/>
          <p:nvPr/>
        </p:nvSpPr>
        <p:spPr>
          <a:xfrm>
            <a:off x="5307818" y="68026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8" name="Shape 5306"/>
          <p:cNvSpPr/>
          <p:nvPr/>
        </p:nvSpPr>
        <p:spPr>
          <a:xfrm>
            <a:off x="5316558" y="7544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9" name="Shape 5307"/>
          <p:cNvSpPr/>
          <p:nvPr/>
        </p:nvSpPr>
        <p:spPr>
          <a:xfrm>
            <a:off x="5334929" y="7748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0" name="Shape 5308"/>
          <p:cNvSpPr/>
          <p:nvPr/>
        </p:nvSpPr>
        <p:spPr>
          <a:xfrm>
            <a:off x="5489682" y="7756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1" name="Shape 5309"/>
          <p:cNvSpPr/>
          <p:nvPr/>
        </p:nvSpPr>
        <p:spPr>
          <a:xfrm>
            <a:off x="5608390" y="77338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2" name="Shape 5310"/>
          <p:cNvSpPr/>
          <p:nvPr/>
        </p:nvSpPr>
        <p:spPr>
          <a:xfrm>
            <a:off x="5433301" y="7817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3" name="Shape 5311"/>
          <p:cNvSpPr/>
          <p:nvPr/>
        </p:nvSpPr>
        <p:spPr>
          <a:xfrm>
            <a:off x="5673299" y="7698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4" name="Shape 5312"/>
          <p:cNvSpPr/>
          <p:nvPr/>
        </p:nvSpPr>
        <p:spPr>
          <a:xfrm>
            <a:off x="5408921" y="70454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5" name="Shape 5313"/>
          <p:cNvSpPr/>
          <p:nvPr/>
        </p:nvSpPr>
        <p:spPr>
          <a:xfrm>
            <a:off x="5542357" y="7071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6" name="Shape 5314"/>
          <p:cNvSpPr/>
          <p:nvPr/>
        </p:nvSpPr>
        <p:spPr>
          <a:xfrm>
            <a:off x="5375201" y="75646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7" name="Shape 5315"/>
          <p:cNvSpPr/>
          <p:nvPr/>
        </p:nvSpPr>
        <p:spPr>
          <a:xfrm>
            <a:off x="5450690" y="77649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8" name="Shape 5316"/>
          <p:cNvSpPr/>
          <p:nvPr/>
        </p:nvSpPr>
        <p:spPr>
          <a:xfrm>
            <a:off x="5348728" y="7741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9" name="Shape 5317"/>
          <p:cNvSpPr/>
          <p:nvPr/>
        </p:nvSpPr>
        <p:spPr>
          <a:xfrm>
            <a:off x="5251243" y="73006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0" name="Shape 5318"/>
          <p:cNvSpPr/>
          <p:nvPr/>
        </p:nvSpPr>
        <p:spPr>
          <a:xfrm>
            <a:off x="5614628" y="72793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1" name="Shape 5319"/>
          <p:cNvSpPr/>
          <p:nvPr/>
        </p:nvSpPr>
        <p:spPr>
          <a:xfrm>
            <a:off x="5369673" y="6813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2" name="Shape 5320"/>
          <p:cNvSpPr/>
          <p:nvPr/>
        </p:nvSpPr>
        <p:spPr>
          <a:xfrm>
            <a:off x="5417514" y="7418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3" name="Shape 5321"/>
          <p:cNvSpPr/>
          <p:nvPr/>
        </p:nvSpPr>
        <p:spPr>
          <a:xfrm>
            <a:off x="5677139" y="74914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4" name="Shape 5322"/>
          <p:cNvSpPr/>
          <p:nvPr/>
        </p:nvSpPr>
        <p:spPr>
          <a:xfrm>
            <a:off x="5526209" y="7292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5" name="Shape 5323"/>
          <p:cNvSpPr/>
          <p:nvPr/>
        </p:nvSpPr>
        <p:spPr>
          <a:xfrm>
            <a:off x="5597967" y="7168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6" name="Shape 5324"/>
          <p:cNvSpPr/>
          <p:nvPr/>
        </p:nvSpPr>
        <p:spPr>
          <a:xfrm>
            <a:off x="5527140" y="7483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7" name="Shape 5325"/>
          <p:cNvSpPr/>
          <p:nvPr/>
        </p:nvSpPr>
        <p:spPr>
          <a:xfrm>
            <a:off x="5316316" y="74372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8" name="Shape 5326"/>
          <p:cNvSpPr/>
          <p:nvPr/>
        </p:nvSpPr>
        <p:spPr>
          <a:xfrm>
            <a:off x="5537578" y="7522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9" name="Shape 5327"/>
          <p:cNvSpPr/>
          <p:nvPr/>
        </p:nvSpPr>
        <p:spPr>
          <a:xfrm>
            <a:off x="5405504" y="70935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0" name="Shape 5328"/>
          <p:cNvSpPr/>
          <p:nvPr/>
        </p:nvSpPr>
        <p:spPr>
          <a:xfrm>
            <a:off x="5361949" y="7529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1" name="Shape 5329"/>
          <p:cNvSpPr/>
          <p:nvPr/>
        </p:nvSpPr>
        <p:spPr>
          <a:xfrm>
            <a:off x="5554067" y="7606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2" name="Shape 5330"/>
          <p:cNvSpPr/>
          <p:nvPr/>
        </p:nvSpPr>
        <p:spPr>
          <a:xfrm>
            <a:off x="5512483" y="6901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3" name="Shape 5331"/>
          <p:cNvSpPr/>
          <p:nvPr/>
        </p:nvSpPr>
        <p:spPr>
          <a:xfrm>
            <a:off x="5307811" y="7521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4" name="Shape 5332"/>
          <p:cNvSpPr/>
          <p:nvPr/>
        </p:nvSpPr>
        <p:spPr>
          <a:xfrm>
            <a:off x="5377025" y="7313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5" name="Shape 5333"/>
          <p:cNvSpPr/>
          <p:nvPr/>
        </p:nvSpPr>
        <p:spPr>
          <a:xfrm>
            <a:off x="5336303" y="7335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6" name="Shape 5334"/>
          <p:cNvSpPr/>
          <p:nvPr/>
        </p:nvSpPr>
        <p:spPr>
          <a:xfrm>
            <a:off x="5554473" y="7469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7" name="Shape 5335"/>
          <p:cNvSpPr/>
          <p:nvPr/>
        </p:nvSpPr>
        <p:spPr>
          <a:xfrm>
            <a:off x="5472091" y="7419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8" name="Shape 5336"/>
          <p:cNvSpPr/>
          <p:nvPr/>
        </p:nvSpPr>
        <p:spPr>
          <a:xfrm>
            <a:off x="5346958" y="7314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9" name="Shape 5337"/>
          <p:cNvSpPr/>
          <p:nvPr/>
        </p:nvSpPr>
        <p:spPr>
          <a:xfrm>
            <a:off x="5504173" y="76462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0" name="Shape 5338"/>
          <p:cNvSpPr/>
          <p:nvPr/>
        </p:nvSpPr>
        <p:spPr>
          <a:xfrm>
            <a:off x="5309103" y="7667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1" name="Shape 5339"/>
          <p:cNvSpPr/>
          <p:nvPr/>
        </p:nvSpPr>
        <p:spPr>
          <a:xfrm>
            <a:off x="5500093" y="7692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2" name="Shape 5340"/>
          <p:cNvSpPr/>
          <p:nvPr/>
        </p:nvSpPr>
        <p:spPr>
          <a:xfrm>
            <a:off x="5478738" y="77024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3" name="Shape 5341"/>
          <p:cNvSpPr/>
          <p:nvPr/>
        </p:nvSpPr>
        <p:spPr>
          <a:xfrm>
            <a:off x="5475502" y="7223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4" name="Shape 5342"/>
          <p:cNvSpPr/>
          <p:nvPr/>
        </p:nvSpPr>
        <p:spPr>
          <a:xfrm>
            <a:off x="5301943" y="72169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5" name="Shape 5343"/>
          <p:cNvSpPr/>
          <p:nvPr/>
        </p:nvSpPr>
        <p:spPr>
          <a:xfrm>
            <a:off x="5532570" y="7425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6" name="Shape 5344"/>
          <p:cNvSpPr/>
          <p:nvPr/>
        </p:nvSpPr>
        <p:spPr>
          <a:xfrm>
            <a:off x="5326850" y="7238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7" name="Shape 5345"/>
          <p:cNvSpPr/>
          <p:nvPr/>
        </p:nvSpPr>
        <p:spPr>
          <a:xfrm>
            <a:off x="5660351" y="7158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8" name="Shape 5346"/>
          <p:cNvSpPr/>
          <p:nvPr/>
        </p:nvSpPr>
        <p:spPr>
          <a:xfrm>
            <a:off x="5331088" y="7303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9" name="Shape 5347"/>
          <p:cNvSpPr/>
          <p:nvPr/>
        </p:nvSpPr>
        <p:spPr>
          <a:xfrm>
            <a:off x="5570666" y="7445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0" name="Shape 5348"/>
          <p:cNvSpPr/>
          <p:nvPr/>
        </p:nvSpPr>
        <p:spPr>
          <a:xfrm>
            <a:off x="5581435" y="74646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1" name="Shape 5349"/>
          <p:cNvSpPr/>
          <p:nvPr/>
        </p:nvSpPr>
        <p:spPr>
          <a:xfrm>
            <a:off x="5552719" y="7376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2" name="Shape 5350"/>
          <p:cNvSpPr/>
          <p:nvPr/>
        </p:nvSpPr>
        <p:spPr>
          <a:xfrm>
            <a:off x="5270823" y="7592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3" name="Shape 5351"/>
          <p:cNvSpPr/>
          <p:nvPr/>
        </p:nvSpPr>
        <p:spPr>
          <a:xfrm>
            <a:off x="5427111" y="75803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4" name="Shape 5352"/>
          <p:cNvSpPr/>
          <p:nvPr/>
        </p:nvSpPr>
        <p:spPr>
          <a:xfrm>
            <a:off x="5511143" y="76189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5" name="Shape 5353"/>
          <p:cNvSpPr/>
          <p:nvPr/>
        </p:nvSpPr>
        <p:spPr>
          <a:xfrm>
            <a:off x="5498452" y="7650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6" name="Shape 5354"/>
          <p:cNvSpPr/>
          <p:nvPr/>
        </p:nvSpPr>
        <p:spPr>
          <a:xfrm>
            <a:off x="5566835" y="7580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7" name="Shape 5355"/>
          <p:cNvSpPr/>
          <p:nvPr/>
        </p:nvSpPr>
        <p:spPr>
          <a:xfrm>
            <a:off x="5303817" y="7606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8" name="Shape 5356"/>
          <p:cNvSpPr/>
          <p:nvPr/>
        </p:nvSpPr>
        <p:spPr>
          <a:xfrm>
            <a:off x="5484585" y="7446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9" name="Shape 5357"/>
          <p:cNvSpPr/>
          <p:nvPr/>
        </p:nvSpPr>
        <p:spPr>
          <a:xfrm>
            <a:off x="5257954" y="7380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0" name="Shape 5358"/>
          <p:cNvSpPr/>
          <p:nvPr/>
        </p:nvSpPr>
        <p:spPr>
          <a:xfrm>
            <a:off x="5663613" y="7560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1" name="Shape 5359"/>
          <p:cNvSpPr/>
          <p:nvPr/>
        </p:nvSpPr>
        <p:spPr>
          <a:xfrm>
            <a:off x="5391485" y="7524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2" name="Shape 5360"/>
          <p:cNvSpPr/>
          <p:nvPr/>
        </p:nvSpPr>
        <p:spPr>
          <a:xfrm>
            <a:off x="5437850" y="7253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3" name="Shape 5361"/>
          <p:cNvSpPr/>
          <p:nvPr/>
        </p:nvSpPr>
        <p:spPr>
          <a:xfrm>
            <a:off x="5523936" y="7225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4" name="Shape 5362"/>
          <p:cNvSpPr/>
          <p:nvPr/>
        </p:nvSpPr>
        <p:spPr>
          <a:xfrm>
            <a:off x="5421989" y="74584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5" name="Shape 5363"/>
          <p:cNvSpPr/>
          <p:nvPr/>
        </p:nvSpPr>
        <p:spPr>
          <a:xfrm>
            <a:off x="5288381" y="73103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6" name="Shape 5364"/>
          <p:cNvSpPr/>
          <p:nvPr/>
        </p:nvSpPr>
        <p:spPr>
          <a:xfrm>
            <a:off x="5593986" y="75840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7" name="Shape 5365"/>
          <p:cNvSpPr/>
          <p:nvPr/>
        </p:nvSpPr>
        <p:spPr>
          <a:xfrm>
            <a:off x="5660563" y="7572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8" name="Shape 5366"/>
          <p:cNvSpPr/>
          <p:nvPr/>
        </p:nvSpPr>
        <p:spPr>
          <a:xfrm>
            <a:off x="5290383" y="7512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9" name="Shape 5367"/>
          <p:cNvSpPr/>
          <p:nvPr/>
        </p:nvSpPr>
        <p:spPr>
          <a:xfrm>
            <a:off x="5425209" y="7232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0" name="Shape 5368"/>
          <p:cNvSpPr/>
          <p:nvPr/>
        </p:nvSpPr>
        <p:spPr>
          <a:xfrm>
            <a:off x="5601802" y="7179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1" name="Shape 5369"/>
          <p:cNvSpPr/>
          <p:nvPr/>
        </p:nvSpPr>
        <p:spPr>
          <a:xfrm>
            <a:off x="5645572" y="7494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2" name="Shape 5370"/>
          <p:cNvSpPr/>
          <p:nvPr/>
        </p:nvSpPr>
        <p:spPr>
          <a:xfrm>
            <a:off x="5417397" y="7296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3" name="Shape 5371"/>
          <p:cNvSpPr/>
          <p:nvPr/>
        </p:nvSpPr>
        <p:spPr>
          <a:xfrm>
            <a:off x="5433726" y="7509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4" name="Shape 5372"/>
          <p:cNvSpPr/>
          <p:nvPr/>
        </p:nvSpPr>
        <p:spPr>
          <a:xfrm>
            <a:off x="5380399" y="77835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5" name="Shape 5373"/>
          <p:cNvSpPr/>
          <p:nvPr/>
        </p:nvSpPr>
        <p:spPr>
          <a:xfrm>
            <a:off x="5314988" y="7877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6" name="Shape 5374"/>
          <p:cNvSpPr/>
          <p:nvPr/>
        </p:nvSpPr>
        <p:spPr>
          <a:xfrm>
            <a:off x="5400887" y="78798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7" name="Shape 5375"/>
          <p:cNvSpPr/>
          <p:nvPr/>
        </p:nvSpPr>
        <p:spPr>
          <a:xfrm>
            <a:off x="5478423" y="7825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8" name="Shape 5376"/>
          <p:cNvSpPr/>
          <p:nvPr/>
        </p:nvSpPr>
        <p:spPr>
          <a:xfrm>
            <a:off x="5474580" y="7739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9" name="Shape 5377"/>
          <p:cNvSpPr/>
          <p:nvPr/>
        </p:nvSpPr>
        <p:spPr>
          <a:xfrm>
            <a:off x="5521689" y="7850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0" name="Shape 5378"/>
          <p:cNvSpPr/>
          <p:nvPr/>
        </p:nvSpPr>
        <p:spPr>
          <a:xfrm>
            <a:off x="5295349" y="77187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1" name="Shape 5379"/>
          <p:cNvSpPr/>
          <p:nvPr/>
        </p:nvSpPr>
        <p:spPr>
          <a:xfrm>
            <a:off x="5483058" y="77745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2" name="Shape 5380"/>
          <p:cNvSpPr/>
          <p:nvPr/>
        </p:nvSpPr>
        <p:spPr>
          <a:xfrm>
            <a:off x="5563556" y="7885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3" name="Shape 5381"/>
          <p:cNvSpPr/>
          <p:nvPr/>
        </p:nvSpPr>
        <p:spPr>
          <a:xfrm>
            <a:off x="5275943" y="78881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4" name="Shape 5382"/>
          <p:cNvSpPr/>
          <p:nvPr/>
        </p:nvSpPr>
        <p:spPr>
          <a:xfrm>
            <a:off x="5577733" y="7064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5" name="Shape 5383"/>
          <p:cNvSpPr/>
          <p:nvPr/>
        </p:nvSpPr>
        <p:spPr>
          <a:xfrm>
            <a:off x="5619512" y="76314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6" name="Shape 5384"/>
          <p:cNvSpPr/>
          <p:nvPr/>
        </p:nvSpPr>
        <p:spPr>
          <a:xfrm>
            <a:off x="5452282" y="7597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7" name="Shape 5385"/>
          <p:cNvSpPr/>
          <p:nvPr/>
        </p:nvSpPr>
        <p:spPr>
          <a:xfrm>
            <a:off x="5305631" y="7430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8" name="Shape 5386"/>
          <p:cNvSpPr/>
          <p:nvPr/>
        </p:nvSpPr>
        <p:spPr>
          <a:xfrm>
            <a:off x="5637157" y="7502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9" name="Shape 5387"/>
          <p:cNvSpPr/>
          <p:nvPr/>
        </p:nvSpPr>
        <p:spPr>
          <a:xfrm>
            <a:off x="5544549" y="7501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0" name="Shape 5388"/>
          <p:cNvSpPr/>
          <p:nvPr/>
        </p:nvSpPr>
        <p:spPr>
          <a:xfrm>
            <a:off x="5502684" y="7161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1" name="Shape 5389"/>
          <p:cNvSpPr/>
          <p:nvPr/>
        </p:nvSpPr>
        <p:spPr>
          <a:xfrm>
            <a:off x="5554055" y="7612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2" name="Shape 5390"/>
          <p:cNvSpPr/>
          <p:nvPr/>
        </p:nvSpPr>
        <p:spPr>
          <a:xfrm>
            <a:off x="5453190" y="74894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3" name="Shape 5391"/>
          <p:cNvSpPr/>
          <p:nvPr/>
        </p:nvSpPr>
        <p:spPr>
          <a:xfrm>
            <a:off x="5516566" y="7592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4" name="Shape 5392"/>
          <p:cNvSpPr/>
          <p:nvPr/>
        </p:nvSpPr>
        <p:spPr>
          <a:xfrm>
            <a:off x="5307516" y="7488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5" name="Shape 5393"/>
          <p:cNvSpPr/>
          <p:nvPr/>
        </p:nvSpPr>
        <p:spPr>
          <a:xfrm>
            <a:off x="5380694" y="7647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6" name="Shape 5394"/>
          <p:cNvSpPr/>
          <p:nvPr/>
        </p:nvSpPr>
        <p:spPr>
          <a:xfrm>
            <a:off x="5271314" y="6964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7" name="Shape 5395"/>
          <p:cNvSpPr/>
          <p:nvPr/>
        </p:nvSpPr>
        <p:spPr>
          <a:xfrm>
            <a:off x="5551739" y="7642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8" name="Shape 5396"/>
          <p:cNvSpPr/>
          <p:nvPr/>
        </p:nvSpPr>
        <p:spPr>
          <a:xfrm>
            <a:off x="5624981" y="7575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9" name="Shape 5397"/>
          <p:cNvSpPr/>
          <p:nvPr/>
        </p:nvSpPr>
        <p:spPr>
          <a:xfrm>
            <a:off x="5609189" y="7256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0" name="Shape 5398"/>
          <p:cNvSpPr/>
          <p:nvPr/>
        </p:nvSpPr>
        <p:spPr>
          <a:xfrm>
            <a:off x="5318759" y="7255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1" name="Shape 5399"/>
          <p:cNvSpPr/>
          <p:nvPr/>
        </p:nvSpPr>
        <p:spPr>
          <a:xfrm>
            <a:off x="5384910" y="7156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2" name="Shape 5400"/>
          <p:cNvSpPr/>
          <p:nvPr/>
        </p:nvSpPr>
        <p:spPr>
          <a:xfrm>
            <a:off x="5376459" y="69293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3" name="Shape 5401"/>
          <p:cNvSpPr/>
          <p:nvPr/>
        </p:nvSpPr>
        <p:spPr>
          <a:xfrm>
            <a:off x="5370567" y="6964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4" name="Shape 5402"/>
          <p:cNvSpPr/>
          <p:nvPr/>
        </p:nvSpPr>
        <p:spPr>
          <a:xfrm>
            <a:off x="5572089" y="72718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5" name="Shape 5403"/>
          <p:cNvSpPr/>
          <p:nvPr/>
        </p:nvSpPr>
        <p:spPr>
          <a:xfrm>
            <a:off x="5559010" y="7260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6" name="Shape 5404"/>
          <p:cNvSpPr/>
          <p:nvPr/>
        </p:nvSpPr>
        <p:spPr>
          <a:xfrm>
            <a:off x="5639060" y="7092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7" name="Shape 5405"/>
          <p:cNvSpPr/>
          <p:nvPr/>
        </p:nvSpPr>
        <p:spPr>
          <a:xfrm>
            <a:off x="5496786" y="6954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8" name="Shape 5406"/>
          <p:cNvSpPr/>
          <p:nvPr/>
        </p:nvSpPr>
        <p:spPr>
          <a:xfrm>
            <a:off x="5657873" y="70012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9" name="Shape 5407"/>
          <p:cNvSpPr/>
          <p:nvPr/>
        </p:nvSpPr>
        <p:spPr>
          <a:xfrm>
            <a:off x="5410143" y="6888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0" name="Shape 5408"/>
          <p:cNvSpPr/>
          <p:nvPr/>
        </p:nvSpPr>
        <p:spPr>
          <a:xfrm>
            <a:off x="5435213" y="6748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1" name="Shape 5409"/>
          <p:cNvSpPr/>
          <p:nvPr/>
        </p:nvSpPr>
        <p:spPr>
          <a:xfrm>
            <a:off x="5443592" y="7256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2" name="Shape 5410"/>
          <p:cNvSpPr/>
          <p:nvPr/>
        </p:nvSpPr>
        <p:spPr>
          <a:xfrm>
            <a:off x="5447634" y="7207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3" name="Shape 5411"/>
          <p:cNvSpPr/>
          <p:nvPr/>
        </p:nvSpPr>
        <p:spPr>
          <a:xfrm>
            <a:off x="5395900" y="7002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4" name="Shape 5412"/>
          <p:cNvSpPr/>
          <p:nvPr/>
        </p:nvSpPr>
        <p:spPr>
          <a:xfrm>
            <a:off x="5337896" y="72359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5" name="Shape 5413"/>
          <p:cNvSpPr/>
          <p:nvPr/>
        </p:nvSpPr>
        <p:spPr>
          <a:xfrm>
            <a:off x="5427974" y="7001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6" name="Shape 5414"/>
          <p:cNvSpPr/>
          <p:nvPr/>
        </p:nvSpPr>
        <p:spPr>
          <a:xfrm>
            <a:off x="5575886" y="6861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7" name="Shape 5415"/>
          <p:cNvSpPr/>
          <p:nvPr/>
        </p:nvSpPr>
        <p:spPr>
          <a:xfrm>
            <a:off x="5355899" y="7287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8" name="Shape 5416"/>
          <p:cNvSpPr/>
          <p:nvPr/>
        </p:nvSpPr>
        <p:spPr>
          <a:xfrm>
            <a:off x="5573761" y="72519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9" name="Shape 5417"/>
          <p:cNvSpPr/>
          <p:nvPr/>
        </p:nvSpPr>
        <p:spPr>
          <a:xfrm>
            <a:off x="5458100" y="7354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0" name="Shape 5418"/>
          <p:cNvSpPr/>
          <p:nvPr/>
        </p:nvSpPr>
        <p:spPr>
          <a:xfrm>
            <a:off x="5487613" y="6983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1" name="Shape 5419"/>
          <p:cNvSpPr/>
          <p:nvPr/>
        </p:nvSpPr>
        <p:spPr>
          <a:xfrm>
            <a:off x="5679853" y="737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2" name="Shape 5420"/>
          <p:cNvSpPr/>
          <p:nvPr/>
        </p:nvSpPr>
        <p:spPr>
          <a:xfrm>
            <a:off x="5536145" y="7662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3" name="Shape 5421"/>
          <p:cNvSpPr/>
          <p:nvPr/>
        </p:nvSpPr>
        <p:spPr>
          <a:xfrm>
            <a:off x="5516194" y="7329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4" name="Shape 5422"/>
          <p:cNvSpPr/>
          <p:nvPr/>
        </p:nvSpPr>
        <p:spPr>
          <a:xfrm>
            <a:off x="5603645" y="7340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5" name="Shape 5423"/>
          <p:cNvSpPr/>
          <p:nvPr/>
        </p:nvSpPr>
        <p:spPr>
          <a:xfrm>
            <a:off x="5422675" y="7345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6" name="Shape 5424"/>
          <p:cNvSpPr/>
          <p:nvPr/>
        </p:nvSpPr>
        <p:spPr>
          <a:xfrm>
            <a:off x="5499036" y="7472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7" name="Shape 5425"/>
          <p:cNvSpPr/>
          <p:nvPr/>
        </p:nvSpPr>
        <p:spPr>
          <a:xfrm>
            <a:off x="5289077" y="7536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8" name="Shape 5426"/>
          <p:cNvSpPr/>
          <p:nvPr/>
        </p:nvSpPr>
        <p:spPr>
          <a:xfrm>
            <a:off x="5511315" y="7469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9" name="Shape 5427"/>
          <p:cNvSpPr/>
          <p:nvPr/>
        </p:nvSpPr>
        <p:spPr>
          <a:xfrm>
            <a:off x="5608642" y="7877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0" name="Shape 5428"/>
          <p:cNvSpPr/>
          <p:nvPr/>
        </p:nvSpPr>
        <p:spPr>
          <a:xfrm>
            <a:off x="5555961" y="7658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1" name="Shape 5429"/>
          <p:cNvSpPr/>
          <p:nvPr/>
        </p:nvSpPr>
        <p:spPr>
          <a:xfrm>
            <a:off x="5569375" y="7712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2" name="Shape 5430"/>
          <p:cNvSpPr/>
          <p:nvPr/>
        </p:nvSpPr>
        <p:spPr>
          <a:xfrm>
            <a:off x="5561687" y="79412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3" name="Shape 5431"/>
          <p:cNvSpPr/>
          <p:nvPr/>
        </p:nvSpPr>
        <p:spPr>
          <a:xfrm>
            <a:off x="5273584" y="73626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4" name="Shape 5432"/>
          <p:cNvSpPr/>
          <p:nvPr/>
        </p:nvSpPr>
        <p:spPr>
          <a:xfrm>
            <a:off x="5376540" y="7404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5" name="Shape 5433"/>
          <p:cNvSpPr/>
          <p:nvPr/>
        </p:nvSpPr>
        <p:spPr>
          <a:xfrm>
            <a:off x="5649126" y="7375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6" name="Shape 5434"/>
          <p:cNvSpPr/>
          <p:nvPr/>
        </p:nvSpPr>
        <p:spPr>
          <a:xfrm>
            <a:off x="5494456" y="7423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7" name="Shape 5435"/>
          <p:cNvSpPr/>
          <p:nvPr/>
        </p:nvSpPr>
        <p:spPr>
          <a:xfrm>
            <a:off x="5601022" y="74040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8" name="Shape 5436"/>
          <p:cNvSpPr/>
          <p:nvPr/>
        </p:nvSpPr>
        <p:spPr>
          <a:xfrm>
            <a:off x="5376975" y="7421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9" name="Shape 5437"/>
          <p:cNvSpPr/>
          <p:nvPr/>
        </p:nvSpPr>
        <p:spPr>
          <a:xfrm>
            <a:off x="5616940" y="7415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0" name="Shape 5438"/>
          <p:cNvSpPr/>
          <p:nvPr/>
        </p:nvSpPr>
        <p:spPr>
          <a:xfrm>
            <a:off x="5577523" y="7414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1" name="Shape 5439"/>
          <p:cNvSpPr/>
          <p:nvPr/>
        </p:nvSpPr>
        <p:spPr>
          <a:xfrm>
            <a:off x="5642433" y="73791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2" name="Shape 5440"/>
          <p:cNvSpPr/>
          <p:nvPr/>
        </p:nvSpPr>
        <p:spPr>
          <a:xfrm>
            <a:off x="5313611" y="74105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3" name="Shape 5441"/>
          <p:cNvSpPr/>
          <p:nvPr/>
        </p:nvSpPr>
        <p:spPr>
          <a:xfrm>
            <a:off x="5679931" y="7383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4" name="Shape 5442"/>
          <p:cNvSpPr/>
          <p:nvPr/>
        </p:nvSpPr>
        <p:spPr>
          <a:xfrm>
            <a:off x="5515849" y="7450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5" name="Shape 5443"/>
          <p:cNvSpPr/>
          <p:nvPr/>
        </p:nvSpPr>
        <p:spPr>
          <a:xfrm>
            <a:off x="5659488" y="73915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6" name="Shape 5444"/>
          <p:cNvSpPr/>
          <p:nvPr/>
        </p:nvSpPr>
        <p:spPr>
          <a:xfrm>
            <a:off x="5605361" y="73941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7" name="Shape 5445"/>
          <p:cNvSpPr/>
          <p:nvPr/>
        </p:nvSpPr>
        <p:spPr>
          <a:xfrm>
            <a:off x="5292030" y="76410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8" name="Shape 5446"/>
          <p:cNvSpPr/>
          <p:nvPr/>
        </p:nvSpPr>
        <p:spPr>
          <a:xfrm>
            <a:off x="5504961" y="7746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9" name="Shape 5447"/>
          <p:cNvSpPr/>
          <p:nvPr/>
        </p:nvSpPr>
        <p:spPr>
          <a:xfrm>
            <a:off x="5337139" y="7530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0" name="Shape 5448"/>
          <p:cNvSpPr/>
          <p:nvPr/>
        </p:nvSpPr>
        <p:spPr>
          <a:xfrm>
            <a:off x="5372352" y="7582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1" name="Shape 5449"/>
          <p:cNvSpPr/>
          <p:nvPr/>
        </p:nvSpPr>
        <p:spPr>
          <a:xfrm>
            <a:off x="5650265" y="77013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2" name="Shape 5450"/>
          <p:cNvSpPr/>
          <p:nvPr/>
        </p:nvSpPr>
        <p:spPr>
          <a:xfrm>
            <a:off x="5295417" y="7683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3" name="Shape 5451"/>
          <p:cNvSpPr/>
          <p:nvPr/>
        </p:nvSpPr>
        <p:spPr>
          <a:xfrm>
            <a:off x="5668082" y="7358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4" name="Shape 5452"/>
          <p:cNvSpPr/>
          <p:nvPr/>
        </p:nvSpPr>
        <p:spPr>
          <a:xfrm>
            <a:off x="5312038" y="72880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5" name="Shape 5453"/>
          <p:cNvSpPr/>
          <p:nvPr/>
        </p:nvSpPr>
        <p:spPr>
          <a:xfrm>
            <a:off x="5439931" y="7568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6" name="Shape 5454"/>
          <p:cNvSpPr/>
          <p:nvPr/>
        </p:nvSpPr>
        <p:spPr>
          <a:xfrm>
            <a:off x="5547872" y="7269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7" name="Shape 5455"/>
          <p:cNvSpPr/>
          <p:nvPr/>
        </p:nvSpPr>
        <p:spPr>
          <a:xfrm>
            <a:off x="5555126" y="7682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8" name="Shape 5456"/>
          <p:cNvSpPr/>
          <p:nvPr/>
        </p:nvSpPr>
        <p:spPr>
          <a:xfrm>
            <a:off x="5261604" y="7852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9" name="Shape 5457"/>
          <p:cNvSpPr/>
          <p:nvPr/>
        </p:nvSpPr>
        <p:spPr>
          <a:xfrm>
            <a:off x="5425576" y="7730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0" name="Shape 5458"/>
          <p:cNvSpPr/>
          <p:nvPr/>
        </p:nvSpPr>
        <p:spPr>
          <a:xfrm>
            <a:off x="5589612" y="76686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1" name="Shape 5459"/>
          <p:cNvSpPr/>
          <p:nvPr/>
        </p:nvSpPr>
        <p:spPr>
          <a:xfrm>
            <a:off x="5266656" y="7691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2" name="Shape 5460"/>
          <p:cNvSpPr/>
          <p:nvPr/>
        </p:nvSpPr>
        <p:spPr>
          <a:xfrm>
            <a:off x="5633860" y="7820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3" name="Shape 5461"/>
          <p:cNvSpPr/>
          <p:nvPr/>
        </p:nvSpPr>
        <p:spPr>
          <a:xfrm>
            <a:off x="5548084" y="7716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4" name="Shape 5462"/>
          <p:cNvSpPr/>
          <p:nvPr/>
        </p:nvSpPr>
        <p:spPr>
          <a:xfrm>
            <a:off x="5342095" y="7775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5" name="Shape 5463"/>
          <p:cNvSpPr/>
          <p:nvPr/>
        </p:nvSpPr>
        <p:spPr>
          <a:xfrm>
            <a:off x="5441532" y="77489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6" name="Shape 5464"/>
          <p:cNvSpPr/>
          <p:nvPr/>
        </p:nvSpPr>
        <p:spPr>
          <a:xfrm>
            <a:off x="5361093" y="69389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7" name="Shape 5465"/>
          <p:cNvSpPr/>
          <p:nvPr/>
        </p:nvSpPr>
        <p:spPr>
          <a:xfrm>
            <a:off x="5575137" y="7189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8" name="Shape 5466"/>
          <p:cNvSpPr/>
          <p:nvPr/>
        </p:nvSpPr>
        <p:spPr>
          <a:xfrm>
            <a:off x="5554080" y="7895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9" name="Shape 5467"/>
          <p:cNvSpPr/>
          <p:nvPr/>
        </p:nvSpPr>
        <p:spPr>
          <a:xfrm>
            <a:off x="5315052" y="7891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0" name="Shape 5468"/>
          <p:cNvSpPr/>
          <p:nvPr/>
        </p:nvSpPr>
        <p:spPr>
          <a:xfrm>
            <a:off x="5340053" y="7396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1" name="Shape 5469"/>
          <p:cNvSpPr/>
          <p:nvPr/>
        </p:nvSpPr>
        <p:spPr>
          <a:xfrm>
            <a:off x="5461340" y="7801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2" name="Shape 5470"/>
          <p:cNvSpPr/>
          <p:nvPr/>
        </p:nvSpPr>
        <p:spPr>
          <a:xfrm>
            <a:off x="5459558" y="7392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3" name="Shape 5471"/>
          <p:cNvSpPr/>
          <p:nvPr/>
        </p:nvSpPr>
        <p:spPr>
          <a:xfrm>
            <a:off x="5485073" y="7420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4" name="Shape 5472"/>
          <p:cNvSpPr/>
          <p:nvPr/>
        </p:nvSpPr>
        <p:spPr>
          <a:xfrm>
            <a:off x="5287078" y="74258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5" name="Shape 5473"/>
          <p:cNvSpPr/>
          <p:nvPr/>
        </p:nvSpPr>
        <p:spPr>
          <a:xfrm>
            <a:off x="5259247" y="7383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6" name="Shape 5474"/>
          <p:cNvSpPr/>
          <p:nvPr/>
        </p:nvSpPr>
        <p:spPr>
          <a:xfrm>
            <a:off x="5375223" y="7484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7" name="Shape 5475"/>
          <p:cNvSpPr/>
          <p:nvPr/>
        </p:nvSpPr>
        <p:spPr>
          <a:xfrm>
            <a:off x="5418274" y="74628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8" name="Shape 5476"/>
          <p:cNvSpPr/>
          <p:nvPr/>
        </p:nvSpPr>
        <p:spPr>
          <a:xfrm>
            <a:off x="5467289" y="7463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9" name="Shape 5477"/>
          <p:cNvSpPr/>
          <p:nvPr/>
        </p:nvSpPr>
        <p:spPr>
          <a:xfrm>
            <a:off x="5578637" y="7426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80" name="Shape 5478"/>
          <p:cNvSpPr/>
          <p:nvPr/>
        </p:nvSpPr>
        <p:spPr>
          <a:xfrm>
            <a:off x="5486400" y="6985115"/>
            <a:ext cx="127" cy="847883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481" name="Shape 5479"/>
          <p:cNvSpPr/>
          <p:nvPr/>
        </p:nvSpPr>
        <p:spPr>
          <a:xfrm>
            <a:off x="5372100" y="7832999"/>
            <a:ext cx="228600" cy="12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482" name="Shape 5480"/>
          <p:cNvSpPr/>
          <p:nvPr/>
        </p:nvSpPr>
        <p:spPr>
          <a:xfrm>
            <a:off x="5372100" y="6985115"/>
            <a:ext cx="228600" cy="12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483" name="Shape 5481"/>
          <p:cNvSpPr/>
          <p:nvPr/>
        </p:nvSpPr>
        <p:spPr>
          <a:xfrm>
            <a:off x="5321300" y="7320997"/>
            <a:ext cx="330200" cy="331167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5484" name="Shape 5482"/>
          <p:cNvSpPr/>
          <p:nvPr/>
        </p:nvSpPr>
        <p:spPr>
          <a:xfrm>
            <a:off x="5321300" y="7536020"/>
            <a:ext cx="330200" cy="127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5485" name="Shape 5483"/>
          <p:cNvSpPr/>
          <p:nvPr/>
        </p:nvSpPr>
        <p:spPr>
          <a:xfrm>
            <a:off x="5156200" y="8229600"/>
            <a:ext cx="127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5486" name="Text 5484"/>
          <p:cNvSpPr/>
          <p:nvPr/>
        </p:nvSpPr>
        <p:spPr>
          <a:xfrm>
            <a:off x="4330700" y="8318500"/>
            <a:ext cx="1651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Tuned</a:t>
            </a:r>
            <a:endParaRPr lang="en-US" sz="1600" dirty="0"/>
          </a:p>
        </p:txBody>
      </p:sp>
      <p:sp>
        <p:nvSpPr>
          <p:cNvPr id="5487" name="Shape 5485"/>
          <p:cNvSpPr/>
          <p:nvPr/>
        </p:nvSpPr>
        <p:spPr>
          <a:xfrm>
            <a:off x="7872492" y="7593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88" name="Shape 5486"/>
          <p:cNvSpPr/>
          <p:nvPr/>
        </p:nvSpPr>
        <p:spPr>
          <a:xfrm>
            <a:off x="7829544" y="7600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89" name="Shape 5487"/>
          <p:cNvSpPr/>
          <p:nvPr/>
        </p:nvSpPr>
        <p:spPr>
          <a:xfrm>
            <a:off x="7581558" y="7634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0" name="Shape 5488"/>
          <p:cNvSpPr/>
          <p:nvPr/>
        </p:nvSpPr>
        <p:spPr>
          <a:xfrm>
            <a:off x="7799474" y="7657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1" name="Shape 5489"/>
          <p:cNvSpPr/>
          <p:nvPr/>
        </p:nvSpPr>
        <p:spPr>
          <a:xfrm>
            <a:off x="7464340" y="7682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2" name="Shape 5490"/>
          <p:cNvSpPr/>
          <p:nvPr/>
        </p:nvSpPr>
        <p:spPr>
          <a:xfrm>
            <a:off x="7663156" y="7624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3" name="Shape 5491"/>
          <p:cNvSpPr/>
          <p:nvPr/>
        </p:nvSpPr>
        <p:spPr>
          <a:xfrm>
            <a:off x="7633048" y="7693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4" name="Shape 5492"/>
          <p:cNvSpPr/>
          <p:nvPr/>
        </p:nvSpPr>
        <p:spPr>
          <a:xfrm>
            <a:off x="7688025" y="76091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5" name="Shape 5493"/>
          <p:cNvSpPr/>
          <p:nvPr/>
        </p:nvSpPr>
        <p:spPr>
          <a:xfrm>
            <a:off x="7667188" y="7617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6" name="Shape 5494"/>
          <p:cNvSpPr/>
          <p:nvPr/>
        </p:nvSpPr>
        <p:spPr>
          <a:xfrm>
            <a:off x="7877066" y="7592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7" name="Shape 5495"/>
          <p:cNvSpPr/>
          <p:nvPr/>
        </p:nvSpPr>
        <p:spPr>
          <a:xfrm>
            <a:off x="7678170" y="7642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8" name="Shape 5496"/>
          <p:cNvSpPr/>
          <p:nvPr/>
        </p:nvSpPr>
        <p:spPr>
          <a:xfrm>
            <a:off x="7822717" y="7639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9" name="Shape 5497"/>
          <p:cNvSpPr/>
          <p:nvPr/>
        </p:nvSpPr>
        <p:spPr>
          <a:xfrm>
            <a:off x="7664113" y="7665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0" name="Shape 5498"/>
          <p:cNvSpPr/>
          <p:nvPr/>
        </p:nvSpPr>
        <p:spPr>
          <a:xfrm>
            <a:off x="7865836" y="76238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1" name="Shape 5499"/>
          <p:cNvSpPr/>
          <p:nvPr/>
        </p:nvSpPr>
        <p:spPr>
          <a:xfrm>
            <a:off x="7504428" y="7633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2" name="Shape 5500"/>
          <p:cNvSpPr/>
          <p:nvPr/>
        </p:nvSpPr>
        <p:spPr>
          <a:xfrm>
            <a:off x="7496081" y="76792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3" name="Shape 5501"/>
          <p:cNvSpPr/>
          <p:nvPr/>
        </p:nvSpPr>
        <p:spPr>
          <a:xfrm>
            <a:off x="7521788" y="7708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4" name="Shape 5502"/>
          <p:cNvSpPr/>
          <p:nvPr/>
        </p:nvSpPr>
        <p:spPr>
          <a:xfrm>
            <a:off x="7611588" y="7681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5" name="Shape 5503"/>
          <p:cNvSpPr/>
          <p:nvPr/>
        </p:nvSpPr>
        <p:spPr>
          <a:xfrm>
            <a:off x="7513161" y="7649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6" name="Shape 5504"/>
          <p:cNvSpPr/>
          <p:nvPr/>
        </p:nvSpPr>
        <p:spPr>
          <a:xfrm>
            <a:off x="7822963" y="7634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7" name="Shape 5505"/>
          <p:cNvSpPr/>
          <p:nvPr/>
        </p:nvSpPr>
        <p:spPr>
          <a:xfrm>
            <a:off x="7835945" y="7610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8" name="Shape 5506"/>
          <p:cNvSpPr/>
          <p:nvPr/>
        </p:nvSpPr>
        <p:spPr>
          <a:xfrm>
            <a:off x="7521852" y="7606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9" name="Shape 5507"/>
          <p:cNvSpPr/>
          <p:nvPr/>
        </p:nvSpPr>
        <p:spPr>
          <a:xfrm>
            <a:off x="7626715" y="7626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0" name="Shape 5508"/>
          <p:cNvSpPr/>
          <p:nvPr/>
        </p:nvSpPr>
        <p:spPr>
          <a:xfrm>
            <a:off x="7496480" y="76413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1" name="Shape 5509"/>
          <p:cNvSpPr/>
          <p:nvPr/>
        </p:nvSpPr>
        <p:spPr>
          <a:xfrm>
            <a:off x="7481275" y="7613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2" name="Shape 5510"/>
          <p:cNvSpPr/>
          <p:nvPr/>
        </p:nvSpPr>
        <p:spPr>
          <a:xfrm>
            <a:off x="7649517" y="7733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3" name="Shape 5511"/>
          <p:cNvSpPr/>
          <p:nvPr/>
        </p:nvSpPr>
        <p:spPr>
          <a:xfrm>
            <a:off x="7528853" y="7647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4" name="Shape 5512"/>
          <p:cNvSpPr/>
          <p:nvPr/>
        </p:nvSpPr>
        <p:spPr>
          <a:xfrm>
            <a:off x="7846052" y="7622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5" name="Shape 5513"/>
          <p:cNvSpPr/>
          <p:nvPr/>
        </p:nvSpPr>
        <p:spPr>
          <a:xfrm>
            <a:off x="7601126" y="7623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6" name="Shape 5514"/>
          <p:cNvSpPr/>
          <p:nvPr/>
        </p:nvSpPr>
        <p:spPr>
          <a:xfrm>
            <a:off x="7566404" y="7660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7" name="Shape 5515"/>
          <p:cNvSpPr/>
          <p:nvPr/>
        </p:nvSpPr>
        <p:spPr>
          <a:xfrm>
            <a:off x="7454344" y="7699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8" name="Shape 5516"/>
          <p:cNvSpPr/>
          <p:nvPr/>
        </p:nvSpPr>
        <p:spPr>
          <a:xfrm>
            <a:off x="7873253" y="7653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9" name="Shape 5517"/>
          <p:cNvSpPr/>
          <p:nvPr/>
        </p:nvSpPr>
        <p:spPr>
          <a:xfrm>
            <a:off x="7633729" y="7624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0" name="Shape 5518"/>
          <p:cNvSpPr/>
          <p:nvPr/>
        </p:nvSpPr>
        <p:spPr>
          <a:xfrm>
            <a:off x="7600387" y="76290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1" name="Shape 5519"/>
          <p:cNvSpPr/>
          <p:nvPr/>
        </p:nvSpPr>
        <p:spPr>
          <a:xfrm>
            <a:off x="7849455" y="7640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2" name="Shape 5520"/>
          <p:cNvSpPr/>
          <p:nvPr/>
        </p:nvSpPr>
        <p:spPr>
          <a:xfrm>
            <a:off x="7800394" y="77363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3" name="Shape 5521"/>
          <p:cNvSpPr/>
          <p:nvPr/>
        </p:nvSpPr>
        <p:spPr>
          <a:xfrm>
            <a:off x="7493330" y="7644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4" name="Shape 5522"/>
          <p:cNvSpPr/>
          <p:nvPr/>
        </p:nvSpPr>
        <p:spPr>
          <a:xfrm>
            <a:off x="7570111" y="7662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5" name="Shape 5523"/>
          <p:cNvSpPr/>
          <p:nvPr/>
        </p:nvSpPr>
        <p:spPr>
          <a:xfrm>
            <a:off x="7614377" y="762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6" name="Shape 5524"/>
          <p:cNvSpPr/>
          <p:nvPr/>
        </p:nvSpPr>
        <p:spPr>
          <a:xfrm>
            <a:off x="7577429" y="76081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7" name="Shape 5525"/>
          <p:cNvSpPr/>
          <p:nvPr/>
        </p:nvSpPr>
        <p:spPr>
          <a:xfrm>
            <a:off x="7734129" y="76637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8" name="Shape 5526"/>
          <p:cNvSpPr/>
          <p:nvPr/>
        </p:nvSpPr>
        <p:spPr>
          <a:xfrm>
            <a:off x="7613378" y="76225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9" name="Shape 5527"/>
          <p:cNvSpPr/>
          <p:nvPr/>
        </p:nvSpPr>
        <p:spPr>
          <a:xfrm>
            <a:off x="7511011" y="762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0" name="Shape 5528"/>
          <p:cNvSpPr/>
          <p:nvPr/>
        </p:nvSpPr>
        <p:spPr>
          <a:xfrm>
            <a:off x="7534543" y="7614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1" name="Shape 5529"/>
          <p:cNvSpPr/>
          <p:nvPr/>
        </p:nvSpPr>
        <p:spPr>
          <a:xfrm>
            <a:off x="7453508" y="7645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2" name="Shape 5530"/>
          <p:cNvSpPr/>
          <p:nvPr/>
        </p:nvSpPr>
        <p:spPr>
          <a:xfrm>
            <a:off x="7659529" y="76284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3" name="Shape 5531"/>
          <p:cNvSpPr/>
          <p:nvPr/>
        </p:nvSpPr>
        <p:spPr>
          <a:xfrm>
            <a:off x="7595349" y="7723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4" name="Shape 5532"/>
          <p:cNvSpPr/>
          <p:nvPr/>
        </p:nvSpPr>
        <p:spPr>
          <a:xfrm>
            <a:off x="7450099" y="76836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5" name="Shape 5533"/>
          <p:cNvSpPr/>
          <p:nvPr/>
        </p:nvSpPr>
        <p:spPr>
          <a:xfrm>
            <a:off x="7658715" y="76819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6" name="Shape 5534"/>
          <p:cNvSpPr/>
          <p:nvPr/>
        </p:nvSpPr>
        <p:spPr>
          <a:xfrm>
            <a:off x="7669903" y="7641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7" name="Shape 5535"/>
          <p:cNvSpPr/>
          <p:nvPr/>
        </p:nvSpPr>
        <p:spPr>
          <a:xfrm>
            <a:off x="7578003" y="7676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8" name="Shape 5536"/>
          <p:cNvSpPr/>
          <p:nvPr/>
        </p:nvSpPr>
        <p:spPr>
          <a:xfrm>
            <a:off x="7563833" y="7582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9" name="Shape 5537"/>
          <p:cNvSpPr/>
          <p:nvPr/>
        </p:nvSpPr>
        <p:spPr>
          <a:xfrm>
            <a:off x="7720226" y="7680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0" name="Shape 5538"/>
          <p:cNvSpPr/>
          <p:nvPr/>
        </p:nvSpPr>
        <p:spPr>
          <a:xfrm>
            <a:off x="7479796" y="77385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1" name="Shape 5539"/>
          <p:cNvSpPr/>
          <p:nvPr/>
        </p:nvSpPr>
        <p:spPr>
          <a:xfrm>
            <a:off x="7594101" y="7682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2" name="Shape 5540"/>
          <p:cNvSpPr/>
          <p:nvPr/>
        </p:nvSpPr>
        <p:spPr>
          <a:xfrm>
            <a:off x="7806547" y="7647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3" name="Shape 5541"/>
          <p:cNvSpPr/>
          <p:nvPr/>
        </p:nvSpPr>
        <p:spPr>
          <a:xfrm>
            <a:off x="7692088" y="7597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4" name="Shape 5542"/>
          <p:cNvSpPr/>
          <p:nvPr/>
        </p:nvSpPr>
        <p:spPr>
          <a:xfrm>
            <a:off x="7754284" y="7696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5" name="Shape 5543"/>
          <p:cNvSpPr/>
          <p:nvPr/>
        </p:nvSpPr>
        <p:spPr>
          <a:xfrm>
            <a:off x="7632355" y="76176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6" name="Shape 5544"/>
          <p:cNvSpPr/>
          <p:nvPr/>
        </p:nvSpPr>
        <p:spPr>
          <a:xfrm>
            <a:off x="7832213" y="76462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7" name="Shape 5545"/>
          <p:cNvSpPr/>
          <p:nvPr/>
        </p:nvSpPr>
        <p:spPr>
          <a:xfrm>
            <a:off x="7513133" y="7638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8" name="Shape 5546"/>
          <p:cNvSpPr/>
          <p:nvPr/>
        </p:nvSpPr>
        <p:spPr>
          <a:xfrm>
            <a:off x="7659931" y="7674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9" name="Shape 5547"/>
          <p:cNvSpPr/>
          <p:nvPr/>
        </p:nvSpPr>
        <p:spPr>
          <a:xfrm>
            <a:off x="7726908" y="7656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0" name="Shape 5548"/>
          <p:cNvSpPr/>
          <p:nvPr/>
        </p:nvSpPr>
        <p:spPr>
          <a:xfrm>
            <a:off x="7479442" y="7596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1" name="Shape 5549"/>
          <p:cNvSpPr/>
          <p:nvPr/>
        </p:nvSpPr>
        <p:spPr>
          <a:xfrm>
            <a:off x="7656717" y="76200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2" name="Shape 5550"/>
          <p:cNvSpPr/>
          <p:nvPr/>
        </p:nvSpPr>
        <p:spPr>
          <a:xfrm>
            <a:off x="7584920" y="7648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3" name="Shape 5551"/>
          <p:cNvSpPr/>
          <p:nvPr/>
        </p:nvSpPr>
        <p:spPr>
          <a:xfrm>
            <a:off x="7456491" y="7649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4" name="Shape 5552"/>
          <p:cNvSpPr/>
          <p:nvPr/>
        </p:nvSpPr>
        <p:spPr>
          <a:xfrm>
            <a:off x="7724920" y="76425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5" name="Shape 5553"/>
          <p:cNvSpPr/>
          <p:nvPr/>
        </p:nvSpPr>
        <p:spPr>
          <a:xfrm>
            <a:off x="7734341" y="7657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6" name="Shape 5554"/>
          <p:cNvSpPr/>
          <p:nvPr/>
        </p:nvSpPr>
        <p:spPr>
          <a:xfrm>
            <a:off x="7562831" y="7649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7" name="Shape 5555"/>
          <p:cNvSpPr/>
          <p:nvPr/>
        </p:nvSpPr>
        <p:spPr>
          <a:xfrm>
            <a:off x="7661113" y="7636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8" name="Shape 5556"/>
          <p:cNvSpPr/>
          <p:nvPr/>
        </p:nvSpPr>
        <p:spPr>
          <a:xfrm>
            <a:off x="7824327" y="7742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9" name="Shape 5557"/>
          <p:cNvSpPr/>
          <p:nvPr/>
        </p:nvSpPr>
        <p:spPr>
          <a:xfrm>
            <a:off x="7690858" y="7630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0" name="Shape 5558"/>
          <p:cNvSpPr/>
          <p:nvPr/>
        </p:nvSpPr>
        <p:spPr>
          <a:xfrm>
            <a:off x="7641656" y="7642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1" name="Shape 5559"/>
          <p:cNvSpPr/>
          <p:nvPr/>
        </p:nvSpPr>
        <p:spPr>
          <a:xfrm>
            <a:off x="7504495" y="7678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2" name="Shape 5560"/>
          <p:cNvSpPr/>
          <p:nvPr/>
        </p:nvSpPr>
        <p:spPr>
          <a:xfrm>
            <a:off x="7671304" y="7713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3" name="Shape 5561"/>
          <p:cNvSpPr/>
          <p:nvPr/>
        </p:nvSpPr>
        <p:spPr>
          <a:xfrm>
            <a:off x="7769358" y="7603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4" name="Shape 5562"/>
          <p:cNvSpPr/>
          <p:nvPr/>
        </p:nvSpPr>
        <p:spPr>
          <a:xfrm>
            <a:off x="7616606" y="7660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5" name="Shape 5563"/>
          <p:cNvSpPr/>
          <p:nvPr/>
        </p:nvSpPr>
        <p:spPr>
          <a:xfrm>
            <a:off x="7845436" y="7223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6" name="Shape 5564"/>
          <p:cNvSpPr/>
          <p:nvPr/>
        </p:nvSpPr>
        <p:spPr>
          <a:xfrm>
            <a:off x="7685077" y="7603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7" name="Shape 5565"/>
          <p:cNvSpPr/>
          <p:nvPr/>
        </p:nvSpPr>
        <p:spPr>
          <a:xfrm>
            <a:off x="7477241" y="7585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8" name="Shape 5566"/>
          <p:cNvSpPr/>
          <p:nvPr/>
        </p:nvSpPr>
        <p:spPr>
          <a:xfrm>
            <a:off x="7611668" y="75600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9" name="Shape 5567"/>
          <p:cNvSpPr/>
          <p:nvPr/>
        </p:nvSpPr>
        <p:spPr>
          <a:xfrm>
            <a:off x="7758622" y="7613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0" name="Shape 5568"/>
          <p:cNvSpPr/>
          <p:nvPr/>
        </p:nvSpPr>
        <p:spPr>
          <a:xfrm>
            <a:off x="7839549" y="7663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1" name="Shape 5569"/>
          <p:cNvSpPr/>
          <p:nvPr/>
        </p:nvSpPr>
        <p:spPr>
          <a:xfrm>
            <a:off x="7588653" y="78824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2" name="Shape 5570"/>
          <p:cNvSpPr/>
          <p:nvPr/>
        </p:nvSpPr>
        <p:spPr>
          <a:xfrm>
            <a:off x="7834706" y="76023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3" name="Shape 5571"/>
          <p:cNvSpPr/>
          <p:nvPr/>
        </p:nvSpPr>
        <p:spPr>
          <a:xfrm>
            <a:off x="7591637" y="7606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4" name="Shape 5572"/>
          <p:cNvSpPr/>
          <p:nvPr/>
        </p:nvSpPr>
        <p:spPr>
          <a:xfrm>
            <a:off x="7708085" y="7712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5" name="Shape 5573"/>
          <p:cNvSpPr/>
          <p:nvPr/>
        </p:nvSpPr>
        <p:spPr>
          <a:xfrm>
            <a:off x="7860559" y="77049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6" name="Shape 5574"/>
          <p:cNvSpPr/>
          <p:nvPr/>
        </p:nvSpPr>
        <p:spPr>
          <a:xfrm>
            <a:off x="7468917" y="7883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7" name="Shape 5575"/>
          <p:cNvSpPr/>
          <p:nvPr/>
        </p:nvSpPr>
        <p:spPr>
          <a:xfrm>
            <a:off x="7469111" y="7754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8" name="Shape 5576"/>
          <p:cNvSpPr/>
          <p:nvPr/>
        </p:nvSpPr>
        <p:spPr>
          <a:xfrm>
            <a:off x="7856608" y="7635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9" name="Shape 5577"/>
          <p:cNvSpPr/>
          <p:nvPr/>
        </p:nvSpPr>
        <p:spPr>
          <a:xfrm>
            <a:off x="7558221" y="77127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0" name="Shape 5578"/>
          <p:cNvSpPr/>
          <p:nvPr/>
        </p:nvSpPr>
        <p:spPr>
          <a:xfrm>
            <a:off x="7694871" y="7849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1" name="Shape 5579"/>
          <p:cNvSpPr/>
          <p:nvPr/>
        </p:nvSpPr>
        <p:spPr>
          <a:xfrm>
            <a:off x="7449153" y="7709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2" name="Shape 5580"/>
          <p:cNvSpPr/>
          <p:nvPr/>
        </p:nvSpPr>
        <p:spPr>
          <a:xfrm>
            <a:off x="7683607" y="7952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3" name="Shape 5581"/>
          <p:cNvSpPr/>
          <p:nvPr/>
        </p:nvSpPr>
        <p:spPr>
          <a:xfrm>
            <a:off x="7643500" y="7772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4" name="Shape 5582"/>
          <p:cNvSpPr/>
          <p:nvPr/>
        </p:nvSpPr>
        <p:spPr>
          <a:xfrm>
            <a:off x="7803826" y="7593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5" name="Shape 5583"/>
          <p:cNvSpPr/>
          <p:nvPr/>
        </p:nvSpPr>
        <p:spPr>
          <a:xfrm>
            <a:off x="7784128" y="7583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6" name="Shape 5584"/>
          <p:cNvSpPr/>
          <p:nvPr/>
        </p:nvSpPr>
        <p:spPr>
          <a:xfrm>
            <a:off x="7474089" y="76140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7" name="Shape 5585"/>
          <p:cNvSpPr/>
          <p:nvPr/>
        </p:nvSpPr>
        <p:spPr>
          <a:xfrm>
            <a:off x="7572013" y="7307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8" name="Shape 5586"/>
          <p:cNvSpPr/>
          <p:nvPr/>
        </p:nvSpPr>
        <p:spPr>
          <a:xfrm>
            <a:off x="7637040" y="7435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9" name="Shape 5587"/>
          <p:cNvSpPr/>
          <p:nvPr/>
        </p:nvSpPr>
        <p:spPr>
          <a:xfrm>
            <a:off x="7829930" y="7685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0" name="Shape 5588"/>
          <p:cNvSpPr/>
          <p:nvPr/>
        </p:nvSpPr>
        <p:spPr>
          <a:xfrm>
            <a:off x="7829919" y="7969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1" name="Shape 5589"/>
          <p:cNvSpPr/>
          <p:nvPr/>
        </p:nvSpPr>
        <p:spPr>
          <a:xfrm>
            <a:off x="7482526" y="76671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2" name="Shape 5590"/>
          <p:cNvSpPr/>
          <p:nvPr/>
        </p:nvSpPr>
        <p:spPr>
          <a:xfrm>
            <a:off x="7641670" y="7841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3" name="Shape 5591"/>
          <p:cNvSpPr/>
          <p:nvPr/>
        </p:nvSpPr>
        <p:spPr>
          <a:xfrm>
            <a:off x="7711372" y="7470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4" name="Shape 5592"/>
          <p:cNvSpPr/>
          <p:nvPr/>
        </p:nvSpPr>
        <p:spPr>
          <a:xfrm>
            <a:off x="7757828" y="7481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5" name="Shape 5593"/>
          <p:cNvSpPr/>
          <p:nvPr/>
        </p:nvSpPr>
        <p:spPr>
          <a:xfrm>
            <a:off x="7664067" y="7465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6" name="Shape 5594"/>
          <p:cNvSpPr/>
          <p:nvPr/>
        </p:nvSpPr>
        <p:spPr>
          <a:xfrm>
            <a:off x="7591924" y="7428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7" name="Shape 5595"/>
          <p:cNvSpPr/>
          <p:nvPr/>
        </p:nvSpPr>
        <p:spPr>
          <a:xfrm>
            <a:off x="7860194" y="7664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8" name="Shape 5596"/>
          <p:cNvSpPr/>
          <p:nvPr/>
        </p:nvSpPr>
        <p:spPr>
          <a:xfrm>
            <a:off x="7753098" y="7871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9" name="Shape 5597"/>
          <p:cNvSpPr/>
          <p:nvPr/>
        </p:nvSpPr>
        <p:spPr>
          <a:xfrm>
            <a:off x="7763328" y="74463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0" name="Shape 5598"/>
          <p:cNvSpPr/>
          <p:nvPr/>
        </p:nvSpPr>
        <p:spPr>
          <a:xfrm>
            <a:off x="7779751" y="7690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1" name="Shape 5599"/>
          <p:cNvSpPr/>
          <p:nvPr/>
        </p:nvSpPr>
        <p:spPr>
          <a:xfrm>
            <a:off x="7467532" y="7417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2" name="Shape 5600"/>
          <p:cNvSpPr/>
          <p:nvPr/>
        </p:nvSpPr>
        <p:spPr>
          <a:xfrm>
            <a:off x="7778664" y="78477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3" name="Shape 5601"/>
          <p:cNvSpPr/>
          <p:nvPr/>
        </p:nvSpPr>
        <p:spPr>
          <a:xfrm>
            <a:off x="7733746" y="7686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4" name="Shape 5602"/>
          <p:cNvSpPr/>
          <p:nvPr/>
        </p:nvSpPr>
        <p:spPr>
          <a:xfrm>
            <a:off x="7686045" y="76520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5" name="Shape 5603"/>
          <p:cNvSpPr/>
          <p:nvPr/>
        </p:nvSpPr>
        <p:spPr>
          <a:xfrm>
            <a:off x="7871100" y="78469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6" name="Shape 5604"/>
          <p:cNvSpPr/>
          <p:nvPr/>
        </p:nvSpPr>
        <p:spPr>
          <a:xfrm>
            <a:off x="7471677" y="7891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7" name="Shape 5605"/>
          <p:cNvSpPr/>
          <p:nvPr/>
        </p:nvSpPr>
        <p:spPr>
          <a:xfrm>
            <a:off x="7871461" y="7463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8" name="Shape 5606"/>
          <p:cNvSpPr/>
          <p:nvPr/>
        </p:nvSpPr>
        <p:spPr>
          <a:xfrm>
            <a:off x="7614566" y="7445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9" name="Shape 5607"/>
          <p:cNvSpPr/>
          <p:nvPr/>
        </p:nvSpPr>
        <p:spPr>
          <a:xfrm>
            <a:off x="7612070" y="74095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0" name="Shape 5608"/>
          <p:cNvSpPr/>
          <p:nvPr/>
        </p:nvSpPr>
        <p:spPr>
          <a:xfrm>
            <a:off x="7727766" y="73924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1" name="Shape 5609"/>
          <p:cNvSpPr/>
          <p:nvPr/>
        </p:nvSpPr>
        <p:spPr>
          <a:xfrm>
            <a:off x="7661829" y="7479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2" name="Shape 5610"/>
          <p:cNvSpPr/>
          <p:nvPr/>
        </p:nvSpPr>
        <p:spPr>
          <a:xfrm>
            <a:off x="7789566" y="7422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3" name="Shape 5611"/>
          <p:cNvSpPr/>
          <p:nvPr/>
        </p:nvSpPr>
        <p:spPr>
          <a:xfrm>
            <a:off x="7820714" y="8027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4" name="Shape 5612"/>
          <p:cNvSpPr/>
          <p:nvPr/>
        </p:nvSpPr>
        <p:spPr>
          <a:xfrm>
            <a:off x="7586434" y="8089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5" name="Shape 5613"/>
          <p:cNvSpPr/>
          <p:nvPr/>
        </p:nvSpPr>
        <p:spPr>
          <a:xfrm>
            <a:off x="7531794" y="7598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6" name="Shape 5614"/>
          <p:cNvSpPr/>
          <p:nvPr/>
        </p:nvSpPr>
        <p:spPr>
          <a:xfrm>
            <a:off x="7635998" y="7587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7" name="Shape 5615"/>
          <p:cNvSpPr/>
          <p:nvPr/>
        </p:nvSpPr>
        <p:spPr>
          <a:xfrm>
            <a:off x="7657873" y="7739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8" name="Shape 5616"/>
          <p:cNvSpPr/>
          <p:nvPr/>
        </p:nvSpPr>
        <p:spPr>
          <a:xfrm>
            <a:off x="7740018" y="69942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9" name="Shape 5617"/>
          <p:cNvSpPr/>
          <p:nvPr/>
        </p:nvSpPr>
        <p:spPr>
          <a:xfrm>
            <a:off x="7461768" y="73359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0" name="Shape 5618"/>
          <p:cNvSpPr/>
          <p:nvPr/>
        </p:nvSpPr>
        <p:spPr>
          <a:xfrm>
            <a:off x="7763710" y="71045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1" name="Shape 5619"/>
          <p:cNvSpPr/>
          <p:nvPr/>
        </p:nvSpPr>
        <p:spPr>
          <a:xfrm>
            <a:off x="7760030" y="7232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2" name="Shape 5620"/>
          <p:cNvSpPr/>
          <p:nvPr/>
        </p:nvSpPr>
        <p:spPr>
          <a:xfrm>
            <a:off x="7707767" y="7224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3" name="Shape 5621"/>
          <p:cNvSpPr/>
          <p:nvPr/>
        </p:nvSpPr>
        <p:spPr>
          <a:xfrm>
            <a:off x="7852149" y="7263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4" name="Shape 5622"/>
          <p:cNvSpPr/>
          <p:nvPr/>
        </p:nvSpPr>
        <p:spPr>
          <a:xfrm>
            <a:off x="7513042" y="7276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5" name="Shape 5623"/>
          <p:cNvSpPr/>
          <p:nvPr/>
        </p:nvSpPr>
        <p:spPr>
          <a:xfrm>
            <a:off x="7660706" y="7337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6" name="Shape 5624"/>
          <p:cNvSpPr/>
          <p:nvPr/>
        </p:nvSpPr>
        <p:spPr>
          <a:xfrm>
            <a:off x="7478575" y="7282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7" name="Shape 5625"/>
          <p:cNvSpPr/>
          <p:nvPr/>
        </p:nvSpPr>
        <p:spPr>
          <a:xfrm>
            <a:off x="7765292" y="7299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8" name="Shape 5626"/>
          <p:cNvSpPr/>
          <p:nvPr/>
        </p:nvSpPr>
        <p:spPr>
          <a:xfrm>
            <a:off x="7823512" y="7348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9" name="Shape 5627"/>
          <p:cNvSpPr/>
          <p:nvPr/>
        </p:nvSpPr>
        <p:spPr>
          <a:xfrm>
            <a:off x="7594839" y="7208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0" name="Shape 5628"/>
          <p:cNvSpPr/>
          <p:nvPr/>
        </p:nvSpPr>
        <p:spPr>
          <a:xfrm>
            <a:off x="7566049" y="73820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1" name="Shape 5629"/>
          <p:cNvSpPr/>
          <p:nvPr/>
        </p:nvSpPr>
        <p:spPr>
          <a:xfrm>
            <a:off x="7581319" y="7282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2" name="Shape 5630"/>
          <p:cNvSpPr/>
          <p:nvPr/>
        </p:nvSpPr>
        <p:spPr>
          <a:xfrm>
            <a:off x="7601505" y="68745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3" name="Shape 5631"/>
          <p:cNvSpPr/>
          <p:nvPr/>
        </p:nvSpPr>
        <p:spPr>
          <a:xfrm>
            <a:off x="7635168" y="7513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4" name="Shape 5632"/>
          <p:cNvSpPr/>
          <p:nvPr/>
        </p:nvSpPr>
        <p:spPr>
          <a:xfrm>
            <a:off x="7515912" y="7578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5" name="Shape 5633"/>
          <p:cNvSpPr/>
          <p:nvPr/>
        </p:nvSpPr>
        <p:spPr>
          <a:xfrm>
            <a:off x="7612633" y="7373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6" name="Shape 5634"/>
          <p:cNvSpPr/>
          <p:nvPr/>
        </p:nvSpPr>
        <p:spPr>
          <a:xfrm>
            <a:off x="7586249" y="7182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7" name="Shape 5635"/>
          <p:cNvSpPr/>
          <p:nvPr/>
        </p:nvSpPr>
        <p:spPr>
          <a:xfrm>
            <a:off x="7746949" y="7111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8" name="Shape 5636"/>
          <p:cNvSpPr/>
          <p:nvPr/>
        </p:nvSpPr>
        <p:spPr>
          <a:xfrm>
            <a:off x="7529272" y="7105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9" name="Shape 5637"/>
          <p:cNvSpPr/>
          <p:nvPr/>
        </p:nvSpPr>
        <p:spPr>
          <a:xfrm>
            <a:off x="7641239" y="73823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0" name="Shape 5638"/>
          <p:cNvSpPr/>
          <p:nvPr/>
        </p:nvSpPr>
        <p:spPr>
          <a:xfrm>
            <a:off x="7796273" y="7262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1" name="Shape 5639"/>
          <p:cNvSpPr/>
          <p:nvPr/>
        </p:nvSpPr>
        <p:spPr>
          <a:xfrm>
            <a:off x="7726783" y="73343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2" name="Shape 5640"/>
          <p:cNvSpPr/>
          <p:nvPr/>
        </p:nvSpPr>
        <p:spPr>
          <a:xfrm>
            <a:off x="7819684" y="6884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3" name="Shape 5641"/>
          <p:cNvSpPr/>
          <p:nvPr/>
        </p:nvSpPr>
        <p:spPr>
          <a:xfrm>
            <a:off x="7511636" y="7101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4" name="Shape 5642"/>
          <p:cNvSpPr/>
          <p:nvPr/>
        </p:nvSpPr>
        <p:spPr>
          <a:xfrm>
            <a:off x="7641487" y="7188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5" name="Shape 5643"/>
          <p:cNvSpPr/>
          <p:nvPr/>
        </p:nvSpPr>
        <p:spPr>
          <a:xfrm>
            <a:off x="7571634" y="7405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6" name="Shape 5644"/>
          <p:cNvSpPr/>
          <p:nvPr/>
        </p:nvSpPr>
        <p:spPr>
          <a:xfrm>
            <a:off x="7703797" y="71855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7" name="Shape 5645"/>
          <p:cNvSpPr/>
          <p:nvPr/>
        </p:nvSpPr>
        <p:spPr>
          <a:xfrm>
            <a:off x="7871438" y="7246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8" name="Shape 5646"/>
          <p:cNvSpPr/>
          <p:nvPr/>
        </p:nvSpPr>
        <p:spPr>
          <a:xfrm>
            <a:off x="7856007" y="7250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9" name="Shape 5647"/>
          <p:cNvSpPr/>
          <p:nvPr/>
        </p:nvSpPr>
        <p:spPr>
          <a:xfrm>
            <a:off x="7590709" y="6839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0" name="Shape 5648"/>
          <p:cNvSpPr/>
          <p:nvPr/>
        </p:nvSpPr>
        <p:spPr>
          <a:xfrm>
            <a:off x="7525143" y="72780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1" name="Shape 5649"/>
          <p:cNvSpPr/>
          <p:nvPr/>
        </p:nvSpPr>
        <p:spPr>
          <a:xfrm>
            <a:off x="7560702" y="7401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2" name="Shape 5650"/>
          <p:cNvSpPr/>
          <p:nvPr/>
        </p:nvSpPr>
        <p:spPr>
          <a:xfrm>
            <a:off x="7559093" y="7246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3" name="Shape 5651"/>
          <p:cNvSpPr/>
          <p:nvPr/>
        </p:nvSpPr>
        <p:spPr>
          <a:xfrm>
            <a:off x="7570145" y="7269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4" name="Shape 5652"/>
          <p:cNvSpPr/>
          <p:nvPr/>
        </p:nvSpPr>
        <p:spPr>
          <a:xfrm>
            <a:off x="7621037" y="7153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5" name="Shape 5653"/>
          <p:cNvSpPr/>
          <p:nvPr/>
        </p:nvSpPr>
        <p:spPr>
          <a:xfrm>
            <a:off x="7544016" y="7440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6" name="Shape 5654"/>
          <p:cNvSpPr/>
          <p:nvPr/>
        </p:nvSpPr>
        <p:spPr>
          <a:xfrm>
            <a:off x="7680078" y="76103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7" name="Shape 5655"/>
          <p:cNvSpPr/>
          <p:nvPr/>
        </p:nvSpPr>
        <p:spPr>
          <a:xfrm>
            <a:off x="7639127" y="7481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8" name="Shape 5656"/>
          <p:cNvSpPr/>
          <p:nvPr/>
        </p:nvSpPr>
        <p:spPr>
          <a:xfrm>
            <a:off x="7842330" y="714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9" name="Shape 5657"/>
          <p:cNvSpPr/>
          <p:nvPr/>
        </p:nvSpPr>
        <p:spPr>
          <a:xfrm>
            <a:off x="7831047" y="7280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0" name="Shape 5658"/>
          <p:cNvSpPr/>
          <p:nvPr/>
        </p:nvSpPr>
        <p:spPr>
          <a:xfrm>
            <a:off x="7724092" y="75245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1" name="Shape 5659"/>
          <p:cNvSpPr/>
          <p:nvPr/>
        </p:nvSpPr>
        <p:spPr>
          <a:xfrm>
            <a:off x="7660496" y="7438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2" name="Shape 5660"/>
          <p:cNvSpPr/>
          <p:nvPr/>
        </p:nvSpPr>
        <p:spPr>
          <a:xfrm>
            <a:off x="7790389" y="7346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3" name="Shape 5661"/>
          <p:cNvSpPr/>
          <p:nvPr/>
        </p:nvSpPr>
        <p:spPr>
          <a:xfrm>
            <a:off x="7762248" y="7163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4" name="Shape 5662"/>
          <p:cNvSpPr/>
          <p:nvPr/>
        </p:nvSpPr>
        <p:spPr>
          <a:xfrm>
            <a:off x="7589786" y="7275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5" name="Shape 5663"/>
          <p:cNvSpPr/>
          <p:nvPr/>
        </p:nvSpPr>
        <p:spPr>
          <a:xfrm>
            <a:off x="7877906" y="7170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6" name="Shape 5664"/>
          <p:cNvSpPr/>
          <p:nvPr/>
        </p:nvSpPr>
        <p:spPr>
          <a:xfrm>
            <a:off x="7652574" y="7348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7" name="Shape 5665"/>
          <p:cNvSpPr/>
          <p:nvPr/>
        </p:nvSpPr>
        <p:spPr>
          <a:xfrm>
            <a:off x="7516391" y="7145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8" name="Shape 5666"/>
          <p:cNvSpPr/>
          <p:nvPr/>
        </p:nvSpPr>
        <p:spPr>
          <a:xfrm>
            <a:off x="7660348" y="7308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9" name="Shape 5667"/>
          <p:cNvSpPr/>
          <p:nvPr/>
        </p:nvSpPr>
        <p:spPr>
          <a:xfrm>
            <a:off x="7763143" y="7277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0" name="Shape 5668"/>
          <p:cNvSpPr/>
          <p:nvPr/>
        </p:nvSpPr>
        <p:spPr>
          <a:xfrm>
            <a:off x="7869024" y="7288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1" name="Shape 5669"/>
          <p:cNvSpPr/>
          <p:nvPr/>
        </p:nvSpPr>
        <p:spPr>
          <a:xfrm>
            <a:off x="7555846" y="6913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2" name="Shape 5670"/>
          <p:cNvSpPr/>
          <p:nvPr/>
        </p:nvSpPr>
        <p:spPr>
          <a:xfrm>
            <a:off x="7484076" y="7053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3" name="Shape 5671"/>
          <p:cNvSpPr/>
          <p:nvPr/>
        </p:nvSpPr>
        <p:spPr>
          <a:xfrm>
            <a:off x="7641060" y="7164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4" name="Shape 5672"/>
          <p:cNvSpPr/>
          <p:nvPr/>
        </p:nvSpPr>
        <p:spPr>
          <a:xfrm>
            <a:off x="7795818" y="7276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5" name="Shape 5673"/>
          <p:cNvSpPr/>
          <p:nvPr/>
        </p:nvSpPr>
        <p:spPr>
          <a:xfrm>
            <a:off x="7543148" y="68982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6" name="Shape 5674"/>
          <p:cNvSpPr/>
          <p:nvPr/>
        </p:nvSpPr>
        <p:spPr>
          <a:xfrm>
            <a:off x="7625554" y="7218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7" name="Shape 5675"/>
          <p:cNvSpPr/>
          <p:nvPr/>
        </p:nvSpPr>
        <p:spPr>
          <a:xfrm>
            <a:off x="7453746" y="7116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8" name="Shape 5676"/>
          <p:cNvSpPr/>
          <p:nvPr/>
        </p:nvSpPr>
        <p:spPr>
          <a:xfrm>
            <a:off x="7739741" y="7379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9" name="Shape 5677"/>
          <p:cNvSpPr/>
          <p:nvPr/>
        </p:nvSpPr>
        <p:spPr>
          <a:xfrm>
            <a:off x="7730375" y="7333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0" name="Shape 5678"/>
          <p:cNvSpPr/>
          <p:nvPr/>
        </p:nvSpPr>
        <p:spPr>
          <a:xfrm>
            <a:off x="7781124" y="7227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1" name="Shape 5679"/>
          <p:cNvSpPr/>
          <p:nvPr/>
        </p:nvSpPr>
        <p:spPr>
          <a:xfrm>
            <a:off x="7588806" y="7210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2" name="Shape 5680"/>
          <p:cNvSpPr/>
          <p:nvPr/>
        </p:nvSpPr>
        <p:spPr>
          <a:xfrm>
            <a:off x="7687952" y="7299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3" name="Shape 5681"/>
          <p:cNvSpPr/>
          <p:nvPr/>
        </p:nvSpPr>
        <p:spPr>
          <a:xfrm>
            <a:off x="7683593" y="7353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4" name="Shape 5682"/>
          <p:cNvSpPr/>
          <p:nvPr/>
        </p:nvSpPr>
        <p:spPr>
          <a:xfrm>
            <a:off x="7876485" y="7135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5" name="Shape 5683"/>
          <p:cNvSpPr/>
          <p:nvPr/>
        </p:nvSpPr>
        <p:spPr>
          <a:xfrm>
            <a:off x="7869455" y="73254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6" name="Shape 5684"/>
          <p:cNvSpPr/>
          <p:nvPr/>
        </p:nvSpPr>
        <p:spPr>
          <a:xfrm>
            <a:off x="7623667" y="7354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7" name="Shape 5685"/>
          <p:cNvSpPr/>
          <p:nvPr/>
        </p:nvSpPr>
        <p:spPr>
          <a:xfrm>
            <a:off x="7824273" y="7266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8" name="Shape 5686"/>
          <p:cNvSpPr/>
          <p:nvPr/>
        </p:nvSpPr>
        <p:spPr>
          <a:xfrm>
            <a:off x="7754953" y="6979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9" name="Shape 5687"/>
          <p:cNvSpPr/>
          <p:nvPr/>
        </p:nvSpPr>
        <p:spPr>
          <a:xfrm>
            <a:off x="7660762" y="72050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0" name="Shape 5688"/>
          <p:cNvSpPr/>
          <p:nvPr/>
        </p:nvSpPr>
        <p:spPr>
          <a:xfrm>
            <a:off x="7570817" y="7221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1" name="Shape 5689"/>
          <p:cNvSpPr/>
          <p:nvPr/>
        </p:nvSpPr>
        <p:spPr>
          <a:xfrm>
            <a:off x="7718229" y="7285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2" name="Shape 5690"/>
          <p:cNvSpPr/>
          <p:nvPr/>
        </p:nvSpPr>
        <p:spPr>
          <a:xfrm>
            <a:off x="7713271" y="7343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3" name="Shape 5691"/>
          <p:cNvSpPr/>
          <p:nvPr/>
        </p:nvSpPr>
        <p:spPr>
          <a:xfrm>
            <a:off x="7672057" y="7169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4" name="Shape 5692"/>
          <p:cNvSpPr/>
          <p:nvPr/>
        </p:nvSpPr>
        <p:spPr>
          <a:xfrm>
            <a:off x="7607068" y="7334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5" name="Shape 5693"/>
          <p:cNvSpPr/>
          <p:nvPr/>
        </p:nvSpPr>
        <p:spPr>
          <a:xfrm>
            <a:off x="7864918" y="7352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6" name="Shape 5694"/>
          <p:cNvSpPr/>
          <p:nvPr/>
        </p:nvSpPr>
        <p:spPr>
          <a:xfrm>
            <a:off x="7874268" y="7365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7" name="Shape 5695"/>
          <p:cNvSpPr/>
          <p:nvPr/>
        </p:nvSpPr>
        <p:spPr>
          <a:xfrm>
            <a:off x="7510686" y="6849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8" name="Shape 5696"/>
          <p:cNvSpPr/>
          <p:nvPr/>
        </p:nvSpPr>
        <p:spPr>
          <a:xfrm>
            <a:off x="7793026" y="7162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9" name="Shape 5697"/>
          <p:cNvSpPr/>
          <p:nvPr/>
        </p:nvSpPr>
        <p:spPr>
          <a:xfrm>
            <a:off x="7699429" y="75148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0" name="Shape 5698"/>
          <p:cNvSpPr/>
          <p:nvPr/>
        </p:nvSpPr>
        <p:spPr>
          <a:xfrm>
            <a:off x="7503243" y="7547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1" name="Shape 5699"/>
          <p:cNvSpPr/>
          <p:nvPr/>
        </p:nvSpPr>
        <p:spPr>
          <a:xfrm>
            <a:off x="7452904" y="7563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2" name="Shape 5700"/>
          <p:cNvSpPr/>
          <p:nvPr/>
        </p:nvSpPr>
        <p:spPr>
          <a:xfrm>
            <a:off x="7854663" y="7306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3" name="Shape 5701"/>
          <p:cNvSpPr/>
          <p:nvPr/>
        </p:nvSpPr>
        <p:spPr>
          <a:xfrm>
            <a:off x="7562036" y="7482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4" name="Shape 5702"/>
          <p:cNvSpPr/>
          <p:nvPr/>
        </p:nvSpPr>
        <p:spPr>
          <a:xfrm>
            <a:off x="7836657" y="7221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5" name="Shape 5703"/>
          <p:cNvSpPr/>
          <p:nvPr/>
        </p:nvSpPr>
        <p:spPr>
          <a:xfrm>
            <a:off x="7552486" y="7479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6" name="Shape 5704"/>
          <p:cNvSpPr/>
          <p:nvPr/>
        </p:nvSpPr>
        <p:spPr>
          <a:xfrm>
            <a:off x="7764729" y="7197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7" name="Shape 5705"/>
          <p:cNvSpPr/>
          <p:nvPr/>
        </p:nvSpPr>
        <p:spPr>
          <a:xfrm>
            <a:off x="7812749" y="7207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8" name="Shape 5706"/>
          <p:cNvSpPr/>
          <p:nvPr/>
        </p:nvSpPr>
        <p:spPr>
          <a:xfrm>
            <a:off x="7854475" y="7482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9" name="Shape 5707"/>
          <p:cNvSpPr/>
          <p:nvPr/>
        </p:nvSpPr>
        <p:spPr>
          <a:xfrm>
            <a:off x="7497607" y="7340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0" name="Shape 5708"/>
          <p:cNvSpPr/>
          <p:nvPr/>
        </p:nvSpPr>
        <p:spPr>
          <a:xfrm>
            <a:off x="7710574" y="7272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1" name="Shape 5709"/>
          <p:cNvSpPr/>
          <p:nvPr/>
        </p:nvSpPr>
        <p:spPr>
          <a:xfrm>
            <a:off x="7587886" y="7184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2" name="Shape 5710"/>
          <p:cNvSpPr/>
          <p:nvPr/>
        </p:nvSpPr>
        <p:spPr>
          <a:xfrm>
            <a:off x="7609713" y="7201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3" name="Shape 5711"/>
          <p:cNvSpPr/>
          <p:nvPr/>
        </p:nvSpPr>
        <p:spPr>
          <a:xfrm>
            <a:off x="7580192" y="7667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4" name="Shape 5712"/>
          <p:cNvSpPr/>
          <p:nvPr/>
        </p:nvSpPr>
        <p:spPr>
          <a:xfrm>
            <a:off x="7726417" y="7681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5" name="Shape 5713"/>
          <p:cNvSpPr/>
          <p:nvPr/>
        </p:nvSpPr>
        <p:spPr>
          <a:xfrm>
            <a:off x="7803045" y="7420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6" name="Shape 5714"/>
          <p:cNvSpPr/>
          <p:nvPr/>
        </p:nvSpPr>
        <p:spPr>
          <a:xfrm>
            <a:off x="7591090" y="74619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7" name="Shape 5715"/>
          <p:cNvSpPr/>
          <p:nvPr/>
        </p:nvSpPr>
        <p:spPr>
          <a:xfrm>
            <a:off x="7839353" y="7337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8" name="Shape 5716"/>
          <p:cNvSpPr/>
          <p:nvPr/>
        </p:nvSpPr>
        <p:spPr>
          <a:xfrm>
            <a:off x="7459224" y="74441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9" name="Shape 5717"/>
          <p:cNvSpPr/>
          <p:nvPr/>
        </p:nvSpPr>
        <p:spPr>
          <a:xfrm>
            <a:off x="7860492" y="7387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0" name="Shape 5718"/>
          <p:cNvSpPr/>
          <p:nvPr/>
        </p:nvSpPr>
        <p:spPr>
          <a:xfrm>
            <a:off x="7509623" y="7888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1" name="Shape 5719"/>
          <p:cNvSpPr/>
          <p:nvPr/>
        </p:nvSpPr>
        <p:spPr>
          <a:xfrm>
            <a:off x="7711255" y="7914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2" name="Shape 5720"/>
          <p:cNvSpPr/>
          <p:nvPr/>
        </p:nvSpPr>
        <p:spPr>
          <a:xfrm>
            <a:off x="7453270" y="7896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3" name="Shape 5721"/>
          <p:cNvSpPr/>
          <p:nvPr/>
        </p:nvSpPr>
        <p:spPr>
          <a:xfrm>
            <a:off x="7556507" y="7677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4" name="Shape 5722"/>
          <p:cNvSpPr/>
          <p:nvPr/>
        </p:nvSpPr>
        <p:spPr>
          <a:xfrm>
            <a:off x="7707605" y="79064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5" name="Shape 5723"/>
          <p:cNvSpPr/>
          <p:nvPr/>
        </p:nvSpPr>
        <p:spPr>
          <a:xfrm>
            <a:off x="7546914" y="7758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6" name="Shape 5724"/>
          <p:cNvSpPr/>
          <p:nvPr/>
        </p:nvSpPr>
        <p:spPr>
          <a:xfrm>
            <a:off x="7753768" y="7785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7" name="Shape 5725"/>
          <p:cNvSpPr/>
          <p:nvPr/>
        </p:nvSpPr>
        <p:spPr>
          <a:xfrm>
            <a:off x="7672688" y="7865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8" name="Shape 5726"/>
          <p:cNvSpPr/>
          <p:nvPr/>
        </p:nvSpPr>
        <p:spPr>
          <a:xfrm>
            <a:off x="7733580" y="7701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9" name="Shape 5727"/>
          <p:cNvSpPr/>
          <p:nvPr/>
        </p:nvSpPr>
        <p:spPr>
          <a:xfrm>
            <a:off x="7537019" y="7849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0" name="Shape 5728"/>
          <p:cNvSpPr/>
          <p:nvPr/>
        </p:nvSpPr>
        <p:spPr>
          <a:xfrm>
            <a:off x="7580228" y="7796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1" name="Shape 5729"/>
          <p:cNvSpPr/>
          <p:nvPr/>
        </p:nvSpPr>
        <p:spPr>
          <a:xfrm>
            <a:off x="7664571" y="7862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2" name="Shape 5730"/>
          <p:cNvSpPr/>
          <p:nvPr/>
        </p:nvSpPr>
        <p:spPr>
          <a:xfrm>
            <a:off x="7560625" y="72574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3" name="Shape 5731"/>
          <p:cNvSpPr/>
          <p:nvPr/>
        </p:nvSpPr>
        <p:spPr>
          <a:xfrm>
            <a:off x="7616716" y="7592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4" name="Shape 5732"/>
          <p:cNvSpPr/>
          <p:nvPr/>
        </p:nvSpPr>
        <p:spPr>
          <a:xfrm>
            <a:off x="7808567" y="7491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5" name="Shape 5733"/>
          <p:cNvSpPr/>
          <p:nvPr/>
        </p:nvSpPr>
        <p:spPr>
          <a:xfrm>
            <a:off x="7729435" y="7491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6" name="Shape 5734"/>
          <p:cNvSpPr/>
          <p:nvPr/>
        </p:nvSpPr>
        <p:spPr>
          <a:xfrm>
            <a:off x="7723285" y="7230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7" name="Shape 5735"/>
          <p:cNvSpPr/>
          <p:nvPr/>
        </p:nvSpPr>
        <p:spPr>
          <a:xfrm>
            <a:off x="7823367" y="70012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8" name="Shape 5736"/>
          <p:cNvSpPr/>
          <p:nvPr/>
        </p:nvSpPr>
        <p:spPr>
          <a:xfrm>
            <a:off x="7725648" y="74967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9" name="Shape 5737"/>
          <p:cNvSpPr/>
          <p:nvPr/>
        </p:nvSpPr>
        <p:spPr>
          <a:xfrm>
            <a:off x="7646043" y="7302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0" name="Shape 5738"/>
          <p:cNvSpPr/>
          <p:nvPr/>
        </p:nvSpPr>
        <p:spPr>
          <a:xfrm>
            <a:off x="7841630" y="71058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1" name="Shape 5739"/>
          <p:cNvSpPr/>
          <p:nvPr/>
        </p:nvSpPr>
        <p:spPr>
          <a:xfrm>
            <a:off x="7505152" y="7504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2" name="Shape 5740"/>
          <p:cNvSpPr/>
          <p:nvPr/>
        </p:nvSpPr>
        <p:spPr>
          <a:xfrm>
            <a:off x="7814374" y="7515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3" name="Shape 5741"/>
          <p:cNvSpPr/>
          <p:nvPr/>
        </p:nvSpPr>
        <p:spPr>
          <a:xfrm>
            <a:off x="7706621" y="7303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4" name="Shape 5742"/>
          <p:cNvSpPr/>
          <p:nvPr/>
        </p:nvSpPr>
        <p:spPr>
          <a:xfrm>
            <a:off x="7674631" y="6964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5" name="Shape 5743"/>
          <p:cNvSpPr/>
          <p:nvPr/>
        </p:nvSpPr>
        <p:spPr>
          <a:xfrm>
            <a:off x="7551417" y="7280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6" name="Shape 5744"/>
          <p:cNvSpPr/>
          <p:nvPr/>
        </p:nvSpPr>
        <p:spPr>
          <a:xfrm>
            <a:off x="7477361" y="7270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7" name="Shape 5745"/>
          <p:cNvSpPr/>
          <p:nvPr/>
        </p:nvSpPr>
        <p:spPr>
          <a:xfrm>
            <a:off x="7829447" y="7260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8" name="Shape 5746"/>
          <p:cNvSpPr/>
          <p:nvPr/>
        </p:nvSpPr>
        <p:spPr>
          <a:xfrm>
            <a:off x="7801515" y="7401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9" name="Shape 5747"/>
          <p:cNvSpPr/>
          <p:nvPr/>
        </p:nvSpPr>
        <p:spPr>
          <a:xfrm>
            <a:off x="7523740" y="7694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0" name="Shape 5748"/>
          <p:cNvSpPr/>
          <p:nvPr/>
        </p:nvSpPr>
        <p:spPr>
          <a:xfrm>
            <a:off x="7496472" y="7268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1" name="Shape 5749"/>
          <p:cNvSpPr/>
          <p:nvPr/>
        </p:nvSpPr>
        <p:spPr>
          <a:xfrm>
            <a:off x="7633443" y="7796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2" name="Shape 5750"/>
          <p:cNvSpPr/>
          <p:nvPr/>
        </p:nvSpPr>
        <p:spPr>
          <a:xfrm>
            <a:off x="7805813" y="7798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3" name="Shape 5751"/>
          <p:cNvSpPr/>
          <p:nvPr/>
        </p:nvSpPr>
        <p:spPr>
          <a:xfrm>
            <a:off x="7483212" y="7499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4" name="Shape 5752"/>
          <p:cNvSpPr/>
          <p:nvPr/>
        </p:nvSpPr>
        <p:spPr>
          <a:xfrm>
            <a:off x="7864213" y="7441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5" name="Shape 5753"/>
          <p:cNvSpPr/>
          <p:nvPr/>
        </p:nvSpPr>
        <p:spPr>
          <a:xfrm>
            <a:off x="7713379" y="7390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6" name="Shape 5754"/>
          <p:cNvSpPr/>
          <p:nvPr/>
        </p:nvSpPr>
        <p:spPr>
          <a:xfrm>
            <a:off x="7709456" y="7710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7" name="Shape 5755"/>
          <p:cNvSpPr/>
          <p:nvPr/>
        </p:nvSpPr>
        <p:spPr>
          <a:xfrm>
            <a:off x="7448847" y="7697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8" name="Shape 5756"/>
          <p:cNvSpPr/>
          <p:nvPr/>
        </p:nvSpPr>
        <p:spPr>
          <a:xfrm>
            <a:off x="7560038" y="7713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9" name="Shape 5757"/>
          <p:cNvSpPr/>
          <p:nvPr/>
        </p:nvSpPr>
        <p:spPr>
          <a:xfrm>
            <a:off x="7617559" y="7777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0" name="Shape 5758"/>
          <p:cNvSpPr/>
          <p:nvPr/>
        </p:nvSpPr>
        <p:spPr>
          <a:xfrm>
            <a:off x="7504918" y="7385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1" name="Shape 5759"/>
          <p:cNvSpPr/>
          <p:nvPr/>
        </p:nvSpPr>
        <p:spPr>
          <a:xfrm>
            <a:off x="7513658" y="7549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2" name="Shape 5760"/>
          <p:cNvSpPr/>
          <p:nvPr/>
        </p:nvSpPr>
        <p:spPr>
          <a:xfrm>
            <a:off x="7532029" y="7835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3" name="Shape 5761"/>
          <p:cNvSpPr/>
          <p:nvPr/>
        </p:nvSpPr>
        <p:spPr>
          <a:xfrm>
            <a:off x="7686782" y="7765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4" name="Shape 5762"/>
          <p:cNvSpPr/>
          <p:nvPr/>
        </p:nvSpPr>
        <p:spPr>
          <a:xfrm>
            <a:off x="7805490" y="77729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5" name="Shape 5763"/>
          <p:cNvSpPr/>
          <p:nvPr/>
        </p:nvSpPr>
        <p:spPr>
          <a:xfrm>
            <a:off x="7630401" y="7941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6" name="Shape 5764"/>
          <p:cNvSpPr/>
          <p:nvPr/>
        </p:nvSpPr>
        <p:spPr>
          <a:xfrm>
            <a:off x="7870399" y="7647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7" name="Shape 5765"/>
          <p:cNvSpPr/>
          <p:nvPr/>
        </p:nvSpPr>
        <p:spPr>
          <a:xfrm>
            <a:off x="7606021" y="6640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8" name="Shape 5766"/>
          <p:cNvSpPr/>
          <p:nvPr/>
        </p:nvSpPr>
        <p:spPr>
          <a:xfrm>
            <a:off x="7739457" y="6611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9" name="Shape 5767"/>
          <p:cNvSpPr/>
          <p:nvPr/>
        </p:nvSpPr>
        <p:spPr>
          <a:xfrm>
            <a:off x="7572301" y="7563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0" name="Shape 5768"/>
          <p:cNvSpPr/>
          <p:nvPr/>
        </p:nvSpPr>
        <p:spPr>
          <a:xfrm>
            <a:off x="7545828" y="7323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1" name="Shape 5769"/>
          <p:cNvSpPr/>
          <p:nvPr/>
        </p:nvSpPr>
        <p:spPr>
          <a:xfrm>
            <a:off x="7448343" y="7181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2" name="Shape 5770"/>
          <p:cNvSpPr/>
          <p:nvPr/>
        </p:nvSpPr>
        <p:spPr>
          <a:xfrm>
            <a:off x="7811728" y="6618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3" name="Shape 5771"/>
          <p:cNvSpPr/>
          <p:nvPr/>
        </p:nvSpPr>
        <p:spPr>
          <a:xfrm>
            <a:off x="7566773" y="7305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4" name="Shape 5772"/>
          <p:cNvSpPr/>
          <p:nvPr/>
        </p:nvSpPr>
        <p:spPr>
          <a:xfrm>
            <a:off x="7614614" y="72798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5" name="Shape 5773"/>
          <p:cNvSpPr/>
          <p:nvPr/>
        </p:nvSpPr>
        <p:spPr>
          <a:xfrm>
            <a:off x="7874239" y="7094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6" name="Shape 5774"/>
          <p:cNvSpPr/>
          <p:nvPr/>
        </p:nvSpPr>
        <p:spPr>
          <a:xfrm>
            <a:off x="7723309" y="7168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7" name="Shape 5775"/>
          <p:cNvSpPr/>
          <p:nvPr/>
        </p:nvSpPr>
        <p:spPr>
          <a:xfrm>
            <a:off x="7795067" y="7115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8" name="Shape 5776"/>
          <p:cNvSpPr/>
          <p:nvPr/>
        </p:nvSpPr>
        <p:spPr>
          <a:xfrm>
            <a:off x="7724240" y="73925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9" name="Shape 5777"/>
          <p:cNvSpPr/>
          <p:nvPr/>
        </p:nvSpPr>
        <p:spPr>
          <a:xfrm>
            <a:off x="7513416" y="7403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0" name="Shape 5778"/>
          <p:cNvSpPr/>
          <p:nvPr/>
        </p:nvSpPr>
        <p:spPr>
          <a:xfrm>
            <a:off x="7734678" y="7152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1" name="Shape 5779"/>
          <p:cNvSpPr/>
          <p:nvPr/>
        </p:nvSpPr>
        <p:spPr>
          <a:xfrm>
            <a:off x="7602604" y="71773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2" name="Shape 5780"/>
          <p:cNvSpPr/>
          <p:nvPr/>
        </p:nvSpPr>
        <p:spPr>
          <a:xfrm>
            <a:off x="7559049" y="7358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3" name="Shape 5781"/>
          <p:cNvSpPr/>
          <p:nvPr/>
        </p:nvSpPr>
        <p:spPr>
          <a:xfrm>
            <a:off x="7751167" y="7503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4" name="Shape 5782"/>
          <p:cNvSpPr/>
          <p:nvPr/>
        </p:nvSpPr>
        <p:spPr>
          <a:xfrm>
            <a:off x="7709583" y="7815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5" name="Shape 5783"/>
          <p:cNvSpPr/>
          <p:nvPr/>
        </p:nvSpPr>
        <p:spPr>
          <a:xfrm>
            <a:off x="7504911" y="7600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6" name="Shape 5784"/>
          <p:cNvSpPr/>
          <p:nvPr/>
        </p:nvSpPr>
        <p:spPr>
          <a:xfrm>
            <a:off x="7574125" y="7520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7" name="Shape 5785"/>
          <p:cNvSpPr/>
          <p:nvPr/>
        </p:nvSpPr>
        <p:spPr>
          <a:xfrm>
            <a:off x="7533403" y="7693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8" name="Shape 5786"/>
          <p:cNvSpPr/>
          <p:nvPr/>
        </p:nvSpPr>
        <p:spPr>
          <a:xfrm>
            <a:off x="7751573" y="7633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9" name="Shape 5787"/>
          <p:cNvSpPr/>
          <p:nvPr/>
        </p:nvSpPr>
        <p:spPr>
          <a:xfrm>
            <a:off x="7669191" y="76088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0" name="Shape 5788"/>
          <p:cNvSpPr/>
          <p:nvPr/>
        </p:nvSpPr>
        <p:spPr>
          <a:xfrm>
            <a:off x="7544058" y="7578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1" name="Shape 5789"/>
          <p:cNvSpPr/>
          <p:nvPr/>
        </p:nvSpPr>
        <p:spPr>
          <a:xfrm>
            <a:off x="7701273" y="76720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2" name="Shape 5790"/>
          <p:cNvSpPr/>
          <p:nvPr/>
        </p:nvSpPr>
        <p:spPr>
          <a:xfrm>
            <a:off x="7506203" y="7723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3" name="Shape 5791"/>
          <p:cNvSpPr/>
          <p:nvPr/>
        </p:nvSpPr>
        <p:spPr>
          <a:xfrm>
            <a:off x="7697193" y="7684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4" name="Shape 5792"/>
          <p:cNvSpPr/>
          <p:nvPr/>
        </p:nvSpPr>
        <p:spPr>
          <a:xfrm>
            <a:off x="7675838" y="7820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5" name="Shape 5793"/>
          <p:cNvSpPr/>
          <p:nvPr/>
        </p:nvSpPr>
        <p:spPr>
          <a:xfrm>
            <a:off x="7672602" y="7309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6" name="Shape 5794"/>
          <p:cNvSpPr/>
          <p:nvPr/>
        </p:nvSpPr>
        <p:spPr>
          <a:xfrm>
            <a:off x="7499043" y="7490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7" name="Shape 5795"/>
          <p:cNvSpPr/>
          <p:nvPr/>
        </p:nvSpPr>
        <p:spPr>
          <a:xfrm>
            <a:off x="7729670" y="7251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8" name="Shape 5796"/>
          <p:cNvSpPr/>
          <p:nvPr/>
        </p:nvSpPr>
        <p:spPr>
          <a:xfrm>
            <a:off x="7523950" y="7155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9" name="Shape 5797"/>
          <p:cNvSpPr/>
          <p:nvPr/>
        </p:nvSpPr>
        <p:spPr>
          <a:xfrm>
            <a:off x="7857451" y="7091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0" name="Shape 5798"/>
          <p:cNvSpPr/>
          <p:nvPr/>
        </p:nvSpPr>
        <p:spPr>
          <a:xfrm>
            <a:off x="7528188" y="7491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1" name="Shape 5799"/>
          <p:cNvSpPr/>
          <p:nvPr/>
        </p:nvSpPr>
        <p:spPr>
          <a:xfrm>
            <a:off x="7767766" y="7633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2" name="Shape 5800"/>
          <p:cNvSpPr/>
          <p:nvPr/>
        </p:nvSpPr>
        <p:spPr>
          <a:xfrm>
            <a:off x="7778535" y="7194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3" name="Shape 5801"/>
          <p:cNvSpPr/>
          <p:nvPr/>
        </p:nvSpPr>
        <p:spPr>
          <a:xfrm>
            <a:off x="7749819" y="7181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4" name="Shape 5802"/>
          <p:cNvSpPr/>
          <p:nvPr/>
        </p:nvSpPr>
        <p:spPr>
          <a:xfrm>
            <a:off x="7467923" y="7539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5" name="Shape 5803"/>
          <p:cNvSpPr/>
          <p:nvPr/>
        </p:nvSpPr>
        <p:spPr>
          <a:xfrm>
            <a:off x="7624211" y="7410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6" name="Shape 5804"/>
          <p:cNvSpPr/>
          <p:nvPr/>
        </p:nvSpPr>
        <p:spPr>
          <a:xfrm>
            <a:off x="7708243" y="7528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7" name="Shape 5805"/>
          <p:cNvSpPr/>
          <p:nvPr/>
        </p:nvSpPr>
        <p:spPr>
          <a:xfrm>
            <a:off x="7695552" y="7089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8" name="Shape 5806"/>
          <p:cNvSpPr/>
          <p:nvPr/>
        </p:nvSpPr>
        <p:spPr>
          <a:xfrm>
            <a:off x="7763935" y="7498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9" name="Shape 5807"/>
          <p:cNvSpPr/>
          <p:nvPr/>
        </p:nvSpPr>
        <p:spPr>
          <a:xfrm>
            <a:off x="7500917" y="7209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0" name="Shape 5808"/>
          <p:cNvSpPr/>
          <p:nvPr/>
        </p:nvSpPr>
        <p:spPr>
          <a:xfrm>
            <a:off x="7681685" y="7144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1" name="Shape 5809"/>
          <p:cNvSpPr/>
          <p:nvPr/>
        </p:nvSpPr>
        <p:spPr>
          <a:xfrm>
            <a:off x="7455054" y="72434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2" name="Shape 5810"/>
          <p:cNvSpPr/>
          <p:nvPr/>
        </p:nvSpPr>
        <p:spPr>
          <a:xfrm>
            <a:off x="7860713" y="7500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3" name="Shape 5811"/>
          <p:cNvSpPr/>
          <p:nvPr/>
        </p:nvSpPr>
        <p:spPr>
          <a:xfrm>
            <a:off x="7588585" y="7583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4" name="Shape 5812"/>
          <p:cNvSpPr/>
          <p:nvPr/>
        </p:nvSpPr>
        <p:spPr>
          <a:xfrm>
            <a:off x="7634950" y="7327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5" name="Shape 5813"/>
          <p:cNvSpPr/>
          <p:nvPr/>
        </p:nvSpPr>
        <p:spPr>
          <a:xfrm>
            <a:off x="7721036" y="7160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6" name="Shape 5814"/>
          <p:cNvSpPr/>
          <p:nvPr/>
        </p:nvSpPr>
        <p:spPr>
          <a:xfrm>
            <a:off x="7619089" y="74082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7" name="Shape 5815"/>
          <p:cNvSpPr/>
          <p:nvPr/>
        </p:nvSpPr>
        <p:spPr>
          <a:xfrm>
            <a:off x="7485481" y="7183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8" name="Shape 5816"/>
          <p:cNvSpPr/>
          <p:nvPr/>
        </p:nvSpPr>
        <p:spPr>
          <a:xfrm>
            <a:off x="7791086" y="74134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9" name="Shape 5817"/>
          <p:cNvSpPr/>
          <p:nvPr/>
        </p:nvSpPr>
        <p:spPr>
          <a:xfrm>
            <a:off x="7857663" y="7252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0" name="Shape 5818"/>
          <p:cNvSpPr/>
          <p:nvPr/>
        </p:nvSpPr>
        <p:spPr>
          <a:xfrm>
            <a:off x="7487483" y="7395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1" name="Shape 5819"/>
          <p:cNvSpPr/>
          <p:nvPr/>
        </p:nvSpPr>
        <p:spPr>
          <a:xfrm>
            <a:off x="7622309" y="7106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2" name="Shape 5820"/>
          <p:cNvSpPr/>
          <p:nvPr/>
        </p:nvSpPr>
        <p:spPr>
          <a:xfrm>
            <a:off x="7798902" y="6811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3" name="Shape 5821"/>
          <p:cNvSpPr/>
          <p:nvPr/>
        </p:nvSpPr>
        <p:spPr>
          <a:xfrm>
            <a:off x="7842672" y="7492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4" name="Shape 5822"/>
          <p:cNvSpPr/>
          <p:nvPr/>
        </p:nvSpPr>
        <p:spPr>
          <a:xfrm>
            <a:off x="7614497" y="7351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5" name="Shape 5823"/>
          <p:cNvSpPr/>
          <p:nvPr/>
        </p:nvSpPr>
        <p:spPr>
          <a:xfrm>
            <a:off x="7630826" y="7459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6" name="Shape 5824"/>
          <p:cNvSpPr/>
          <p:nvPr/>
        </p:nvSpPr>
        <p:spPr>
          <a:xfrm>
            <a:off x="7577499" y="7584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7" name="Shape 5825"/>
          <p:cNvSpPr/>
          <p:nvPr/>
        </p:nvSpPr>
        <p:spPr>
          <a:xfrm>
            <a:off x="7512088" y="7808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8" name="Shape 5826"/>
          <p:cNvSpPr/>
          <p:nvPr/>
        </p:nvSpPr>
        <p:spPr>
          <a:xfrm>
            <a:off x="7597987" y="7696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9" name="Shape 5827"/>
          <p:cNvSpPr/>
          <p:nvPr/>
        </p:nvSpPr>
        <p:spPr>
          <a:xfrm>
            <a:off x="7675523" y="7515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0" name="Shape 5828"/>
          <p:cNvSpPr/>
          <p:nvPr/>
        </p:nvSpPr>
        <p:spPr>
          <a:xfrm>
            <a:off x="7671680" y="7056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1" name="Shape 5829"/>
          <p:cNvSpPr/>
          <p:nvPr/>
        </p:nvSpPr>
        <p:spPr>
          <a:xfrm>
            <a:off x="7718789" y="7514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2" name="Shape 5830"/>
          <p:cNvSpPr/>
          <p:nvPr/>
        </p:nvSpPr>
        <p:spPr>
          <a:xfrm>
            <a:off x="7492449" y="7626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3" name="Shape 5831"/>
          <p:cNvSpPr/>
          <p:nvPr/>
        </p:nvSpPr>
        <p:spPr>
          <a:xfrm>
            <a:off x="7680158" y="7587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4" name="Shape 5832"/>
          <p:cNvSpPr/>
          <p:nvPr/>
        </p:nvSpPr>
        <p:spPr>
          <a:xfrm>
            <a:off x="7760656" y="7592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5" name="Shape 5833"/>
          <p:cNvSpPr/>
          <p:nvPr/>
        </p:nvSpPr>
        <p:spPr>
          <a:xfrm>
            <a:off x="7473043" y="7786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6" name="Shape 5834"/>
          <p:cNvSpPr/>
          <p:nvPr/>
        </p:nvSpPr>
        <p:spPr>
          <a:xfrm>
            <a:off x="7774833" y="7353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7" name="Shape 5835"/>
          <p:cNvSpPr/>
          <p:nvPr/>
        </p:nvSpPr>
        <p:spPr>
          <a:xfrm>
            <a:off x="7816612" y="7278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8" name="Shape 5836"/>
          <p:cNvSpPr/>
          <p:nvPr/>
        </p:nvSpPr>
        <p:spPr>
          <a:xfrm>
            <a:off x="7649382" y="7325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9" name="Shape 5837"/>
          <p:cNvSpPr/>
          <p:nvPr/>
        </p:nvSpPr>
        <p:spPr>
          <a:xfrm>
            <a:off x="7502731" y="7453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0" name="Shape 5838"/>
          <p:cNvSpPr/>
          <p:nvPr/>
        </p:nvSpPr>
        <p:spPr>
          <a:xfrm>
            <a:off x="7834257" y="7483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1" name="Shape 5839"/>
          <p:cNvSpPr/>
          <p:nvPr/>
        </p:nvSpPr>
        <p:spPr>
          <a:xfrm>
            <a:off x="7741649" y="7570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2" name="Shape 5840"/>
          <p:cNvSpPr/>
          <p:nvPr/>
        </p:nvSpPr>
        <p:spPr>
          <a:xfrm>
            <a:off x="7699784" y="7453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3" name="Shape 5841"/>
          <p:cNvSpPr/>
          <p:nvPr/>
        </p:nvSpPr>
        <p:spPr>
          <a:xfrm>
            <a:off x="7751155" y="7633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4" name="Shape 5842"/>
          <p:cNvSpPr/>
          <p:nvPr/>
        </p:nvSpPr>
        <p:spPr>
          <a:xfrm>
            <a:off x="7650290" y="7294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5" name="Shape 5843"/>
          <p:cNvSpPr/>
          <p:nvPr/>
        </p:nvSpPr>
        <p:spPr>
          <a:xfrm>
            <a:off x="7713666" y="7416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6" name="Shape 5844"/>
          <p:cNvSpPr/>
          <p:nvPr/>
        </p:nvSpPr>
        <p:spPr>
          <a:xfrm>
            <a:off x="7504616" y="7391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7" name="Shape 5845"/>
          <p:cNvSpPr/>
          <p:nvPr/>
        </p:nvSpPr>
        <p:spPr>
          <a:xfrm>
            <a:off x="7577794" y="7464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8" name="Shape 5846"/>
          <p:cNvSpPr/>
          <p:nvPr/>
        </p:nvSpPr>
        <p:spPr>
          <a:xfrm>
            <a:off x="7449999" y="56261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9" name="Shape 5847"/>
          <p:cNvSpPr/>
          <p:nvPr/>
        </p:nvSpPr>
        <p:spPr>
          <a:xfrm>
            <a:off x="7748839" y="76428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0" name="Shape 5848"/>
          <p:cNvSpPr/>
          <p:nvPr/>
        </p:nvSpPr>
        <p:spPr>
          <a:xfrm>
            <a:off x="7822081" y="75865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1" name="Shape 5849"/>
          <p:cNvSpPr/>
          <p:nvPr/>
        </p:nvSpPr>
        <p:spPr>
          <a:xfrm>
            <a:off x="7806289" y="7270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2" name="Shape 5850"/>
          <p:cNvSpPr/>
          <p:nvPr/>
        </p:nvSpPr>
        <p:spPr>
          <a:xfrm>
            <a:off x="7515859" y="7100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3" name="Shape 5851"/>
          <p:cNvSpPr/>
          <p:nvPr/>
        </p:nvSpPr>
        <p:spPr>
          <a:xfrm>
            <a:off x="7582010" y="7074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4" name="Shape 5852"/>
          <p:cNvSpPr/>
          <p:nvPr/>
        </p:nvSpPr>
        <p:spPr>
          <a:xfrm>
            <a:off x="7573559" y="7266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5" name="Shape 5853"/>
          <p:cNvSpPr/>
          <p:nvPr/>
        </p:nvSpPr>
        <p:spPr>
          <a:xfrm>
            <a:off x="7567667" y="6983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6" name="Shape 5854"/>
          <p:cNvSpPr/>
          <p:nvPr/>
        </p:nvSpPr>
        <p:spPr>
          <a:xfrm>
            <a:off x="7769189" y="72619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7" name="Shape 5855"/>
          <p:cNvSpPr/>
          <p:nvPr/>
        </p:nvSpPr>
        <p:spPr>
          <a:xfrm>
            <a:off x="7756110" y="7061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8" name="Shape 5856"/>
          <p:cNvSpPr/>
          <p:nvPr/>
        </p:nvSpPr>
        <p:spPr>
          <a:xfrm>
            <a:off x="7836160" y="7067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9" name="Shape 5857"/>
          <p:cNvSpPr/>
          <p:nvPr/>
        </p:nvSpPr>
        <p:spPr>
          <a:xfrm>
            <a:off x="7693886" y="6836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0" name="Shape 5858"/>
          <p:cNvSpPr/>
          <p:nvPr/>
        </p:nvSpPr>
        <p:spPr>
          <a:xfrm>
            <a:off x="7854973" y="6946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1" name="Shape 5859"/>
          <p:cNvSpPr/>
          <p:nvPr/>
        </p:nvSpPr>
        <p:spPr>
          <a:xfrm>
            <a:off x="7607243" y="70866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2" name="Shape 5860"/>
          <p:cNvSpPr/>
          <p:nvPr/>
        </p:nvSpPr>
        <p:spPr>
          <a:xfrm>
            <a:off x="7632313" y="69443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3" name="Shape 5861"/>
          <p:cNvSpPr/>
          <p:nvPr/>
        </p:nvSpPr>
        <p:spPr>
          <a:xfrm>
            <a:off x="7640692" y="71151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4" name="Shape 5862"/>
          <p:cNvSpPr/>
          <p:nvPr/>
        </p:nvSpPr>
        <p:spPr>
          <a:xfrm>
            <a:off x="7644734" y="6940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5" name="Shape 5863"/>
          <p:cNvSpPr/>
          <p:nvPr/>
        </p:nvSpPr>
        <p:spPr>
          <a:xfrm>
            <a:off x="7593000" y="7321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6" name="Shape 5864"/>
          <p:cNvSpPr/>
          <p:nvPr/>
        </p:nvSpPr>
        <p:spPr>
          <a:xfrm>
            <a:off x="7534996" y="69319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7" name="Shape 5865"/>
          <p:cNvSpPr/>
          <p:nvPr/>
        </p:nvSpPr>
        <p:spPr>
          <a:xfrm>
            <a:off x="7625074" y="69610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8" name="Shape 5866"/>
          <p:cNvSpPr/>
          <p:nvPr/>
        </p:nvSpPr>
        <p:spPr>
          <a:xfrm>
            <a:off x="7772986" y="6979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9" name="Shape 5867"/>
          <p:cNvSpPr/>
          <p:nvPr/>
        </p:nvSpPr>
        <p:spPr>
          <a:xfrm>
            <a:off x="7552999" y="7227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0" name="Shape 5868"/>
          <p:cNvSpPr/>
          <p:nvPr/>
        </p:nvSpPr>
        <p:spPr>
          <a:xfrm>
            <a:off x="7770861" y="6947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1" name="Shape 5869"/>
          <p:cNvSpPr/>
          <p:nvPr/>
        </p:nvSpPr>
        <p:spPr>
          <a:xfrm>
            <a:off x="7655200" y="7379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2" name="Shape 5870"/>
          <p:cNvSpPr/>
          <p:nvPr/>
        </p:nvSpPr>
        <p:spPr>
          <a:xfrm>
            <a:off x="7684713" y="6964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3" name="Shape 5871"/>
          <p:cNvSpPr/>
          <p:nvPr/>
        </p:nvSpPr>
        <p:spPr>
          <a:xfrm>
            <a:off x="7876953" y="74456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4" name="Shape 5872"/>
          <p:cNvSpPr/>
          <p:nvPr/>
        </p:nvSpPr>
        <p:spPr>
          <a:xfrm>
            <a:off x="7733245" y="7733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5" name="Shape 5873"/>
          <p:cNvSpPr/>
          <p:nvPr/>
        </p:nvSpPr>
        <p:spPr>
          <a:xfrm>
            <a:off x="7713294" y="7545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6" name="Shape 5874"/>
          <p:cNvSpPr/>
          <p:nvPr/>
        </p:nvSpPr>
        <p:spPr>
          <a:xfrm>
            <a:off x="7800745" y="7429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7" name="Shape 5875"/>
          <p:cNvSpPr/>
          <p:nvPr/>
        </p:nvSpPr>
        <p:spPr>
          <a:xfrm>
            <a:off x="7619775" y="75299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8" name="Shape 5876"/>
          <p:cNvSpPr/>
          <p:nvPr/>
        </p:nvSpPr>
        <p:spPr>
          <a:xfrm>
            <a:off x="7696136" y="7584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9" name="Shape 5877"/>
          <p:cNvSpPr/>
          <p:nvPr/>
        </p:nvSpPr>
        <p:spPr>
          <a:xfrm>
            <a:off x="7486177" y="7405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0" name="Shape 5878"/>
          <p:cNvSpPr/>
          <p:nvPr/>
        </p:nvSpPr>
        <p:spPr>
          <a:xfrm>
            <a:off x="7708415" y="7575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1" name="Shape 5879"/>
          <p:cNvSpPr/>
          <p:nvPr/>
        </p:nvSpPr>
        <p:spPr>
          <a:xfrm>
            <a:off x="7805742" y="78996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2" name="Shape 5880"/>
          <p:cNvSpPr/>
          <p:nvPr/>
        </p:nvSpPr>
        <p:spPr>
          <a:xfrm>
            <a:off x="7753061" y="7766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3" name="Shape 5881"/>
          <p:cNvSpPr/>
          <p:nvPr/>
        </p:nvSpPr>
        <p:spPr>
          <a:xfrm>
            <a:off x="7766475" y="7808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4" name="Shape 5882"/>
          <p:cNvSpPr/>
          <p:nvPr/>
        </p:nvSpPr>
        <p:spPr>
          <a:xfrm>
            <a:off x="7758787" y="7932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5" name="Shape 5883"/>
          <p:cNvSpPr/>
          <p:nvPr/>
        </p:nvSpPr>
        <p:spPr>
          <a:xfrm>
            <a:off x="7470684" y="7307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6" name="Shape 5884"/>
          <p:cNvSpPr/>
          <p:nvPr/>
        </p:nvSpPr>
        <p:spPr>
          <a:xfrm>
            <a:off x="7573640" y="7200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7" name="Shape 5885"/>
          <p:cNvSpPr/>
          <p:nvPr/>
        </p:nvSpPr>
        <p:spPr>
          <a:xfrm>
            <a:off x="7846226" y="7220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8" name="Shape 5886"/>
          <p:cNvSpPr/>
          <p:nvPr/>
        </p:nvSpPr>
        <p:spPr>
          <a:xfrm>
            <a:off x="7691556" y="7288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9" name="Shape 5887"/>
          <p:cNvSpPr/>
          <p:nvPr/>
        </p:nvSpPr>
        <p:spPr>
          <a:xfrm>
            <a:off x="7798122" y="7358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0" name="Shape 5888"/>
          <p:cNvSpPr/>
          <p:nvPr/>
        </p:nvSpPr>
        <p:spPr>
          <a:xfrm>
            <a:off x="7574075" y="73719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1" name="Shape 5889"/>
          <p:cNvSpPr/>
          <p:nvPr/>
        </p:nvSpPr>
        <p:spPr>
          <a:xfrm>
            <a:off x="7814040" y="7284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2" name="Shape 5890"/>
          <p:cNvSpPr/>
          <p:nvPr/>
        </p:nvSpPr>
        <p:spPr>
          <a:xfrm>
            <a:off x="7774623" y="7331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3" name="Shape 5891"/>
          <p:cNvSpPr/>
          <p:nvPr/>
        </p:nvSpPr>
        <p:spPr>
          <a:xfrm>
            <a:off x="7839533" y="7367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4" name="Shape 5892"/>
          <p:cNvSpPr/>
          <p:nvPr/>
        </p:nvSpPr>
        <p:spPr>
          <a:xfrm>
            <a:off x="7510711" y="7407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5" name="Shape 5893"/>
          <p:cNvSpPr/>
          <p:nvPr/>
        </p:nvSpPr>
        <p:spPr>
          <a:xfrm>
            <a:off x="7877031" y="7287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6" name="Shape 5894"/>
          <p:cNvSpPr/>
          <p:nvPr/>
        </p:nvSpPr>
        <p:spPr>
          <a:xfrm>
            <a:off x="7712949" y="7362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7" name="Shape 5895"/>
          <p:cNvSpPr/>
          <p:nvPr/>
        </p:nvSpPr>
        <p:spPr>
          <a:xfrm>
            <a:off x="7856588" y="73850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8" name="Shape 5896"/>
          <p:cNvSpPr/>
          <p:nvPr/>
        </p:nvSpPr>
        <p:spPr>
          <a:xfrm>
            <a:off x="7802461" y="7109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9" name="Shape 5897"/>
          <p:cNvSpPr/>
          <p:nvPr/>
        </p:nvSpPr>
        <p:spPr>
          <a:xfrm>
            <a:off x="7489130" y="7654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0" name="Shape 5898"/>
          <p:cNvSpPr/>
          <p:nvPr/>
        </p:nvSpPr>
        <p:spPr>
          <a:xfrm>
            <a:off x="7702061" y="7684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1" name="Shape 5899"/>
          <p:cNvSpPr/>
          <p:nvPr/>
        </p:nvSpPr>
        <p:spPr>
          <a:xfrm>
            <a:off x="7534239" y="7314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2" name="Shape 5900"/>
          <p:cNvSpPr/>
          <p:nvPr/>
        </p:nvSpPr>
        <p:spPr>
          <a:xfrm>
            <a:off x="7569452" y="7589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3" name="Shape 5901"/>
          <p:cNvSpPr/>
          <p:nvPr/>
        </p:nvSpPr>
        <p:spPr>
          <a:xfrm>
            <a:off x="7847365" y="7698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4" name="Shape 5902"/>
          <p:cNvSpPr/>
          <p:nvPr/>
        </p:nvSpPr>
        <p:spPr>
          <a:xfrm>
            <a:off x="7492517" y="7758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5" name="Shape 5903"/>
          <p:cNvSpPr/>
          <p:nvPr/>
        </p:nvSpPr>
        <p:spPr>
          <a:xfrm>
            <a:off x="7865182" y="7309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6" name="Shape 5904"/>
          <p:cNvSpPr/>
          <p:nvPr/>
        </p:nvSpPr>
        <p:spPr>
          <a:xfrm>
            <a:off x="7509138" y="72257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7" name="Shape 5905"/>
          <p:cNvSpPr/>
          <p:nvPr/>
        </p:nvSpPr>
        <p:spPr>
          <a:xfrm>
            <a:off x="7637031" y="7351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8" name="Shape 5906"/>
          <p:cNvSpPr/>
          <p:nvPr/>
        </p:nvSpPr>
        <p:spPr>
          <a:xfrm>
            <a:off x="7744972" y="7052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9" name="Shape 5907"/>
          <p:cNvSpPr/>
          <p:nvPr/>
        </p:nvSpPr>
        <p:spPr>
          <a:xfrm>
            <a:off x="7752226" y="75476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0" name="Shape 5908"/>
          <p:cNvSpPr/>
          <p:nvPr/>
        </p:nvSpPr>
        <p:spPr>
          <a:xfrm>
            <a:off x="7458704" y="7877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1" name="Shape 5909"/>
          <p:cNvSpPr/>
          <p:nvPr/>
        </p:nvSpPr>
        <p:spPr>
          <a:xfrm>
            <a:off x="7622676" y="77301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2" name="Shape 5910"/>
          <p:cNvSpPr/>
          <p:nvPr/>
        </p:nvSpPr>
        <p:spPr>
          <a:xfrm>
            <a:off x="7786712" y="7698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3" name="Shape 5911"/>
          <p:cNvSpPr/>
          <p:nvPr/>
        </p:nvSpPr>
        <p:spPr>
          <a:xfrm>
            <a:off x="7463756" y="7712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4" name="Shape 5912"/>
          <p:cNvSpPr/>
          <p:nvPr/>
        </p:nvSpPr>
        <p:spPr>
          <a:xfrm>
            <a:off x="7830960" y="7784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5" name="Shape 5913"/>
          <p:cNvSpPr/>
          <p:nvPr/>
        </p:nvSpPr>
        <p:spPr>
          <a:xfrm>
            <a:off x="7745184" y="77080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6" name="Shape 5914"/>
          <p:cNvSpPr/>
          <p:nvPr/>
        </p:nvSpPr>
        <p:spPr>
          <a:xfrm>
            <a:off x="7539195" y="7807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7" name="Shape 5915"/>
          <p:cNvSpPr/>
          <p:nvPr/>
        </p:nvSpPr>
        <p:spPr>
          <a:xfrm>
            <a:off x="7638632" y="774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8" name="Shape 5916"/>
          <p:cNvSpPr/>
          <p:nvPr/>
        </p:nvSpPr>
        <p:spPr>
          <a:xfrm>
            <a:off x="7558193" y="7862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9" name="Shape 5917"/>
          <p:cNvSpPr/>
          <p:nvPr/>
        </p:nvSpPr>
        <p:spPr>
          <a:xfrm>
            <a:off x="7772237" y="7811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0" name="Shape 5918"/>
          <p:cNvSpPr/>
          <p:nvPr/>
        </p:nvSpPr>
        <p:spPr>
          <a:xfrm>
            <a:off x="7751180" y="7851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1" name="Shape 5919"/>
          <p:cNvSpPr/>
          <p:nvPr/>
        </p:nvSpPr>
        <p:spPr>
          <a:xfrm>
            <a:off x="7512152" y="7868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2" name="Shape 5920"/>
          <p:cNvSpPr/>
          <p:nvPr/>
        </p:nvSpPr>
        <p:spPr>
          <a:xfrm>
            <a:off x="7537153" y="7188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3" name="Shape 5921"/>
          <p:cNvSpPr/>
          <p:nvPr/>
        </p:nvSpPr>
        <p:spPr>
          <a:xfrm>
            <a:off x="7658440" y="7749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4" name="Shape 5922"/>
          <p:cNvSpPr/>
          <p:nvPr/>
        </p:nvSpPr>
        <p:spPr>
          <a:xfrm>
            <a:off x="7656658" y="7456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5" name="Shape 5923"/>
          <p:cNvSpPr/>
          <p:nvPr/>
        </p:nvSpPr>
        <p:spPr>
          <a:xfrm>
            <a:off x="7682173" y="7403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6" name="Shape 5924"/>
          <p:cNvSpPr/>
          <p:nvPr/>
        </p:nvSpPr>
        <p:spPr>
          <a:xfrm>
            <a:off x="7484178" y="7435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7" name="Shape 5925"/>
          <p:cNvSpPr/>
          <p:nvPr/>
        </p:nvSpPr>
        <p:spPr>
          <a:xfrm>
            <a:off x="7456347" y="7361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8" name="Shape 5926"/>
          <p:cNvSpPr/>
          <p:nvPr/>
        </p:nvSpPr>
        <p:spPr>
          <a:xfrm>
            <a:off x="7572323" y="7412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9" name="Shape 5927"/>
          <p:cNvSpPr/>
          <p:nvPr/>
        </p:nvSpPr>
        <p:spPr>
          <a:xfrm>
            <a:off x="7615374" y="7424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30" name="Shape 5928"/>
          <p:cNvSpPr/>
          <p:nvPr/>
        </p:nvSpPr>
        <p:spPr>
          <a:xfrm>
            <a:off x="7664389" y="7442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31" name="Shape 5929"/>
          <p:cNvSpPr/>
          <p:nvPr/>
        </p:nvSpPr>
        <p:spPr>
          <a:xfrm>
            <a:off x="7775737" y="7360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32" name="Shape 5930"/>
          <p:cNvSpPr/>
          <p:nvPr/>
        </p:nvSpPr>
        <p:spPr>
          <a:xfrm>
            <a:off x="7683500" y="7005219"/>
            <a:ext cx="127" cy="863281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933" name="Shape 5931"/>
          <p:cNvSpPr/>
          <p:nvPr/>
        </p:nvSpPr>
        <p:spPr>
          <a:xfrm>
            <a:off x="7569200" y="7868500"/>
            <a:ext cx="228600" cy="127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934" name="Shape 5932"/>
          <p:cNvSpPr/>
          <p:nvPr/>
        </p:nvSpPr>
        <p:spPr>
          <a:xfrm>
            <a:off x="7569200" y="7005219"/>
            <a:ext cx="228600" cy="127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935" name="Shape 5933"/>
          <p:cNvSpPr/>
          <p:nvPr/>
        </p:nvSpPr>
        <p:spPr>
          <a:xfrm>
            <a:off x="7518400" y="7297770"/>
            <a:ext cx="330200" cy="371810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5936" name="Shape 5934"/>
          <p:cNvSpPr/>
          <p:nvPr/>
        </p:nvSpPr>
        <p:spPr>
          <a:xfrm>
            <a:off x="7518400" y="7502062"/>
            <a:ext cx="330200" cy="127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5937" name="Shape 5935"/>
          <p:cNvSpPr/>
          <p:nvPr/>
        </p:nvSpPr>
        <p:spPr>
          <a:xfrm>
            <a:off x="8532892" y="7504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38" name="Shape 5936"/>
          <p:cNvSpPr/>
          <p:nvPr/>
        </p:nvSpPr>
        <p:spPr>
          <a:xfrm>
            <a:off x="8489944" y="7412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39" name="Shape 5937"/>
          <p:cNvSpPr/>
          <p:nvPr/>
        </p:nvSpPr>
        <p:spPr>
          <a:xfrm>
            <a:off x="8241958" y="7466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0" name="Shape 5938"/>
          <p:cNvSpPr/>
          <p:nvPr/>
        </p:nvSpPr>
        <p:spPr>
          <a:xfrm>
            <a:off x="8459874" y="7491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1" name="Shape 5939"/>
          <p:cNvSpPr/>
          <p:nvPr/>
        </p:nvSpPr>
        <p:spPr>
          <a:xfrm>
            <a:off x="8124740" y="7343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2" name="Shape 5940"/>
          <p:cNvSpPr/>
          <p:nvPr/>
        </p:nvSpPr>
        <p:spPr>
          <a:xfrm>
            <a:off x="8323556" y="7455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3" name="Shape 5941"/>
          <p:cNvSpPr/>
          <p:nvPr/>
        </p:nvSpPr>
        <p:spPr>
          <a:xfrm>
            <a:off x="8293448" y="75539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4" name="Shape 5942"/>
          <p:cNvSpPr/>
          <p:nvPr/>
        </p:nvSpPr>
        <p:spPr>
          <a:xfrm>
            <a:off x="8348425" y="7477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5" name="Shape 5943"/>
          <p:cNvSpPr/>
          <p:nvPr/>
        </p:nvSpPr>
        <p:spPr>
          <a:xfrm>
            <a:off x="8327588" y="7406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6" name="Shape 5944"/>
          <p:cNvSpPr/>
          <p:nvPr/>
        </p:nvSpPr>
        <p:spPr>
          <a:xfrm>
            <a:off x="8537466" y="7462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7" name="Shape 5945"/>
          <p:cNvSpPr/>
          <p:nvPr/>
        </p:nvSpPr>
        <p:spPr>
          <a:xfrm>
            <a:off x="8338570" y="7588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8" name="Shape 5946"/>
          <p:cNvSpPr/>
          <p:nvPr/>
        </p:nvSpPr>
        <p:spPr>
          <a:xfrm>
            <a:off x="8483117" y="7413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9" name="Shape 5947"/>
          <p:cNvSpPr/>
          <p:nvPr/>
        </p:nvSpPr>
        <p:spPr>
          <a:xfrm>
            <a:off x="8324513" y="7436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0" name="Shape 5948"/>
          <p:cNvSpPr/>
          <p:nvPr/>
        </p:nvSpPr>
        <p:spPr>
          <a:xfrm>
            <a:off x="8526236" y="7422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1" name="Shape 5949"/>
          <p:cNvSpPr/>
          <p:nvPr/>
        </p:nvSpPr>
        <p:spPr>
          <a:xfrm>
            <a:off x="8164828" y="7303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2" name="Shape 5950"/>
          <p:cNvSpPr/>
          <p:nvPr/>
        </p:nvSpPr>
        <p:spPr>
          <a:xfrm>
            <a:off x="8156481" y="7503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3" name="Shape 5951"/>
          <p:cNvSpPr/>
          <p:nvPr/>
        </p:nvSpPr>
        <p:spPr>
          <a:xfrm>
            <a:off x="8182188" y="7405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4" name="Shape 5952"/>
          <p:cNvSpPr/>
          <p:nvPr/>
        </p:nvSpPr>
        <p:spPr>
          <a:xfrm>
            <a:off x="8271988" y="76036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5" name="Shape 5953"/>
          <p:cNvSpPr/>
          <p:nvPr/>
        </p:nvSpPr>
        <p:spPr>
          <a:xfrm>
            <a:off x="8173561" y="7516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6" name="Shape 5954"/>
          <p:cNvSpPr/>
          <p:nvPr/>
        </p:nvSpPr>
        <p:spPr>
          <a:xfrm>
            <a:off x="8483363" y="74339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7" name="Shape 5955"/>
          <p:cNvSpPr/>
          <p:nvPr/>
        </p:nvSpPr>
        <p:spPr>
          <a:xfrm>
            <a:off x="8496345" y="73601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8" name="Shape 5956"/>
          <p:cNvSpPr/>
          <p:nvPr/>
        </p:nvSpPr>
        <p:spPr>
          <a:xfrm>
            <a:off x="8182252" y="7448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9" name="Shape 5957"/>
          <p:cNvSpPr/>
          <p:nvPr/>
        </p:nvSpPr>
        <p:spPr>
          <a:xfrm>
            <a:off x="8287115" y="7476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0" name="Shape 5958"/>
          <p:cNvSpPr/>
          <p:nvPr/>
        </p:nvSpPr>
        <p:spPr>
          <a:xfrm>
            <a:off x="8156880" y="7416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1" name="Shape 5959"/>
          <p:cNvSpPr/>
          <p:nvPr/>
        </p:nvSpPr>
        <p:spPr>
          <a:xfrm>
            <a:off x="8141675" y="7467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2" name="Shape 5960"/>
          <p:cNvSpPr/>
          <p:nvPr/>
        </p:nvSpPr>
        <p:spPr>
          <a:xfrm>
            <a:off x="8309917" y="7538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3" name="Shape 5961"/>
          <p:cNvSpPr/>
          <p:nvPr/>
        </p:nvSpPr>
        <p:spPr>
          <a:xfrm>
            <a:off x="8189253" y="74666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4" name="Shape 5962"/>
          <p:cNvSpPr/>
          <p:nvPr/>
        </p:nvSpPr>
        <p:spPr>
          <a:xfrm>
            <a:off x="8506452" y="7483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5" name="Shape 5963"/>
          <p:cNvSpPr/>
          <p:nvPr/>
        </p:nvSpPr>
        <p:spPr>
          <a:xfrm>
            <a:off x="8261526" y="74388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6" name="Shape 5964"/>
          <p:cNvSpPr/>
          <p:nvPr/>
        </p:nvSpPr>
        <p:spPr>
          <a:xfrm>
            <a:off x="8226804" y="753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7" name="Shape 5965"/>
          <p:cNvSpPr/>
          <p:nvPr/>
        </p:nvSpPr>
        <p:spPr>
          <a:xfrm>
            <a:off x="8114744" y="7444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8" name="Shape 5966"/>
          <p:cNvSpPr/>
          <p:nvPr/>
        </p:nvSpPr>
        <p:spPr>
          <a:xfrm>
            <a:off x="8533653" y="7439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9" name="Shape 5967"/>
          <p:cNvSpPr/>
          <p:nvPr/>
        </p:nvSpPr>
        <p:spPr>
          <a:xfrm>
            <a:off x="8294129" y="7481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0" name="Shape 5968"/>
          <p:cNvSpPr/>
          <p:nvPr/>
        </p:nvSpPr>
        <p:spPr>
          <a:xfrm>
            <a:off x="8260787" y="74381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1" name="Shape 5969"/>
          <p:cNvSpPr/>
          <p:nvPr/>
        </p:nvSpPr>
        <p:spPr>
          <a:xfrm>
            <a:off x="8509855" y="7453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2" name="Shape 5970"/>
          <p:cNvSpPr/>
          <p:nvPr/>
        </p:nvSpPr>
        <p:spPr>
          <a:xfrm>
            <a:off x="8460794" y="7471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3" name="Shape 5971"/>
          <p:cNvSpPr/>
          <p:nvPr/>
        </p:nvSpPr>
        <p:spPr>
          <a:xfrm>
            <a:off x="8153730" y="7369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4" name="Shape 5972"/>
          <p:cNvSpPr/>
          <p:nvPr/>
        </p:nvSpPr>
        <p:spPr>
          <a:xfrm>
            <a:off x="8230511" y="7367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5" name="Shape 5973"/>
          <p:cNvSpPr/>
          <p:nvPr/>
        </p:nvSpPr>
        <p:spPr>
          <a:xfrm>
            <a:off x="8274777" y="75551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6" name="Shape 5974"/>
          <p:cNvSpPr/>
          <p:nvPr/>
        </p:nvSpPr>
        <p:spPr>
          <a:xfrm>
            <a:off x="8237829" y="7478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7" name="Shape 5975"/>
          <p:cNvSpPr/>
          <p:nvPr/>
        </p:nvSpPr>
        <p:spPr>
          <a:xfrm>
            <a:off x="8394529" y="7536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8" name="Shape 5976"/>
          <p:cNvSpPr/>
          <p:nvPr/>
        </p:nvSpPr>
        <p:spPr>
          <a:xfrm>
            <a:off x="8273778" y="7394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9" name="Shape 5977"/>
          <p:cNvSpPr/>
          <p:nvPr/>
        </p:nvSpPr>
        <p:spPr>
          <a:xfrm>
            <a:off x="8171411" y="7471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0" name="Shape 5978"/>
          <p:cNvSpPr/>
          <p:nvPr/>
        </p:nvSpPr>
        <p:spPr>
          <a:xfrm>
            <a:off x="8194943" y="7534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1" name="Shape 5979"/>
          <p:cNvSpPr/>
          <p:nvPr/>
        </p:nvSpPr>
        <p:spPr>
          <a:xfrm>
            <a:off x="8113908" y="7487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2" name="Shape 5980"/>
          <p:cNvSpPr/>
          <p:nvPr/>
        </p:nvSpPr>
        <p:spPr>
          <a:xfrm>
            <a:off x="8319929" y="7413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3" name="Shape 5981"/>
          <p:cNvSpPr/>
          <p:nvPr/>
        </p:nvSpPr>
        <p:spPr>
          <a:xfrm>
            <a:off x="8255749" y="7476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4" name="Shape 5982"/>
          <p:cNvSpPr/>
          <p:nvPr/>
        </p:nvSpPr>
        <p:spPr>
          <a:xfrm>
            <a:off x="8110499" y="7497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5" name="Shape 5983"/>
          <p:cNvSpPr/>
          <p:nvPr/>
        </p:nvSpPr>
        <p:spPr>
          <a:xfrm>
            <a:off x="8319115" y="7468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6" name="Shape 5984"/>
          <p:cNvSpPr/>
          <p:nvPr/>
        </p:nvSpPr>
        <p:spPr>
          <a:xfrm>
            <a:off x="8330303" y="7448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7" name="Shape 5985"/>
          <p:cNvSpPr/>
          <p:nvPr/>
        </p:nvSpPr>
        <p:spPr>
          <a:xfrm>
            <a:off x="8238403" y="7598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8" name="Shape 5986"/>
          <p:cNvSpPr/>
          <p:nvPr/>
        </p:nvSpPr>
        <p:spPr>
          <a:xfrm>
            <a:off x="8224233" y="74607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9" name="Shape 5987"/>
          <p:cNvSpPr/>
          <p:nvPr/>
        </p:nvSpPr>
        <p:spPr>
          <a:xfrm>
            <a:off x="8380626" y="76953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0" name="Shape 5988"/>
          <p:cNvSpPr/>
          <p:nvPr/>
        </p:nvSpPr>
        <p:spPr>
          <a:xfrm>
            <a:off x="8140196" y="73572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1" name="Shape 5989"/>
          <p:cNvSpPr/>
          <p:nvPr/>
        </p:nvSpPr>
        <p:spPr>
          <a:xfrm>
            <a:off x="8254501" y="7509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2" name="Shape 5990"/>
          <p:cNvSpPr/>
          <p:nvPr/>
        </p:nvSpPr>
        <p:spPr>
          <a:xfrm>
            <a:off x="8466947" y="7556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3" name="Shape 5991"/>
          <p:cNvSpPr/>
          <p:nvPr/>
        </p:nvSpPr>
        <p:spPr>
          <a:xfrm>
            <a:off x="8352488" y="74567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4" name="Shape 5992"/>
          <p:cNvSpPr/>
          <p:nvPr/>
        </p:nvSpPr>
        <p:spPr>
          <a:xfrm>
            <a:off x="8414684" y="7528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5" name="Shape 5993"/>
          <p:cNvSpPr/>
          <p:nvPr/>
        </p:nvSpPr>
        <p:spPr>
          <a:xfrm>
            <a:off x="8292755" y="7487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6" name="Shape 5994"/>
          <p:cNvSpPr/>
          <p:nvPr/>
        </p:nvSpPr>
        <p:spPr>
          <a:xfrm>
            <a:off x="8492613" y="7434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7" name="Shape 5995"/>
          <p:cNvSpPr/>
          <p:nvPr/>
        </p:nvSpPr>
        <p:spPr>
          <a:xfrm>
            <a:off x="8173533" y="7446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8" name="Shape 5996"/>
          <p:cNvSpPr/>
          <p:nvPr/>
        </p:nvSpPr>
        <p:spPr>
          <a:xfrm>
            <a:off x="8320331" y="7505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9" name="Shape 5997"/>
          <p:cNvSpPr/>
          <p:nvPr/>
        </p:nvSpPr>
        <p:spPr>
          <a:xfrm>
            <a:off x="8387308" y="75370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0" name="Shape 5998"/>
          <p:cNvSpPr/>
          <p:nvPr/>
        </p:nvSpPr>
        <p:spPr>
          <a:xfrm>
            <a:off x="8139842" y="7476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1" name="Shape 5999"/>
          <p:cNvSpPr/>
          <p:nvPr/>
        </p:nvSpPr>
        <p:spPr>
          <a:xfrm>
            <a:off x="8317117" y="7380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2" name="Shape 6000"/>
          <p:cNvSpPr/>
          <p:nvPr/>
        </p:nvSpPr>
        <p:spPr>
          <a:xfrm>
            <a:off x="8245320" y="75888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3" name="Shape 6001"/>
          <p:cNvSpPr/>
          <p:nvPr/>
        </p:nvSpPr>
        <p:spPr>
          <a:xfrm>
            <a:off x="8116891" y="74601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4" name="Shape 6002"/>
          <p:cNvSpPr/>
          <p:nvPr/>
        </p:nvSpPr>
        <p:spPr>
          <a:xfrm>
            <a:off x="8385320" y="74618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5" name="Shape 6003"/>
          <p:cNvSpPr/>
          <p:nvPr/>
        </p:nvSpPr>
        <p:spPr>
          <a:xfrm>
            <a:off x="8394741" y="7466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6" name="Shape 6004"/>
          <p:cNvSpPr/>
          <p:nvPr/>
        </p:nvSpPr>
        <p:spPr>
          <a:xfrm>
            <a:off x="8223231" y="7485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7" name="Shape 6005"/>
          <p:cNvSpPr/>
          <p:nvPr/>
        </p:nvSpPr>
        <p:spPr>
          <a:xfrm>
            <a:off x="8321513" y="7501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8" name="Shape 6006"/>
          <p:cNvSpPr/>
          <p:nvPr/>
        </p:nvSpPr>
        <p:spPr>
          <a:xfrm>
            <a:off x="8484727" y="7467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9" name="Shape 6007"/>
          <p:cNvSpPr/>
          <p:nvPr/>
        </p:nvSpPr>
        <p:spPr>
          <a:xfrm>
            <a:off x="8351258" y="7532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0" name="Shape 6008"/>
          <p:cNvSpPr/>
          <p:nvPr/>
        </p:nvSpPr>
        <p:spPr>
          <a:xfrm>
            <a:off x="8302056" y="7450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1" name="Shape 6009"/>
          <p:cNvSpPr/>
          <p:nvPr/>
        </p:nvSpPr>
        <p:spPr>
          <a:xfrm>
            <a:off x="8164895" y="7549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2" name="Shape 6010"/>
          <p:cNvSpPr/>
          <p:nvPr/>
        </p:nvSpPr>
        <p:spPr>
          <a:xfrm>
            <a:off x="8331704" y="7517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3" name="Shape 6011"/>
          <p:cNvSpPr/>
          <p:nvPr/>
        </p:nvSpPr>
        <p:spPr>
          <a:xfrm>
            <a:off x="8429758" y="7442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4" name="Shape 6012"/>
          <p:cNvSpPr/>
          <p:nvPr/>
        </p:nvSpPr>
        <p:spPr>
          <a:xfrm>
            <a:off x="8277006" y="7492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5" name="Shape 6013"/>
          <p:cNvSpPr/>
          <p:nvPr/>
        </p:nvSpPr>
        <p:spPr>
          <a:xfrm>
            <a:off x="8505836" y="7261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6" name="Shape 6014"/>
          <p:cNvSpPr/>
          <p:nvPr/>
        </p:nvSpPr>
        <p:spPr>
          <a:xfrm>
            <a:off x="8345477" y="75259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7" name="Shape 6015"/>
          <p:cNvSpPr/>
          <p:nvPr/>
        </p:nvSpPr>
        <p:spPr>
          <a:xfrm>
            <a:off x="8137641" y="7518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8" name="Shape 6016"/>
          <p:cNvSpPr/>
          <p:nvPr/>
        </p:nvSpPr>
        <p:spPr>
          <a:xfrm>
            <a:off x="8272068" y="75921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9" name="Shape 6017"/>
          <p:cNvSpPr/>
          <p:nvPr/>
        </p:nvSpPr>
        <p:spPr>
          <a:xfrm>
            <a:off x="8419022" y="7503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0" name="Shape 6018"/>
          <p:cNvSpPr/>
          <p:nvPr/>
        </p:nvSpPr>
        <p:spPr>
          <a:xfrm>
            <a:off x="8499949" y="7546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1" name="Shape 6019"/>
          <p:cNvSpPr/>
          <p:nvPr/>
        </p:nvSpPr>
        <p:spPr>
          <a:xfrm>
            <a:off x="8249053" y="7539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2" name="Shape 6020"/>
          <p:cNvSpPr/>
          <p:nvPr/>
        </p:nvSpPr>
        <p:spPr>
          <a:xfrm>
            <a:off x="8495106" y="7499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3" name="Shape 6021"/>
          <p:cNvSpPr/>
          <p:nvPr/>
        </p:nvSpPr>
        <p:spPr>
          <a:xfrm>
            <a:off x="8252037" y="7619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4" name="Shape 6022"/>
          <p:cNvSpPr/>
          <p:nvPr/>
        </p:nvSpPr>
        <p:spPr>
          <a:xfrm>
            <a:off x="8368485" y="7677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5" name="Shape 6023"/>
          <p:cNvSpPr/>
          <p:nvPr/>
        </p:nvSpPr>
        <p:spPr>
          <a:xfrm>
            <a:off x="8520959" y="7601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6" name="Shape 6024"/>
          <p:cNvSpPr/>
          <p:nvPr/>
        </p:nvSpPr>
        <p:spPr>
          <a:xfrm>
            <a:off x="8129317" y="7873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7" name="Shape 6025"/>
          <p:cNvSpPr/>
          <p:nvPr/>
        </p:nvSpPr>
        <p:spPr>
          <a:xfrm>
            <a:off x="8129511" y="7685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8" name="Shape 6026"/>
          <p:cNvSpPr/>
          <p:nvPr/>
        </p:nvSpPr>
        <p:spPr>
          <a:xfrm>
            <a:off x="8517008" y="7694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9" name="Shape 6027"/>
          <p:cNvSpPr/>
          <p:nvPr/>
        </p:nvSpPr>
        <p:spPr>
          <a:xfrm>
            <a:off x="8218621" y="7645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0" name="Shape 6028"/>
          <p:cNvSpPr/>
          <p:nvPr/>
        </p:nvSpPr>
        <p:spPr>
          <a:xfrm>
            <a:off x="8355271" y="7800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1" name="Shape 6029"/>
          <p:cNvSpPr/>
          <p:nvPr/>
        </p:nvSpPr>
        <p:spPr>
          <a:xfrm>
            <a:off x="8109553" y="7725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2" name="Shape 6030"/>
          <p:cNvSpPr/>
          <p:nvPr/>
        </p:nvSpPr>
        <p:spPr>
          <a:xfrm>
            <a:off x="8344007" y="7796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3" name="Shape 6031"/>
          <p:cNvSpPr/>
          <p:nvPr/>
        </p:nvSpPr>
        <p:spPr>
          <a:xfrm>
            <a:off x="8303900" y="7676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4" name="Shape 6032"/>
          <p:cNvSpPr/>
          <p:nvPr/>
        </p:nvSpPr>
        <p:spPr>
          <a:xfrm>
            <a:off x="8464226" y="74795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5" name="Shape 6033"/>
          <p:cNvSpPr/>
          <p:nvPr/>
        </p:nvSpPr>
        <p:spPr>
          <a:xfrm>
            <a:off x="8444528" y="74791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6" name="Shape 6034"/>
          <p:cNvSpPr/>
          <p:nvPr/>
        </p:nvSpPr>
        <p:spPr>
          <a:xfrm>
            <a:off x="8134489" y="7460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7" name="Shape 6035"/>
          <p:cNvSpPr/>
          <p:nvPr/>
        </p:nvSpPr>
        <p:spPr>
          <a:xfrm>
            <a:off x="8232413" y="6855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8" name="Shape 6036"/>
          <p:cNvSpPr/>
          <p:nvPr/>
        </p:nvSpPr>
        <p:spPr>
          <a:xfrm>
            <a:off x="8297440" y="7181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9" name="Shape 6037"/>
          <p:cNvSpPr/>
          <p:nvPr/>
        </p:nvSpPr>
        <p:spPr>
          <a:xfrm>
            <a:off x="8490330" y="76543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0" name="Shape 6038"/>
          <p:cNvSpPr/>
          <p:nvPr/>
        </p:nvSpPr>
        <p:spPr>
          <a:xfrm>
            <a:off x="8490319" y="73285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1" name="Shape 6039"/>
          <p:cNvSpPr/>
          <p:nvPr/>
        </p:nvSpPr>
        <p:spPr>
          <a:xfrm>
            <a:off x="8142926" y="7697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2" name="Shape 6040"/>
          <p:cNvSpPr/>
          <p:nvPr/>
        </p:nvSpPr>
        <p:spPr>
          <a:xfrm>
            <a:off x="8302070" y="73576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3" name="Shape 6041"/>
          <p:cNvSpPr/>
          <p:nvPr/>
        </p:nvSpPr>
        <p:spPr>
          <a:xfrm>
            <a:off x="8371772" y="7177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4" name="Shape 6042"/>
          <p:cNvSpPr/>
          <p:nvPr/>
        </p:nvSpPr>
        <p:spPr>
          <a:xfrm>
            <a:off x="8418228" y="7237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5" name="Shape 6043"/>
          <p:cNvSpPr/>
          <p:nvPr/>
        </p:nvSpPr>
        <p:spPr>
          <a:xfrm>
            <a:off x="8324467" y="7347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6" name="Shape 6044"/>
          <p:cNvSpPr/>
          <p:nvPr/>
        </p:nvSpPr>
        <p:spPr>
          <a:xfrm>
            <a:off x="8252324" y="7216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7" name="Shape 6045"/>
          <p:cNvSpPr/>
          <p:nvPr/>
        </p:nvSpPr>
        <p:spPr>
          <a:xfrm>
            <a:off x="8520594" y="7678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8" name="Shape 6046"/>
          <p:cNvSpPr/>
          <p:nvPr/>
        </p:nvSpPr>
        <p:spPr>
          <a:xfrm>
            <a:off x="8413498" y="7433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9" name="Shape 6047"/>
          <p:cNvSpPr/>
          <p:nvPr/>
        </p:nvSpPr>
        <p:spPr>
          <a:xfrm>
            <a:off x="8423728" y="6836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0" name="Shape 6048"/>
          <p:cNvSpPr/>
          <p:nvPr/>
        </p:nvSpPr>
        <p:spPr>
          <a:xfrm>
            <a:off x="8440151" y="7600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1" name="Shape 6049"/>
          <p:cNvSpPr/>
          <p:nvPr/>
        </p:nvSpPr>
        <p:spPr>
          <a:xfrm>
            <a:off x="8127932" y="73400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2" name="Shape 6050"/>
          <p:cNvSpPr/>
          <p:nvPr/>
        </p:nvSpPr>
        <p:spPr>
          <a:xfrm>
            <a:off x="8439064" y="7458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3" name="Shape 6051"/>
          <p:cNvSpPr/>
          <p:nvPr/>
        </p:nvSpPr>
        <p:spPr>
          <a:xfrm>
            <a:off x="8394146" y="7676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4" name="Shape 6052"/>
          <p:cNvSpPr/>
          <p:nvPr/>
        </p:nvSpPr>
        <p:spPr>
          <a:xfrm>
            <a:off x="8346445" y="76664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5" name="Shape 6053"/>
          <p:cNvSpPr/>
          <p:nvPr/>
        </p:nvSpPr>
        <p:spPr>
          <a:xfrm>
            <a:off x="8531500" y="72674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6" name="Shape 6054"/>
          <p:cNvSpPr/>
          <p:nvPr/>
        </p:nvSpPr>
        <p:spPr>
          <a:xfrm>
            <a:off x="8132077" y="72891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7" name="Shape 6055"/>
          <p:cNvSpPr/>
          <p:nvPr/>
        </p:nvSpPr>
        <p:spPr>
          <a:xfrm>
            <a:off x="8531861" y="7432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8" name="Shape 6056"/>
          <p:cNvSpPr/>
          <p:nvPr/>
        </p:nvSpPr>
        <p:spPr>
          <a:xfrm>
            <a:off x="8274966" y="7326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9" name="Shape 6057"/>
          <p:cNvSpPr/>
          <p:nvPr/>
        </p:nvSpPr>
        <p:spPr>
          <a:xfrm>
            <a:off x="8272470" y="72748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0" name="Shape 6058"/>
          <p:cNvSpPr/>
          <p:nvPr/>
        </p:nvSpPr>
        <p:spPr>
          <a:xfrm>
            <a:off x="8388166" y="7203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1" name="Shape 6059"/>
          <p:cNvSpPr/>
          <p:nvPr/>
        </p:nvSpPr>
        <p:spPr>
          <a:xfrm>
            <a:off x="8322229" y="7434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2" name="Shape 6060"/>
          <p:cNvSpPr/>
          <p:nvPr/>
        </p:nvSpPr>
        <p:spPr>
          <a:xfrm>
            <a:off x="8449966" y="7185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3" name="Shape 6061"/>
          <p:cNvSpPr/>
          <p:nvPr/>
        </p:nvSpPr>
        <p:spPr>
          <a:xfrm>
            <a:off x="8481114" y="77170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4" name="Shape 6062"/>
          <p:cNvSpPr/>
          <p:nvPr/>
        </p:nvSpPr>
        <p:spPr>
          <a:xfrm>
            <a:off x="8246834" y="7643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5" name="Shape 6063"/>
          <p:cNvSpPr/>
          <p:nvPr/>
        </p:nvSpPr>
        <p:spPr>
          <a:xfrm>
            <a:off x="8192194" y="69141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6" name="Shape 6064"/>
          <p:cNvSpPr/>
          <p:nvPr/>
        </p:nvSpPr>
        <p:spPr>
          <a:xfrm>
            <a:off x="8296398" y="7081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7" name="Shape 6065"/>
          <p:cNvSpPr/>
          <p:nvPr/>
        </p:nvSpPr>
        <p:spPr>
          <a:xfrm>
            <a:off x="8318273" y="7282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8" name="Shape 6066"/>
          <p:cNvSpPr/>
          <p:nvPr/>
        </p:nvSpPr>
        <p:spPr>
          <a:xfrm>
            <a:off x="8400418" y="7160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9" name="Shape 6067"/>
          <p:cNvSpPr/>
          <p:nvPr/>
        </p:nvSpPr>
        <p:spPr>
          <a:xfrm>
            <a:off x="8122168" y="7269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0" name="Shape 6068"/>
          <p:cNvSpPr/>
          <p:nvPr/>
        </p:nvSpPr>
        <p:spPr>
          <a:xfrm>
            <a:off x="8424110" y="71196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1" name="Shape 6069"/>
          <p:cNvSpPr/>
          <p:nvPr/>
        </p:nvSpPr>
        <p:spPr>
          <a:xfrm>
            <a:off x="8420430" y="7230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2" name="Shape 6070"/>
          <p:cNvSpPr/>
          <p:nvPr/>
        </p:nvSpPr>
        <p:spPr>
          <a:xfrm>
            <a:off x="8368167" y="7302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3" name="Shape 6071"/>
          <p:cNvSpPr/>
          <p:nvPr/>
        </p:nvSpPr>
        <p:spPr>
          <a:xfrm>
            <a:off x="8512549" y="7184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4" name="Shape 6072"/>
          <p:cNvSpPr/>
          <p:nvPr/>
        </p:nvSpPr>
        <p:spPr>
          <a:xfrm>
            <a:off x="8173442" y="73211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5" name="Shape 6073"/>
          <p:cNvSpPr/>
          <p:nvPr/>
        </p:nvSpPr>
        <p:spPr>
          <a:xfrm>
            <a:off x="8321106" y="7285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6" name="Shape 6074"/>
          <p:cNvSpPr/>
          <p:nvPr/>
        </p:nvSpPr>
        <p:spPr>
          <a:xfrm>
            <a:off x="8138975" y="728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7" name="Shape 6075"/>
          <p:cNvSpPr/>
          <p:nvPr/>
        </p:nvSpPr>
        <p:spPr>
          <a:xfrm>
            <a:off x="8425692" y="7268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8" name="Shape 6076"/>
          <p:cNvSpPr/>
          <p:nvPr/>
        </p:nvSpPr>
        <p:spPr>
          <a:xfrm>
            <a:off x="8483912" y="7366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9" name="Shape 6077"/>
          <p:cNvSpPr/>
          <p:nvPr/>
        </p:nvSpPr>
        <p:spPr>
          <a:xfrm>
            <a:off x="8255239" y="7092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0" name="Shape 6078"/>
          <p:cNvSpPr/>
          <p:nvPr/>
        </p:nvSpPr>
        <p:spPr>
          <a:xfrm>
            <a:off x="8226449" y="73259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1" name="Shape 6079"/>
          <p:cNvSpPr/>
          <p:nvPr/>
        </p:nvSpPr>
        <p:spPr>
          <a:xfrm>
            <a:off x="8241719" y="72356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2" name="Shape 6080"/>
          <p:cNvSpPr/>
          <p:nvPr/>
        </p:nvSpPr>
        <p:spPr>
          <a:xfrm>
            <a:off x="8261905" y="7114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3" name="Shape 6081"/>
          <p:cNvSpPr/>
          <p:nvPr/>
        </p:nvSpPr>
        <p:spPr>
          <a:xfrm>
            <a:off x="8295568" y="7461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4" name="Shape 6082"/>
          <p:cNvSpPr/>
          <p:nvPr/>
        </p:nvSpPr>
        <p:spPr>
          <a:xfrm>
            <a:off x="8176312" y="7405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5" name="Shape 6083"/>
          <p:cNvSpPr/>
          <p:nvPr/>
        </p:nvSpPr>
        <p:spPr>
          <a:xfrm>
            <a:off x="8273033" y="7357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6" name="Shape 6084"/>
          <p:cNvSpPr/>
          <p:nvPr/>
        </p:nvSpPr>
        <p:spPr>
          <a:xfrm>
            <a:off x="8246649" y="71698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7" name="Shape 6085"/>
          <p:cNvSpPr/>
          <p:nvPr/>
        </p:nvSpPr>
        <p:spPr>
          <a:xfrm>
            <a:off x="8407349" y="7322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8" name="Shape 6086"/>
          <p:cNvSpPr/>
          <p:nvPr/>
        </p:nvSpPr>
        <p:spPr>
          <a:xfrm>
            <a:off x="8189672" y="7083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9" name="Shape 6087"/>
          <p:cNvSpPr/>
          <p:nvPr/>
        </p:nvSpPr>
        <p:spPr>
          <a:xfrm>
            <a:off x="8301639" y="72717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0" name="Shape 6088"/>
          <p:cNvSpPr/>
          <p:nvPr/>
        </p:nvSpPr>
        <p:spPr>
          <a:xfrm>
            <a:off x="8456673" y="7266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1" name="Shape 6089"/>
          <p:cNvSpPr/>
          <p:nvPr/>
        </p:nvSpPr>
        <p:spPr>
          <a:xfrm>
            <a:off x="8387183" y="72737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2" name="Shape 6090"/>
          <p:cNvSpPr/>
          <p:nvPr/>
        </p:nvSpPr>
        <p:spPr>
          <a:xfrm>
            <a:off x="8480084" y="6963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3" name="Shape 6091"/>
          <p:cNvSpPr/>
          <p:nvPr/>
        </p:nvSpPr>
        <p:spPr>
          <a:xfrm>
            <a:off x="8172036" y="7098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4" name="Shape 6092"/>
          <p:cNvSpPr/>
          <p:nvPr/>
        </p:nvSpPr>
        <p:spPr>
          <a:xfrm>
            <a:off x="8301887" y="7307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5" name="Shape 6093"/>
          <p:cNvSpPr/>
          <p:nvPr/>
        </p:nvSpPr>
        <p:spPr>
          <a:xfrm>
            <a:off x="8232034" y="7440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6" name="Shape 6094"/>
          <p:cNvSpPr/>
          <p:nvPr/>
        </p:nvSpPr>
        <p:spPr>
          <a:xfrm>
            <a:off x="8364197" y="7204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7" name="Shape 6095"/>
          <p:cNvSpPr/>
          <p:nvPr/>
        </p:nvSpPr>
        <p:spPr>
          <a:xfrm>
            <a:off x="8531838" y="72369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8" name="Shape 6096"/>
          <p:cNvSpPr/>
          <p:nvPr/>
        </p:nvSpPr>
        <p:spPr>
          <a:xfrm>
            <a:off x="8516407" y="7276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9" name="Shape 6097"/>
          <p:cNvSpPr/>
          <p:nvPr/>
        </p:nvSpPr>
        <p:spPr>
          <a:xfrm>
            <a:off x="8251109" y="6852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0" name="Shape 6098"/>
          <p:cNvSpPr/>
          <p:nvPr/>
        </p:nvSpPr>
        <p:spPr>
          <a:xfrm>
            <a:off x="8185543" y="7236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1" name="Shape 6099"/>
          <p:cNvSpPr/>
          <p:nvPr/>
        </p:nvSpPr>
        <p:spPr>
          <a:xfrm>
            <a:off x="8221102" y="7321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2" name="Shape 6100"/>
          <p:cNvSpPr/>
          <p:nvPr/>
        </p:nvSpPr>
        <p:spPr>
          <a:xfrm>
            <a:off x="8219493" y="7164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3" name="Shape 6101"/>
          <p:cNvSpPr/>
          <p:nvPr/>
        </p:nvSpPr>
        <p:spPr>
          <a:xfrm>
            <a:off x="8230545" y="7304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4" name="Shape 6102"/>
          <p:cNvSpPr/>
          <p:nvPr/>
        </p:nvSpPr>
        <p:spPr>
          <a:xfrm>
            <a:off x="8281437" y="7133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5" name="Shape 6103"/>
          <p:cNvSpPr/>
          <p:nvPr/>
        </p:nvSpPr>
        <p:spPr>
          <a:xfrm>
            <a:off x="8204416" y="7228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6" name="Shape 6104"/>
          <p:cNvSpPr/>
          <p:nvPr/>
        </p:nvSpPr>
        <p:spPr>
          <a:xfrm>
            <a:off x="8340478" y="71654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7" name="Shape 6105"/>
          <p:cNvSpPr/>
          <p:nvPr/>
        </p:nvSpPr>
        <p:spPr>
          <a:xfrm>
            <a:off x="8299527" y="7605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8" name="Shape 6106"/>
          <p:cNvSpPr/>
          <p:nvPr/>
        </p:nvSpPr>
        <p:spPr>
          <a:xfrm>
            <a:off x="8502730" y="7311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9" name="Shape 6107"/>
          <p:cNvSpPr/>
          <p:nvPr/>
        </p:nvSpPr>
        <p:spPr>
          <a:xfrm>
            <a:off x="8491447" y="72141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0" name="Shape 6108"/>
          <p:cNvSpPr/>
          <p:nvPr/>
        </p:nvSpPr>
        <p:spPr>
          <a:xfrm>
            <a:off x="8384492" y="75349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1" name="Shape 6109"/>
          <p:cNvSpPr/>
          <p:nvPr/>
        </p:nvSpPr>
        <p:spPr>
          <a:xfrm>
            <a:off x="8320896" y="7380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2" name="Shape 6110"/>
          <p:cNvSpPr/>
          <p:nvPr/>
        </p:nvSpPr>
        <p:spPr>
          <a:xfrm>
            <a:off x="8450789" y="7393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3" name="Shape 6111"/>
          <p:cNvSpPr/>
          <p:nvPr/>
        </p:nvSpPr>
        <p:spPr>
          <a:xfrm>
            <a:off x="8422648" y="6999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4" name="Shape 6112"/>
          <p:cNvSpPr/>
          <p:nvPr/>
        </p:nvSpPr>
        <p:spPr>
          <a:xfrm>
            <a:off x="8250186" y="72029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5" name="Shape 6113"/>
          <p:cNvSpPr/>
          <p:nvPr/>
        </p:nvSpPr>
        <p:spPr>
          <a:xfrm>
            <a:off x="8538306" y="7234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6" name="Shape 6114"/>
          <p:cNvSpPr/>
          <p:nvPr/>
        </p:nvSpPr>
        <p:spPr>
          <a:xfrm>
            <a:off x="8312974" y="7284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7" name="Shape 6115"/>
          <p:cNvSpPr/>
          <p:nvPr/>
        </p:nvSpPr>
        <p:spPr>
          <a:xfrm>
            <a:off x="8176791" y="7156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8" name="Shape 6116"/>
          <p:cNvSpPr/>
          <p:nvPr/>
        </p:nvSpPr>
        <p:spPr>
          <a:xfrm>
            <a:off x="8320748" y="7378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9" name="Shape 6117"/>
          <p:cNvSpPr/>
          <p:nvPr/>
        </p:nvSpPr>
        <p:spPr>
          <a:xfrm>
            <a:off x="8423543" y="7210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0" name="Shape 6118"/>
          <p:cNvSpPr/>
          <p:nvPr/>
        </p:nvSpPr>
        <p:spPr>
          <a:xfrm>
            <a:off x="8529424" y="7349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1" name="Shape 6119"/>
          <p:cNvSpPr/>
          <p:nvPr/>
        </p:nvSpPr>
        <p:spPr>
          <a:xfrm>
            <a:off x="8216246" y="69338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2" name="Shape 6120"/>
          <p:cNvSpPr/>
          <p:nvPr/>
        </p:nvSpPr>
        <p:spPr>
          <a:xfrm>
            <a:off x="8144476" y="69612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3" name="Shape 6121"/>
          <p:cNvSpPr/>
          <p:nvPr/>
        </p:nvSpPr>
        <p:spPr>
          <a:xfrm>
            <a:off x="8301460" y="7191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4" name="Shape 6122"/>
          <p:cNvSpPr/>
          <p:nvPr/>
        </p:nvSpPr>
        <p:spPr>
          <a:xfrm>
            <a:off x="8456218" y="7231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5" name="Shape 6123"/>
          <p:cNvSpPr/>
          <p:nvPr/>
        </p:nvSpPr>
        <p:spPr>
          <a:xfrm>
            <a:off x="8203548" y="6999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6" name="Shape 6124"/>
          <p:cNvSpPr/>
          <p:nvPr/>
        </p:nvSpPr>
        <p:spPr>
          <a:xfrm>
            <a:off x="8285954" y="7341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7" name="Shape 6125"/>
          <p:cNvSpPr/>
          <p:nvPr/>
        </p:nvSpPr>
        <p:spPr>
          <a:xfrm>
            <a:off x="8114146" y="71321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8" name="Shape 6126"/>
          <p:cNvSpPr/>
          <p:nvPr/>
        </p:nvSpPr>
        <p:spPr>
          <a:xfrm>
            <a:off x="8400141" y="7365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9" name="Shape 6127"/>
          <p:cNvSpPr/>
          <p:nvPr/>
        </p:nvSpPr>
        <p:spPr>
          <a:xfrm>
            <a:off x="8390775" y="7315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0" name="Shape 6128"/>
          <p:cNvSpPr/>
          <p:nvPr/>
        </p:nvSpPr>
        <p:spPr>
          <a:xfrm>
            <a:off x="8441524" y="7231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1" name="Shape 6129"/>
          <p:cNvSpPr/>
          <p:nvPr/>
        </p:nvSpPr>
        <p:spPr>
          <a:xfrm>
            <a:off x="8249206" y="72743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2" name="Shape 6130"/>
          <p:cNvSpPr/>
          <p:nvPr/>
        </p:nvSpPr>
        <p:spPr>
          <a:xfrm>
            <a:off x="8348352" y="7280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3" name="Shape 6131"/>
          <p:cNvSpPr/>
          <p:nvPr/>
        </p:nvSpPr>
        <p:spPr>
          <a:xfrm>
            <a:off x="8343993" y="7413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4" name="Shape 6132"/>
          <p:cNvSpPr/>
          <p:nvPr/>
        </p:nvSpPr>
        <p:spPr>
          <a:xfrm>
            <a:off x="8536885" y="7318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5" name="Shape 6133"/>
          <p:cNvSpPr/>
          <p:nvPr/>
        </p:nvSpPr>
        <p:spPr>
          <a:xfrm>
            <a:off x="8529855" y="7256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6" name="Shape 6134"/>
          <p:cNvSpPr/>
          <p:nvPr/>
        </p:nvSpPr>
        <p:spPr>
          <a:xfrm>
            <a:off x="8284067" y="7396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7" name="Shape 6135"/>
          <p:cNvSpPr/>
          <p:nvPr/>
        </p:nvSpPr>
        <p:spPr>
          <a:xfrm>
            <a:off x="8484673" y="7332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8" name="Shape 6136"/>
          <p:cNvSpPr/>
          <p:nvPr/>
        </p:nvSpPr>
        <p:spPr>
          <a:xfrm>
            <a:off x="8415353" y="6941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9" name="Shape 6137"/>
          <p:cNvSpPr/>
          <p:nvPr/>
        </p:nvSpPr>
        <p:spPr>
          <a:xfrm>
            <a:off x="8321162" y="7252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0" name="Shape 6138"/>
          <p:cNvSpPr/>
          <p:nvPr/>
        </p:nvSpPr>
        <p:spPr>
          <a:xfrm>
            <a:off x="8231217" y="7176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1" name="Shape 6139"/>
          <p:cNvSpPr/>
          <p:nvPr/>
        </p:nvSpPr>
        <p:spPr>
          <a:xfrm>
            <a:off x="8378629" y="72814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2" name="Shape 6140"/>
          <p:cNvSpPr/>
          <p:nvPr/>
        </p:nvSpPr>
        <p:spPr>
          <a:xfrm>
            <a:off x="8373671" y="7416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3" name="Shape 6141"/>
          <p:cNvSpPr/>
          <p:nvPr/>
        </p:nvSpPr>
        <p:spPr>
          <a:xfrm>
            <a:off x="8332457" y="7199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4" name="Shape 6142"/>
          <p:cNvSpPr/>
          <p:nvPr/>
        </p:nvSpPr>
        <p:spPr>
          <a:xfrm>
            <a:off x="8267468" y="7340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5" name="Shape 6143"/>
          <p:cNvSpPr/>
          <p:nvPr/>
        </p:nvSpPr>
        <p:spPr>
          <a:xfrm>
            <a:off x="8525318" y="7357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6" name="Shape 6144"/>
          <p:cNvSpPr/>
          <p:nvPr/>
        </p:nvSpPr>
        <p:spPr>
          <a:xfrm>
            <a:off x="8534668" y="7255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7" name="Shape 6145"/>
          <p:cNvSpPr/>
          <p:nvPr/>
        </p:nvSpPr>
        <p:spPr>
          <a:xfrm>
            <a:off x="8171086" y="6843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8" name="Shape 6146"/>
          <p:cNvSpPr/>
          <p:nvPr/>
        </p:nvSpPr>
        <p:spPr>
          <a:xfrm>
            <a:off x="8453426" y="7261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9" name="Shape 6147"/>
          <p:cNvSpPr/>
          <p:nvPr/>
        </p:nvSpPr>
        <p:spPr>
          <a:xfrm>
            <a:off x="8359829" y="76573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0" name="Shape 6148"/>
          <p:cNvSpPr/>
          <p:nvPr/>
        </p:nvSpPr>
        <p:spPr>
          <a:xfrm>
            <a:off x="8163643" y="7551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1" name="Shape 6149"/>
          <p:cNvSpPr/>
          <p:nvPr/>
        </p:nvSpPr>
        <p:spPr>
          <a:xfrm>
            <a:off x="8113304" y="75198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2" name="Shape 6150"/>
          <p:cNvSpPr/>
          <p:nvPr/>
        </p:nvSpPr>
        <p:spPr>
          <a:xfrm>
            <a:off x="8515063" y="7298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3" name="Shape 6151"/>
          <p:cNvSpPr/>
          <p:nvPr/>
        </p:nvSpPr>
        <p:spPr>
          <a:xfrm>
            <a:off x="8222436" y="71336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4" name="Shape 6152"/>
          <p:cNvSpPr/>
          <p:nvPr/>
        </p:nvSpPr>
        <p:spPr>
          <a:xfrm>
            <a:off x="8497057" y="71624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5" name="Shape 6153"/>
          <p:cNvSpPr/>
          <p:nvPr/>
        </p:nvSpPr>
        <p:spPr>
          <a:xfrm>
            <a:off x="8212886" y="7206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6" name="Shape 6154"/>
          <p:cNvSpPr/>
          <p:nvPr/>
        </p:nvSpPr>
        <p:spPr>
          <a:xfrm>
            <a:off x="8425129" y="7151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7" name="Shape 6155"/>
          <p:cNvSpPr/>
          <p:nvPr/>
        </p:nvSpPr>
        <p:spPr>
          <a:xfrm>
            <a:off x="8473149" y="7174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8" name="Shape 6156"/>
          <p:cNvSpPr/>
          <p:nvPr/>
        </p:nvSpPr>
        <p:spPr>
          <a:xfrm>
            <a:off x="8514875" y="7149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9" name="Shape 6157"/>
          <p:cNvSpPr/>
          <p:nvPr/>
        </p:nvSpPr>
        <p:spPr>
          <a:xfrm>
            <a:off x="8158007" y="71757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0" name="Shape 6158"/>
          <p:cNvSpPr/>
          <p:nvPr/>
        </p:nvSpPr>
        <p:spPr>
          <a:xfrm>
            <a:off x="8370974" y="7192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1" name="Shape 6159"/>
          <p:cNvSpPr/>
          <p:nvPr/>
        </p:nvSpPr>
        <p:spPr>
          <a:xfrm>
            <a:off x="8248286" y="7162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2" name="Shape 6160"/>
          <p:cNvSpPr/>
          <p:nvPr/>
        </p:nvSpPr>
        <p:spPr>
          <a:xfrm>
            <a:off x="8270113" y="7108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3" name="Shape 6161"/>
          <p:cNvSpPr/>
          <p:nvPr/>
        </p:nvSpPr>
        <p:spPr>
          <a:xfrm>
            <a:off x="8240592" y="7437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4" name="Shape 6162"/>
          <p:cNvSpPr/>
          <p:nvPr/>
        </p:nvSpPr>
        <p:spPr>
          <a:xfrm>
            <a:off x="8386817" y="7475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5" name="Shape 6163"/>
          <p:cNvSpPr/>
          <p:nvPr/>
        </p:nvSpPr>
        <p:spPr>
          <a:xfrm>
            <a:off x="8463445" y="7381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6" name="Shape 6164"/>
          <p:cNvSpPr/>
          <p:nvPr/>
        </p:nvSpPr>
        <p:spPr>
          <a:xfrm>
            <a:off x="8251490" y="7417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7" name="Shape 6165"/>
          <p:cNvSpPr/>
          <p:nvPr/>
        </p:nvSpPr>
        <p:spPr>
          <a:xfrm>
            <a:off x="8499753" y="7306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8" name="Shape 6166"/>
          <p:cNvSpPr/>
          <p:nvPr/>
        </p:nvSpPr>
        <p:spPr>
          <a:xfrm>
            <a:off x="8119624" y="7344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9" name="Shape 6167"/>
          <p:cNvSpPr/>
          <p:nvPr/>
        </p:nvSpPr>
        <p:spPr>
          <a:xfrm>
            <a:off x="8520892" y="738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0" name="Shape 6168"/>
          <p:cNvSpPr/>
          <p:nvPr/>
        </p:nvSpPr>
        <p:spPr>
          <a:xfrm>
            <a:off x="8170023" y="7746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1" name="Shape 6169"/>
          <p:cNvSpPr/>
          <p:nvPr/>
        </p:nvSpPr>
        <p:spPr>
          <a:xfrm>
            <a:off x="8371655" y="7824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2" name="Shape 6170"/>
          <p:cNvSpPr/>
          <p:nvPr/>
        </p:nvSpPr>
        <p:spPr>
          <a:xfrm>
            <a:off x="8113670" y="7767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3" name="Shape 6171"/>
          <p:cNvSpPr/>
          <p:nvPr/>
        </p:nvSpPr>
        <p:spPr>
          <a:xfrm>
            <a:off x="8216907" y="75882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4" name="Shape 6172"/>
          <p:cNvSpPr/>
          <p:nvPr/>
        </p:nvSpPr>
        <p:spPr>
          <a:xfrm>
            <a:off x="8368005" y="7765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5" name="Shape 6173"/>
          <p:cNvSpPr/>
          <p:nvPr/>
        </p:nvSpPr>
        <p:spPr>
          <a:xfrm>
            <a:off x="8207314" y="78772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6" name="Shape 6174"/>
          <p:cNvSpPr/>
          <p:nvPr/>
        </p:nvSpPr>
        <p:spPr>
          <a:xfrm>
            <a:off x="8414168" y="76727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7" name="Shape 6175"/>
          <p:cNvSpPr/>
          <p:nvPr/>
        </p:nvSpPr>
        <p:spPr>
          <a:xfrm>
            <a:off x="8333088" y="7880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8" name="Shape 6176"/>
          <p:cNvSpPr/>
          <p:nvPr/>
        </p:nvSpPr>
        <p:spPr>
          <a:xfrm>
            <a:off x="8393980" y="7571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9" name="Shape 6177"/>
          <p:cNvSpPr/>
          <p:nvPr/>
        </p:nvSpPr>
        <p:spPr>
          <a:xfrm>
            <a:off x="8197419" y="7904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0" name="Shape 6178"/>
          <p:cNvSpPr/>
          <p:nvPr/>
        </p:nvSpPr>
        <p:spPr>
          <a:xfrm>
            <a:off x="8240628" y="7624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1" name="Shape 6179"/>
          <p:cNvSpPr/>
          <p:nvPr/>
        </p:nvSpPr>
        <p:spPr>
          <a:xfrm>
            <a:off x="8324971" y="7896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2" name="Shape 6180"/>
          <p:cNvSpPr/>
          <p:nvPr/>
        </p:nvSpPr>
        <p:spPr>
          <a:xfrm>
            <a:off x="8221025" y="7021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3" name="Shape 6181"/>
          <p:cNvSpPr/>
          <p:nvPr/>
        </p:nvSpPr>
        <p:spPr>
          <a:xfrm>
            <a:off x="8277116" y="7143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4" name="Shape 6182"/>
          <p:cNvSpPr/>
          <p:nvPr/>
        </p:nvSpPr>
        <p:spPr>
          <a:xfrm>
            <a:off x="8468967" y="75333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5" name="Shape 6183"/>
          <p:cNvSpPr/>
          <p:nvPr/>
        </p:nvSpPr>
        <p:spPr>
          <a:xfrm>
            <a:off x="8389835" y="7620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6" name="Shape 6184"/>
          <p:cNvSpPr/>
          <p:nvPr/>
        </p:nvSpPr>
        <p:spPr>
          <a:xfrm>
            <a:off x="8383685" y="7137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7" name="Shape 6185"/>
          <p:cNvSpPr/>
          <p:nvPr/>
        </p:nvSpPr>
        <p:spPr>
          <a:xfrm>
            <a:off x="8483767" y="6911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8" name="Shape 6186"/>
          <p:cNvSpPr/>
          <p:nvPr/>
        </p:nvSpPr>
        <p:spPr>
          <a:xfrm>
            <a:off x="8386048" y="7545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9" name="Shape 6187"/>
          <p:cNvSpPr/>
          <p:nvPr/>
        </p:nvSpPr>
        <p:spPr>
          <a:xfrm>
            <a:off x="8306443" y="7284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0" name="Shape 6188"/>
          <p:cNvSpPr/>
          <p:nvPr/>
        </p:nvSpPr>
        <p:spPr>
          <a:xfrm>
            <a:off x="8502030" y="6994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1" name="Shape 6189"/>
          <p:cNvSpPr/>
          <p:nvPr/>
        </p:nvSpPr>
        <p:spPr>
          <a:xfrm>
            <a:off x="8165552" y="7485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2" name="Shape 6190"/>
          <p:cNvSpPr/>
          <p:nvPr/>
        </p:nvSpPr>
        <p:spPr>
          <a:xfrm>
            <a:off x="8474774" y="7562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3" name="Shape 6191"/>
          <p:cNvSpPr/>
          <p:nvPr/>
        </p:nvSpPr>
        <p:spPr>
          <a:xfrm>
            <a:off x="8367021" y="7151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4" name="Shape 6192"/>
          <p:cNvSpPr/>
          <p:nvPr/>
        </p:nvSpPr>
        <p:spPr>
          <a:xfrm>
            <a:off x="8335031" y="69884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5" name="Shape 6193"/>
          <p:cNvSpPr/>
          <p:nvPr/>
        </p:nvSpPr>
        <p:spPr>
          <a:xfrm>
            <a:off x="8211817" y="7275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6" name="Shape 6194"/>
          <p:cNvSpPr/>
          <p:nvPr/>
        </p:nvSpPr>
        <p:spPr>
          <a:xfrm>
            <a:off x="8137761" y="7517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7" name="Shape 6195"/>
          <p:cNvSpPr/>
          <p:nvPr/>
        </p:nvSpPr>
        <p:spPr>
          <a:xfrm>
            <a:off x="8489847" y="7257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8" name="Shape 6196"/>
          <p:cNvSpPr/>
          <p:nvPr/>
        </p:nvSpPr>
        <p:spPr>
          <a:xfrm>
            <a:off x="8461915" y="7371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9" name="Shape 6197"/>
          <p:cNvSpPr/>
          <p:nvPr/>
        </p:nvSpPr>
        <p:spPr>
          <a:xfrm>
            <a:off x="8184140" y="7546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0" name="Shape 6198"/>
          <p:cNvSpPr/>
          <p:nvPr/>
        </p:nvSpPr>
        <p:spPr>
          <a:xfrm>
            <a:off x="8156872" y="72694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1" name="Shape 6199"/>
          <p:cNvSpPr/>
          <p:nvPr/>
        </p:nvSpPr>
        <p:spPr>
          <a:xfrm>
            <a:off x="8293843" y="7409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2" name="Shape 6200"/>
          <p:cNvSpPr/>
          <p:nvPr/>
        </p:nvSpPr>
        <p:spPr>
          <a:xfrm>
            <a:off x="8466213" y="74611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3" name="Shape 6201"/>
          <p:cNvSpPr/>
          <p:nvPr/>
        </p:nvSpPr>
        <p:spPr>
          <a:xfrm>
            <a:off x="8143612" y="7485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4" name="Shape 6202"/>
          <p:cNvSpPr/>
          <p:nvPr/>
        </p:nvSpPr>
        <p:spPr>
          <a:xfrm>
            <a:off x="8524613" y="74805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5" name="Shape 6203"/>
          <p:cNvSpPr/>
          <p:nvPr/>
        </p:nvSpPr>
        <p:spPr>
          <a:xfrm>
            <a:off x="8373779" y="74036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6" name="Shape 6204"/>
          <p:cNvSpPr/>
          <p:nvPr/>
        </p:nvSpPr>
        <p:spPr>
          <a:xfrm>
            <a:off x="8369856" y="7655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7" name="Shape 6205"/>
          <p:cNvSpPr/>
          <p:nvPr/>
        </p:nvSpPr>
        <p:spPr>
          <a:xfrm>
            <a:off x="8109247" y="76455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8" name="Shape 6206"/>
          <p:cNvSpPr/>
          <p:nvPr/>
        </p:nvSpPr>
        <p:spPr>
          <a:xfrm>
            <a:off x="8220438" y="7839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9" name="Shape 6207"/>
          <p:cNvSpPr/>
          <p:nvPr/>
        </p:nvSpPr>
        <p:spPr>
          <a:xfrm>
            <a:off x="8277959" y="7615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0" name="Shape 6208"/>
          <p:cNvSpPr/>
          <p:nvPr/>
        </p:nvSpPr>
        <p:spPr>
          <a:xfrm>
            <a:off x="8165318" y="7322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1" name="Shape 6209"/>
          <p:cNvSpPr/>
          <p:nvPr/>
        </p:nvSpPr>
        <p:spPr>
          <a:xfrm>
            <a:off x="8174058" y="74662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2" name="Shape 6210"/>
          <p:cNvSpPr/>
          <p:nvPr/>
        </p:nvSpPr>
        <p:spPr>
          <a:xfrm>
            <a:off x="8192429" y="7699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3" name="Shape 6211"/>
          <p:cNvSpPr/>
          <p:nvPr/>
        </p:nvSpPr>
        <p:spPr>
          <a:xfrm>
            <a:off x="8347182" y="7701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4" name="Shape 6212"/>
          <p:cNvSpPr/>
          <p:nvPr/>
        </p:nvSpPr>
        <p:spPr>
          <a:xfrm>
            <a:off x="8465890" y="7696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5" name="Shape 6213"/>
          <p:cNvSpPr/>
          <p:nvPr/>
        </p:nvSpPr>
        <p:spPr>
          <a:xfrm>
            <a:off x="8290801" y="7780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6" name="Shape 6214"/>
          <p:cNvSpPr/>
          <p:nvPr/>
        </p:nvSpPr>
        <p:spPr>
          <a:xfrm>
            <a:off x="8530799" y="76091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7" name="Shape 6215"/>
          <p:cNvSpPr/>
          <p:nvPr/>
        </p:nvSpPr>
        <p:spPr>
          <a:xfrm>
            <a:off x="8266421" y="66033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8" name="Shape 6216"/>
          <p:cNvSpPr/>
          <p:nvPr/>
        </p:nvSpPr>
        <p:spPr>
          <a:xfrm>
            <a:off x="8399857" y="6676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9" name="Shape 6217"/>
          <p:cNvSpPr/>
          <p:nvPr/>
        </p:nvSpPr>
        <p:spPr>
          <a:xfrm>
            <a:off x="8232701" y="75126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0" name="Shape 6218"/>
          <p:cNvSpPr/>
          <p:nvPr/>
        </p:nvSpPr>
        <p:spPr>
          <a:xfrm>
            <a:off x="8308190" y="7394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1" name="Shape 6219"/>
          <p:cNvSpPr/>
          <p:nvPr/>
        </p:nvSpPr>
        <p:spPr>
          <a:xfrm>
            <a:off x="8206228" y="7378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2" name="Shape 6220"/>
          <p:cNvSpPr/>
          <p:nvPr/>
        </p:nvSpPr>
        <p:spPr>
          <a:xfrm>
            <a:off x="8108743" y="7200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3" name="Shape 6221"/>
          <p:cNvSpPr/>
          <p:nvPr/>
        </p:nvSpPr>
        <p:spPr>
          <a:xfrm>
            <a:off x="8472128" y="65678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4" name="Shape 6222"/>
          <p:cNvSpPr/>
          <p:nvPr/>
        </p:nvSpPr>
        <p:spPr>
          <a:xfrm>
            <a:off x="8227173" y="73876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5" name="Shape 6223"/>
          <p:cNvSpPr/>
          <p:nvPr/>
        </p:nvSpPr>
        <p:spPr>
          <a:xfrm>
            <a:off x="8275014" y="7313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6" name="Shape 6224"/>
          <p:cNvSpPr/>
          <p:nvPr/>
        </p:nvSpPr>
        <p:spPr>
          <a:xfrm>
            <a:off x="8534639" y="7458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7" name="Shape 6225"/>
          <p:cNvSpPr/>
          <p:nvPr/>
        </p:nvSpPr>
        <p:spPr>
          <a:xfrm>
            <a:off x="8383709" y="7064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8" name="Shape 6226"/>
          <p:cNvSpPr/>
          <p:nvPr/>
        </p:nvSpPr>
        <p:spPr>
          <a:xfrm>
            <a:off x="8455467" y="7038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9" name="Shape 6227"/>
          <p:cNvSpPr/>
          <p:nvPr/>
        </p:nvSpPr>
        <p:spPr>
          <a:xfrm>
            <a:off x="8384640" y="7355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0" name="Shape 6228"/>
          <p:cNvSpPr/>
          <p:nvPr/>
        </p:nvSpPr>
        <p:spPr>
          <a:xfrm>
            <a:off x="8173816" y="72486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1" name="Shape 6229"/>
          <p:cNvSpPr/>
          <p:nvPr/>
        </p:nvSpPr>
        <p:spPr>
          <a:xfrm>
            <a:off x="8395078" y="7165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2" name="Shape 6230"/>
          <p:cNvSpPr/>
          <p:nvPr/>
        </p:nvSpPr>
        <p:spPr>
          <a:xfrm>
            <a:off x="8263004" y="72316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3" name="Shape 6231"/>
          <p:cNvSpPr/>
          <p:nvPr/>
        </p:nvSpPr>
        <p:spPr>
          <a:xfrm>
            <a:off x="8219449" y="7182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4" name="Shape 6232"/>
          <p:cNvSpPr/>
          <p:nvPr/>
        </p:nvSpPr>
        <p:spPr>
          <a:xfrm>
            <a:off x="8411567" y="7464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5" name="Shape 6233"/>
          <p:cNvSpPr/>
          <p:nvPr/>
        </p:nvSpPr>
        <p:spPr>
          <a:xfrm>
            <a:off x="8369983" y="7954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6" name="Shape 6234"/>
          <p:cNvSpPr/>
          <p:nvPr/>
        </p:nvSpPr>
        <p:spPr>
          <a:xfrm>
            <a:off x="8165311" y="72480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7" name="Shape 6235"/>
          <p:cNvSpPr/>
          <p:nvPr/>
        </p:nvSpPr>
        <p:spPr>
          <a:xfrm>
            <a:off x="8234525" y="7222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8" name="Shape 6236"/>
          <p:cNvSpPr/>
          <p:nvPr/>
        </p:nvSpPr>
        <p:spPr>
          <a:xfrm>
            <a:off x="8193803" y="7286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9" name="Shape 6237"/>
          <p:cNvSpPr/>
          <p:nvPr/>
        </p:nvSpPr>
        <p:spPr>
          <a:xfrm>
            <a:off x="8411973" y="7114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0" name="Shape 6238"/>
          <p:cNvSpPr/>
          <p:nvPr/>
        </p:nvSpPr>
        <p:spPr>
          <a:xfrm>
            <a:off x="8329591" y="7195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1" name="Shape 6239"/>
          <p:cNvSpPr/>
          <p:nvPr/>
        </p:nvSpPr>
        <p:spPr>
          <a:xfrm>
            <a:off x="8204458" y="7246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2" name="Shape 6240"/>
          <p:cNvSpPr/>
          <p:nvPr/>
        </p:nvSpPr>
        <p:spPr>
          <a:xfrm>
            <a:off x="8361673" y="76887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3" name="Shape 6241"/>
          <p:cNvSpPr/>
          <p:nvPr/>
        </p:nvSpPr>
        <p:spPr>
          <a:xfrm>
            <a:off x="8166603" y="77106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4" name="Shape 6242"/>
          <p:cNvSpPr/>
          <p:nvPr/>
        </p:nvSpPr>
        <p:spPr>
          <a:xfrm>
            <a:off x="8357593" y="7683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5" name="Shape 6243"/>
          <p:cNvSpPr/>
          <p:nvPr/>
        </p:nvSpPr>
        <p:spPr>
          <a:xfrm>
            <a:off x="8336238" y="77156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6" name="Shape 6244"/>
          <p:cNvSpPr/>
          <p:nvPr/>
        </p:nvSpPr>
        <p:spPr>
          <a:xfrm>
            <a:off x="8333002" y="7210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7" name="Shape 6245"/>
          <p:cNvSpPr/>
          <p:nvPr/>
        </p:nvSpPr>
        <p:spPr>
          <a:xfrm>
            <a:off x="8159443" y="7209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8" name="Shape 6246"/>
          <p:cNvSpPr/>
          <p:nvPr/>
        </p:nvSpPr>
        <p:spPr>
          <a:xfrm>
            <a:off x="8390070" y="7498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9" name="Shape 6247"/>
          <p:cNvSpPr/>
          <p:nvPr/>
        </p:nvSpPr>
        <p:spPr>
          <a:xfrm>
            <a:off x="8184350" y="71140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0" name="Shape 6248"/>
          <p:cNvSpPr/>
          <p:nvPr/>
        </p:nvSpPr>
        <p:spPr>
          <a:xfrm>
            <a:off x="8517851" y="71078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1" name="Shape 6249"/>
          <p:cNvSpPr/>
          <p:nvPr/>
        </p:nvSpPr>
        <p:spPr>
          <a:xfrm>
            <a:off x="8188588" y="7347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2" name="Shape 6250"/>
          <p:cNvSpPr/>
          <p:nvPr/>
        </p:nvSpPr>
        <p:spPr>
          <a:xfrm>
            <a:off x="8428166" y="7170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3" name="Shape 6251"/>
          <p:cNvSpPr/>
          <p:nvPr/>
        </p:nvSpPr>
        <p:spPr>
          <a:xfrm>
            <a:off x="8438935" y="71771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4" name="Shape 6252"/>
          <p:cNvSpPr/>
          <p:nvPr/>
        </p:nvSpPr>
        <p:spPr>
          <a:xfrm>
            <a:off x="8410219" y="7198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5" name="Shape 6253"/>
          <p:cNvSpPr/>
          <p:nvPr/>
        </p:nvSpPr>
        <p:spPr>
          <a:xfrm>
            <a:off x="8128323" y="7419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6" name="Shape 6254"/>
          <p:cNvSpPr/>
          <p:nvPr/>
        </p:nvSpPr>
        <p:spPr>
          <a:xfrm>
            <a:off x="8284611" y="7446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7" name="Shape 6255"/>
          <p:cNvSpPr/>
          <p:nvPr/>
        </p:nvSpPr>
        <p:spPr>
          <a:xfrm>
            <a:off x="8368643" y="7541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8" name="Shape 6256"/>
          <p:cNvSpPr/>
          <p:nvPr/>
        </p:nvSpPr>
        <p:spPr>
          <a:xfrm>
            <a:off x="8355952" y="7337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9" name="Shape 6257"/>
          <p:cNvSpPr/>
          <p:nvPr/>
        </p:nvSpPr>
        <p:spPr>
          <a:xfrm>
            <a:off x="8424335" y="7476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0" name="Shape 6258"/>
          <p:cNvSpPr/>
          <p:nvPr/>
        </p:nvSpPr>
        <p:spPr>
          <a:xfrm>
            <a:off x="8161317" y="74986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1" name="Shape 6259"/>
          <p:cNvSpPr/>
          <p:nvPr/>
        </p:nvSpPr>
        <p:spPr>
          <a:xfrm>
            <a:off x="8342085" y="7187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2" name="Shape 6260"/>
          <p:cNvSpPr/>
          <p:nvPr/>
        </p:nvSpPr>
        <p:spPr>
          <a:xfrm>
            <a:off x="8115454" y="72486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3" name="Shape 6261"/>
          <p:cNvSpPr/>
          <p:nvPr/>
        </p:nvSpPr>
        <p:spPr>
          <a:xfrm>
            <a:off x="8521113" y="7380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4" name="Shape 6262"/>
          <p:cNvSpPr/>
          <p:nvPr/>
        </p:nvSpPr>
        <p:spPr>
          <a:xfrm>
            <a:off x="8248985" y="7592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5" name="Shape 6263"/>
          <p:cNvSpPr/>
          <p:nvPr/>
        </p:nvSpPr>
        <p:spPr>
          <a:xfrm>
            <a:off x="8295350" y="7262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6" name="Shape 6264"/>
          <p:cNvSpPr/>
          <p:nvPr/>
        </p:nvSpPr>
        <p:spPr>
          <a:xfrm>
            <a:off x="8381436" y="7210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7" name="Shape 6265"/>
          <p:cNvSpPr/>
          <p:nvPr/>
        </p:nvSpPr>
        <p:spPr>
          <a:xfrm>
            <a:off x="8279489" y="7415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8" name="Shape 6266"/>
          <p:cNvSpPr/>
          <p:nvPr/>
        </p:nvSpPr>
        <p:spPr>
          <a:xfrm>
            <a:off x="8145881" y="7303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9" name="Shape 6267"/>
          <p:cNvSpPr/>
          <p:nvPr/>
        </p:nvSpPr>
        <p:spPr>
          <a:xfrm>
            <a:off x="8451486" y="74045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0" name="Shape 6268"/>
          <p:cNvSpPr/>
          <p:nvPr/>
        </p:nvSpPr>
        <p:spPr>
          <a:xfrm>
            <a:off x="8518063" y="7314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1" name="Shape 6269"/>
          <p:cNvSpPr/>
          <p:nvPr/>
        </p:nvSpPr>
        <p:spPr>
          <a:xfrm>
            <a:off x="8147883" y="74332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2" name="Shape 6270"/>
          <p:cNvSpPr/>
          <p:nvPr/>
        </p:nvSpPr>
        <p:spPr>
          <a:xfrm>
            <a:off x="8282709" y="7076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3" name="Shape 6271"/>
          <p:cNvSpPr/>
          <p:nvPr/>
        </p:nvSpPr>
        <p:spPr>
          <a:xfrm>
            <a:off x="8459302" y="6700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4" name="Shape 6272"/>
          <p:cNvSpPr/>
          <p:nvPr/>
        </p:nvSpPr>
        <p:spPr>
          <a:xfrm>
            <a:off x="8503072" y="7387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5" name="Shape 6273"/>
          <p:cNvSpPr/>
          <p:nvPr/>
        </p:nvSpPr>
        <p:spPr>
          <a:xfrm>
            <a:off x="8274897" y="724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6" name="Shape 6274"/>
          <p:cNvSpPr/>
          <p:nvPr/>
        </p:nvSpPr>
        <p:spPr>
          <a:xfrm>
            <a:off x="8291226" y="7441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7" name="Shape 6275"/>
          <p:cNvSpPr/>
          <p:nvPr/>
        </p:nvSpPr>
        <p:spPr>
          <a:xfrm>
            <a:off x="8237899" y="7581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8" name="Shape 6276"/>
          <p:cNvSpPr/>
          <p:nvPr/>
        </p:nvSpPr>
        <p:spPr>
          <a:xfrm>
            <a:off x="8172488" y="7672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9" name="Shape 6277"/>
          <p:cNvSpPr/>
          <p:nvPr/>
        </p:nvSpPr>
        <p:spPr>
          <a:xfrm>
            <a:off x="8258387" y="7609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0" name="Shape 6278"/>
          <p:cNvSpPr/>
          <p:nvPr/>
        </p:nvSpPr>
        <p:spPr>
          <a:xfrm>
            <a:off x="8335923" y="7511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1" name="Shape 6279"/>
          <p:cNvSpPr/>
          <p:nvPr/>
        </p:nvSpPr>
        <p:spPr>
          <a:xfrm>
            <a:off x="8332080" y="76068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2" name="Shape 6280"/>
          <p:cNvSpPr/>
          <p:nvPr/>
        </p:nvSpPr>
        <p:spPr>
          <a:xfrm>
            <a:off x="8379189" y="7492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3" name="Shape 6281"/>
          <p:cNvSpPr/>
          <p:nvPr/>
        </p:nvSpPr>
        <p:spPr>
          <a:xfrm>
            <a:off x="8152849" y="7633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4" name="Shape 6282"/>
          <p:cNvSpPr/>
          <p:nvPr/>
        </p:nvSpPr>
        <p:spPr>
          <a:xfrm>
            <a:off x="8340558" y="74898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5" name="Shape 6283"/>
          <p:cNvSpPr/>
          <p:nvPr/>
        </p:nvSpPr>
        <p:spPr>
          <a:xfrm>
            <a:off x="8421056" y="7567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6" name="Shape 6284"/>
          <p:cNvSpPr/>
          <p:nvPr/>
        </p:nvSpPr>
        <p:spPr>
          <a:xfrm>
            <a:off x="8133443" y="75849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7" name="Shape 6285"/>
          <p:cNvSpPr/>
          <p:nvPr/>
        </p:nvSpPr>
        <p:spPr>
          <a:xfrm>
            <a:off x="8435233" y="7024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8" name="Shape 6286"/>
          <p:cNvSpPr/>
          <p:nvPr/>
        </p:nvSpPr>
        <p:spPr>
          <a:xfrm>
            <a:off x="8477012" y="7405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9" name="Shape 6287"/>
          <p:cNvSpPr/>
          <p:nvPr/>
        </p:nvSpPr>
        <p:spPr>
          <a:xfrm>
            <a:off x="8309782" y="734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0" name="Shape 6288"/>
          <p:cNvSpPr/>
          <p:nvPr/>
        </p:nvSpPr>
        <p:spPr>
          <a:xfrm>
            <a:off x="8163131" y="7321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1" name="Shape 6289"/>
          <p:cNvSpPr/>
          <p:nvPr/>
        </p:nvSpPr>
        <p:spPr>
          <a:xfrm>
            <a:off x="8494657" y="7342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2" name="Shape 6290"/>
          <p:cNvSpPr/>
          <p:nvPr/>
        </p:nvSpPr>
        <p:spPr>
          <a:xfrm>
            <a:off x="8402049" y="75634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3" name="Shape 6291"/>
          <p:cNvSpPr/>
          <p:nvPr/>
        </p:nvSpPr>
        <p:spPr>
          <a:xfrm>
            <a:off x="8360184" y="71247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4" name="Shape 6292"/>
          <p:cNvSpPr/>
          <p:nvPr/>
        </p:nvSpPr>
        <p:spPr>
          <a:xfrm>
            <a:off x="8411555" y="7556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5" name="Shape 6293"/>
          <p:cNvSpPr/>
          <p:nvPr/>
        </p:nvSpPr>
        <p:spPr>
          <a:xfrm>
            <a:off x="8310690" y="7268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6" name="Shape 6294"/>
          <p:cNvSpPr/>
          <p:nvPr/>
        </p:nvSpPr>
        <p:spPr>
          <a:xfrm>
            <a:off x="8374066" y="7589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7" name="Shape 6295"/>
          <p:cNvSpPr/>
          <p:nvPr/>
        </p:nvSpPr>
        <p:spPr>
          <a:xfrm>
            <a:off x="8165016" y="7459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8" name="Shape 6296"/>
          <p:cNvSpPr/>
          <p:nvPr/>
        </p:nvSpPr>
        <p:spPr>
          <a:xfrm>
            <a:off x="8238194" y="7533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9" name="Shape 6297"/>
          <p:cNvSpPr/>
          <p:nvPr/>
        </p:nvSpPr>
        <p:spPr>
          <a:xfrm>
            <a:off x="8110399" y="56261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0" name="Shape 6298"/>
          <p:cNvSpPr/>
          <p:nvPr/>
        </p:nvSpPr>
        <p:spPr>
          <a:xfrm>
            <a:off x="8409239" y="7813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1" name="Shape 6299"/>
          <p:cNvSpPr/>
          <p:nvPr/>
        </p:nvSpPr>
        <p:spPr>
          <a:xfrm>
            <a:off x="8482481" y="75640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2" name="Shape 6300"/>
          <p:cNvSpPr/>
          <p:nvPr/>
        </p:nvSpPr>
        <p:spPr>
          <a:xfrm>
            <a:off x="8466689" y="71566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3" name="Shape 6301"/>
          <p:cNvSpPr/>
          <p:nvPr/>
        </p:nvSpPr>
        <p:spPr>
          <a:xfrm>
            <a:off x="8176259" y="7109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4" name="Shape 6302"/>
          <p:cNvSpPr/>
          <p:nvPr/>
        </p:nvSpPr>
        <p:spPr>
          <a:xfrm>
            <a:off x="8242410" y="6981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5" name="Shape 6303"/>
          <p:cNvSpPr/>
          <p:nvPr/>
        </p:nvSpPr>
        <p:spPr>
          <a:xfrm>
            <a:off x="8233959" y="6841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6" name="Shape 6304"/>
          <p:cNvSpPr/>
          <p:nvPr/>
        </p:nvSpPr>
        <p:spPr>
          <a:xfrm>
            <a:off x="8228067" y="6914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7" name="Shape 6305"/>
          <p:cNvSpPr/>
          <p:nvPr/>
        </p:nvSpPr>
        <p:spPr>
          <a:xfrm>
            <a:off x="8429589" y="7262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8" name="Shape 6306"/>
          <p:cNvSpPr/>
          <p:nvPr/>
        </p:nvSpPr>
        <p:spPr>
          <a:xfrm>
            <a:off x="8416510" y="7131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9" name="Shape 6307"/>
          <p:cNvSpPr/>
          <p:nvPr/>
        </p:nvSpPr>
        <p:spPr>
          <a:xfrm>
            <a:off x="8496560" y="7134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0" name="Shape 6308"/>
          <p:cNvSpPr/>
          <p:nvPr/>
        </p:nvSpPr>
        <p:spPr>
          <a:xfrm>
            <a:off x="8354286" y="68525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1" name="Shape 6309"/>
          <p:cNvSpPr/>
          <p:nvPr/>
        </p:nvSpPr>
        <p:spPr>
          <a:xfrm>
            <a:off x="8515373" y="6867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2" name="Shape 6310"/>
          <p:cNvSpPr/>
          <p:nvPr/>
        </p:nvSpPr>
        <p:spPr>
          <a:xfrm>
            <a:off x="8267643" y="6938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3" name="Shape 6311"/>
          <p:cNvSpPr/>
          <p:nvPr/>
        </p:nvSpPr>
        <p:spPr>
          <a:xfrm>
            <a:off x="8292713" y="6709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4" name="Shape 6312"/>
          <p:cNvSpPr/>
          <p:nvPr/>
        </p:nvSpPr>
        <p:spPr>
          <a:xfrm>
            <a:off x="8301092" y="7243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5" name="Shape 6313"/>
          <p:cNvSpPr/>
          <p:nvPr/>
        </p:nvSpPr>
        <p:spPr>
          <a:xfrm>
            <a:off x="8305134" y="6792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6" name="Shape 6314"/>
          <p:cNvSpPr/>
          <p:nvPr/>
        </p:nvSpPr>
        <p:spPr>
          <a:xfrm>
            <a:off x="8253400" y="6942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7" name="Shape 6315"/>
          <p:cNvSpPr/>
          <p:nvPr/>
        </p:nvSpPr>
        <p:spPr>
          <a:xfrm>
            <a:off x="8195396" y="6921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8" name="Shape 6316"/>
          <p:cNvSpPr/>
          <p:nvPr/>
        </p:nvSpPr>
        <p:spPr>
          <a:xfrm>
            <a:off x="8285474" y="6911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9" name="Shape 6317"/>
          <p:cNvSpPr/>
          <p:nvPr/>
        </p:nvSpPr>
        <p:spPr>
          <a:xfrm>
            <a:off x="8433386" y="6952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0" name="Shape 6318"/>
          <p:cNvSpPr/>
          <p:nvPr/>
        </p:nvSpPr>
        <p:spPr>
          <a:xfrm>
            <a:off x="8213399" y="7241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1" name="Shape 6319"/>
          <p:cNvSpPr/>
          <p:nvPr/>
        </p:nvSpPr>
        <p:spPr>
          <a:xfrm>
            <a:off x="8431261" y="7070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2" name="Shape 6320"/>
          <p:cNvSpPr/>
          <p:nvPr/>
        </p:nvSpPr>
        <p:spPr>
          <a:xfrm>
            <a:off x="8315600" y="7358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3" name="Shape 6321"/>
          <p:cNvSpPr/>
          <p:nvPr/>
        </p:nvSpPr>
        <p:spPr>
          <a:xfrm>
            <a:off x="8345113" y="6931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4" name="Shape 6322"/>
          <p:cNvSpPr/>
          <p:nvPr/>
        </p:nvSpPr>
        <p:spPr>
          <a:xfrm>
            <a:off x="8537353" y="7352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5" name="Shape 6323"/>
          <p:cNvSpPr/>
          <p:nvPr/>
        </p:nvSpPr>
        <p:spPr>
          <a:xfrm>
            <a:off x="8393645" y="7727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6" name="Shape 6324"/>
          <p:cNvSpPr/>
          <p:nvPr/>
        </p:nvSpPr>
        <p:spPr>
          <a:xfrm>
            <a:off x="8373694" y="74439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7" name="Shape 6325"/>
          <p:cNvSpPr/>
          <p:nvPr/>
        </p:nvSpPr>
        <p:spPr>
          <a:xfrm>
            <a:off x="8461145" y="75303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8" name="Shape 6326"/>
          <p:cNvSpPr/>
          <p:nvPr/>
        </p:nvSpPr>
        <p:spPr>
          <a:xfrm>
            <a:off x="8280175" y="7519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9" name="Shape 6327"/>
          <p:cNvSpPr/>
          <p:nvPr/>
        </p:nvSpPr>
        <p:spPr>
          <a:xfrm>
            <a:off x="8356536" y="7540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0" name="Shape 6328"/>
          <p:cNvSpPr/>
          <p:nvPr/>
        </p:nvSpPr>
        <p:spPr>
          <a:xfrm>
            <a:off x="8146577" y="73291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1" name="Shape 6329"/>
          <p:cNvSpPr/>
          <p:nvPr/>
        </p:nvSpPr>
        <p:spPr>
          <a:xfrm>
            <a:off x="8368815" y="7425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2" name="Shape 6330"/>
          <p:cNvSpPr/>
          <p:nvPr/>
        </p:nvSpPr>
        <p:spPr>
          <a:xfrm>
            <a:off x="8466142" y="7878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3" name="Shape 6331"/>
          <p:cNvSpPr/>
          <p:nvPr/>
        </p:nvSpPr>
        <p:spPr>
          <a:xfrm>
            <a:off x="8413461" y="7715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4" name="Shape 6332"/>
          <p:cNvSpPr/>
          <p:nvPr/>
        </p:nvSpPr>
        <p:spPr>
          <a:xfrm>
            <a:off x="8426875" y="7798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5" name="Shape 6333"/>
          <p:cNvSpPr/>
          <p:nvPr/>
        </p:nvSpPr>
        <p:spPr>
          <a:xfrm>
            <a:off x="8419187" y="7892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6" name="Shape 6334"/>
          <p:cNvSpPr/>
          <p:nvPr/>
        </p:nvSpPr>
        <p:spPr>
          <a:xfrm>
            <a:off x="8131084" y="73927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7" name="Shape 6335"/>
          <p:cNvSpPr/>
          <p:nvPr/>
        </p:nvSpPr>
        <p:spPr>
          <a:xfrm>
            <a:off x="8234040" y="7394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8" name="Shape 6336"/>
          <p:cNvSpPr/>
          <p:nvPr/>
        </p:nvSpPr>
        <p:spPr>
          <a:xfrm>
            <a:off x="8506626" y="7360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9" name="Shape 6337"/>
          <p:cNvSpPr/>
          <p:nvPr/>
        </p:nvSpPr>
        <p:spPr>
          <a:xfrm>
            <a:off x="8351956" y="7402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0" name="Shape 6338"/>
          <p:cNvSpPr/>
          <p:nvPr/>
        </p:nvSpPr>
        <p:spPr>
          <a:xfrm>
            <a:off x="8458522" y="7393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1" name="Shape 6339"/>
          <p:cNvSpPr/>
          <p:nvPr/>
        </p:nvSpPr>
        <p:spPr>
          <a:xfrm>
            <a:off x="8234475" y="7408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2" name="Shape 6340"/>
          <p:cNvSpPr/>
          <p:nvPr/>
        </p:nvSpPr>
        <p:spPr>
          <a:xfrm>
            <a:off x="8474440" y="74015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3" name="Shape 6341"/>
          <p:cNvSpPr/>
          <p:nvPr/>
        </p:nvSpPr>
        <p:spPr>
          <a:xfrm>
            <a:off x="8435023" y="7365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4" name="Shape 6342"/>
          <p:cNvSpPr/>
          <p:nvPr/>
        </p:nvSpPr>
        <p:spPr>
          <a:xfrm>
            <a:off x="8499933" y="7400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5" name="Shape 6343"/>
          <p:cNvSpPr/>
          <p:nvPr/>
        </p:nvSpPr>
        <p:spPr>
          <a:xfrm>
            <a:off x="8171111" y="7411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6" name="Shape 6344"/>
          <p:cNvSpPr/>
          <p:nvPr/>
        </p:nvSpPr>
        <p:spPr>
          <a:xfrm>
            <a:off x="8537431" y="7433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7" name="Shape 6345"/>
          <p:cNvSpPr/>
          <p:nvPr/>
        </p:nvSpPr>
        <p:spPr>
          <a:xfrm>
            <a:off x="8373349" y="7411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8" name="Shape 6346"/>
          <p:cNvSpPr/>
          <p:nvPr/>
        </p:nvSpPr>
        <p:spPr>
          <a:xfrm>
            <a:off x="8516988" y="74271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9" name="Shape 6347"/>
          <p:cNvSpPr/>
          <p:nvPr/>
        </p:nvSpPr>
        <p:spPr>
          <a:xfrm>
            <a:off x="8462861" y="7395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0" name="Shape 6348"/>
          <p:cNvSpPr/>
          <p:nvPr/>
        </p:nvSpPr>
        <p:spPr>
          <a:xfrm>
            <a:off x="8149530" y="7614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1" name="Shape 6349"/>
          <p:cNvSpPr/>
          <p:nvPr/>
        </p:nvSpPr>
        <p:spPr>
          <a:xfrm>
            <a:off x="8362461" y="76639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2" name="Shape 6350"/>
          <p:cNvSpPr/>
          <p:nvPr/>
        </p:nvSpPr>
        <p:spPr>
          <a:xfrm>
            <a:off x="8194639" y="738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3" name="Shape 6351"/>
          <p:cNvSpPr/>
          <p:nvPr/>
        </p:nvSpPr>
        <p:spPr>
          <a:xfrm>
            <a:off x="8229852" y="75481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4" name="Shape 6352"/>
          <p:cNvSpPr/>
          <p:nvPr/>
        </p:nvSpPr>
        <p:spPr>
          <a:xfrm>
            <a:off x="8507765" y="7670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5" name="Shape 6353"/>
          <p:cNvSpPr/>
          <p:nvPr/>
        </p:nvSpPr>
        <p:spPr>
          <a:xfrm>
            <a:off x="8152917" y="75568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6" name="Shape 6354"/>
          <p:cNvSpPr/>
          <p:nvPr/>
        </p:nvSpPr>
        <p:spPr>
          <a:xfrm>
            <a:off x="8525582" y="7236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7" name="Shape 6355"/>
          <p:cNvSpPr/>
          <p:nvPr/>
        </p:nvSpPr>
        <p:spPr>
          <a:xfrm>
            <a:off x="8169538" y="72285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8" name="Shape 6356"/>
          <p:cNvSpPr/>
          <p:nvPr/>
        </p:nvSpPr>
        <p:spPr>
          <a:xfrm>
            <a:off x="8297431" y="6689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9" name="Shape 6357"/>
          <p:cNvSpPr/>
          <p:nvPr/>
        </p:nvSpPr>
        <p:spPr>
          <a:xfrm>
            <a:off x="8405372" y="7261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0" name="Shape 6358"/>
          <p:cNvSpPr/>
          <p:nvPr/>
        </p:nvSpPr>
        <p:spPr>
          <a:xfrm>
            <a:off x="8412626" y="7496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1" name="Shape 6359"/>
          <p:cNvSpPr/>
          <p:nvPr/>
        </p:nvSpPr>
        <p:spPr>
          <a:xfrm>
            <a:off x="8119104" y="7717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2" name="Shape 6360"/>
          <p:cNvSpPr/>
          <p:nvPr/>
        </p:nvSpPr>
        <p:spPr>
          <a:xfrm>
            <a:off x="8283076" y="7658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3" name="Shape 6361"/>
          <p:cNvSpPr/>
          <p:nvPr/>
        </p:nvSpPr>
        <p:spPr>
          <a:xfrm>
            <a:off x="8447112" y="7607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4" name="Shape 6362"/>
          <p:cNvSpPr/>
          <p:nvPr/>
        </p:nvSpPr>
        <p:spPr>
          <a:xfrm>
            <a:off x="8124156" y="7707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5" name="Shape 6363"/>
          <p:cNvSpPr/>
          <p:nvPr/>
        </p:nvSpPr>
        <p:spPr>
          <a:xfrm>
            <a:off x="8491360" y="7758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6" name="Shape 6364"/>
          <p:cNvSpPr/>
          <p:nvPr/>
        </p:nvSpPr>
        <p:spPr>
          <a:xfrm>
            <a:off x="8405584" y="7720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7" name="Shape 6365"/>
          <p:cNvSpPr/>
          <p:nvPr/>
        </p:nvSpPr>
        <p:spPr>
          <a:xfrm>
            <a:off x="8199595" y="7731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8" name="Shape 6366"/>
          <p:cNvSpPr/>
          <p:nvPr/>
        </p:nvSpPr>
        <p:spPr>
          <a:xfrm>
            <a:off x="8299032" y="77509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9" name="Shape 6367"/>
          <p:cNvSpPr/>
          <p:nvPr/>
        </p:nvSpPr>
        <p:spPr>
          <a:xfrm>
            <a:off x="8218593" y="6948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0" name="Shape 6368"/>
          <p:cNvSpPr/>
          <p:nvPr/>
        </p:nvSpPr>
        <p:spPr>
          <a:xfrm>
            <a:off x="8432637" y="7244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1" name="Shape 6369"/>
          <p:cNvSpPr/>
          <p:nvPr/>
        </p:nvSpPr>
        <p:spPr>
          <a:xfrm>
            <a:off x="8411580" y="78072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2" name="Shape 6370"/>
          <p:cNvSpPr/>
          <p:nvPr/>
        </p:nvSpPr>
        <p:spPr>
          <a:xfrm>
            <a:off x="8172552" y="7846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3" name="Shape 6371"/>
          <p:cNvSpPr/>
          <p:nvPr/>
        </p:nvSpPr>
        <p:spPr>
          <a:xfrm>
            <a:off x="8197553" y="7056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4" name="Shape 6372"/>
          <p:cNvSpPr/>
          <p:nvPr/>
        </p:nvSpPr>
        <p:spPr>
          <a:xfrm>
            <a:off x="8318840" y="7547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5" name="Shape 6373"/>
          <p:cNvSpPr/>
          <p:nvPr/>
        </p:nvSpPr>
        <p:spPr>
          <a:xfrm>
            <a:off x="8317058" y="7403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6" name="Shape 6374"/>
          <p:cNvSpPr/>
          <p:nvPr/>
        </p:nvSpPr>
        <p:spPr>
          <a:xfrm>
            <a:off x="8342573" y="7378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7" name="Shape 6375"/>
          <p:cNvSpPr/>
          <p:nvPr/>
        </p:nvSpPr>
        <p:spPr>
          <a:xfrm>
            <a:off x="8144578" y="7442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8" name="Shape 6376"/>
          <p:cNvSpPr/>
          <p:nvPr/>
        </p:nvSpPr>
        <p:spPr>
          <a:xfrm>
            <a:off x="8116747" y="7436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9" name="Shape 6377"/>
          <p:cNvSpPr/>
          <p:nvPr/>
        </p:nvSpPr>
        <p:spPr>
          <a:xfrm>
            <a:off x="8232723" y="73963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0" name="Shape 6378"/>
          <p:cNvSpPr/>
          <p:nvPr/>
        </p:nvSpPr>
        <p:spPr>
          <a:xfrm>
            <a:off x="8275774" y="74332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1" name="Shape 6379"/>
          <p:cNvSpPr/>
          <p:nvPr/>
        </p:nvSpPr>
        <p:spPr>
          <a:xfrm>
            <a:off x="8324789" y="7392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2" name="Shape 6380"/>
          <p:cNvSpPr/>
          <p:nvPr/>
        </p:nvSpPr>
        <p:spPr>
          <a:xfrm>
            <a:off x="8436137" y="7370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3" name="Shape 6381"/>
          <p:cNvSpPr/>
          <p:nvPr/>
        </p:nvSpPr>
        <p:spPr>
          <a:xfrm>
            <a:off x="8343900" y="6958644"/>
            <a:ext cx="127" cy="791401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6384" name="Shape 6382"/>
          <p:cNvSpPr/>
          <p:nvPr/>
        </p:nvSpPr>
        <p:spPr>
          <a:xfrm>
            <a:off x="8229600" y="7750045"/>
            <a:ext cx="228600" cy="12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6385" name="Shape 6383"/>
          <p:cNvSpPr/>
          <p:nvPr/>
        </p:nvSpPr>
        <p:spPr>
          <a:xfrm>
            <a:off x="8229600" y="6958644"/>
            <a:ext cx="228600" cy="12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6386" name="Shape 6384"/>
          <p:cNvSpPr/>
          <p:nvPr/>
        </p:nvSpPr>
        <p:spPr>
          <a:xfrm>
            <a:off x="8178800" y="7258209"/>
            <a:ext cx="330200" cy="285881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6387" name="Shape 6385"/>
          <p:cNvSpPr/>
          <p:nvPr/>
        </p:nvSpPr>
        <p:spPr>
          <a:xfrm>
            <a:off x="8178800" y="7422853"/>
            <a:ext cx="330200" cy="127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6388" name="Shape 6386"/>
          <p:cNvSpPr/>
          <p:nvPr/>
        </p:nvSpPr>
        <p:spPr>
          <a:xfrm>
            <a:off x="8013700" y="8229600"/>
            <a:ext cx="127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6389" name="Text 6387"/>
          <p:cNvSpPr/>
          <p:nvPr/>
        </p:nvSpPr>
        <p:spPr>
          <a:xfrm>
            <a:off x="7188200" y="8318500"/>
            <a:ext cx="1651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</a:t>
            </a:r>
            <a:endParaRPr lang="en-US" sz="1600" dirty="0"/>
          </a:p>
        </p:txBody>
      </p:sp>
      <p:sp>
        <p:nvSpPr>
          <p:cNvPr id="6390" name="Shape 6388"/>
          <p:cNvSpPr/>
          <p:nvPr/>
        </p:nvSpPr>
        <p:spPr>
          <a:xfrm>
            <a:off x="10094992" y="7614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1" name="Shape 6389"/>
          <p:cNvSpPr/>
          <p:nvPr/>
        </p:nvSpPr>
        <p:spPr>
          <a:xfrm>
            <a:off x="10052044" y="7630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2" name="Shape 6390"/>
          <p:cNvSpPr/>
          <p:nvPr/>
        </p:nvSpPr>
        <p:spPr>
          <a:xfrm>
            <a:off x="9804058" y="7639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3" name="Shape 6391"/>
          <p:cNvSpPr/>
          <p:nvPr/>
        </p:nvSpPr>
        <p:spPr>
          <a:xfrm>
            <a:off x="10021974" y="7575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4" name="Shape 6392"/>
          <p:cNvSpPr/>
          <p:nvPr/>
        </p:nvSpPr>
        <p:spPr>
          <a:xfrm>
            <a:off x="9686840" y="76122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5" name="Shape 6393"/>
          <p:cNvSpPr/>
          <p:nvPr/>
        </p:nvSpPr>
        <p:spPr>
          <a:xfrm>
            <a:off x="9885656" y="7607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6" name="Shape 6394"/>
          <p:cNvSpPr/>
          <p:nvPr/>
        </p:nvSpPr>
        <p:spPr>
          <a:xfrm>
            <a:off x="9855548" y="7640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7" name="Shape 6395"/>
          <p:cNvSpPr/>
          <p:nvPr/>
        </p:nvSpPr>
        <p:spPr>
          <a:xfrm>
            <a:off x="9910525" y="76146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8" name="Shape 6396"/>
          <p:cNvSpPr/>
          <p:nvPr/>
        </p:nvSpPr>
        <p:spPr>
          <a:xfrm>
            <a:off x="9889688" y="7643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9" name="Shape 6397"/>
          <p:cNvSpPr/>
          <p:nvPr/>
        </p:nvSpPr>
        <p:spPr>
          <a:xfrm>
            <a:off x="10099566" y="7713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0" name="Shape 6398"/>
          <p:cNvSpPr/>
          <p:nvPr/>
        </p:nvSpPr>
        <p:spPr>
          <a:xfrm>
            <a:off x="9900670" y="7646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1" name="Shape 6399"/>
          <p:cNvSpPr/>
          <p:nvPr/>
        </p:nvSpPr>
        <p:spPr>
          <a:xfrm>
            <a:off x="10045217" y="7632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2" name="Shape 6400"/>
          <p:cNvSpPr/>
          <p:nvPr/>
        </p:nvSpPr>
        <p:spPr>
          <a:xfrm>
            <a:off x="9886613" y="7667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3" name="Shape 6401"/>
          <p:cNvSpPr/>
          <p:nvPr/>
        </p:nvSpPr>
        <p:spPr>
          <a:xfrm>
            <a:off x="10088336" y="7611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4" name="Shape 6402"/>
          <p:cNvSpPr/>
          <p:nvPr/>
        </p:nvSpPr>
        <p:spPr>
          <a:xfrm>
            <a:off x="9726928" y="7719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5" name="Shape 6403"/>
          <p:cNvSpPr/>
          <p:nvPr/>
        </p:nvSpPr>
        <p:spPr>
          <a:xfrm>
            <a:off x="9718581" y="77026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6" name="Shape 6404"/>
          <p:cNvSpPr/>
          <p:nvPr/>
        </p:nvSpPr>
        <p:spPr>
          <a:xfrm>
            <a:off x="9744288" y="7605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7" name="Shape 6405"/>
          <p:cNvSpPr/>
          <p:nvPr/>
        </p:nvSpPr>
        <p:spPr>
          <a:xfrm>
            <a:off x="9834088" y="7763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8" name="Shape 6406"/>
          <p:cNvSpPr/>
          <p:nvPr/>
        </p:nvSpPr>
        <p:spPr>
          <a:xfrm>
            <a:off x="9735661" y="76385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9" name="Shape 6407"/>
          <p:cNvSpPr/>
          <p:nvPr/>
        </p:nvSpPr>
        <p:spPr>
          <a:xfrm>
            <a:off x="10045463" y="75811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0" name="Shape 6408"/>
          <p:cNvSpPr/>
          <p:nvPr/>
        </p:nvSpPr>
        <p:spPr>
          <a:xfrm>
            <a:off x="10058445" y="7686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1" name="Shape 6409"/>
          <p:cNvSpPr/>
          <p:nvPr/>
        </p:nvSpPr>
        <p:spPr>
          <a:xfrm>
            <a:off x="9744352" y="7596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2" name="Shape 6410"/>
          <p:cNvSpPr/>
          <p:nvPr/>
        </p:nvSpPr>
        <p:spPr>
          <a:xfrm>
            <a:off x="9849215" y="7623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3" name="Shape 6411"/>
          <p:cNvSpPr/>
          <p:nvPr/>
        </p:nvSpPr>
        <p:spPr>
          <a:xfrm>
            <a:off x="9718980" y="7660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4" name="Shape 6412"/>
          <p:cNvSpPr/>
          <p:nvPr/>
        </p:nvSpPr>
        <p:spPr>
          <a:xfrm>
            <a:off x="9703775" y="7688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5" name="Shape 6413"/>
          <p:cNvSpPr/>
          <p:nvPr/>
        </p:nvSpPr>
        <p:spPr>
          <a:xfrm>
            <a:off x="9872017" y="7584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6" name="Shape 6414"/>
          <p:cNvSpPr/>
          <p:nvPr/>
        </p:nvSpPr>
        <p:spPr>
          <a:xfrm>
            <a:off x="9751353" y="7706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7" name="Shape 6415"/>
          <p:cNvSpPr/>
          <p:nvPr/>
        </p:nvSpPr>
        <p:spPr>
          <a:xfrm>
            <a:off x="10068552" y="766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8" name="Shape 6416"/>
          <p:cNvSpPr/>
          <p:nvPr/>
        </p:nvSpPr>
        <p:spPr>
          <a:xfrm>
            <a:off x="9823626" y="76467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9" name="Shape 6417"/>
          <p:cNvSpPr/>
          <p:nvPr/>
        </p:nvSpPr>
        <p:spPr>
          <a:xfrm>
            <a:off x="9788904" y="7680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0" name="Shape 6418"/>
          <p:cNvSpPr/>
          <p:nvPr/>
        </p:nvSpPr>
        <p:spPr>
          <a:xfrm>
            <a:off x="9676844" y="7652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1" name="Shape 6419"/>
          <p:cNvSpPr/>
          <p:nvPr/>
        </p:nvSpPr>
        <p:spPr>
          <a:xfrm>
            <a:off x="10095753" y="7622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2" name="Shape 6420"/>
          <p:cNvSpPr/>
          <p:nvPr/>
        </p:nvSpPr>
        <p:spPr>
          <a:xfrm>
            <a:off x="9856229" y="7664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3" name="Shape 6421"/>
          <p:cNvSpPr/>
          <p:nvPr/>
        </p:nvSpPr>
        <p:spPr>
          <a:xfrm>
            <a:off x="9822887" y="7706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4" name="Shape 6422"/>
          <p:cNvSpPr/>
          <p:nvPr/>
        </p:nvSpPr>
        <p:spPr>
          <a:xfrm>
            <a:off x="10071955" y="7653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5" name="Shape 6423"/>
          <p:cNvSpPr/>
          <p:nvPr/>
        </p:nvSpPr>
        <p:spPr>
          <a:xfrm>
            <a:off x="10022894" y="76875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6" name="Shape 6424"/>
          <p:cNvSpPr/>
          <p:nvPr/>
        </p:nvSpPr>
        <p:spPr>
          <a:xfrm>
            <a:off x="9715830" y="76577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7" name="Shape 6425"/>
          <p:cNvSpPr/>
          <p:nvPr/>
        </p:nvSpPr>
        <p:spPr>
          <a:xfrm>
            <a:off x="9792611" y="7625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8" name="Shape 6426"/>
          <p:cNvSpPr/>
          <p:nvPr/>
        </p:nvSpPr>
        <p:spPr>
          <a:xfrm>
            <a:off x="9836877" y="77008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9" name="Shape 6427"/>
          <p:cNvSpPr/>
          <p:nvPr/>
        </p:nvSpPr>
        <p:spPr>
          <a:xfrm>
            <a:off x="9799929" y="7676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0" name="Shape 6428"/>
          <p:cNvSpPr/>
          <p:nvPr/>
        </p:nvSpPr>
        <p:spPr>
          <a:xfrm>
            <a:off x="9956629" y="76476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1" name="Shape 6429"/>
          <p:cNvSpPr/>
          <p:nvPr/>
        </p:nvSpPr>
        <p:spPr>
          <a:xfrm>
            <a:off x="9835878" y="7651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2" name="Shape 6430"/>
          <p:cNvSpPr/>
          <p:nvPr/>
        </p:nvSpPr>
        <p:spPr>
          <a:xfrm>
            <a:off x="9733511" y="7646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3" name="Shape 6431"/>
          <p:cNvSpPr/>
          <p:nvPr/>
        </p:nvSpPr>
        <p:spPr>
          <a:xfrm>
            <a:off x="9757043" y="76331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4" name="Shape 6432"/>
          <p:cNvSpPr/>
          <p:nvPr/>
        </p:nvSpPr>
        <p:spPr>
          <a:xfrm>
            <a:off x="9676008" y="7695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5" name="Shape 6433"/>
          <p:cNvSpPr/>
          <p:nvPr/>
        </p:nvSpPr>
        <p:spPr>
          <a:xfrm>
            <a:off x="9882029" y="7628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6" name="Shape 6434"/>
          <p:cNvSpPr/>
          <p:nvPr/>
        </p:nvSpPr>
        <p:spPr>
          <a:xfrm>
            <a:off x="9817849" y="7575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7" name="Shape 6435"/>
          <p:cNvSpPr/>
          <p:nvPr/>
        </p:nvSpPr>
        <p:spPr>
          <a:xfrm>
            <a:off x="9672599" y="7617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8" name="Shape 6436"/>
          <p:cNvSpPr/>
          <p:nvPr/>
        </p:nvSpPr>
        <p:spPr>
          <a:xfrm>
            <a:off x="9881215" y="7673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9" name="Shape 6437"/>
          <p:cNvSpPr/>
          <p:nvPr/>
        </p:nvSpPr>
        <p:spPr>
          <a:xfrm>
            <a:off x="9892403" y="77314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0" name="Shape 6438"/>
          <p:cNvSpPr/>
          <p:nvPr/>
        </p:nvSpPr>
        <p:spPr>
          <a:xfrm>
            <a:off x="9800503" y="7630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1" name="Shape 6439"/>
          <p:cNvSpPr/>
          <p:nvPr/>
        </p:nvSpPr>
        <p:spPr>
          <a:xfrm>
            <a:off x="9786333" y="76722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2" name="Shape 6440"/>
          <p:cNvSpPr/>
          <p:nvPr/>
        </p:nvSpPr>
        <p:spPr>
          <a:xfrm>
            <a:off x="9942726" y="7645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3" name="Shape 6441"/>
          <p:cNvSpPr/>
          <p:nvPr/>
        </p:nvSpPr>
        <p:spPr>
          <a:xfrm>
            <a:off x="9702296" y="7636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4" name="Shape 6442"/>
          <p:cNvSpPr/>
          <p:nvPr/>
        </p:nvSpPr>
        <p:spPr>
          <a:xfrm>
            <a:off x="9816601" y="7723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5" name="Shape 6443"/>
          <p:cNvSpPr/>
          <p:nvPr/>
        </p:nvSpPr>
        <p:spPr>
          <a:xfrm>
            <a:off x="10029047" y="7602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6" name="Shape 6444"/>
          <p:cNvSpPr/>
          <p:nvPr/>
        </p:nvSpPr>
        <p:spPr>
          <a:xfrm>
            <a:off x="9914588" y="7649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7" name="Shape 6445"/>
          <p:cNvSpPr/>
          <p:nvPr/>
        </p:nvSpPr>
        <p:spPr>
          <a:xfrm>
            <a:off x="9976784" y="7650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8" name="Shape 6446"/>
          <p:cNvSpPr/>
          <p:nvPr/>
        </p:nvSpPr>
        <p:spPr>
          <a:xfrm>
            <a:off x="9854855" y="7605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9" name="Shape 6447"/>
          <p:cNvSpPr/>
          <p:nvPr/>
        </p:nvSpPr>
        <p:spPr>
          <a:xfrm>
            <a:off x="10054713" y="7650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0" name="Shape 6448"/>
          <p:cNvSpPr/>
          <p:nvPr/>
        </p:nvSpPr>
        <p:spPr>
          <a:xfrm>
            <a:off x="9735633" y="7625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1" name="Shape 6449"/>
          <p:cNvSpPr/>
          <p:nvPr/>
        </p:nvSpPr>
        <p:spPr>
          <a:xfrm>
            <a:off x="9882431" y="7643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2" name="Shape 6450"/>
          <p:cNvSpPr/>
          <p:nvPr/>
        </p:nvSpPr>
        <p:spPr>
          <a:xfrm>
            <a:off x="9949408" y="7648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3" name="Shape 6451"/>
          <p:cNvSpPr/>
          <p:nvPr/>
        </p:nvSpPr>
        <p:spPr>
          <a:xfrm>
            <a:off x="9701942" y="7673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4" name="Shape 6452"/>
          <p:cNvSpPr/>
          <p:nvPr/>
        </p:nvSpPr>
        <p:spPr>
          <a:xfrm>
            <a:off x="9879217" y="7600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5" name="Shape 6453"/>
          <p:cNvSpPr/>
          <p:nvPr/>
        </p:nvSpPr>
        <p:spPr>
          <a:xfrm>
            <a:off x="9807420" y="76572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6" name="Shape 6454"/>
          <p:cNvSpPr/>
          <p:nvPr/>
        </p:nvSpPr>
        <p:spPr>
          <a:xfrm>
            <a:off x="9678991" y="7633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7" name="Shape 6455"/>
          <p:cNvSpPr/>
          <p:nvPr/>
        </p:nvSpPr>
        <p:spPr>
          <a:xfrm>
            <a:off x="9947420" y="76269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8" name="Shape 6456"/>
          <p:cNvSpPr/>
          <p:nvPr/>
        </p:nvSpPr>
        <p:spPr>
          <a:xfrm>
            <a:off x="9956841" y="76401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9" name="Shape 6457"/>
          <p:cNvSpPr/>
          <p:nvPr/>
        </p:nvSpPr>
        <p:spPr>
          <a:xfrm>
            <a:off x="9785331" y="7645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0" name="Shape 6458"/>
          <p:cNvSpPr/>
          <p:nvPr/>
        </p:nvSpPr>
        <p:spPr>
          <a:xfrm>
            <a:off x="9883613" y="7668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1" name="Shape 6459"/>
          <p:cNvSpPr/>
          <p:nvPr/>
        </p:nvSpPr>
        <p:spPr>
          <a:xfrm>
            <a:off x="10046827" y="7650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2" name="Shape 6460"/>
          <p:cNvSpPr/>
          <p:nvPr/>
        </p:nvSpPr>
        <p:spPr>
          <a:xfrm>
            <a:off x="9913358" y="7682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3" name="Shape 6461"/>
          <p:cNvSpPr/>
          <p:nvPr/>
        </p:nvSpPr>
        <p:spPr>
          <a:xfrm>
            <a:off x="9864156" y="7637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4" name="Shape 6462"/>
          <p:cNvSpPr/>
          <p:nvPr/>
        </p:nvSpPr>
        <p:spPr>
          <a:xfrm>
            <a:off x="9726995" y="76123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5" name="Shape 6463"/>
          <p:cNvSpPr/>
          <p:nvPr/>
        </p:nvSpPr>
        <p:spPr>
          <a:xfrm>
            <a:off x="9893804" y="7658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6" name="Shape 6464"/>
          <p:cNvSpPr/>
          <p:nvPr/>
        </p:nvSpPr>
        <p:spPr>
          <a:xfrm>
            <a:off x="9991858" y="7676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7" name="Shape 6465"/>
          <p:cNvSpPr/>
          <p:nvPr/>
        </p:nvSpPr>
        <p:spPr>
          <a:xfrm>
            <a:off x="9839106" y="7610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8" name="Shape 6466"/>
          <p:cNvSpPr/>
          <p:nvPr/>
        </p:nvSpPr>
        <p:spPr>
          <a:xfrm>
            <a:off x="10067936" y="7414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9" name="Shape 6467"/>
          <p:cNvSpPr/>
          <p:nvPr/>
        </p:nvSpPr>
        <p:spPr>
          <a:xfrm>
            <a:off x="9907577" y="77365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0" name="Shape 6468"/>
          <p:cNvSpPr/>
          <p:nvPr/>
        </p:nvSpPr>
        <p:spPr>
          <a:xfrm>
            <a:off x="9699741" y="7544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1" name="Shape 6469"/>
          <p:cNvSpPr/>
          <p:nvPr/>
        </p:nvSpPr>
        <p:spPr>
          <a:xfrm>
            <a:off x="9834168" y="7631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2" name="Shape 6470"/>
          <p:cNvSpPr/>
          <p:nvPr/>
        </p:nvSpPr>
        <p:spPr>
          <a:xfrm>
            <a:off x="9981122" y="7628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3" name="Shape 6471"/>
          <p:cNvSpPr/>
          <p:nvPr/>
        </p:nvSpPr>
        <p:spPr>
          <a:xfrm>
            <a:off x="10062049" y="7694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4" name="Shape 6472"/>
          <p:cNvSpPr/>
          <p:nvPr/>
        </p:nvSpPr>
        <p:spPr>
          <a:xfrm>
            <a:off x="9811153" y="782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5" name="Shape 6473"/>
          <p:cNvSpPr/>
          <p:nvPr/>
        </p:nvSpPr>
        <p:spPr>
          <a:xfrm>
            <a:off x="10057206" y="75801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6" name="Shape 6474"/>
          <p:cNvSpPr/>
          <p:nvPr/>
        </p:nvSpPr>
        <p:spPr>
          <a:xfrm>
            <a:off x="9814137" y="7625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7" name="Shape 6475"/>
          <p:cNvSpPr/>
          <p:nvPr/>
        </p:nvSpPr>
        <p:spPr>
          <a:xfrm>
            <a:off x="9930585" y="7689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8" name="Shape 6476"/>
          <p:cNvSpPr/>
          <p:nvPr/>
        </p:nvSpPr>
        <p:spPr>
          <a:xfrm>
            <a:off x="10083059" y="7708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9" name="Shape 6477"/>
          <p:cNvSpPr/>
          <p:nvPr/>
        </p:nvSpPr>
        <p:spPr>
          <a:xfrm>
            <a:off x="9691417" y="7867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0" name="Shape 6478"/>
          <p:cNvSpPr/>
          <p:nvPr/>
        </p:nvSpPr>
        <p:spPr>
          <a:xfrm>
            <a:off x="9691611" y="7937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1" name="Shape 6479"/>
          <p:cNvSpPr/>
          <p:nvPr/>
        </p:nvSpPr>
        <p:spPr>
          <a:xfrm>
            <a:off x="10079108" y="7821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2" name="Shape 6480"/>
          <p:cNvSpPr/>
          <p:nvPr/>
        </p:nvSpPr>
        <p:spPr>
          <a:xfrm>
            <a:off x="9780721" y="7969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3" name="Shape 6481"/>
          <p:cNvSpPr/>
          <p:nvPr/>
        </p:nvSpPr>
        <p:spPr>
          <a:xfrm>
            <a:off x="9917371" y="7927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4" name="Shape 6482"/>
          <p:cNvSpPr/>
          <p:nvPr/>
        </p:nvSpPr>
        <p:spPr>
          <a:xfrm>
            <a:off x="9671653" y="7911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5" name="Shape 6483"/>
          <p:cNvSpPr/>
          <p:nvPr/>
        </p:nvSpPr>
        <p:spPr>
          <a:xfrm>
            <a:off x="9906107" y="79889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6" name="Shape 6484"/>
          <p:cNvSpPr/>
          <p:nvPr/>
        </p:nvSpPr>
        <p:spPr>
          <a:xfrm>
            <a:off x="9866000" y="7774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7" name="Shape 6485"/>
          <p:cNvSpPr/>
          <p:nvPr/>
        </p:nvSpPr>
        <p:spPr>
          <a:xfrm>
            <a:off x="10026326" y="7586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8" name="Shape 6486"/>
          <p:cNvSpPr/>
          <p:nvPr/>
        </p:nvSpPr>
        <p:spPr>
          <a:xfrm>
            <a:off x="10006628" y="7558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9" name="Shape 6487"/>
          <p:cNvSpPr/>
          <p:nvPr/>
        </p:nvSpPr>
        <p:spPr>
          <a:xfrm>
            <a:off x="9696589" y="7622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0" name="Shape 6488"/>
          <p:cNvSpPr/>
          <p:nvPr/>
        </p:nvSpPr>
        <p:spPr>
          <a:xfrm>
            <a:off x="9794513" y="7517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1" name="Shape 6489"/>
          <p:cNvSpPr/>
          <p:nvPr/>
        </p:nvSpPr>
        <p:spPr>
          <a:xfrm>
            <a:off x="9859540" y="75127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2" name="Shape 6490"/>
          <p:cNvSpPr/>
          <p:nvPr/>
        </p:nvSpPr>
        <p:spPr>
          <a:xfrm>
            <a:off x="10052430" y="7679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3" name="Shape 6491"/>
          <p:cNvSpPr/>
          <p:nvPr/>
        </p:nvSpPr>
        <p:spPr>
          <a:xfrm>
            <a:off x="10052419" y="78349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4" name="Shape 6492"/>
          <p:cNvSpPr/>
          <p:nvPr/>
        </p:nvSpPr>
        <p:spPr>
          <a:xfrm>
            <a:off x="9705026" y="7656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5" name="Shape 6493"/>
          <p:cNvSpPr/>
          <p:nvPr/>
        </p:nvSpPr>
        <p:spPr>
          <a:xfrm>
            <a:off x="9864170" y="7730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6" name="Shape 6494"/>
          <p:cNvSpPr/>
          <p:nvPr/>
        </p:nvSpPr>
        <p:spPr>
          <a:xfrm>
            <a:off x="9933872" y="7561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7" name="Shape 6495"/>
          <p:cNvSpPr/>
          <p:nvPr/>
        </p:nvSpPr>
        <p:spPr>
          <a:xfrm>
            <a:off x="9980328" y="7360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8" name="Shape 6496"/>
          <p:cNvSpPr/>
          <p:nvPr/>
        </p:nvSpPr>
        <p:spPr>
          <a:xfrm>
            <a:off x="9886567" y="75783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9" name="Shape 6497"/>
          <p:cNvSpPr/>
          <p:nvPr/>
        </p:nvSpPr>
        <p:spPr>
          <a:xfrm>
            <a:off x="9814424" y="7405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0" name="Shape 6498"/>
          <p:cNvSpPr/>
          <p:nvPr/>
        </p:nvSpPr>
        <p:spPr>
          <a:xfrm>
            <a:off x="10082694" y="76564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1" name="Shape 6499"/>
          <p:cNvSpPr/>
          <p:nvPr/>
        </p:nvSpPr>
        <p:spPr>
          <a:xfrm>
            <a:off x="9975598" y="7674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2" name="Shape 6500"/>
          <p:cNvSpPr/>
          <p:nvPr/>
        </p:nvSpPr>
        <p:spPr>
          <a:xfrm>
            <a:off x="9985828" y="7489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3" name="Shape 6501"/>
          <p:cNvSpPr/>
          <p:nvPr/>
        </p:nvSpPr>
        <p:spPr>
          <a:xfrm>
            <a:off x="10002251" y="76569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4" name="Shape 6502"/>
          <p:cNvSpPr/>
          <p:nvPr/>
        </p:nvSpPr>
        <p:spPr>
          <a:xfrm>
            <a:off x="9690032" y="7369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5" name="Shape 6503"/>
          <p:cNvSpPr/>
          <p:nvPr/>
        </p:nvSpPr>
        <p:spPr>
          <a:xfrm>
            <a:off x="10001164" y="7585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6" name="Shape 6504"/>
          <p:cNvSpPr/>
          <p:nvPr/>
        </p:nvSpPr>
        <p:spPr>
          <a:xfrm>
            <a:off x="9956246" y="7605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7" name="Shape 6505"/>
          <p:cNvSpPr/>
          <p:nvPr/>
        </p:nvSpPr>
        <p:spPr>
          <a:xfrm>
            <a:off x="9908545" y="7707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8" name="Shape 6506"/>
          <p:cNvSpPr/>
          <p:nvPr/>
        </p:nvSpPr>
        <p:spPr>
          <a:xfrm>
            <a:off x="10093600" y="7625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9" name="Shape 6507"/>
          <p:cNvSpPr/>
          <p:nvPr/>
        </p:nvSpPr>
        <p:spPr>
          <a:xfrm>
            <a:off x="9694177" y="79612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0" name="Shape 6508"/>
          <p:cNvSpPr/>
          <p:nvPr/>
        </p:nvSpPr>
        <p:spPr>
          <a:xfrm>
            <a:off x="10093961" y="7472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1" name="Shape 6509"/>
          <p:cNvSpPr/>
          <p:nvPr/>
        </p:nvSpPr>
        <p:spPr>
          <a:xfrm>
            <a:off x="9837066" y="75860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2" name="Shape 6510"/>
          <p:cNvSpPr/>
          <p:nvPr/>
        </p:nvSpPr>
        <p:spPr>
          <a:xfrm>
            <a:off x="9834570" y="7465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3" name="Shape 6511"/>
          <p:cNvSpPr/>
          <p:nvPr/>
        </p:nvSpPr>
        <p:spPr>
          <a:xfrm>
            <a:off x="9950266" y="7435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4" name="Shape 6512"/>
          <p:cNvSpPr/>
          <p:nvPr/>
        </p:nvSpPr>
        <p:spPr>
          <a:xfrm>
            <a:off x="9884329" y="7471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5" name="Shape 6513"/>
          <p:cNvSpPr/>
          <p:nvPr/>
        </p:nvSpPr>
        <p:spPr>
          <a:xfrm>
            <a:off x="10012066" y="7353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6" name="Shape 6514"/>
          <p:cNvSpPr/>
          <p:nvPr/>
        </p:nvSpPr>
        <p:spPr>
          <a:xfrm>
            <a:off x="10043214" y="7792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7" name="Shape 6515"/>
          <p:cNvSpPr/>
          <p:nvPr/>
        </p:nvSpPr>
        <p:spPr>
          <a:xfrm>
            <a:off x="9808934" y="7968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8" name="Shape 6516"/>
          <p:cNvSpPr/>
          <p:nvPr/>
        </p:nvSpPr>
        <p:spPr>
          <a:xfrm>
            <a:off x="9754294" y="7635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9" name="Shape 6517"/>
          <p:cNvSpPr/>
          <p:nvPr/>
        </p:nvSpPr>
        <p:spPr>
          <a:xfrm>
            <a:off x="9858498" y="7657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0" name="Shape 6518"/>
          <p:cNvSpPr/>
          <p:nvPr/>
        </p:nvSpPr>
        <p:spPr>
          <a:xfrm>
            <a:off x="9880373" y="7737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1" name="Shape 6519"/>
          <p:cNvSpPr/>
          <p:nvPr/>
        </p:nvSpPr>
        <p:spPr>
          <a:xfrm>
            <a:off x="9962518" y="7410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2" name="Shape 6520"/>
          <p:cNvSpPr/>
          <p:nvPr/>
        </p:nvSpPr>
        <p:spPr>
          <a:xfrm>
            <a:off x="9684268" y="74518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3" name="Shape 6521"/>
          <p:cNvSpPr/>
          <p:nvPr/>
        </p:nvSpPr>
        <p:spPr>
          <a:xfrm>
            <a:off x="9986210" y="7628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4" name="Shape 6522"/>
          <p:cNvSpPr/>
          <p:nvPr/>
        </p:nvSpPr>
        <p:spPr>
          <a:xfrm>
            <a:off x="9982530" y="7420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5" name="Shape 6523"/>
          <p:cNvSpPr/>
          <p:nvPr/>
        </p:nvSpPr>
        <p:spPr>
          <a:xfrm>
            <a:off x="9930267" y="7660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6" name="Shape 6524"/>
          <p:cNvSpPr/>
          <p:nvPr/>
        </p:nvSpPr>
        <p:spPr>
          <a:xfrm>
            <a:off x="10074649" y="7698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7" name="Shape 6525"/>
          <p:cNvSpPr/>
          <p:nvPr/>
        </p:nvSpPr>
        <p:spPr>
          <a:xfrm>
            <a:off x="9735542" y="7571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8" name="Shape 6526"/>
          <p:cNvSpPr/>
          <p:nvPr/>
        </p:nvSpPr>
        <p:spPr>
          <a:xfrm>
            <a:off x="9883206" y="76046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9" name="Shape 6527"/>
          <p:cNvSpPr/>
          <p:nvPr/>
        </p:nvSpPr>
        <p:spPr>
          <a:xfrm>
            <a:off x="9701075" y="7719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0" name="Shape 6528"/>
          <p:cNvSpPr/>
          <p:nvPr/>
        </p:nvSpPr>
        <p:spPr>
          <a:xfrm>
            <a:off x="9987792" y="7734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1" name="Shape 6529"/>
          <p:cNvSpPr/>
          <p:nvPr/>
        </p:nvSpPr>
        <p:spPr>
          <a:xfrm>
            <a:off x="10046012" y="7785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2" name="Shape 6530"/>
          <p:cNvSpPr/>
          <p:nvPr/>
        </p:nvSpPr>
        <p:spPr>
          <a:xfrm>
            <a:off x="9817339" y="7879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3" name="Shape 6531"/>
          <p:cNvSpPr/>
          <p:nvPr/>
        </p:nvSpPr>
        <p:spPr>
          <a:xfrm>
            <a:off x="9788549" y="76711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4" name="Shape 6532"/>
          <p:cNvSpPr/>
          <p:nvPr/>
        </p:nvSpPr>
        <p:spPr>
          <a:xfrm>
            <a:off x="9803819" y="7794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5" name="Shape 6533"/>
          <p:cNvSpPr/>
          <p:nvPr/>
        </p:nvSpPr>
        <p:spPr>
          <a:xfrm>
            <a:off x="9824005" y="7375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6" name="Shape 6534"/>
          <p:cNvSpPr/>
          <p:nvPr/>
        </p:nvSpPr>
        <p:spPr>
          <a:xfrm>
            <a:off x="9857668" y="7717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7" name="Shape 6535"/>
          <p:cNvSpPr/>
          <p:nvPr/>
        </p:nvSpPr>
        <p:spPr>
          <a:xfrm>
            <a:off x="9738412" y="7735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8" name="Shape 6536"/>
          <p:cNvSpPr/>
          <p:nvPr/>
        </p:nvSpPr>
        <p:spPr>
          <a:xfrm>
            <a:off x="9835133" y="76953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9" name="Shape 6537"/>
          <p:cNvSpPr/>
          <p:nvPr/>
        </p:nvSpPr>
        <p:spPr>
          <a:xfrm>
            <a:off x="9808749" y="75260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0" name="Shape 6538"/>
          <p:cNvSpPr/>
          <p:nvPr/>
        </p:nvSpPr>
        <p:spPr>
          <a:xfrm>
            <a:off x="9969449" y="7441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1" name="Shape 6539"/>
          <p:cNvSpPr/>
          <p:nvPr/>
        </p:nvSpPr>
        <p:spPr>
          <a:xfrm>
            <a:off x="9751772" y="7238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2" name="Shape 6540"/>
          <p:cNvSpPr/>
          <p:nvPr/>
        </p:nvSpPr>
        <p:spPr>
          <a:xfrm>
            <a:off x="9863739" y="76167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3" name="Shape 6541"/>
          <p:cNvSpPr/>
          <p:nvPr/>
        </p:nvSpPr>
        <p:spPr>
          <a:xfrm>
            <a:off x="10018773" y="7567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4" name="Shape 6542"/>
          <p:cNvSpPr/>
          <p:nvPr/>
        </p:nvSpPr>
        <p:spPr>
          <a:xfrm>
            <a:off x="9949283" y="7710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5" name="Shape 6543"/>
          <p:cNvSpPr/>
          <p:nvPr/>
        </p:nvSpPr>
        <p:spPr>
          <a:xfrm>
            <a:off x="10042184" y="7386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6" name="Shape 6544"/>
          <p:cNvSpPr/>
          <p:nvPr/>
        </p:nvSpPr>
        <p:spPr>
          <a:xfrm>
            <a:off x="9734136" y="7700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7" name="Shape 6545"/>
          <p:cNvSpPr/>
          <p:nvPr/>
        </p:nvSpPr>
        <p:spPr>
          <a:xfrm>
            <a:off x="9863987" y="7284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8" name="Shape 6546"/>
          <p:cNvSpPr/>
          <p:nvPr/>
        </p:nvSpPr>
        <p:spPr>
          <a:xfrm>
            <a:off x="9794134" y="7717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9" name="Shape 6547"/>
          <p:cNvSpPr/>
          <p:nvPr/>
        </p:nvSpPr>
        <p:spPr>
          <a:xfrm>
            <a:off x="9926297" y="7561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0" name="Shape 6548"/>
          <p:cNvSpPr/>
          <p:nvPr/>
        </p:nvSpPr>
        <p:spPr>
          <a:xfrm>
            <a:off x="10093938" y="7395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1" name="Shape 6549"/>
          <p:cNvSpPr/>
          <p:nvPr/>
        </p:nvSpPr>
        <p:spPr>
          <a:xfrm>
            <a:off x="10078507" y="7773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2" name="Shape 6550"/>
          <p:cNvSpPr/>
          <p:nvPr/>
        </p:nvSpPr>
        <p:spPr>
          <a:xfrm>
            <a:off x="9813209" y="68978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3" name="Shape 6551"/>
          <p:cNvSpPr/>
          <p:nvPr/>
        </p:nvSpPr>
        <p:spPr>
          <a:xfrm>
            <a:off x="9747643" y="733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4" name="Shape 6552"/>
          <p:cNvSpPr/>
          <p:nvPr/>
        </p:nvSpPr>
        <p:spPr>
          <a:xfrm>
            <a:off x="9783202" y="76927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5" name="Shape 6553"/>
          <p:cNvSpPr/>
          <p:nvPr/>
        </p:nvSpPr>
        <p:spPr>
          <a:xfrm>
            <a:off x="9781593" y="7515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6" name="Shape 6554"/>
          <p:cNvSpPr/>
          <p:nvPr/>
        </p:nvSpPr>
        <p:spPr>
          <a:xfrm>
            <a:off x="9792645" y="7504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7" name="Shape 6555"/>
          <p:cNvSpPr/>
          <p:nvPr/>
        </p:nvSpPr>
        <p:spPr>
          <a:xfrm>
            <a:off x="9843537" y="7247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8" name="Shape 6556"/>
          <p:cNvSpPr/>
          <p:nvPr/>
        </p:nvSpPr>
        <p:spPr>
          <a:xfrm>
            <a:off x="9766516" y="7606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9" name="Shape 6557"/>
          <p:cNvSpPr/>
          <p:nvPr/>
        </p:nvSpPr>
        <p:spPr>
          <a:xfrm>
            <a:off x="9902578" y="7628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0" name="Shape 6558"/>
          <p:cNvSpPr/>
          <p:nvPr/>
        </p:nvSpPr>
        <p:spPr>
          <a:xfrm>
            <a:off x="9861627" y="7578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1" name="Shape 6559"/>
          <p:cNvSpPr/>
          <p:nvPr/>
        </p:nvSpPr>
        <p:spPr>
          <a:xfrm>
            <a:off x="10064830" y="75059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2" name="Shape 6560"/>
          <p:cNvSpPr/>
          <p:nvPr/>
        </p:nvSpPr>
        <p:spPr>
          <a:xfrm>
            <a:off x="10053547" y="7336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3" name="Shape 6561"/>
          <p:cNvSpPr/>
          <p:nvPr/>
        </p:nvSpPr>
        <p:spPr>
          <a:xfrm>
            <a:off x="9946592" y="7619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4" name="Shape 6562"/>
          <p:cNvSpPr/>
          <p:nvPr/>
        </p:nvSpPr>
        <p:spPr>
          <a:xfrm>
            <a:off x="9882996" y="7516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5" name="Shape 6563"/>
          <p:cNvSpPr/>
          <p:nvPr/>
        </p:nvSpPr>
        <p:spPr>
          <a:xfrm>
            <a:off x="10012889" y="75050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6" name="Shape 6564"/>
          <p:cNvSpPr/>
          <p:nvPr/>
        </p:nvSpPr>
        <p:spPr>
          <a:xfrm>
            <a:off x="9984748" y="7311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7" name="Shape 6565"/>
          <p:cNvSpPr/>
          <p:nvPr/>
        </p:nvSpPr>
        <p:spPr>
          <a:xfrm>
            <a:off x="9812286" y="7366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8" name="Shape 6566"/>
          <p:cNvSpPr/>
          <p:nvPr/>
        </p:nvSpPr>
        <p:spPr>
          <a:xfrm>
            <a:off x="10100406" y="72361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9" name="Shape 6567"/>
          <p:cNvSpPr/>
          <p:nvPr/>
        </p:nvSpPr>
        <p:spPr>
          <a:xfrm>
            <a:off x="9875074" y="7454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0" name="Shape 6568"/>
          <p:cNvSpPr/>
          <p:nvPr/>
        </p:nvSpPr>
        <p:spPr>
          <a:xfrm>
            <a:off x="9738891" y="7339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1" name="Shape 6569"/>
          <p:cNvSpPr/>
          <p:nvPr/>
        </p:nvSpPr>
        <p:spPr>
          <a:xfrm>
            <a:off x="9882848" y="7406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2" name="Shape 6570"/>
          <p:cNvSpPr/>
          <p:nvPr/>
        </p:nvSpPr>
        <p:spPr>
          <a:xfrm>
            <a:off x="9985643" y="7220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3" name="Shape 6571"/>
          <p:cNvSpPr/>
          <p:nvPr/>
        </p:nvSpPr>
        <p:spPr>
          <a:xfrm>
            <a:off x="10091524" y="7323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4" name="Shape 6572"/>
          <p:cNvSpPr/>
          <p:nvPr/>
        </p:nvSpPr>
        <p:spPr>
          <a:xfrm>
            <a:off x="9778346" y="7428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5" name="Shape 6573"/>
          <p:cNvSpPr/>
          <p:nvPr/>
        </p:nvSpPr>
        <p:spPr>
          <a:xfrm>
            <a:off x="9706576" y="73015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6" name="Shape 6574"/>
          <p:cNvSpPr/>
          <p:nvPr/>
        </p:nvSpPr>
        <p:spPr>
          <a:xfrm>
            <a:off x="9863560" y="7344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7" name="Shape 6575"/>
          <p:cNvSpPr/>
          <p:nvPr/>
        </p:nvSpPr>
        <p:spPr>
          <a:xfrm>
            <a:off x="10018318" y="7434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8" name="Shape 6576"/>
          <p:cNvSpPr/>
          <p:nvPr/>
        </p:nvSpPr>
        <p:spPr>
          <a:xfrm>
            <a:off x="9765648" y="7457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9" name="Shape 6577"/>
          <p:cNvSpPr/>
          <p:nvPr/>
        </p:nvSpPr>
        <p:spPr>
          <a:xfrm>
            <a:off x="9848054" y="73394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0" name="Shape 6578"/>
          <p:cNvSpPr/>
          <p:nvPr/>
        </p:nvSpPr>
        <p:spPr>
          <a:xfrm>
            <a:off x="9676246" y="7322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1" name="Shape 6579"/>
          <p:cNvSpPr/>
          <p:nvPr/>
        </p:nvSpPr>
        <p:spPr>
          <a:xfrm>
            <a:off x="9962241" y="75357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2" name="Shape 6580"/>
          <p:cNvSpPr/>
          <p:nvPr/>
        </p:nvSpPr>
        <p:spPr>
          <a:xfrm>
            <a:off x="9952875" y="73298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3" name="Shape 6581"/>
          <p:cNvSpPr/>
          <p:nvPr/>
        </p:nvSpPr>
        <p:spPr>
          <a:xfrm>
            <a:off x="10003624" y="7306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4" name="Shape 6582"/>
          <p:cNvSpPr/>
          <p:nvPr/>
        </p:nvSpPr>
        <p:spPr>
          <a:xfrm>
            <a:off x="9811306" y="7384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5" name="Shape 6583"/>
          <p:cNvSpPr/>
          <p:nvPr/>
        </p:nvSpPr>
        <p:spPr>
          <a:xfrm>
            <a:off x="9910452" y="7401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6" name="Shape 6584"/>
          <p:cNvSpPr/>
          <p:nvPr/>
        </p:nvSpPr>
        <p:spPr>
          <a:xfrm>
            <a:off x="9906093" y="7325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7" name="Shape 6585"/>
          <p:cNvSpPr/>
          <p:nvPr/>
        </p:nvSpPr>
        <p:spPr>
          <a:xfrm>
            <a:off x="10098985" y="7482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8" name="Shape 6586"/>
          <p:cNvSpPr/>
          <p:nvPr/>
        </p:nvSpPr>
        <p:spPr>
          <a:xfrm>
            <a:off x="10091955" y="7297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9" name="Shape 6587"/>
          <p:cNvSpPr/>
          <p:nvPr/>
        </p:nvSpPr>
        <p:spPr>
          <a:xfrm>
            <a:off x="9846167" y="74778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0" name="Shape 6588"/>
          <p:cNvSpPr/>
          <p:nvPr/>
        </p:nvSpPr>
        <p:spPr>
          <a:xfrm>
            <a:off x="10046773" y="7467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1" name="Shape 6589"/>
          <p:cNvSpPr/>
          <p:nvPr/>
        </p:nvSpPr>
        <p:spPr>
          <a:xfrm>
            <a:off x="9977453" y="72090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2" name="Shape 6590"/>
          <p:cNvSpPr/>
          <p:nvPr/>
        </p:nvSpPr>
        <p:spPr>
          <a:xfrm>
            <a:off x="9883262" y="7304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3" name="Shape 6591"/>
          <p:cNvSpPr/>
          <p:nvPr/>
        </p:nvSpPr>
        <p:spPr>
          <a:xfrm>
            <a:off x="9793317" y="74317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4" name="Shape 6592"/>
          <p:cNvSpPr/>
          <p:nvPr/>
        </p:nvSpPr>
        <p:spPr>
          <a:xfrm>
            <a:off x="9940729" y="7396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5" name="Shape 6593"/>
          <p:cNvSpPr/>
          <p:nvPr/>
        </p:nvSpPr>
        <p:spPr>
          <a:xfrm>
            <a:off x="9935771" y="7321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6" name="Shape 6594"/>
          <p:cNvSpPr/>
          <p:nvPr/>
        </p:nvSpPr>
        <p:spPr>
          <a:xfrm>
            <a:off x="9894557" y="7415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7" name="Shape 6595"/>
          <p:cNvSpPr/>
          <p:nvPr/>
        </p:nvSpPr>
        <p:spPr>
          <a:xfrm>
            <a:off x="9829568" y="73274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8" name="Shape 6596"/>
          <p:cNvSpPr/>
          <p:nvPr/>
        </p:nvSpPr>
        <p:spPr>
          <a:xfrm>
            <a:off x="10087418" y="7493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9" name="Shape 6597"/>
          <p:cNvSpPr/>
          <p:nvPr/>
        </p:nvSpPr>
        <p:spPr>
          <a:xfrm>
            <a:off x="10096768" y="7384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0" name="Shape 6598"/>
          <p:cNvSpPr/>
          <p:nvPr/>
        </p:nvSpPr>
        <p:spPr>
          <a:xfrm>
            <a:off x="9733186" y="7227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1" name="Shape 6599"/>
          <p:cNvSpPr/>
          <p:nvPr/>
        </p:nvSpPr>
        <p:spPr>
          <a:xfrm>
            <a:off x="10015526" y="73895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2" name="Shape 6600"/>
          <p:cNvSpPr/>
          <p:nvPr/>
        </p:nvSpPr>
        <p:spPr>
          <a:xfrm>
            <a:off x="9921929" y="7753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3" name="Shape 6601"/>
          <p:cNvSpPr/>
          <p:nvPr/>
        </p:nvSpPr>
        <p:spPr>
          <a:xfrm>
            <a:off x="9725743" y="7577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4" name="Shape 6602"/>
          <p:cNvSpPr/>
          <p:nvPr/>
        </p:nvSpPr>
        <p:spPr>
          <a:xfrm>
            <a:off x="9675404" y="75681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5" name="Shape 6603"/>
          <p:cNvSpPr/>
          <p:nvPr/>
        </p:nvSpPr>
        <p:spPr>
          <a:xfrm>
            <a:off x="10077163" y="7605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6" name="Shape 6604"/>
          <p:cNvSpPr/>
          <p:nvPr/>
        </p:nvSpPr>
        <p:spPr>
          <a:xfrm>
            <a:off x="9784536" y="7336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7" name="Shape 6605"/>
          <p:cNvSpPr/>
          <p:nvPr/>
        </p:nvSpPr>
        <p:spPr>
          <a:xfrm>
            <a:off x="10059157" y="73317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8" name="Shape 6606"/>
          <p:cNvSpPr/>
          <p:nvPr/>
        </p:nvSpPr>
        <p:spPr>
          <a:xfrm>
            <a:off x="9774986" y="74442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9" name="Shape 6607"/>
          <p:cNvSpPr/>
          <p:nvPr/>
        </p:nvSpPr>
        <p:spPr>
          <a:xfrm>
            <a:off x="9987229" y="7523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0" name="Shape 6608"/>
          <p:cNvSpPr/>
          <p:nvPr/>
        </p:nvSpPr>
        <p:spPr>
          <a:xfrm>
            <a:off x="10035249" y="7246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1" name="Shape 6609"/>
          <p:cNvSpPr/>
          <p:nvPr/>
        </p:nvSpPr>
        <p:spPr>
          <a:xfrm>
            <a:off x="10076975" y="7254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2" name="Shape 6610"/>
          <p:cNvSpPr/>
          <p:nvPr/>
        </p:nvSpPr>
        <p:spPr>
          <a:xfrm>
            <a:off x="9720107" y="73927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3" name="Shape 6611"/>
          <p:cNvSpPr/>
          <p:nvPr/>
        </p:nvSpPr>
        <p:spPr>
          <a:xfrm>
            <a:off x="9933074" y="72366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4" name="Shape 6612"/>
          <p:cNvSpPr/>
          <p:nvPr/>
        </p:nvSpPr>
        <p:spPr>
          <a:xfrm>
            <a:off x="9810386" y="7243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5" name="Shape 6613"/>
          <p:cNvSpPr/>
          <p:nvPr/>
        </p:nvSpPr>
        <p:spPr>
          <a:xfrm>
            <a:off x="9832213" y="7429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6" name="Shape 6614"/>
          <p:cNvSpPr/>
          <p:nvPr/>
        </p:nvSpPr>
        <p:spPr>
          <a:xfrm>
            <a:off x="9802692" y="7692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7" name="Shape 6615"/>
          <p:cNvSpPr/>
          <p:nvPr/>
        </p:nvSpPr>
        <p:spPr>
          <a:xfrm>
            <a:off x="9948917" y="78210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8" name="Shape 6616"/>
          <p:cNvSpPr/>
          <p:nvPr/>
        </p:nvSpPr>
        <p:spPr>
          <a:xfrm>
            <a:off x="10025545" y="75109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9" name="Shape 6617"/>
          <p:cNvSpPr/>
          <p:nvPr/>
        </p:nvSpPr>
        <p:spPr>
          <a:xfrm>
            <a:off x="9813590" y="7455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0" name="Shape 6618"/>
          <p:cNvSpPr/>
          <p:nvPr/>
        </p:nvSpPr>
        <p:spPr>
          <a:xfrm>
            <a:off x="10061853" y="7445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1" name="Shape 6619"/>
          <p:cNvSpPr/>
          <p:nvPr/>
        </p:nvSpPr>
        <p:spPr>
          <a:xfrm>
            <a:off x="9681724" y="7432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2" name="Shape 6620"/>
          <p:cNvSpPr/>
          <p:nvPr/>
        </p:nvSpPr>
        <p:spPr>
          <a:xfrm>
            <a:off x="10082992" y="7585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3" name="Shape 6621"/>
          <p:cNvSpPr/>
          <p:nvPr/>
        </p:nvSpPr>
        <p:spPr>
          <a:xfrm>
            <a:off x="9732123" y="78042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4" name="Shape 6622"/>
          <p:cNvSpPr/>
          <p:nvPr/>
        </p:nvSpPr>
        <p:spPr>
          <a:xfrm>
            <a:off x="9933755" y="7842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5" name="Shape 6623"/>
          <p:cNvSpPr/>
          <p:nvPr/>
        </p:nvSpPr>
        <p:spPr>
          <a:xfrm>
            <a:off x="9675770" y="7771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6" name="Shape 6624"/>
          <p:cNvSpPr/>
          <p:nvPr/>
        </p:nvSpPr>
        <p:spPr>
          <a:xfrm>
            <a:off x="9779007" y="7912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7" name="Shape 6625"/>
          <p:cNvSpPr/>
          <p:nvPr/>
        </p:nvSpPr>
        <p:spPr>
          <a:xfrm>
            <a:off x="9930105" y="7815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8" name="Shape 6626"/>
          <p:cNvSpPr/>
          <p:nvPr/>
        </p:nvSpPr>
        <p:spPr>
          <a:xfrm>
            <a:off x="9769414" y="78320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9" name="Shape 6627"/>
          <p:cNvSpPr/>
          <p:nvPr/>
        </p:nvSpPr>
        <p:spPr>
          <a:xfrm>
            <a:off x="9976268" y="7878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0" name="Shape 6628"/>
          <p:cNvSpPr/>
          <p:nvPr/>
        </p:nvSpPr>
        <p:spPr>
          <a:xfrm>
            <a:off x="9895188" y="7838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1" name="Shape 6629"/>
          <p:cNvSpPr/>
          <p:nvPr/>
        </p:nvSpPr>
        <p:spPr>
          <a:xfrm>
            <a:off x="9956080" y="7848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2" name="Shape 6630"/>
          <p:cNvSpPr/>
          <p:nvPr/>
        </p:nvSpPr>
        <p:spPr>
          <a:xfrm>
            <a:off x="9759519" y="7801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3" name="Shape 6631"/>
          <p:cNvSpPr/>
          <p:nvPr/>
        </p:nvSpPr>
        <p:spPr>
          <a:xfrm>
            <a:off x="9802728" y="7895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4" name="Shape 6632"/>
          <p:cNvSpPr/>
          <p:nvPr/>
        </p:nvSpPr>
        <p:spPr>
          <a:xfrm>
            <a:off x="9887071" y="7876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5" name="Shape 6633"/>
          <p:cNvSpPr/>
          <p:nvPr/>
        </p:nvSpPr>
        <p:spPr>
          <a:xfrm>
            <a:off x="9783125" y="7523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6" name="Shape 6634"/>
          <p:cNvSpPr/>
          <p:nvPr/>
        </p:nvSpPr>
        <p:spPr>
          <a:xfrm>
            <a:off x="9839216" y="76808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7" name="Shape 6635"/>
          <p:cNvSpPr/>
          <p:nvPr/>
        </p:nvSpPr>
        <p:spPr>
          <a:xfrm>
            <a:off x="10031067" y="7480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8" name="Shape 6636"/>
          <p:cNvSpPr/>
          <p:nvPr/>
        </p:nvSpPr>
        <p:spPr>
          <a:xfrm>
            <a:off x="9951935" y="7518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9" name="Shape 6637"/>
          <p:cNvSpPr/>
          <p:nvPr/>
        </p:nvSpPr>
        <p:spPr>
          <a:xfrm>
            <a:off x="9945785" y="7498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0" name="Shape 6638"/>
          <p:cNvSpPr/>
          <p:nvPr/>
        </p:nvSpPr>
        <p:spPr>
          <a:xfrm>
            <a:off x="10045867" y="7623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1" name="Shape 6639"/>
          <p:cNvSpPr/>
          <p:nvPr/>
        </p:nvSpPr>
        <p:spPr>
          <a:xfrm>
            <a:off x="9948148" y="7503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2" name="Shape 6640"/>
          <p:cNvSpPr/>
          <p:nvPr/>
        </p:nvSpPr>
        <p:spPr>
          <a:xfrm>
            <a:off x="9868543" y="7481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3" name="Shape 6641"/>
          <p:cNvSpPr/>
          <p:nvPr/>
        </p:nvSpPr>
        <p:spPr>
          <a:xfrm>
            <a:off x="10064130" y="7574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4" name="Shape 6642"/>
          <p:cNvSpPr/>
          <p:nvPr/>
        </p:nvSpPr>
        <p:spPr>
          <a:xfrm>
            <a:off x="9727652" y="7441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5" name="Shape 6643"/>
          <p:cNvSpPr/>
          <p:nvPr/>
        </p:nvSpPr>
        <p:spPr>
          <a:xfrm>
            <a:off x="10036874" y="7459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6" name="Shape 6644"/>
          <p:cNvSpPr/>
          <p:nvPr/>
        </p:nvSpPr>
        <p:spPr>
          <a:xfrm>
            <a:off x="9929121" y="7419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7" name="Shape 6645"/>
          <p:cNvSpPr/>
          <p:nvPr/>
        </p:nvSpPr>
        <p:spPr>
          <a:xfrm>
            <a:off x="9897131" y="7602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8" name="Shape 6646"/>
          <p:cNvSpPr/>
          <p:nvPr/>
        </p:nvSpPr>
        <p:spPr>
          <a:xfrm>
            <a:off x="9773917" y="7279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9" name="Shape 6647"/>
          <p:cNvSpPr/>
          <p:nvPr/>
        </p:nvSpPr>
        <p:spPr>
          <a:xfrm>
            <a:off x="9699861" y="7272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0" name="Shape 6648"/>
          <p:cNvSpPr/>
          <p:nvPr/>
        </p:nvSpPr>
        <p:spPr>
          <a:xfrm>
            <a:off x="10051947" y="7269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1" name="Shape 6649"/>
          <p:cNvSpPr/>
          <p:nvPr/>
        </p:nvSpPr>
        <p:spPr>
          <a:xfrm>
            <a:off x="10024015" y="7260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2" name="Shape 6650"/>
          <p:cNvSpPr/>
          <p:nvPr/>
        </p:nvSpPr>
        <p:spPr>
          <a:xfrm>
            <a:off x="9746240" y="7278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3" name="Shape 6651"/>
          <p:cNvSpPr/>
          <p:nvPr/>
        </p:nvSpPr>
        <p:spPr>
          <a:xfrm>
            <a:off x="9718972" y="72695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4" name="Shape 6652"/>
          <p:cNvSpPr/>
          <p:nvPr/>
        </p:nvSpPr>
        <p:spPr>
          <a:xfrm>
            <a:off x="9855943" y="7714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5" name="Shape 6653"/>
          <p:cNvSpPr/>
          <p:nvPr/>
        </p:nvSpPr>
        <p:spPr>
          <a:xfrm>
            <a:off x="10028313" y="7790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6" name="Shape 6654"/>
          <p:cNvSpPr/>
          <p:nvPr/>
        </p:nvSpPr>
        <p:spPr>
          <a:xfrm>
            <a:off x="9705712" y="75628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7" name="Shape 6655"/>
          <p:cNvSpPr/>
          <p:nvPr/>
        </p:nvSpPr>
        <p:spPr>
          <a:xfrm>
            <a:off x="10086713" y="74236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8" name="Shape 6656"/>
          <p:cNvSpPr/>
          <p:nvPr/>
        </p:nvSpPr>
        <p:spPr>
          <a:xfrm>
            <a:off x="9935879" y="7585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9" name="Shape 6657"/>
          <p:cNvSpPr/>
          <p:nvPr/>
        </p:nvSpPr>
        <p:spPr>
          <a:xfrm>
            <a:off x="9931956" y="7626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0" name="Shape 6658"/>
          <p:cNvSpPr/>
          <p:nvPr/>
        </p:nvSpPr>
        <p:spPr>
          <a:xfrm>
            <a:off x="9671347" y="7633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1" name="Shape 6659"/>
          <p:cNvSpPr/>
          <p:nvPr/>
        </p:nvSpPr>
        <p:spPr>
          <a:xfrm>
            <a:off x="9782538" y="77366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2" name="Shape 6660"/>
          <p:cNvSpPr/>
          <p:nvPr/>
        </p:nvSpPr>
        <p:spPr>
          <a:xfrm>
            <a:off x="9840059" y="77194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3" name="Shape 6661"/>
          <p:cNvSpPr/>
          <p:nvPr/>
        </p:nvSpPr>
        <p:spPr>
          <a:xfrm>
            <a:off x="9727418" y="7669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4" name="Shape 6662"/>
          <p:cNvSpPr/>
          <p:nvPr/>
        </p:nvSpPr>
        <p:spPr>
          <a:xfrm>
            <a:off x="9736158" y="7561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5" name="Shape 6663"/>
          <p:cNvSpPr/>
          <p:nvPr/>
        </p:nvSpPr>
        <p:spPr>
          <a:xfrm>
            <a:off x="9754529" y="7834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6" name="Shape 6664"/>
          <p:cNvSpPr/>
          <p:nvPr/>
        </p:nvSpPr>
        <p:spPr>
          <a:xfrm>
            <a:off x="9909282" y="7733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7" name="Shape 6665"/>
          <p:cNvSpPr/>
          <p:nvPr/>
        </p:nvSpPr>
        <p:spPr>
          <a:xfrm>
            <a:off x="10027990" y="7816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8" name="Shape 6666"/>
          <p:cNvSpPr/>
          <p:nvPr/>
        </p:nvSpPr>
        <p:spPr>
          <a:xfrm>
            <a:off x="9852901" y="79024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9" name="Shape 6667"/>
          <p:cNvSpPr/>
          <p:nvPr/>
        </p:nvSpPr>
        <p:spPr>
          <a:xfrm>
            <a:off x="10092899" y="780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0" name="Shape 6668"/>
          <p:cNvSpPr/>
          <p:nvPr/>
        </p:nvSpPr>
        <p:spPr>
          <a:xfrm>
            <a:off x="9828521" y="7344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1" name="Shape 6669"/>
          <p:cNvSpPr/>
          <p:nvPr/>
        </p:nvSpPr>
        <p:spPr>
          <a:xfrm>
            <a:off x="9961957" y="7356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2" name="Shape 6670"/>
          <p:cNvSpPr/>
          <p:nvPr/>
        </p:nvSpPr>
        <p:spPr>
          <a:xfrm>
            <a:off x="9794801" y="76735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3" name="Shape 6671"/>
          <p:cNvSpPr/>
          <p:nvPr/>
        </p:nvSpPr>
        <p:spPr>
          <a:xfrm>
            <a:off x="9870290" y="7755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4" name="Shape 6672"/>
          <p:cNvSpPr/>
          <p:nvPr/>
        </p:nvSpPr>
        <p:spPr>
          <a:xfrm>
            <a:off x="9768328" y="7724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5" name="Shape 6673"/>
          <p:cNvSpPr/>
          <p:nvPr/>
        </p:nvSpPr>
        <p:spPr>
          <a:xfrm>
            <a:off x="9670843" y="7273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6" name="Shape 6674"/>
          <p:cNvSpPr/>
          <p:nvPr/>
        </p:nvSpPr>
        <p:spPr>
          <a:xfrm>
            <a:off x="10034228" y="73729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7" name="Shape 6675"/>
          <p:cNvSpPr/>
          <p:nvPr/>
        </p:nvSpPr>
        <p:spPr>
          <a:xfrm>
            <a:off x="9789273" y="7397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8" name="Shape 6676"/>
          <p:cNvSpPr/>
          <p:nvPr/>
        </p:nvSpPr>
        <p:spPr>
          <a:xfrm>
            <a:off x="9837114" y="7443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9" name="Shape 6677"/>
          <p:cNvSpPr/>
          <p:nvPr/>
        </p:nvSpPr>
        <p:spPr>
          <a:xfrm>
            <a:off x="10096739" y="7503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0" name="Shape 6678"/>
          <p:cNvSpPr/>
          <p:nvPr/>
        </p:nvSpPr>
        <p:spPr>
          <a:xfrm>
            <a:off x="9945809" y="7185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1" name="Shape 6679"/>
          <p:cNvSpPr/>
          <p:nvPr/>
        </p:nvSpPr>
        <p:spPr>
          <a:xfrm>
            <a:off x="10017567" y="7076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2" name="Shape 6680"/>
          <p:cNvSpPr/>
          <p:nvPr/>
        </p:nvSpPr>
        <p:spPr>
          <a:xfrm>
            <a:off x="9946740" y="7537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3" name="Shape 6681"/>
          <p:cNvSpPr/>
          <p:nvPr/>
        </p:nvSpPr>
        <p:spPr>
          <a:xfrm>
            <a:off x="9735916" y="7495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4" name="Shape 6682"/>
          <p:cNvSpPr/>
          <p:nvPr/>
        </p:nvSpPr>
        <p:spPr>
          <a:xfrm>
            <a:off x="9957178" y="75992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5" name="Shape 6683"/>
          <p:cNvSpPr/>
          <p:nvPr/>
        </p:nvSpPr>
        <p:spPr>
          <a:xfrm>
            <a:off x="9825104" y="7122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6" name="Shape 6684"/>
          <p:cNvSpPr/>
          <p:nvPr/>
        </p:nvSpPr>
        <p:spPr>
          <a:xfrm>
            <a:off x="9781549" y="7540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7" name="Shape 6685"/>
          <p:cNvSpPr/>
          <p:nvPr/>
        </p:nvSpPr>
        <p:spPr>
          <a:xfrm>
            <a:off x="9973667" y="7705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8" name="Shape 6686"/>
          <p:cNvSpPr/>
          <p:nvPr/>
        </p:nvSpPr>
        <p:spPr>
          <a:xfrm>
            <a:off x="9932083" y="7809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9" name="Shape 6687"/>
          <p:cNvSpPr/>
          <p:nvPr/>
        </p:nvSpPr>
        <p:spPr>
          <a:xfrm>
            <a:off x="9727411" y="76487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0" name="Shape 6688"/>
          <p:cNvSpPr/>
          <p:nvPr/>
        </p:nvSpPr>
        <p:spPr>
          <a:xfrm>
            <a:off x="9796625" y="7472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1" name="Shape 6689"/>
          <p:cNvSpPr/>
          <p:nvPr/>
        </p:nvSpPr>
        <p:spPr>
          <a:xfrm>
            <a:off x="9755903" y="7625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2" name="Shape 6690"/>
          <p:cNvSpPr/>
          <p:nvPr/>
        </p:nvSpPr>
        <p:spPr>
          <a:xfrm>
            <a:off x="9974073" y="77507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3" name="Shape 6691"/>
          <p:cNvSpPr/>
          <p:nvPr/>
        </p:nvSpPr>
        <p:spPr>
          <a:xfrm>
            <a:off x="9891691" y="7604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4" name="Shape 6692"/>
          <p:cNvSpPr/>
          <p:nvPr/>
        </p:nvSpPr>
        <p:spPr>
          <a:xfrm>
            <a:off x="9766558" y="78234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5" name="Shape 6693"/>
          <p:cNvSpPr/>
          <p:nvPr/>
        </p:nvSpPr>
        <p:spPr>
          <a:xfrm>
            <a:off x="9923773" y="77209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6" name="Shape 6694"/>
          <p:cNvSpPr/>
          <p:nvPr/>
        </p:nvSpPr>
        <p:spPr>
          <a:xfrm>
            <a:off x="9728703" y="77334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7" name="Shape 6695"/>
          <p:cNvSpPr/>
          <p:nvPr/>
        </p:nvSpPr>
        <p:spPr>
          <a:xfrm>
            <a:off x="9919693" y="7739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8" name="Shape 6696"/>
          <p:cNvSpPr/>
          <p:nvPr/>
        </p:nvSpPr>
        <p:spPr>
          <a:xfrm>
            <a:off x="9898338" y="77541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9" name="Shape 6697"/>
          <p:cNvSpPr/>
          <p:nvPr/>
        </p:nvSpPr>
        <p:spPr>
          <a:xfrm>
            <a:off x="9895102" y="7393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0" name="Shape 6698"/>
          <p:cNvSpPr/>
          <p:nvPr/>
        </p:nvSpPr>
        <p:spPr>
          <a:xfrm>
            <a:off x="9721543" y="7617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1" name="Shape 6699"/>
          <p:cNvSpPr/>
          <p:nvPr/>
        </p:nvSpPr>
        <p:spPr>
          <a:xfrm>
            <a:off x="9952170" y="7438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2" name="Shape 6700"/>
          <p:cNvSpPr/>
          <p:nvPr/>
        </p:nvSpPr>
        <p:spPr>
          <a:xfrm>
            <a:off x="9746450" y="7456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3" name="Shape 6701"/>
          <p:cNvSpPr/>
          <p:nvPr/>
        </p:nvSpPr>
        <p:spPr>
          <a:xfrm>
            <a:off x="10079951" y="7333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4" name="Shape 6702"/>
          <p:cNvSpPr/>
          <p:nvPr/>
        </p:nvSpPr>
        <p:spPr>
          <a:xfrm>
            <a:off x="9750688" y="7493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5" name="Shape 6703"/>
          <p:cNvSpPr/>
          <p:nvPr/>
        </p:nvSpPr>
        <p:spPr>
          <a:xfrm>
            <a:off x="9990266" y="7609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6" name="Shape 6704"/>
          <p:cNvSpPr/>
          <p:nvPr/>
        </p:nvSpPr>
        <p:spPr>
          <a:xfrm>
            <a:off x="10001035" y="7444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7" name="Shape 6705"/>
          <p:cNvSpPr/>
          <p:nvPr/>
        </p:nvSpPr>
        <p:spPr>
          <a:xfrm>
            <a:off x="9972319" y="73569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8" name="Shape 6706"/>
          <p:cNvSpPr/>
          <p:nvPr/>
        </p:nvSpPr>
        <p:spPr>
          <a:xfrm>
            <a:off x="9690423" y="7622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9" name="Shape 6707"/>
          <p:cNvSpPr/>
          <p:nvPr/>
        </p:nvSpPr>
        <p:spPr>
          <a:xfrm>
            <a:off x="9846711" y="7561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0" name="Shape 6708"/>
          <p:cNvSpPr/>
          <p:nvPr/>
        </p:nvSpPr>
        <p:spPr>
          <a:xfrm>
            <a:off x="9930743" y="7612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1" name="Shape 6709"/>
          <p:cNvSpPr/>
          <p:nvPr/>
        </p:nvSpPr>
        <p:spPr>
          <a:xfrm>
            <a:off x="9918052" y="7645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2" name="Shape 6710"/>
          <p:cNvSpPr/>
          <p:nvPr/>
        </p:nvSpPr>
        <p:spPr>
          <a:xfrm>
            <a:off x="9986435" y="7608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3" name="Shape 6711"/>
          <p:cNvSpPr/>
          <p:nvPr/>
        </p:nvSpPr>
        <p:spPr>
          <a:xfrm>
            <a:off x="9723417" y="7655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4" name="Shape 6712"/>
          <p:cNvSpPr/>
          <p:nvPr/>
        </p:nvSpPr>
        <p:spPr>
          <a:xfrm>
            <a:off x="9904185" y="74757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5" name="Shape 6713"/>
          <p:cNvSpPr/>
          <p:nvPr/>
        </p:nvSpPr>
        <p:spPr>
          <a:xfrm>
            <a:off x="9677554" y="7375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6" name="Shape 6714"/>
          <p:cNvSpPr/>
          <p:nvPr/>
        </p:nvSpPr>
        <p:spPr>
          <a:xfrm>
            <a:off x="10083213" y="76058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7" name="Shape 6715"/>
          <p:cNvSpPr/>
          <p:nvPr/>
        </p:nvSpPr>
        <p:spPr>
          <a:xfrm>
            <a:off x="9811085" y="7638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8" name="Shape 6716"/>
          <p:cNvSpPr/>
          <p:nvPr/>
        </p:nvSpPr>
        <p:spPr>
          <a:xfrm>
            <a:off x="9857450" y="7294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9" name="Shape 6717"/>
          <p:cNvSpPr/>
          <p:nvPr/>
        </p:nvSpPr>
        <p:spPr>
          <a:xfrm>
            <a:off x="9943536" y="73970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0" name="Shape 6718"/>
          <p:cNvSpPr/>
          <p:nvPr/>
        </p:nvSpPr>
        <p:spPr>
          <a:xfrm>
            <a:off x="9841589" y="7547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1" name="Shape 6719"/>
          <p:cNvSpPr/>
          <p:nvPr/>
        </p:nvSpPr>
        <p:spPr>
          <a:xfrm>
            <a:off x="9707981" y="76181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2" name="Shape 6720"/>
          <p:cNvSpPr/>
          <p:nvPr/>
        </p:nvSpPr>
        <p:spPr>
          <a:xfrm>
            <a:off x="10013586" y="7804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3" name="Shape 6721"/>
          <p:cNvSpPr/>
          <p:nvPr/>
        </p:nvSpPr>
        <p:spPr>
          <a:xfrm>
            <a:off x="10080163" y="7471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4" name="Shape 6722"/>
          <p:cNvSpPr/>
          <p:nvPr/>
        </p:nvSpPr>
        <p:spPr>
          <a:xfrm>
            <a:off x="9709983" y="7663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5" name="Shape 6723"/>
          <p:cNvSpPr/>
          <p:nvPr/>
        </p:nvSpPr>
        <p:spPr>
          <a:xfrm>
            <a:off x="9844809" y="7183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6" name="Shape 6724"/>
          <p:cNvSpPr/>
          <p:nvPr/>
        </p:nvSpPr>
        <p:spPr>
          <a:xfrm>
            <a:off x="10021402" y="7246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7" name="Shape 6725"/>
          <p:cNvSpPr/>
          <p:nvPr/>
        </p:nvSpPr>
        <p:spPr>
          <a:xfrm>
            <a:off x="10065172" y="74423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8" name="Shape 6726"/>
          <p:cNvSpPr/>
          <p:nvPr/>
        </p:nvSpPr>
        <p:spPr>
          <a:xfrm>
            <a:off x="9836997" y="7472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9" name="Shape 6727"/>
          <p:cNvSpPr/>
          <p:nvPr/>
        </p:nvSpPr>
        <p:spPr>
          <a:xfrm>
            <a:off x="9853326" y="75515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0" name="Shape 6728"/>
          <p:cNvSpPr/>
          <p:nvPr/>
        </p:nvSpPr>
        <p:spPr>
          <a:xfrm>
            <a:off x="9799999" y="7829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1" name="Shape 6729"/>
          <p:cNvSpPr/>
          <p:nvPr/>
        </p:nvSpPr>
        <p:spPr>
          <a:xfrm>
            <a:off x="9734588" y="78556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2" name="Shape 6730"/>
          <p:cNvSpPr/>
          <p:nvPr/>
        </p:nvSpPr>
        <p:spPr>
          <a:xfrm>
            <a:off x="9820487" y="7955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3" name="Shape 6731"/>
          <p:cNvSpPr/>
          <p:nvPr/>
        </p:nvSpPr>
        <p:spPr>
          <a:xfrm>
            <a:off x="9898023" y="7859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4" name="Shape 6732"/>
          <p:cNvSpPr/>
          <p:nvPr/>
        </p:nvSpPr>
        <p:spPr>
          <a:xfrm>
            <a:off x="9894180" y="8020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5" name="Shape 6733"/>
          <p:cNvSpPr/>
          <p:nvPr/>
        </p:nvSpPr>
        <p:spPr>
          <a:xfrm>
            <a:off x="9941289" y="7861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6" name="Shape 6734"/>
          <p:cNvSpPr/>
          <p:nvPr/>
        </p:nvSpPr>
        <p:spPr>
          <a:xfrm>
            <a:off x="9714949" y="7876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7" name="Shape 6735"/>
          <p:cNvSpPr/>
          <p:nvPr/>
        </p:nvSpPr>
        <p:spPr>
          <a:xfrm>
            <a:off x="9902658" y="7929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8" name="Shape 6736"/>
          <p:cNvSpPr/>
          <p:nvPr/>
        </p:nvSpPr>
        <p:spPr>
          <a:xfrm>
            <a:off x="9983156" y="79174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9" name="Shape 6737"/>
          <p:cNvSpPr/>
          <p:nvPr/>
        </p:nvSpPr>
        <p:spPr>
          <a:xfrm>
            <a:off x="9695543" y="7860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0" name="Shape 6738"/>
          <p:cNvSpPr/>
          <p:nvPr/>
        </p:nvSpPr>
        <p:spPr>
          <a:xfrm>
            <a:off x="9997333" y="7374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1" name="Shape 6739"/>
          <p:cNvSpPr/>
          <p:nvPr/>
        </p:nvSpPr>
        <p:spPr>
          <a:xfrm>
            <a:off x="10039112" y="7523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2" name="Shape 6740"/>
          <p:cNvSpPr/>
          <p:nvPr/>
        </p:nvSpPr>
        <p:spPr>
          <a:xfrm>
            <a:off x="9871882" y="7560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3" name="Shape 6741"/>
          <p:cNvSpPr/>
          <p:nvPr/>
        </p:nvSpPr>
        <p:spPr>
          <a:xfrm>
            <a:off x="9725231" y="76311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4" name="Shape 6742"/>
          <p:cNvSpPr/>
          <p:nvPr/>
        </p:nvSpPr>
        <p:spPr>
          <a:xfrm>
            <a:off x="10056757" y="7522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5" name="Shape 6743"/>
          <p:cNvSpPr/>
          <p:nvPr/>
        </p:nvSpPr>
        <p:spPr>
          <a:xfrm>
            <a:off x="9964149" y="7692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6" name="Shape 6744"/>
          <p:cNvSpPr/>
          <p:nvPr/>
        </p:nvSpPr>
        <p:spPr>
          <a:xfrm>
            <a:off x="9922284" y="75372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7" name="Shape 6745"/>
          <p:cNvSpPr/>
          <p:nvPr/>
        </p:nvSpPr>
        <p:spPr>
          <a:xfrm>
            <a:off x="9973655" y="7697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8" name="Shape 6746"/>
          <p:cNvSpPr/>
          <p:nvPr/>
        </p:nvSpPr>
        <p:spPr>
          <a:xfrm>
            <a:off x="9872790" y="7405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9" name="Shape 6747"/>
          <p:cNvSpPr/>
          <p:nvPr/>
        </p:nvSpPr>
        <p:spPr>
          <a:xfrm>
            <a:off x="9936166" y="7769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0" name="Shape 6748"/>
          <p:cNvSpPr/>
          <p:nvPr/>
        </p:nvSpPr>
        <p:spPr>
          <a:xfrm>
            <a:off x="9727116" y="7315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1" name="Shape 6749"/>
          <p:cNvSpPr/>
          <p:nvPr/>
        </p:nvSpPr>
        <p:spPr>
          <a:xfrm>
            <a:off x="9800294" y="77704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2" name="Shape 6750"/>
          <p:cNvSpPr/>
          <p:nvPr/>
        </p:nvSpPr>
        <p:spPr>
          <a:xfrm>
            <a:off x="9690914" y="71469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3" name="Shape 6751"/>
          <p:cNvSpPr/>
          <p:nvPr/>
        </p:nvSpPr>
        <p:spPr>
          <a:xfrm>
            <a:off x="9971339" y="7795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4" name="Shape 6752"/>
          <p:cNvSpPr/>
          <p:nvPr/>
        </p:nvSpPr>
        <p:spPr>
          <a:xfrm>
            <a:off x="10044581" y="7673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5" name="Shape 6753"/>
          <p:cNvSpPr/>
          <p:nvPr/>
        </p:nvSpPr>
        <p:spPr>
          <a:xfrm>
            <a:off x="10028789" y="7369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6" name="Shape 6754"/>
          <p:cNvSpPr/>
          <p:nvPr/>
        </p:nvSpPr>
        <p:spPr>
          <a:xfrm>
            <a:off x="9738359" y="7267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7" name="Shape 6755"/>
          <p:cNvSpPr/>
          <p:nvPr/>
        </p:nvSpPr>
        <p:spPr>
          <a:xfrm>
            <a:off x="9804510" y="7497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8" name="Shape 6756"/>
          <p:cNvSpPr/>
          <p:nvPr/>
        </p:nvSpPr>
        <p:spPr>
          <a:xfrm>
            <a:off x="9796059" y="75642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9" name="Shape 6757"/>
          <p:cNvSpPr/>
          <p:nvPr/>
        </p:nvSpPr>
        <p:spPr>
          <a:xfrm>
            <a:off x="9790167" y="7038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0" name="Shape 6758"/>
          <p:cNvSpPr/>
          <p:nvPr/>
        </p:nvSpPr>
        <p:spPr>
          <a:xfrm>
            <a:off x="9991689" y="7312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1" name="Shape 6759"/>
          <p:cNvSpPr/>
          <p:nvPr/>
        </p:nvSpPr>
        <p:spPr>
          <a:xfrm>
            <a:off x="9978610" y="7184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2" name="Shape 6760"/>
          <p:cNvSpPr/>
          <p:nvPr/>
        </p:nvSpPr>
        <p:spPr>
          <a:xfrm>
            <a:off x="10058660" y="7204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3" name="Shape 6761"/>
          <p:cNvSpPr/>
          <p:nvPr/>
        </p:nvSpPr>
        <p:spPr>
          <a:xfrm>
            <a:off x="9916386" y="69032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4" name="Shape 6762"/>
          <p:cNvSpPr/>
          <p:nvPr/>
        </p:nvSpPr>
        <p:spPr>
          <a:xfrm>
            <a:off x="10077473" y="7042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5" name="Shape 6763"/>
          <p:cNvSpPr/>
          <p:nvPr/>
        </p:nvSpPr>
        <p:spPr>
          <a:xfrm>
            <a:off x="9829743" y="7201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6" name="Shape 6764"/>
          <p:cNvSpPr/>
          <p:nvPr/>
        </p:nvSpPr>
        <p:spPr>
          <a:xfrm>
            <a:off x="9854813" y="7075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7" name="Shape 6765"/>
          <p:cNvSpPr/>
          <p:nvPr/>
        </p:nvSpPr>
        <p:spPr>
          <a:xfrm>
            <a:off x="9863192" y="7352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8" name="Shape 6766"/>
          <p:cNvSpPr/>
          <p:nvPr/>
        </p:nvSpPr>
        <p:spPr>
          <a:xfrm>
            <a:off x="9867234" y="7339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9" name="Shape 6767"/>
          <p:cNvSpPr/>
          <p:nvPr/>
        </p:nvSpPr>
        <p:spPr>
          <a:xfrm>
            <a:off x="9815500" y="7392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0" name="Shape 6768"/>
          <p:cNvSpPr/>
          <p:nvPr/>
        </p:nvSpPr>
        <p:spPr>
          <a:xfrm>
            <a:off x="9757496" y="7063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1" name="Shape 6769"/>
          <p:cNvSpPr/>
          <p:nvPr/>
        </p:nvSpPr>
        <p:spPr>
          <a:xfrm>
            <a:off x="9847574" y="6957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2" name="Shape 6770"/>
          <p:cNvSpPr/>
          <p:nvPr/>
        </p:nvSpPr>
        <p:spPr>
          <a:xfrm>
            <a:off x="9995486" y="7067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3" name="Shape 6771"/>
          <p:cNvSpPr/>
          <p:nvPr/>
        </p:nvSpPr>
        <p:spPr>
          <a:xfrm>
            <a:off x="9775499" y="7366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4" name="Shape 6772"/>
          <p:cNvSpPr/>
          <p:nvPr/>
        </p:nvSpPr>
        <p:spPr>
          <a:xfrm>
            <a:off x="9993361" y="7368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5" name="Shape 6773"/>
          <p:cNvSpPr/>
          <p:nvPr/>
        </p:nvSpPr>
        <p:spPr>
          <a:xfrm>
            <a:off x="9877700" y="7423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6" name="Shape 6774"/>
          <p:cNvSpPr/>
          <p:nvPr/>
        </p:nvSpPr>
        <p:spPr>
          <a:xfrm>
            <a:off x="9907213" y="7332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7" name="Shape 6775"/>
          <p:cNvSpPr/>
          <p:nvPr/>
        </p:nvSpPr>
        <p:spPr>
          <a:xfrm>
            <a:off x="10099453" y="7444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8" name="Shape 6776"/>
          <p:cNvSpPr/>
          <p:nvPr/>
        </p:nvSpPr>
        <p:spPr>
          <a:xfrm>
            <a:off x="9955745" y="7728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9" name="Shape 6777"/>
          <p:cNvSpPr/>
          <p:nvPr/>
        </p:nvSpPr>
        <p:spPr>
          <a:xfrm>
            <a:off x="9935794" y="75151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0" name="Shape 6778"/>
          <p:cNvSpPr/>
          <p:nvPr/>
        </p:nvSpPr>
        <p:spPr>
          <a:xfrm>
            <a:off x="10023245" y="75506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1" name="Shape 6779"/>
          <p:cNvSpPr/>
          <p:nvPr/>
        </p:nvSpPr>
        <p:spPr>
          <a:xfrm>
            <a:off x="9842275" y="7602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2" name="Shape 6780"/>
          <p:cNvSpPr/>
          <p:nvPr/>
        </p:nvSpPr>
        <p:spPr>
          <a:xfrm>
            <a:off x="9918636" y="7678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3" name="Shape 6781"/>
          <p:cNvSpPr/>
          <p:nvPr/>
        </p:nvSpPr>
        <p:spPr>
          <a:xfrm>
            <a:off x="9708677" y="7623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4" name="Shape 6782"/>
          <p:cNvSpPr/>
          <p:nvPr/>
        </p:nvSpPr>
        <p:spPr>
          <a:xfrm>
            <a:off x="9930915" y="7645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5" name="Shape 6783"/>
          <p:cNvSpPr/>
          <p:nvPr/>
        </p:nvSpPr>
        <p:spPr>
          <a:xfrm>
            <a:off x="10028242" y="8019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6" name="Shape 6784"/>
          <p:cNvSpPr/>
          <p:nvPr/>
        </p:nvSpPr>
        <p:spPr>
          <a:xfrm>
            <a:off x="9975561" y="7800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7" name="Shape 6785"/>
          <p:cNvSpPr/>
          <p:nvPr/>
        </p:nvSpPr>
        <p:spPr>
          <a:xfrm>
            <a:off x="9988975" y="77696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8" name="Shape 6786"/>
          <p:cNvSpPr/>
          <p:nvPr/>
        </p:nvSpPr>
        <p:spPr>
          <a:xfrm>
            <a:off x="9981287" y="78784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9" name="Shape 6787"/>
          <p:cNvSpPr/>
          <p:nvPr/>
        </p:nvSpPr>
        <p:spPr>
          <a:xfrm>
            <a:off x="9693184" y="7506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0" name="Shape 6788"/>
          <p:cNvSpPr/>
          <p:nvPr/>
        </p:nvSpPr>
        <p:spPr>
          <a:xfrm>
            <a:off x="9796140" y="7455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1" name="Shape 6789"/>
          <p:cNvSpPr/>
          <p:nvPr/>
        </p:nvSpPr>
        <p:spPr>
          <a:xfrm>
            <a:off x="10068726" y="7520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2" name="Shape 6790"/>
          <p:cNvSpPr/>
          <p:nvPr/>
        </p:nvSpPr>
        <p:spPr>
          <a:xfrm>
            <a:off x="9914056" y="74983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3" name="Shape 6791"/>
          <p:cNvSpPr/>
          <p:nvPr/>
        </p:nvSpPr>
        <p:spPr>
          <a:xfrm>
            <a:off x="10020622" y="74467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4" name="Shape 6792"/>
          <p:cNvSpPr/>
          <p:nvPr/>
        </p:nvSpPr>
        <p:spPr>
          <a:xfrm>
            <a:off x="9796575" y="7471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5" name="Shape 6793"/>
          <p:cNvSpPr/>
          <p:nvPr/>
        </p:nvSpPr>
        <p:spPr>
          <a:xfrm>
            <a:off x="10036540" y="7502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6" name="Shape 6794"/>
          <p:cNvSpPr/>
          <p:nvPr/>
        </p:nvSpPr>
        <p:spPr>
          <a:xfrm>
            <a:off x="9997123" y="7465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7" name="Shape 6795"/>
          <p:cNvSpPr/>
          <p:nvPr/>
        </p:nvSpPr>
        <p:spPr>
          <a:xfrm>
            <a:off x="10062033" y="7516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8" name="Shape 6796"/>
          <p:cNvSpPr/>
          <p:nvPr/>
        </p:nvSpPr>
        <p:spPr>
          <a:xfrm>
            <a:off x="9733211" y="7474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9" name="Shape 6797"/>
          <p:cNvSpPr/>
          <p:nvPr/>
        </p:nvSpPr>
        <p:spPr>
          <a:xfrm>
            <a:off x="10099531" y="7511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0" name="Shape 6798"/>
          <p:cNvSpPr/>
          <p:nvPr/>
        </p:nvSpPr>
        <p:spPr>
          <a:xfrm>
            <a:off x="9935449" y="74933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1" name="Shape 6799"/>
          <p:cNvSpPr/>
          <p:nvPr/>
        </p:nvSpPr>
        <p:spPr>
          <a:xfrm>
            <a:off x="10079088" y="7469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2" name="Shape 6800"/>
          <p:cNvSpPr/>
          <p:nvPr/>
        </p:nvSpPr>
        <p:spPr>
          <a:xfrm>
            <a:off x="10024961" y="7498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3" name="Shape 6801"/>
          <p:cNvSpPr/>
          <p:nvPr/>
        </p:nvSpPr>
        <p:spPr>
          <a:xfrm>
            <a:off x="9711630" y="77328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4" name="Shape 6802"/>
          <p:cNvSpPr/>
          <p:nvPr/>
        </p:nvSpPr>
        <p:spPr>
          <a:xfrm>
            <a:off x="9924561" y="7749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5" name="Shape 6803"/>
          <p:cNvSpPr/>
          <p:nvPr/>
        </p:nvSpPr>
        <p:spPr>
          <a:xfrm>
            <a:off x="9756739" y="7661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6" name="Shape 6804"/>
          <p:cNvSpPr/>
          <p:nvPr/>
        </p:nvSpPr>
        <p:spPr>
          <a:xfrm>
            <a:off x="9791952" y="76232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7" name="Shape 6805"/>
          <p:cNvSpPr/>
          <p:nvPr/>
        </p:nvSpPr>
        <p:spPr>
          <a:xfrm>
            <a:off x="10069865" y="7756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8" name="Shape 6806"/>
          <p:cNvSpPr/>
          <p:nvPr/>
        </p:nvSpPr>
        <p:spPr>
          <a:xfrm>
            <a:off x="9715017" y="7731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9" name="Shape 6807"/>
          <p:cNvSpPr/>
          <p:nvPr/>
        </p:nvSpPr>
        <p:spPr>
          <a:xfrm>
            <a:off x="10087682" y="73679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0" name="Shape 6808"/>
          <p:cNvSpPr/>
          <p:nvPr/>
        </p:nvSpPr>
        <p:spPr>
          <a:xfrm>
            <a:off x="9731638" y="7356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1" name="Shape 6809"/>
          <p:cNvSpPr/>
          <p:nvPr/>
        </p:nvSpPr>
        <p:spPr>
          <a:xfrm>
            <a:off x="9859531" y="7645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2" name="Shape 6810"/>
          <p:cNvSpPr/>
          <p:nvPr/>
        </p:nvSpPr>
        <p:spPr>
          <a:xfrm>
            <a:off x="9967472" y="7326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3" name="Shape 6811"/>
          <p:cNvSpPr/>
          <p:nvPr/>
        </p:nvSpPr>
        <p:spPr>
          <a:xfrm>
            <a:off x="9974726" y="7820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4" name="Shape 6812"/>
          <p:cNvSpPr/>
          <p:nvPr/>
        </p:nvSpPr>
        <p:spPr>
          <a:xfrm>
            <a:off x="9681204" y="7832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5" name="Shape 6813"/>
          <p:cNvSpPr/>
          <p:nvPr/>
        </p:nvSpPr>
        <p:spPr>
          <a:xfrm>
            <a:off x="9845176" y="76440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6" name="Shape 6814"/>
          <p:cNvSpPr/>
          <p:nvPr/>
        </p:nvSpPr>
        <p:spPr>
          <a:xfrm>
            <a:off x="10009212" y="7678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7" name="Shape 6815"/>
          <p:cNvSpPr/>
          <p:nvPr/>
        </p:nvSpPr>
        <p:spPr>
          <a:xfrm>
            <a:off x="9686256" y="7661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8" name="Shape 6816"/>
          <p:cNvSpPr/>
          <p:nvPr/>
        </p:nvSpPr>
        <p:spPr>
          <a:xfrm>
            <a:off x="10053460" y="78424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9" name="Shape 6817"/>
          <p:cNvSpPr/>
          <p:nvPr/>
        </p:nvSpPr>
        <p:spPr>
          <a:xfrm>
            <a:off x="9967684" y="7771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0" name="Shape 6818"/>
          <p:cNvSpPr/>
          <p:nvPr/>
        </p:nvSpPr>
        <p:spPr>
          <a:xfrm>
            <a:off x="9761695" y="7841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1" name="Shape 6819"/>
          <p:cNvSpPr/>
          <p:nvPr/>
        </p:nvSpPr>
        <p:spPr>
          <a:xfrm>
            <a:off x="9861132" y="78135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2" name="Shape 6820"/>
          <p:cNvSpPr/>
          <p:nvPr/>
        </p:nvSpPr>
        <p:spPr>
          <a:xfrm>
            <a:off x="9780693" y="8010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3" name="Shape 6821"/>
          <p:cNvSpPr/>
          <p:nvPr/>
        </p:nvSpPr>
        <p:spPr>
          <a:xfrm>
            <a:off x="9994737" y="77665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4" name="Shape 6822"/>
          <p:cNvSpPr/>
          <p:nvPr/>
        </p:nvSpPr>
        <p:spPr>
          <a:xfrm>
            <a:off x="9973680" y="7908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5" name="Shape 6823"/>
          <p:cNvSpPr/>
          <p:nvPr/>
        </p:nvSpPr>
        <p:spPr>
          <a:xfrm>
            <a:off x="9734652" y="78684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6" name="Shape 6824"/>
          <p:cNvSpPr/>
          <p:nvPr/>
        </p:nvSpPr>
        <p:spPr>
          <a:xfrm>
            <a:off x="9759653" y="7208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7" name="Shape 6825"/>
          <p:cNvSpPr/>
          <p:nvPr/>
        </p:nvSpPr>
        <p:spPr>
          <a:xfrm>
            <a:off x="9880940" y="7806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8" name="Shape 6826"/>
          <p:cNvSpPr/>
          <p:nvPr/>
        </p:nvSpPr>
        <p:spPr>
          <a:xfrm>
            <a:off x="9879158" y="7494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9" name="Shape 6827"/>
          <p:cNvSpPr/>
          <p:nvPr/>
        </p:nvSpPr>
        <p:spPr>
          <a:xfrm>
            <a:off x="9904673" y="7417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0" name="Shape 6828"/>
          <p:cNvSpPr/>
          <p:nvPr/>
        </p:nvSpPr>
        <p:spPr>
          <a:xfrm>
            <a:off x="9706678" y="7449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1" name="Shape 6829"/>
          <p:cNvSpPr/>
          <p:nvPr/>
        </p:nvSpPr>
        <p:spPr>
          <a:xfrm>
            <a:off x="9678847" y="7403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2" name="Shape 6830"/>
          <p:cNvSpPr/>
          <p:nvPr/>
        </p:nvSpPr>
        <p:spPr>
          <a:xfrm>
            <a:off x="9794823" y="7530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3" name="Shape 6831"/>
          <p:cNvSpPr/>
          <p:nvPr/>
        </p:nvSpPr>
        <p:spPr>
          <a:xfrm>
            <a:off x="9837874" y="7513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4" name="Shape 6832"/>
          <p:cNvSpPr/>
          <p:nvPr/>
        </p:nvSpPr>
        <p:spPr>
          <a:xfrm>
            <a:off x="9886889" y="7499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5" name="Shape 6833"/>
          <p:cNvSpPr/>
          <p:nvPr/>
        </p:nvSpPr>
        <p:spPr>
          <a:xfrm>
            <a:off x="9998237" y="7476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6" name="Shape 6834"/>
          <p:cNvSpPr/>
          <p:nvPr/>
        </p:nvSpPr>
        <p:spPr>
          <a:xfrm>
            <a:off x="9906000" y="7259357"/>
            <a:ext cx="127" cy="62855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6837" name="Shape 6835"/>
          <p:cNvSpPr/>
          <p:nvPr/>
        </p:nvSpPr>
        <p:spPr>
          <a:xfrm>
            <a:off x="9791700" y="7887914"/>
            <a:ext cx="228600" cy="127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6838" name="Shape 6836"/>
          <p:cNvSpPr/>
          <p:nvPr/>
        </p:nvSpPr>
        <p:spPr>
          <a:xfrm>
            <a:off x="9791700" y="7259357"/>
            <a:ext cx="228600" cy="127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6839" name="Shape 6837"/>
          <p:cNvSpPr/>
          <p:nvPr/>
        </p:nvSpPr>
        <p:spPr>
          <a:xfrm>
            <a:off x="9740900" y="7461329"/>
            <a:ext cx="330200" cy="25079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6840" name="Shape 6838"/>
          <p:cNvSpPr/>
          <p:nvPr/>
        </p:nvSpPr>
        <p:spPr>
          <a:xfrm>
            <a:off x="9740900" y="7625282"/>
            <a:ext cx="330200" cy="127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6841" name="Shape 6839"/>
          <p:cNvSpPr/>
          <p:nvPr/>
        </p:nvSpPr>
        <p:spPr>
          <a:xfrm>
            <a:off x="10755392" y="7635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2" name="Shape 6840"/>
          <p:cNvSpPr/>
          <p:nvPr/>
        </p:nvSpPr>
        <p:spPr>
          <a:xfrm>
            <a:off x="10712444" y="7560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3" name="Shape 6841"/>
          <p:cNvSpPr/>
          <p:nvPr/>
        </p:nvSpPr>
        <p:spPr>
          <a:xfrm>
            <a:off x="10464458" y="7631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4" name="Shape 6842"/>
          <p:cNvSpPr/>
          <p:nvPr/>
        </p:nvSpPr>
        <p:spPr>
          <a:xfrm>
            <a:off x="10682374" y="7598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5" name="Shape 6843"/>
          <p:cNvSpPr/>
          <p:nvPr/>
        </p:nvSpPr>
        <p:spPr>
          <a:xfrm>
            <a:off x="10347240" y="7600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6" name="Shape 6844"/>
          <p:cNvSpPr/>
          <p:nvPr/>
        </p:nvSpPr>
        <p:spPr>
          <a:xfrm>
            <a:off x="10546056" y="7724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7" name="Shape 6845"/>
          <p:cNvSpPr/>
          <p:nvPr/>
        </p:nvSpPr>
        <p:spPr>
          <a:xfrm>
            <a:off x="10515948" y="7626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8" name="Shape 6846"/>
          <p:cNvSpPr/>
          <p:nvPr/>
        </p:nvSpPr>
        <p:spPr>
          <a:xfrm>
            <a:off x="10570925" y="7594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9" name="Shape 6847"/>
          <p:cNvSpPr/>
          <p:nvPr/>
        </p:nvSpPr>
        <p:spPr>
          <a:xfrm>
            <a:off x="10550088" y="75878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0" name="Shape 6848"/>
          <p:cNvSpPr/>
          <p:nvPr/>
        </p:nvSpPr>
        <p:spPr>
          <a:xfrm>
            <a:off x="10759966" y="7653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1" name="Shape 6849"/>
          <p:cNvSpPr/>
          <p:nvPr/>
        </p:nvSpPr>
        <p:spPr>
          <a:xfrm>
            <a:off x="10561070" y="7577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2" name="Shape 6850"/>
          <p:cNvSpPr/>
          <p:nvPr/>
        </p:nvSpPr>
        <p:spPr>
          <a:xfrm>
            <a:off x="10705617" y="7614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3" name="Shape 6851"/>
          <p:cNvSpPr/>
          <p:nvPr/>
        </p:nvSpPr>
        <p:spPr>
          <a:xfrm>
            <a:off x="10547013" y="7682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4" name="Shape 6852"/>
          <p:cNvSpPr/>
          <p:nvPr/>
        </p:nvSpPr>
        <p:spPr>
          <a:xfrm>
            <a:off x="10748736" y="7610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5" name="Shape 6853"/>
          <p:cNvSpPr/>
          <p:nvPr/>
        </p:nvSpPr>
        <p:spPr>
          <a:xfrm>
            <a:off x="10387328" y="7669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6" name="Shape 6854"/>
          <p:cNvSpPr/>
          <p:nvPr/>
        </p:nvSpPr>
        <p:spPr>
          <a:xfrm>
            <a:off x="10378981" y="7695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7" name="Shape 6855"/>
          <p:cNvSpPr/>
          <p:nvPr/>
        </p:nvSpPr>
        <p:spPr>
          <a:xfrm>
            <a:off x="10404688" y="7582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8" name="Shape 6856"/>
          <p:cNvSpPr/>
          <p:nvPr/>
        </p:nvSpPr>
        <p:spPr>
          <a:xfrm>
            <a:off x="10494488" y="77345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9" name="Shape 6857"/>
          <p:cNvSpPr/>
          <p:nvPr/>
        </p:nvSpPr>
        <p:spPr>
          <a:xfrm>
            <a:off x="10396061" y="7637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0" name="Shape 6858"/>
          <p:cNvSpPr/>
          <p:nvPr/>
        </p:nvSpPr>
        <p:spPr>
          <a:xfrm>
            <a:off x="10705863" y="7596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1" name="Shape 6859"/>
          <p:cNvSpPr/>
          <p:nvPr/>
        </p:nvSpPr>
        <p:spPr>
          <a:xfrm>
            <a:off x="10718845" y="7648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2" name="Shape 6860"/>
          <p:cNvSpPr/>
          <p:nvPr/>
        </p:nvSpPr>
        <p:spPr>
          <a:xfrm>
            <a:off x="10404752" y="76021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3" name="Shape 6861"/>
          <p:cNvSpPr/>
          <p:nvPr/>
        </p:nvSpPr>
        <p:spPr>
          <a:xfrm>
            <a:off x="10509615" y="7622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4" name="Shape 6862"/>
          <p:cNvSpPr/>
          <p:nvPr/>
        </p:nvSpPr>
        <p:spPr>
          <a:xfrm>
            <a:off x="10379380" y="76490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5" name="Shape 6863"/>
          <p:cNvSpPr/>
          <p:nvPr/>
        </p:nvSpPr>
        <p:spPr>
          <a:xfrm>
            <a:off x="10364175" y="75878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6" name="Shape 6864"/>
          <p:cNvSpPr/>
          <p:nvPr/>
        </p:nvSpPr>
        <p:spPr>
          <a:xfrm>
            <a:off x="10532417" y="7549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7" name="Shape 6865"/>
          <p:cNvSpPr/>
          <p:nvPr/>
        </p:nvSpPr>
        <p:spPr>
          <a:xfrm>
            <a:off x="10411753" y="7643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8" name="Shape 6866"/>
          <p:cNvSpPr/>
          <p:nvPr/>
        </p:nvSpPr>
        <p:spPr>
          <a:xfrm>
            <a:off x="10728952" y="76903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9" name="Shape 6867"/>
          <p:cNvSpPr/>
          <p:nvPr/>
        </p:nvSpPr>
        <p:spPr>
          <a:xfrm>
            <a:off x="10484026" y="76593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0" name="Shape 6868"/>
          <p:cNvSpPr/>
          <p:nvPr/>
        </p:nvSpPr>
        <p:spPr>
          <a:xfrm>
            <a:off x="10449304" y="7636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1" name="Shape 6869"/>
          <p:cNvSpPr/>
          <p:nvPr/>
        </p:nvSpPr>
        <p:spPr>
          <a:xfrm>
            <a:off x="10337244" y="76072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2" name="Shape 6870"/>
          <p:cNvSpPr/>
          <p:nvPr/>
        </p:nvSpPr>
        <p:spPr>
          <a:xfrm>
            <a:off x="10756153" y="75742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3" name="Shape 6871"/>
          <p:cNvSpPr/>
          <p:nvPr/>
        </p:nvSpPr>
        <p:spPr>
          <a:xfrm>
            <a:off x="10516629" y="7595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4" name="Shape 6872"/>
          <p:cNvSpPr/>
          <p:nvPr/>
        </p:nvSpPr>
        <p:spPr>
          <a:xfrm>
            <a:off x="10483287" y="7616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5" name="Shape 6873"/>
          <p:cNvSpPr/>
          <p:nvPr/>
        </p:nvSpPr>
        <p:spPr>
          <a:xfrm>
            <a:off x="10732355" y="7593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6" name="Shape 6874"/>
          <p:cNvSpPr/>
          <p:nvPr/>
        </p:nvSpPr>
        <p:spPr>
          <a:xfrm>
            <a:off x="10683294" y="7639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7" name="Shape 6875"/>
          <p:cNvSpPr/>
          <p:nvPr/>
        </p:nvSpPr>
        <p:spPr>
          <a:xfrm>
            <a:off x="10376230" y="7644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8" name="Shape 6876"/>
          <p:cNvSpPr/>
          <p:nvPr/>
        </p:nvSpPr>
        <p:spPr>
          <a:xfrm>
            <a:off x="10453011" y="7574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9" name="Shape 6877"/>
          <p:cNvSpPr/>
          <p:nvPr/>
        </p:nvSpPr>
        <p:spPr>
          <a:xfrm>
            <a:off x="10497277" y="7605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0" name="Shape 6878"/>
          <p:cNvSpPr/>
          <p:nvPr/>
        </p:nvSpPr>
        <p:spPr>
          <a:xfrm>
            <a:off x="10460329" y="7643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1" name="Shape 6879"/>
          <p:cNvSpPr/>
          <p:nvPr/>
        </p:nvSpPr>
        <p:spPr>
          <a:xfrm>
            <a:off x="10617029" y="7616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2" name="Shape 6880"/>
          <p:cNvSpPr/>
          <p:nvPr/>
        </p:nvSpPr>
        <p:spPr>
          <a:xfrm>
            <a:off x="10496278" y="7698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3" name="Shape 6881"/>
          <p:cNvSpPr/>
          <p:nvPr/>
        </p:nvSpPr>
        <p:spPr>
          <a:xfrm>
            <a:off x="10393911" y="7648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4" name="Shape 6882"/>
          <p:cNvSpPr/>
          <p:nvPr/>
        </p:nvSpPr>
        <p:spPr>
          <a:xfrm>
            <a:off x="10417443" y="7657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5" name="Shape 6883"/>
          <p:cNvSpPr/>
          <p:nvPr/>
        </p:nvSpPr>
        <p:spPr>
          <a:xfrm>
            <a:off x="10336408" y="7685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6" name="Shape 6884"/>
          <p:cNvSpPr/>
          <p:nvPr/>
        </p:nvSpPr>
        <p:spPr>
          <a:xfrm>
            <a:off x="10542429" y="76202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7" name="Shape 6885"/>
          <p:cNvSpPr/>
          <p:nvPr/>
        </p:nvSpPr>
        <p:spPr>
          <a:xfrm>
            <a:off x="10478249" y="7567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8" name="Shape 6886"/>
          <p:cNvSpPr/>
          <p:nvPr/>
        </p:nvSpPr>
        <p:spPr>
          <a:xfrm>
            <a:off x="10332999" y="7660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9" name="Shape 6887"/>
          <p:cNvSpPr/>
          <p:nvPr/>
        </p:nvSpPr>
        <p:spPr>
          <a:xfrm>
            <a:off x="10541615" y="7617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0" name="Shape 6888"/>
          <p:cNvSpPr/>
          <p:nvPr/>
        </p:nvSpPr>
        <p:spPr>
          <a:xfrm>
            <a:off x="10552803" y="76825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1" name="Shape 6889"/>
          <p:cNvSpPr/>
          <p:nvPr/>
        </p:nvSpPr>
        <p:spPr>
          <a:xfrm>
            <a:off x="10460903" y="7584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2" name="Shape 6890"/>
          <p:cNvSpPr/>
          <p:nvPr/>
        </p:nvSpPr>
        <p:spPr>
          <a:xfrm>
            <a:off x="10446733" y="7638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3" name="Shape 6891"/>
          <p:cNvSpPr/>
          <p:nvPr/>
        </p:nvSpPr>
        <p:spPr>
          <a:xfrm>
            <a:off x="10603126" y="76302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4" name="Shape 6892"/>
          <p:cNvSpPr/>
          <p:nvPr/>
        </p:nvSpPr>
        <p:spPr>
          <a:xfrm>
            <a:off x="10362696" y="7639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5" name="Shape 6893"/>
          <p:cNvSpPr/>
          <p:nvPr/>
        </p:nvSpPr>
        <p:spPr>
          <a:xfrm>
            <a:off x="10477001" y="76191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6" name="Shape 6894"/>
          <p:cNvSpPr/>
          <p:nvPr/>
        </p:nvSpPr>
        <p:spPr>
          <a:xfrm>
            <a:off x="10689447" y="7638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7" name="Shape 6895"/>
          <p:cNvSpPr/>
          <p:nvPr/>
        </p:nvSpPr>
        <p:spPr>
          <a:xfrm>
            <a:off x="10574988" y="7636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8" name="Shape 6896"/>
          <p:cNvSpPr/>
          <p:nvPr/>
        </p:nvSpPr>
        <p:spPr>
          <a:xfrm>
            <a:off x="10637184" y="7608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9" name="Shape 6897"/>
          <p:cNvSpPr/>
          <p:nvPr/>
        </p:nvSpPr>
        <p:spPr>
          <a:xfrm>
            <a:off x="10515255" y="7626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0" name="Shape 6898"/>
          <p:cNvSpPr/>
          <p:nvPr/>
        </p:nvSpPr>
        <p:spPr>
          <a:xfrm>
            <a:off x="10715113" y="7601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1" name="Shape 6899"/>
          <p:cNvSpPr/>
          <p:nvPr/>
        </p:nvSpPr>
        <p:spPr>
          <a:xfrm>
            <a:off x="10396033" y="7624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2" name="Shape 6900"/>
          <p:cNvSpPr/>
          <p:nvPr/>
        </p:nvSpPr>
        <p:spPr>
          <a:xfrm>
            <a:off x="10542831" y="7647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3" name="Shape 6901"/>
          <p:cNvSpPr/>
          <p:nvPr/>
        </p:nvSpPr>
        <p:spPr>
          <a:xfrm>
            <a:off x="10609808" y="7618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4" name="Shape 6902"/>
          <p:cNvSpPr/>
          <p:nvPr/>
        </p:nvSpPr>
        <p:spPr>
          <a:xfrm>
            <a:off x="10362342" y="7622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5" name="Shape 6903"/>
          <p:cNvSpPr/>
          <p:nvPr/>
        </p:nvSpPr>
        <p:spPr>
          <a:xfrm>
            <a:off x="10539617" y="7603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6" name="Shape 6904"/>
          <p:cNvSpPr/>
          <p:nvPr/>
        </p:nvSpPr>
        <p:spPr>
          <a:xfrm>
            <a:off x="10467820" y="7644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7" name="Shape 6905"/>
          <p:cNvSpPr/>
          <p:nvPr/>
        </p:nvSpPr>
        <p:spPr>
          <a:xfrm>
            <a:off x="10339391" y="7619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8" name="Shape 6906"/>
          <p:cNvSpPr/>
          <p:nvPr/>
        </p:nvSpPr>
        <p:spPr>
          <a:xfrm>
            <a:off x="10607820" y="77309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9" name="Shape 6907"/>
          <p:cNvSpPr/>
          <p:nvPr/>
        </p:nvSpPr>
        <p:spPr>
          <a:xfrm>
            <a:off x="10617241" y="7623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0" name="Shape 6908"/>
          <p:cNvSpPr/>
          <p:nvPr/>
        </p:nvSpPr>
        <p:spPr>
          <a:xfrm>
            <a:off x="10445731" y="74961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1" name="Shape 6909"/>
          <p:cNvSpPr/>
          <p:nvPr/>
        </p:nvSpPr>
        <p:spPr>
          <a:xfrm>
            <a:off x="10544013" y="7580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2" name="Shape 6910"/>
          <p:cNvSpPr/>
          <p:nvPr/>
        </p:nvSpPr>
        <p:spPr>
          <a:xfrm>
            <a:off x="10707227" y="7663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3" name="Shape 6911"/>
          <p:cNvSpPr/>
          <p:nvPr/>
        </p:nvSpPr>
        <p:spPr>
          <a:xfrm>
            <a:off x="10573758" y="7663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4" name="Shape 6912"/>
          <p:cNvSpPr/>
          <p:nvPr/>
        </p:nvSpPr>
        <p:spPr>
          <a:xfrm>
            <a:off x="10524556" y="76065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5" name="Shape 6913"/>
          <p:cNvSpPr/>
          <p:nvPr/>
        </p:nvSpPr>
        <p:spPr>
          <a:xfrm>
            <a:off x="10387395" y="7592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6" name="Shape 6914"/>
          <p:cNvSpPr/>
          <p:nvPr/>
        </p:nvSpPr>
        <p:spPr>
          <a:xfrm>
            <a:off x="10554204" y="7588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7" name="Shape 6915"/>
          <p:cNvSpPr/>
          <p:nvPr/>
        </p:nvSpPr>
        <p:spPr>
          <a:xfrm>
            <a:off x="10652258" y="76430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8" name="Shape 6916"/>
          <p:cNvSpPr/>
          <p:nvPr/>
        </p:nvSpPr>
        <p:spPr>
          <a:xfrm>
            <a:off x="10499506" y="7653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9" name="Shape 6917"/>
          <p:cNvSpPr/>
          <p:nvPr/>
        </p:nvSpPr>
        <p:spPr>
          <a:xfrm>
            <a:off x="10728336" y="7427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0" name="Shape 6918"/>
          <p:cNvSpPr/>
          <p:nvPr/>
        </p:nvSpPr>
        <p:spPr>
          <a:xfrm>
            <a:off x="10567977" y="77254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1" name="Shape 6919"/>
          <p:cNvSpPr/>
          <p:nvPr/>
        </p:nvSpPr>
        <p:spPr>
          <a:xfrm>
            <a:off x="10360141" y="76464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2" name="Shape 6920"/>
          <p:cNvSpPr/>
          <p:nvPr/>
        </p:nvSpPr>
        <p:spPr>
          <a:xfrm>
            <a:off x="10494568" y="7637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3" name="Shape 6921"/>
          <p:cNvSpPr/>
          <p:nvPr/>
        </p:nvSpPr>
        <p:spPr>
          <a:xfrm>
            <a:off x="10641522" y="7613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4" name="Shape 6922"/>
          <p:cNvSpPr/>
          <p:nvPr/>
        </p:nvSpPr>
        <p:spPr>
          <a:xfrm>
            <a:off x="10722449" y="76363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5" name="Shape 6923"/>
          <p:cNvSpPr/>
          <p:nvPr/>
        </p:nvSpPr>
        <p:spPr>
          <a:xfrm>
            <a:off x="10471553" y="76685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6" name="Shape 6924"/>
          <p:cNvSpPr/>
          <p:nvPr/>
        </p:nvSpPr>
        <p:spPr>
          <a:xfrm>
            <a:off x="10717606" y="7539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7" name="Shape 6925"/>
          <p:cNvSpPr/>
          <p:nvPr/>
        </p:nvSpPr>
        <p:spPr>
          <a:xfrm>
            <a:off x="10474537" y="7605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8" name="Shape 6926"/>
          <p:cNvSpPr/>
          <p:nvPr/>
        </p:nvSpPr>
        <p:spPr>
          <a:xfrm>
            <a:off x="10590985" y="7649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9" name="Shape 6927"/>
          <p:cNvSpPr/>
          <p:nvPr/>
        </p:nvSpPr>
        <p:spPr>
          <a:xfrm>
            <a:off x="10743459" y="76431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0" name="Shape 6928"/>
          <p:cNvSpPr/>
          <p:nvPr/>
        </p:nvSpPr>
        <p:spPr>
          <a:xfrm>
            <a:off x="10351817" y="78603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1" name="Shape 6929"/>
          <p:cNvSpPr/>
          <p:nvPr/>
        </p:nvSpPr>
        <p:spPr>
          <a:xfrm>
            <a:off x="10352011" y="7926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2" name="Shape 6930"/>
          <p:cNvSpPr/>
          <p:nvPr/>
        </p:nvSpPr>
        <p:spPr>
          <a:xfrm>
            <a:off x="10739508" y="7822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3" name="Shape 6931"/>
          <p:cNvSpPr/>
          <p:nvPr/>
        </p:nvSpPr>
        <p:spPr>
          <a:xfrm>
            <a:off x="10441121" y="7930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4" name="Shape 6932"/>
          <p:cNvSpPr/>
          <p:nvPr/>
        </p:nvSpPr>
        <p:spPr>
          <a:xfrm>
            <a:off x="10577771" y="7898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5" name="Shape 6933"/>
          <p:cNvSpPr/>
          <p:nvPr/>
        </p:nvSpPr>
        <p:spPr>
          <a:xfrm>
            <a:off x="10332053" y="7884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6" name="Shape 6934"/>
          <p:cNvSpPr/>
          <p:nvPr/>
        </p:nvSpPr>
        <p:spPr>
          <a:xfrm>
            <a:off x="10566507" y="7945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7" name="Shape 6935"/>
          <p:cNvSpPr/>
          <p:nvPr/>
        </p:nvSpPr>
        <p:spPr>
          <a:xfrm>
            <a:off x="10526400" y="7709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8" name="Shape 6936"/>
          <p:cNvSpPr/>
          <p:nvPr/>
        </p:nvSpPr>
        <p:spPr>
          <a:xfrm>
            <a:off x="10686726" y="75604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9" name="Shape 6937"/>
          <p:cNvSpPr/>
          <p:nvPr/>
        </p:nvSpPr>
        <p:spPr>
          <a:xfrm>
            <a:off x="10667028" y="7568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0" name="Shape 6938"/>
          <p:cNvSpPr/>
          <p:nvPr/>
        </p:nvSpPr>
        <p:spPr>
          <a:xfrm>
            <a:off x="10356989" y="7449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1" name="Shape 6939"/>
          <p:cNvSpPr/>
          <p:nvPr/>
        </p:nvSpPr>
        <p:spPr>
          <a:xfrm>
            <a:off x="10454913" y="7018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2" name="Shape 6940"/>
          <p:cNvSpPr/>
          <p:nvPr/>
        </p:nvSpPr>
        <p:spPr>
          <a:xfrm>
            <a:off x="10519940" y="7393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3" name="Shape 6941"/>
          <p:cNvSpPr/>
          <p:nvPr/>
        </p:nvSpPr>
        <p:spPr>
          <a:xfrm>
            <a:off x="10712830" y="7630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4" name="Shape 6942"/>
          <p:cNvSpPr/>
          <p:nvPr/>
        </p:nvSpPr>
        <p:spPr>
          <a:xfrm>
            <a:off x="10712819" y="7520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5" name="Shape 6943"/>
          <p:cNvSpPr/>
          <p:nvPr/>
        </p:nvSpPr>
        <p:spPr>
          <a:xfrm>
            <a:off x="10365426" y="7684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6" name="Shape 6944"/>
          <p:cNvSpPr/>
          <p:nvPr/>
        </p:nvSpPr>
        <p:spPr>
          <a:xfrm>
            <a:off x="10524570" y="7460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7" name="Shape 6945"/>
          <p:cNvSpPr/>
          <p:nvPr/>
        </p:nvSpPr>
        <p:spPr>
          <a:xfrm>
            <a:off x="10594272" y="7236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8" name="Shape 6946"/>
          <p:cNvSpPr/>
          <p:nvPr/>
        </p:nvSpPr>
        <p:spPr>
          <a:xfrm>
            <a:off x="10640728" y="72230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9" name="Shape 6947"/>
          <p:cNvSpPr/>
          <p:nvPr/>
        </p:nvSpPr>
        <p:spPr>
          <a:xfrm>
            <a:off x="10546967" y="7572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0" name="Shape 6948"/>
          <p:cNvSpPr/>
          <p:nvPr/>
        </p:nvSpPr>
        <p:spPr>
          <a:xfrm>
            <a:off x="10474824" y="7301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1" name="Shape 6949"/>
          <p:cNvSpPr/>
          <p:nvPr/>
        </p:nvSpPr>
        <p:spPr>
          <a:xfrm>
            <a:off x="10743094" y="7668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2" name="Shape 6950"/>
          <p:cNvSpPr/>
          <p:nvPr/>
        </p:nvSpPr>
        <p:spPr>
          <a:xfrm>
            <a:off x="10635998" y="7626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3" name="Shape 6951"/>
          <p:cNvSpPr/>
          <p:nvPr/>
        </p:nvSpPr>
        <p:spPr>
          <a:xfrm>
            <a:off x="10646228" y="6761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4" name="Shape 6952"/>
          <p:cNvSpPr/>
          <p:nvPr/>
        </p:nvSpPr>
        <p:spPr>
          <a:xfrm>
            <a:off x="10662651" y="7619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5" name="Shape 6953"/>
          <p:cNvSpPr/>
          <p:nvPr/>
        </p:nvSpPr>
        <p:spPr>
          <a:xfrm>
            <a:off x="10350432" y="73380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6" name="Shape 6954"/>
          <p:cNvSpPr/>
          <p:nvPr/>
        </p:nvSpPr>
        <p:spPr>
          <a:xfrm>
            <a:off x="10661564" y="7444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7" name="Shape 6955"/>
          <p:cNvSpPr/>
          <p:nvPr/>
        </p:nvSpPr>
        <p:spPr>
          <a:xfrm>
            <a:off x="10616646" y="76471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8" name="Shape 6956"/>
          <p:cNvSpPr/>
          <p:nvPr/>
        </p:nvSpPr>
        <p:spPr>
          <a:xfrm>
            <a:off x="10568945" y="77011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9" name="Shape 6957"/>
          <p:cNvSpPr/>
          <p:nvPr/>
        </p:nvSpPr>
        <p:spPr>
          <a:xfrm>
            <a:off x="10754000" y="7363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0" name="Shape 6958"/>
          <p:cNvSpPr/>
          <p:nvPr/>
        </p:nvSpPr>
        <p:spPr>
          <a:xfrm>
            <a:off x="10354577" y="74801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1" name="Shape 6959"/>
          <p:cNvSpPr/>
          <p:nvPr/>
        </p:nvSpPr>
        <p:spPr>
          <a:xfrm>
            <a:off x="10754361" y="74383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2" name="Shape 6960"/>
          <p:cNvSpPr/>
          <p:nvPr/>
        </p:nvSpPr>
        <p:spPr>
          <a:xfrm>
            <a:off x="10497466" y="74169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3" name="Shape 6961"/>
          <p:cNvSpPr/>
          <p:nvPr/>
        </p:nvSpPr>
        <p:spPr>
          <a:xfrm>
            <a:off x="10494970" y="7337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4" name="Shape 6962"/>
          <p:cNvSpPr/>
          <p:nvPr/>
        </p:nvSpPr>
        <p:spPr>
          <a:xfrm>
            <a:off x="10610666" y="7306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5" name="Shape 6963"/>
          <p:cNvSpPr/>
          <p:nvPr/>
        </p:nvSpPr>
        <p:spPr>
          <a:xfrm>
            <a:off x="10544729" y="7419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6" name="Shape 6964"/>
          <p:cNvSpPr/>
          <p:nvPr/>
        </p:nvSpPr>
        <p:spPr>
          <a:xfrm>
            <a:off x="10672466" y="7228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7" name="Shape 6965"/>
          <p:cNvSpPr/>
          <p:nvPr/>
        </p:nvSpPr>
        <p:spPr>
          <a:xfrm>
            <a:off x="10703614" y="76995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8" name="Shape 6966"/>
          <p:cNvSpPr/>
          <p:nvPr/>
        </p:nvSpPr>
        <p:spPr>
          <a:xfrm>
            <a:off x="10469334" y="7619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9" name="Shape 6967"/>
          <p:cNvSpPr/>
          <p:nvPr/>
        </p:nvSpPr>
        <p:spPr>
          <a:xfrm>
            <a:off x="10414694" y="7093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0" name="Shape 6968"/>
          <p:cNvSpPr/>
          <p:nvPr/>
        </p:nvSpPr>
        <p:spPr>
          <a:xfrm>
            <a:off x="10518898" y="7514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1" name="Shape 6969"/>
          <p:cNvSpPr/>
          <p:nvPr/>
        </p:nvSpPr>
        <p:spPr>
          <a:xfrm>
            <a:off x="10540773" y="73698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2" name="Shape 6970"/>
          <p:cNvSpPr/>
          <p:nvPr/>
        </p:nvSpPr>
        <p:spPr>
          <a:xfrm>
            <a:off x="10622918" y="750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3" name="Shape 6971"/>
          <p:cNvSpPr/>
          <p:nvPr/>
        </p:nvSpPr>
        <p:spPr>
          <a:xfrm>
            <a:off x="10344668" y="7419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4" name="Shape 6972"/>
          <p:cNvSpPr/>
          <p:nvPr/>
        </p:nvSpPr>
        <p:spPr>
          <a:xfrm>
            <a:off x="10646610" y="7500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5" name="Shape 6973"/>
          <p:cNvSpPr/>
          <p:nvPr/>
        </p:nvSpPr>
        <p:spPr>
          <a:xfrm>
            <a:off x="10642930" y="73139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6" name="Shape 6974"/>
          <p:cNvSpPr/>
          <p:nvPr/>
        </p:nvSpPr>
        <p:spPr>
          <a:xfrm>
            <a:off x="10590667" y="7624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7" name="Shape 6975"/>
          <p:cNvSpPr/>
          <p:nvPr/>
        </p:nvSpPr>
        <p:spPr>
          <a:xfrm>
            <a:off x="10735049" y="7615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8" name="Shape 6976"/>
          <p:cNvSpPr/>
          <p:nvPr/>
        </p:nvSpPr>
        <p:spPr>
          <a:xfrm>
            <a:off x="10395942" y="7621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9" name="Shape 6977"/>
          <p:cNvSpPr/>
          <p:nvPr/>
        </p:nvSpPr>
        <p:spPr>
          <a:xfrm>
            <a:off x="10543606" y="7542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0" name="Shape 6978"/>
          <p:cNvSpPr/>
          <p:nvPr/>
        </p:nvSpPr>
        <p:spPr>
          <a:xfrm>
            <a:off x="10361475" y="7714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1" name="Shape 6979"/>
          <p:cNvSpPr/>
          <p:nvPr/>
        </p:nvSpPr>
        <p:spPr>
          <a:xfrm>
            <a:off x="10648192" y="7674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2" name="Shape 6980"/>
          <p:cNvSpPr/>
          <p:nvPr/>
        </p:nvSpPr>
        <p:spPr>
          <a:xfrm>
            <a:off x="10706412" y="77523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3" name="Shape 6981"/>
          <p:cNvSpPr/>
          <p:nvPr/>
        </p:nvSpPr>
        <p:spPr>
          <a:xfrm>
            <a:off x="10477739" y="7758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4" name="Shape 6982"/>
          <p:cNvSpPr/>
          <p:nvPr/>
        </p:nvSpPr>
        <p:spPr>
          <a:xfrm>
            <a:off x="10448949" y="7641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5" name="Shape 6983"/>
          <p:cNvSpPr/>
          <p:nvPr/>
        </p:nvSpPr>
        <p:spPr>
          <a:xfrm>
            <a:off x="10464219" y="76616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6" name="Shape 6984"/>
          <p:cNvSpPr/>
          <p:nvPr/>
        </p:nvSpPr>
        <p:spPr>
          <a:xfrm>
            <a:off x="10484405" y="7426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7" name="Shape 6985"/>
          <p:cNvSpPr/>
          <p:nvPr/>
        </p:nvSpPr>
        <p:spPr>
          <a:xfrm>
            <a:off x="10518068" y="7661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8" name="Shape 6986"/>
          <p:cNvSpPr/>
          <p:nvPr/>
        </p:nvSpPr>
        <p:spPr>
          <a:xfrm>
            <a:off x="10398812" y="7684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9" name="Shape 6987"/>
          <p:cNvSpPr/>
          <p:nvPr/>
        </p:nvSpPr>
        <p:spPr>
          <a:xfrm>
            <a:off x="10495533" y="7657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0" name="Shape 6988"/>
          <p:cNvSpPr/>
          <p:nvPr/>
        </p:nvSpPr>
        <p:spPr>
          <a:xfrm>
            <a:off x="10469149" y="7689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1" name="Shape 6989"/>
          <p:cNvSpPr/>
          <p:nvPr/>
        </p:nvSpPr>
        <p:spPr>
          <a:xfrm>
            <a:off x="10629849" y="7415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2" name="Shape 6990"/>
          <p:cNvSpPr/>
          <p:nvPr/>
        </p:nvSpPr>
        <p:spPr>
          <a:xfrm>
            <a:off x="10412172" y="7246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3" name="Shape 6991"/>
          <p:cNvSpPr/>
          <p:nvPr/>
        </p:nvSpPr>
        <p:spPr>
          <a:xfrm>
            <a:off x="10524139" y="7616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4" name="Shape 6992"/>
          <p:cNvSpPr/>
          <p:nvPr/>
        </p:nvSpPr>
        <p:spPr>
          <a:xfrm>
            <a:off x="10679173" y="7518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5" name="Shape 6993"/>
          <p:cNvSpPr/>
          <p:nvPr/>
        </p:nvSpPr>
        <p:spPr>
          <a:xfrm>
            <a:off x="10609683" y="76623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6" name="Shape 6994"/>
          <p:cNvSpPr/>
          <p:nvPr/>
        </p:nvSpPr>
        <p:spPr>
          <a:xfrm>
            <a:off x="10702584" y="7403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7" name="Shape 6995"/>
          <p:cNvSpPr/>
          <p:nvPr/>
        </p:nvSpPr>
        <p:spPr>
          <a:xfrm>
            <a:off x="10394536" y="7718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8" name="Shape 6996"/>
          <p:cNvSpPr/>
          <p:nvPr/>
        </p:nvSpPr>
        <p:spPr>
          <a:xfrm>
            <a:off x="10524387" y="7281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9" name="Shape 6997"/>
          <p:cNvSpPr/>
          <p:nvPr/>
        </p:nvSpPr>
        <p:spPr>
          <a:xfrm>
            <a:off x="10454534" y="7679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0" name="Shape 6998"/>
          <p:cNvSpPr/>
          <p:nvPr/>
        </p:nvSpPr>
        <p:spPr>
          <a:xfrm>
            <a:off x="10586697" y="7460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1" name="Shape 6999"/>
          <p:cNvSpPr/>
          <p:nvPr/>
        </p:nvSpPr>
        <p:spPr>
          <a:xfrm>
            <a:off x="10754338" y="7373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2" name="Shape 7000"/>
          <p:cNvSpPr/>
          <p:nvPr/>
        </p:nvSpPr>
        <p:spPr>
          <a:xfrm>
            <a:off x="10738907" y="7771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3" name="Shape 7001"/>
          <p:cNvSpPr/>
          <p:nvPr/>
        </p:nvSpPr>
        <p:spPr>
          <a:xfrm>
            <a:off x="10473609" y="68604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4" name="Shape 7002"/>
          <p:cNvSpPr/>
          <p:nvPr/>
        </p:nvSpPr>
        <p:spPr>
          <a:xfrm>
            <a:off x="10408043" y="7237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5" name="Shape 7003"/>
          <p:cNvSpPr/>
          <p:nvPr/>
        </p:nvSpPr>
        <p:spPr>
          <a:xfrm>
            <a:off x="10443602" y="7644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6" name="Shape 7004"/>
          <p:cNvSpPr/>
          <p:nvPr/>
        </p:nvSpPr>
        <p:spPr>
          <a:xfrm>
            <a:off x="10441993" y="7524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7" name="Shape 7005"/>
          <p:cNvSpPr/>
          <p:nvPr/>
        </p:nvSpPr>
        <p:spPr>
          <a:xfrm>
            <a:off x="10453045" y="745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8" name="Shape 7006"/>
          <p:cNvSpPr/>
          <p:nvPr/>
        </p:nvSpPr>
        <p:spPr>
          <a:xfrm>
            <a:off x="10503937" y="7376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9" name="Shape 7007"/>
          <p:cNvSpPr/>
          <p:nvPr/>
        </p:nvSpPr>
        <p:spPr>
          <a:xfrm>
            <a:off x="10426916" y="7492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0" name="Shape 7008"/>
          <p:cNvSpPr/>
          <p:nvPr/>
        </p:nvSpPr>
        <p:spPr>
          <a:xfrm>
            <a:off x="10562978" y="73400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1" name="Shape 7009"/>
          <p:cNvSpPr/>
          <p:nvPr/>
        </p:nvSpPr>
        <p:spPr>
          <a:xfrm>
            <a:off x="10522027" y="7628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2" name="Shape 7010"/>
          <p:cNvSpPr/>
          <p:nvPr/>
        </p:nvSpPr>
        <p:spPr>
          <a:xfrm>
            <a:off x="10725230" y="7472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3" name="Shape 7011"/>
          <p:cNvSpPr/>
          <p:nvPr/>
        </p:nvSpPr>
        <p:spPr>
          <a:xfrm>
            <a:off x="10713947" y="7277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4" name="Shape 7012"/>
          <p:cNvSpPr/>
          <p:nvPr/>
        </p:nvSpPr>
        <p:spPr>
          <a:xfrm>
            <a:off x="10606992" y="7599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5" name="Shape 7013"/>
          <p:cNvSpPr/>
          <p:nvPr/>
        </p:nvSpPr>
        <p:spPr>
          <a:xfrm>
            <a:off x="10543396" y="7439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6" name="Shape 7014"/>
          <p:cNvSpPr/>
          <p:nvPr/>
        </p:nvSpPr>
        <p:spPr>
          <a:xfrm>
            <a:off x="10673289" y="7463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7" name="Shape 7015"/>
          <p:cNvSpPr/>
          <p:nvPr/>
        </p:nvSpPr>
        <p:spPr>
          <a:xfrm>
            <a:off x="10645148" y="71046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8" name="Shape 7016"/>
          <p:cNvSpPr/>
          <p:nvPr/>
        </p:nvSpPr>
        <p:spPr>
          <a:xfrm>
            <a:off x="10472686" y="7450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9" name="Shape 7017"/>
          <p:cNvSpPr/>
          <p:nvPr/>
        </p:nvSpPr>
        <p:spPr>
          <a:xfrm>
            <a:off x="10760806" y="7352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0" name="Shape 7018"/>
          <p:cNvSpPr/>
          <p:nvPr/>
        </p:nvSpPr>
        <p:spPr>
          <a:xfrm>
            <a:off x="10535474" y="7493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1" name="Shape 7019"/>
          <p:cNvSpPr/>
          <p:nvPr/>
        </p:nvSpPr>
        <p:spPr>
          <a:xfrm>
            <a:off x="10399291" y="73658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2" name="Shape 7020"/>
          <p:cNvSpPr/>
          <p:nvPr/>
        </p:nvSpPr>
        <p:spPr>
          <a:xfrm>
            <a:off x="10543248" y="7451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3" name="Shape 7021"/>
          <p:cNvSpPr/>
          <p:nvPr/>
        </p:nvSpPr>
        <p:spPr>
          <a:xfrm>
            <a:off x="10646043" y="7227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4" name="Shape 7022"/>
          <p:cNvSpPr/>
          <p:nvPr/>
        </p:nvSpPr>
        <p:spPr>
          <a:xfrm>
            <a:off x="10751924" y="7351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5" name="Shape 7023"/>
          <p:cNvSpPr/>
          <p:nvPr/>
        </p:nvSpPr>
        <p:spPr>
          <a:xfrm>
            <a:off x="10438746" y="7450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6" name="Shape 7024"/>
          <p:cNvSpPr/>
          <p:nvPr/>
        </p:nvSpPr>
        <p:spPr>
          <a:xfrm>
            <a:off x="10366976" y="7314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7" name="Shape 7025"/>
          <p:cNvSpPr/>
          <p:nvPr/>
        </p:nvSpPr>
        <p:spPr>
          <a:xfrm>
            <a:off x="10523960" y="7404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8" name="Shape 7026"/>
          <p:cNvSpPr/>
          <p:nvPr/>
        </p:nvSpPr>
        <p:spPr>
          <a:xfrm>
            <a:off x="10678718" y="7422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9" name="Shape 7027"/>
          <p:cNvSpPr/>
          <p:nvPr/>
        </p:nvSpPr>
        <p:spPr>
          <a:xfrm>
            <a:off x="10426048" y="74693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0" name="Shape 7028"/>
          <p:cNvSpPr/>
          <p:nvPr/>
        </p:nvSpPr>
        <p:spPr>
          <a:xfrm>
            <a:off x="10508454" y="73551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1" name="Shape 7029"/>
          <p:cNvSpPr/>
          <p:nvPr/>
        </p:nvSpPr>
        <p:spPr>
          <a:xfrm>
            <a:off x="10336646" y="73044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2" name="Shape 7030"/>
          <p:cNvSpPr/>
          <p:nvPr/>
        </p:nvSpPr>
        <p:spPr>
          <a:xfrm>
            <a:off x="10622641" y="7465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3" name="Shape 7031"/>
          <p:cNvSpPr/>
          <p:nvPr/>
        </p:nvSpPr>
        <p:spPr>
          <a:xfrm>
            <a:off x="10613275" y="7375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4" name="Shape 7032"/>
          <p:cNvSpPr/>
          <p:nvPr/>
        </p:nvSpPr>
        <p:spPr>
          <a:xfrm>
            <a:off x="10664024" y="72522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5" name="Shape 7033"/>
          <p:cNvSpPr/>
          <p:nvPr/>
        </p:nvSpPr>
        <p:spPr>
          <a:xfrm>
            <a:off x="10471706" y="7165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6" name="Shape 7034"/>
          <p:cNvSpPr/>
          <p:nvPr/>
        </p:nvSpPr>
        <p:spPr>
          <a:xfrm>
            <a:off x="10570852" y="7397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7" name="Shape 7035"/>
          <p:cNvSpPr/>
          <p:nvPr/>
        </p:nvSpPr>
        <p:spPr>
          <a:xfrm>
            <a:off x="10566493" y="74418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8" name="Shape 7036"/>
          <p:cNvSpPr/>
          <p:nvPr/>
        </p:nvSpPr>
        <p:spPr>
          <a:xfrm>
            <a:off x="10759385" y="7373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9" name="Shape 7037"/>
          <p:cNvSpPr/>
          <p:nvPr/>
        </p:nvSpPr>
        <p:spPr>
          <a:xfrm>
            <a:off x="10752355" y="7304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0" name="Shape 7038"/>
          <p:cNvSpPr/>
          <p:nvPr/>
        </p:nvSpPr>
        <p:spPr>
          <a:xfrm>
            <a:off x="10506567" y="7522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1" name="Shape 7039"/>
          <p:cNvSpPr/>
          <p:nvPr/>
        </p:nvSpPr>
        <p:spPr>
          <a:xfrm>
            <a:off x="10707173" y="7416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2" name="Shape 7040"/>
          <p:cNvSpPr/>
          <p:nvPr/>
        </p:nvSpPr>
        <p:spPr>
          <a:xfrm>
            <a:off x="10637853" y="7266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3" name="Shape 7041"/>
          <p:cNvSpPr/>
          <p:nvPr/>
        </p:nvSpPr>
        <p:spPr>
          <a:xfrm>
            <a:off x="10543662" y="72816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4" name="Shape 7042"/>
          <p:cNvSpPr/>
          <p:nvPr/>
        </p:nvSpPr>
        <p:spPr>
          <a:xfrm>
            <a:off x="10453717" y="7090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5" name="Shape 7043"/>
          <p:cNvSpPr/>
          <p:nvPr/>
        </p:nvSpPr>
        <p:spPr>
          <a:xfrm>
            <a:off x="10601129" y="74143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6" name="Shape 7044"/>
          <p:cNvSpPr/>
          <p:nvPr/>
        </p:nvSpPr>
        <p:spPr>
          <a:xfrm>
            <a:off x="10596171" y="7411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7" name="Shape 7045"/>
          <p:cNvSpPr/>
          <p:nvPr/>
        </p:nvSpPr>
        <p:spPr>
          <a:xfrm>
            <a:off x="10554957" y="74201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8" name="Shape 7046"/>
          <p:cNvSpPr/>
          <p:nvPr/>
        </p:nvSpPr>
        <p:spPr>
          <a:xfrm>
            <a:off x="10489968" y="7300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9" name="Shape 7047"/>
          <p:cNvSpPr/>
          <p:nvPr/>
        </p:nvSpPr>
        <p:spPr>
          <a:xfrm>
            <a:off x="10747818" y="7494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0" name="Shape 7048"/>
          <p:cNvSpPr/>
          <p:nvPr/>
        </p:nvSpPr>
        <p:spPr>
          <a:xfrm>
            <a:off x="10757168" y="7306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1" name="Shape 7049"/>
          <p:cNvSpPr/>
          <p:nvPr/>
        </p:nvSpPr>
        <p:spPr>
          <a:xfrm>
            <a:off x="10393586" y="72174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2" name="Shape 7050"/>
          <p:cNvSpPr/>
          <p:nvPr/>
        </p:nvSpPr>
        <p:spPr>
          <a:xfrm>
            <a:off x="10675926" y="7370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3" name="Shape 7051"/>
          <p:cNvSpPr/>
          <p:nvPr/>
        </p:nvSpPr>
        <p:spPr>
          <a:xfrm>
            <a:off x="10582329" y="7753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4" name="Shape 7052"/>
          <p:cNvSpPr/>
          <p:nvPr/>
        </p:nvSpPr>
        <p:spPr>
          <a:xfrm>
            <a:off x="10386143" y="74391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5" name="Shape 7053"/>
          <p:cNvSpPr/>
          <p:nvPr/>
        </p:nvSpPr>
        <p:spPr>
          <a:xfrm>
            <a:off x="10335804" y="7522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6" name="Shape 7054"/>
          <p:cNvSpPr/>
          <p:nvPr/>
        </p:nvSpPr>
        <p:spPr>
          <a:xfrm>
            <a:off x="10737563" y="7482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7" name="Shape 7055"/>
          <p:cNvSpPr/>
          <p:nvPr/>
        </p:nvSpPr>
        <p:spPr>
          <a:xfrm>
            <a:off x="10444936" y="73678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8" name="Shape 7056"/>
          <p:cNvSpPr/>
          <p:nvPr/>
        </p:nvSpPr>
        <p:spPr>
          <a:xfrm>
            <a:off x="10719557" y="72358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9" name="Shape 7057"/>
          <p:cNvSpPr/>
          <p:nvPr/>
        </p:nvSpPr>
        <p:spPr>
          <a:xfrm>
            <a:off x="10435386" y="7447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0" name="Shape 7058"/>
          <p:cNvSpPr/>
          <p:nvPr/>
        </p:nvSpPr>
        <p:spPr>
          <a:xfrm>
            <a:off x="10647629" y="7612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1" name="Shape 7059"/>
          <p:cNvSpPr/>
          <p:nvPr/>
        </p:nvSpPr>
        <p:spPr>
          <a:xfrm>
            <a:off x="10695649" y="72301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2" name="Shape 7060"/>
          <p:cNvSpPr/>
          <p:nvPr/>
        </p:nvSpPr>
        <p:spPr>
          <a:xfrm>
            <a:off x="10737375" y="72425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3" name="Shape 7061"/>
          <p:cNvSpPr/>
          <p:nvPr/>
        </p:nvSpPr>
        <p:spPr>
          <a:xfrm>
            <a:off x="10380507" y="7414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4" name="Shape 7062"/>
          <p:cNvSpPr/>
          <p:nvPr/>
        </p:nvSpPr>
        <p:spPr>
          <a:xfrm>
            <a:off x="10593474" y="7247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5" name="Shape 7063"/>
          <p:cNvSpPr/>
          <p:nvPr/>
        </p:nvSpPr>
        <p:spPr>
          <a:xfrm>
            <a:off x="10470786" y="7244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6" name="Shape 7064"/>
          <p:cNvSpPr/>
          <p:nvPr/>
        </p:nvSpPr>
        <p:spPr>
          <a:xfrm>
            <a:off x="10492613" y="7228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7" name="Shape 7065"/>
          <p:cNvSpPr/>
          <p:nvPr/>
        </p:nvSpPr>
        <p:spPr>
          <a:xfrm>
            <a:off x="10463092" y="7620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8" name="Shape 7066"/>
          <p:cNvSpPr/>
          <p:nvPr/>
        </p:nvSpPr>
        <p:spPr>
          <a:xfrm>
            <a:off x="10609317" y="7697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9" name="Shape 7067"/>
          <p:cNvSpPr/>
          <p:nvPr/>
        </p:nvSpPr>
        <p:spPr>
          <a:xfrm>
            <a:off x="10685945" y="7438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0" name="Shape 7068"/>
          <p:cNvSpPr/>
          <p:nvPr/>
        </p:nvSpPr>
        <p:spPr>
          <a:xfrm>
            <a:off x="10473990" y="7445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1" name="Shape 7069"/>
          <p:cNvSpPr/>
          <p:nvPr/>
        </p:nvSpPr>
        <p:spPr>
          <a:xfrm>
            <a:off x="10722253" y="74449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2" name="Shape 7070"/>
          <p:cNvSpPr/>
          <p:nvPr/>
        </p:nvSpPr>
        <p:spPr>
          <a:xfrm>
            <a:off x="10342124" y="7470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3" name="Shape 7071"/>
          <p:cNvSpPr/>
          <p:nvPr/>
        </p:nvSpPr>
        <p:spPr>
          <a:xfrm>
            <a:off x="10743392" y="74901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4" name="Shape 7072"/>
          <p:cNvSpPr/>
          <p:nvPr/>
        </p:nvSpPr>
        <p:spPr>
          <a:xfrm>
            <a:off x="10392523" y="7701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5" name="Shape 7073"/>
          <p:cNvSpPr/>
          <p:nvPr/>
        </p:nvSpPr>
        <p:spPr>
          <a:xfrm>
            <a:off x="10594155" y="77164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6" name="Shape 7074"/>
          <p:cNvSpPr/>
          <p:nvPr/>
        </p:nvSpPr>
        <p:spPr>
          <a:xfrm>
            <a:off x="10336170" y="7767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7" name="Shape 7075"/>
          <p:cNvSpPr/>
          <p:nvPr/>
        </p:nvSpPr>
        <p:spPr>
          <a:xfrm>
            <a:off x="10439407" y="7893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8" name="Shape 7076"/>
          <p:cNvSpPr/>
          <p:nvPr/>
        </p:nvSpPr>
        <p:spPr>
          <a:xfrm>
            <a:off x="10590505" y="7718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9" name="Shape 7077"/>
          <p:cNvSpPr/>
          <p:nvPr/>
        </p:nvSpPr>
        <p:spPr>
          <a:xfrm>
            <a:off x="10429814" y="7890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0" name="Shape 7078"/>
          <p:cNvSpPr/>
          <p:nvPr/>
        </p:nvSpPr>
        <p:spPr>
          <a:xfrm>
            <a:off x="10636668" y="7834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1" name="Shape 7079"/>
          <p:cNvSpPr/>
          <p:nvPr/>
        </p:nvSpPr>
        <p:spPr>
          <a:xfrm>
            <a:off x="10555588" y="78575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2" name="Shape 7080"/>
          <p:cNvSpPr/>
          <p:nvPr/>
        </p:nvSpPr>
        <p:spPr>
          <a:xfrm>
            <a:off x="10616480" y="77564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3" name="Shape 7081"/>
          <p:cNvSpPr/>
          <p:nvPr/>
        </p:nvSpPr>
        <p:spPr>
          <a:xfrm>
            <a:off x="10419919" y="7826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4" name="Shape 7082"/>
          <p:cNvSpPr/>
          <p:nvPr/>
        </p:nvSpPr>
        <p:spPr>
          <a:xfrm>
            <a:off x="10463128" y="7815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5" name="Shape 7083"/>
          <p:cNvSpPr/>
          <p:nvPr/>
        </p:nvSpPr>
        <p:spPr>
          <a:xfrm>
            <a:off x="10547471" y="7889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6" name="Shape 7084"/>
          <p:cNvSpPr/>
          <p:nvPr/>
        </p:nvSpPr>
        <p:spPr>
          <a:xfrm>
            <a:off x="10443525" y="72188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7" name="Shape 7085"/>
          <p:cNvSpPr/>
          <p:nvPr/>
        </p:nvSpPr>
        <p:spPr>
          <a:xfrm>
            <a:off x="10499616" y="7240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8" name="Shape 7086"/>
          <p:cNvSpPr/>
          <p:nvPr/>
        </p:nvSpPr>
        <p:spPr>
          <a:xfrm>
            <a:off x="10691467" y="7515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9" name="Shape 7087"/>
          <p:cNvSpPr/>
          <p:nvPr/>
        </p:nvSpPr>
        <p:spPr>
          <a:xfrm>
            <a:off x="10612335" y="7517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0" name="Shape 7088"/>
          <p:cNvSpPr/>
          <p:nvPr/>
        </p:nvSpPr>
        <p:spPr>
          <a:xfrm>
            <a:off x="10606185" y="7456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1" name="Shape 7089"/>
          <p:cNvSpPr/>
          <p:nvPr/>
        </p:nvSpPr>
        <p:spPr>
          <a:xfrm>
            <a:off x="10706267" y="75807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2" name="Shape 7090"/>
          <p:cNvSpPr/>
          <p:nvPr/>
        </p:nvSpPr>
        <p:spPr>
          <a:xfrm>
            <a:off x="10608548" y="7590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3" name="Shape 7091"/>
          <p:cNvSpPr/>
          <p:nvPr/>
        </p:nvSpPr>
        <p:spPr>
          <a:xfrm>
            <a:off x="10528943" y="7474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4" name="Shape 7092"/>
          <p:cNvSpPr/>
          <p:nvPr/>
        </p:nvSpPr>
        <p:spPr>
          <a:xfrm>
            <a:off x="10724530" y="7576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5" name="Shape 7093"/>
          <p:cNvSpPr/>
          <p:nvPr/>
        </p:nvSpPr>
        <p:spPr>
          <a:xfrm>
            <a:off x="10388052" y="75199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6" name="Shape 7094"/>
          <p:cNvSpPr/>
          <p:nvPr/>
        </p:nvSpPr>
        <p:spPr>
          <a:xfrm>
            <a:off x="10697274" y="75027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7" name="Shape 7095"/>
          <p:cNvSpPr/>
          <p:nvPr/>
        </p:nvSpPr>
        <p:spPr>
          <a:xfrm>
            <a:off x="10589521" y="7415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8" name="Shape 7096"/>
          <p:cNvSpPr/>
          <p:nvPr/>
        </p:nvSpPr>
        <p:spPr>
          <a:xfrm>
            <a:off x="10557531" y="75980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9" name="Shape 7097"/>
          <p:cNvSpPr/>
          <p:nvPr/>
        </p:nvSpPr>
        <p:spPr>
          <a:xfrm>
            <a:off x="10434317" y="7281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0" name="Shape 7098"/>
          <p:cNvSpPr/>
          <p:nvPr/>
        </p:nvSpPr>
        <p:spPr>
          <a:xfrm>
            <a:off x="10360261" y="7267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1" name="Shape 7099"/>
          <p:cNvSpPr/>
          <p:nvPr/>
        </p:nvSpPr>
        <p:spPr>
          <a:xfrm>
            <a:off x="10712347" y="7266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2" name="Shape 7100"/>
          <p:cNvSpPr/>
          <p:nvPr/>
        </p:nvSpPr>
        <p:spPr>
          <a:xfrm>
            <a:off x="10684415" y="7268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3" name="Shape 7101"/>
          <p:cNvSpPr/>
          <p:nvPr/>
        </p:nvSpPr>
        <p:spPr>
          <a:xfrm>
            <a:off x="10406640" y="7272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4" name="Shape 7102"/>
          <p:cNvSpPr/>
          <p:nvPr/>
        </p:nvSpPr>
        <p:spPr>
          <a:xfrm>
            <a:off x="10379372" y="72669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5" name="Shape 7103"/>
          <p:cNvSpPr/>
          <p:nvPr/>
        </p:nvSpPr>
        <p:spPr>
          <a:xfrm>
            <a:off x="10516343" y="7509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6" name="Shape 7104"/>
          <p:cNvSpPr/>
          <p:nvPr/>
        </p:nvSpPr>
        <p:spPr>
          <a:xfrm>
            <a:off x="10688713" y="75578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7" name="Shape 7105"/>
          <p:cNvSpPr/>
          <p:nvPr/>
        </p:nvSpPr>
        <p:spPr>
          <a:xfrm>
            <a:off x="10366112" y="75595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8" name="Shape 7106"/>
          <p:cNvSpPr/>
          <p:nvPr/>
        </p:nvSpPr>
        <p:spPr>
          <a:xfrm>
            <a:off x="10747113" y="7385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9" name="Shape 7107"/>
          <p:cNvSpPr/>
          <p:nvPr/>
        </p:nvSpPr>
        <p:spPr>
          <a:xfrm>
            <a:off x="10596279" y="7365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0" name="Shape 7108"/>
          <p:cNvSpPr/>
          <p:nvPr/>
        </p:nvSpPr>
        <p:spPr>
          <a:xfrm>
            <a:off x="10592356" y="7639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1" name="Shape 7109"/>
          <p:cNvSpPr/>
          <p:nvPr/>
        </p:nvSpPr>
        <p:spPr>
          <a:xfrm>
            <a:off x="10331747" y="7701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2" name="Shape 7110"/>
          <p:cNvSpPr/>
          <p:nvPr/>
        </p:nvSpPr>
        <p:spPr>
          <a:xfrm>
            <a:off x="10442938" y="7735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3" name="Shape 7111"/>
          <p:cNvSpPr/>
          <p:nvPr/>
        </p:nvSpPr>
        <p:spPr>
          <a:xfrm>
            <a:off x="10500459" y="7625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4" name="Shape 7112"/>
          <p:cNvSpPr/>
          <p:nvPr/>
        </p:nvSpPr>
        <p:spPr>
          <a:xfrm>
            <a:off x="10387818" y="7087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5" name="Shape 7113"/>
          <p:cNvSpPr/>
          <p:nvPr/>
        </p:nvSpPr>
        <p:spPr>
          <a:xfrm>
            <a:off x="10396558" y="7616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6" name="Shape 7114"/>
          <p:cNvSpPr/>
          <p:nvPr/>
        </p:nvSpPr>
        <p:spPr>
          <a:xfrm>
            <a:off x="10414929" y="7757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7" name="Shape 7115"/>
          <p:cNvSpPr/>
          <p:nvPr/>
        </p:nvSpPr>
        <p:spPr>
          <a:xfrm>
            <a:off x="10569682" y="7787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8" name="Shape 7116"/>
          <p:cNvSpPr/>
          <p:nvPr/>
        </p:nvSpPr>
        <p:spPr>
          <a:xfrm>
            <a:off x="10688390" y="7741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9" name="Shape 7117"/>
          <p:cNvSpPr/>
          <p:nvPr/>
        </p:nvSpPr>
        <p:spPr>
          <a:xfrm>
            <a:off x="10513301" y="77936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0" name="Shape 7118"/>
          <p:cNvSpPr/>
          <p:nvPr/>
        </p:nvSpPr>
        <p:spPr>
          <a:xfrm>
            <a:off x="10753299" y="7653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1" name="Shape 7119"/>
          <p:cNvSpPr/>
          <p:nvPr/>
        </p:nvSpPr>
        <p:spPr>
          <a:xfrm>
            <a:off x="10488921" y="7046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2" name="Shape 7120"/>
          <p:cNvSpPr/>
          <p:nvPr/>
        </p:nvSpPr>
        <p:spPr>
          <a:xfrm>
            <a:off x="10622357" y="7064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3" name="Shape 7121"/>
          <p:cNvSpPr/>
          <p:nvPr/>
        </p:nvSpPr>
        <p:spPr>
          <a:xfrm>
            <a:off x="10455201" y="7676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4" name="Shape 7122"/>
          <p:cNvSpPr/>
          <p:nvPr/>
        </p:nvSpPr>
        <p:spPr>
          <a:xfrm>
            <a:off x="10530690" y="7708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5" name="Shape 7123"/>
          <p:cNvSpPr/>
          <p:nvPr/>
        </p:nvSpPr>
        <p:spPr>
          <a:xfrm>
            <a:off x="10428728" y="7713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6" name="Shape 7124"/>
          <p:cNvSpPr/>
          <p:nvPr/>
        </p:nvSpPr>
        <p:spPr>
          <a:xfrm>
            <a:off x="10331243" y="73166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7" name="Shape 7125"/>
          <p:cNvSpPr/>
          <p:nvPr/>
        </p:nvSpPr>
        <p:spPr>
          <a:xfrm>
            <a:off x="10694628" y="732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8" name="Shape 7126"/>
          <p:cNvSpPr/>
          <p:nvPr/>
        </p:nvSpPr>
        <p:spPr>
          <a:xfrm>
            <a:off x="10449673" y="7509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9" name="Shape 7127"/>
          <p:cNvSpPr/>
          <p:nvPr/>
        </p:nvSpPr>
        <p:spPr>
          <a:xfrm>
            <a:off x="10497514" y="7469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0" name="Shape 7128"/>
          <p:cNvSpPr/>
          <p:nvPr/>
        </p:nvSpPr>
        <p:spPr>
          <a:xfrm>
            <a:off x="10757139" y="7502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1" name="Shape 7129"/>
          <p:cNvSpPr/>
          <p:nvPr/>
        </p:nvSpPr>
        <p:spPr>
          <a:xfrm>
            <a:off x="10606209" y="71896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2" name="Shape 7130"/>
          <p:cNvSpPr/>
          <p:nvPr/>
        </p:nvSpPr>
        <p:spPr>
          <a:xfrm>
            <a:off x="10677967" y="73376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3" name="Shape 7131"/>
          <p:cNvSpPr/>
          <p:nvPr/>
        </p:nvSpPr>
        <p:spPr>
          <a:xfrm>
            <a:off x="10607140" y="7490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4" name="Shape 7132"/>
          <p:cNvSpPr/>
          <p:nvPr/>
        </p:nvSpPr>
        <p:spPr>
          <a:xfrm>
            <a:off x="10396316" y="7508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5" name="Shape 7133"/>
          <p:cNvSpPr/>
          <p:nvPr/>
        </p:nvSpPr>
        <p:spPr>
          <a:xfrm>
            <a:off x="10617578" y="7540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6" name="Shape 7134"/>
          <p:cNvSpPr/>
          <p:nvPr/>
        </p:nvSpPr>
        <p:spPr>
          <a:xfrm>
            <a:off x="10485504" y="71241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7" name="Shape 7135"/>
          <p:cNvSpPr/>
          <p:nvPr/>
        </p:nvSpPr>
        <p:spPr>
          <a:xfrm>
            <a:off x="10441949" y="7499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8" name="Shape 7136"/>
          <p:cNvSpPr/>
          <p:nvPr/>
        </p:nvSpPr>
        <p:spPr>
          <a:xfrm>
            <a:off x="10634067" y="7616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9" name="Shape 7137"/>
          <p:cNvSpPr/>
          <p:nvPr/>
        </p:nvSpPr>
        <p:spPr>
          <a:xfrm>
            <a:off x="10592483" y="7977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0" name="Shape 7138"/>
          <p:cNvSpPr/>
          <p:nvPr/>
        </p:nvSpPr>
        <p:spPr>
          <a:xfrm>
            <a:off x="10387811" y="7600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1" name="Shape 7139"/>
          <p:cNvSpPr/>
          <p:nvPr/>
        </p:nvSpPr>
        <p:spPr>
          <a:xfrm>
            <a:off x="10457025" y="7429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2" name="Shape 7140"/>
          <p:cNvSpPr/>
          <p:nvPr/>
        </p:nvSpPr>
        <p:spPr>
          <a:xfrm>
            <a:off x="10416303" y="7559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3" name="Shape 7141"/>
          <p:cNvSpPr/>
          <p:nvPr/>
        </p:nvSpPr>
        <p:spPr>
          <a:xfrm>
            <a:off x="10634473" y="7510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4" name="Shape 7142"/>
          <p:cNvSpPr/>
          <p:nvPr/>
        </p:nvSpPr>
        <p:spPr>
          <a:xfrm>
            <a:off x="10552091" y="7455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5" name="Shape 7143"/>
          <p:cNvSpPr/>
          <p:nvPr/>
        </p:nvSpPr>
        <p:spPr>
          <a:xfrm>
            <a:off x="10426958" y="7589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6" name="Shape 7144"/>
          <p:cNvSpPr/>
          <p:nvPr/>
        </p:nvSpPr>
        <p:spPr>
          <a:xfrm>
            <a:off x="10584173" y="7637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7" name="Shape 7145"/>
          <p:cNvSpPr/>
          <p:nvPr/>
        </p:nvSpPr>
        <p:spPr>
          <a:xfrm>
            <a:off x="10389103" y="7650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8" name="Shape 7146"/>
          <p:cNvSpPr/>
          <p:nvPr/>
        </p:nvSpPr>
        <p:spPr>
          <a:xfrm>
            <a:off x="10580093" y="77225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9" name="Shape 7147"/>
          <p:cNvSpPr/>
          <p:nvPr/>
        </p:nvSpPr>
        <p:spPr>
          <a:xfrm>
            <a:off x="10558738" y="76564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0" name="Shape 7148"/>
          <p:cNvSpPr/>
          <p:nvPr/>
        </p:nvSpPr>
        <p:spPr>
          <a:xfrm>
            <a:off x="10555502" y="7339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1" name="Shape 7149"/>
          <p:cNvSpPr/>
          <p:nvPr/>
        </p:nvSpPr>
        <p:spPr>
          <a:xfrm>
            <a:off x="10381943" y="7489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2" name="Shape 7150"/>
          <p:cNvSpPr/>
          <p:nvPr/>
        </p:nvSpPr>
        <p:spPr>
          <a:xfrm>
            <a:off x="10612570" y="7414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3" name="Shape 7151"/>
          <p:cNvSpPr/>
          <p:nvPr/>
        </p:nvSpPr>
        <p:spPr>
          <a:xfrm>
            <a:off x="10406850" y="7278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4" name="Shape 7152"/>
          <p:cNvSpPr/>
          <p:nvPr/>
        </p:nvSpPr>
        <p:spPr>
          <a:xfrm>
            <a:off x="10740351" y="7146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5" name="Shape 7153"/>
          <p:cNvSpPr/>
          <p:nvPr/>
        </p:nvSpPr>
        <p:spPr>
          <a:xfrm>
            <a:off x="10411088" y="7343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6" name="Shape 7154"/>
          <p:cNvSpPr/>
          <p:nvPr/>
        </p:nvSpPr>
        <p:spPr>
          <a:xfrm>
            <a:off x="10650666" y="7454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7" name="Shape 7155"/>
          <p:cNvSpPr/>
          <p:nvPr/>
        </p:nvSpPr>
        <p:spPr>
          <a:xfrm>
            <a:off x="10661435" y="7442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8" name="Shape 7156"/>
          <p:cNvSpPr/>
          <p:nvPr/>
        </p:nvSpPr>
        <p:spPr>
          <a:xfrm>
            <a:off x="10632719" y="72695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9" name="Shape 7157"/>
          <p:cNvSpPr/>
          <p:nvPr/>
        </p:nvSpPr>
        <p:spPr>
          <a:xfrm>
            <a:off x="10350823" y="7663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0" name="Shape 7158"/>
          <p:cNvSpPr/>
          <p:nvPr/>
        </p:nvSpPr>
        <p:spPr>
          <a:xfrm>
            <a:off x="10507111" y="7597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1" name="Shape 7159"/>
          <p:cNvSpPr/>
          <p:nvPr/>
        </p:nvSpPr>
        <p:spPr>
          <a:xfrm>
            <a:off x="10591143" y="7623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2" name="Shape 7160"/>
          <p:cNvSpPr/>
          <p:nvPr/>
        </p:nvSpPr>
        <p:spPr>
          <a:xfrm>
            <a:off x="10578452" y="7591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3" name="Shape 7161"/>
          <p:cNvSpPr/>
          <p:nvPr/>
        </p:nvSpPr>
        <p:spPr>
          <a:xfrm>
            <a:off x="10646835" y="7606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4" name="Shape 7162"/>
          <p:cNvSpPr/>
          <p:nvPr/>
        </p:nvSpPr>
        <p:spPr>
          <a:xfrm>
            <a:off x="10383817" y="7617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5" name="Shape 7163"/>
          <p:cNvSpPr/>
          <p:nvPr/>
        </p:nvSpPr>
        <p:spPr>
          <a:xfrm>
            <a:off x="10564585" y="7417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6" name="Shape 7164"/>
          <p:cNvSpPr/>
          <p:nvPr/>
        </p:nvSpPr>
        <p:spPr>
          <a:xfrm>
            <a:off x="10337954" y="73693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7" name="Shape 7165"/>
          <p:cNvSpPr/>
          <p:nvPr/>
        </p:nvSpPr>
        <p:spPr>
          <a:xfrm>
            <a:off x="10743613" y="76358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8" name="Shape 7166"/>
          <p:cNvSpPr/>
          <p:nvPr/>
        </p:nvSpPr>
        <p:spPr>
          <a:xfrm>
            <a:off x="10471485" y="7582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9" name="Shape 7167"/>
          <p:cNvSpPr/>
          <p:nvPr/>
        </p:nvSpPr>
        <p:spPr>
          <a:xfrm>
            <a:off x="10517850" y="7301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0" name="Shape 7168"/>
          <p:cNvSpPr/>
          <p:nvPr/>
        </p:nvSpPr>
        <p:spPr>
          <a:xfrm>
            <a:off x="10603936" y="7363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1" name="Shape 7169"/>
          <p:cNvSpPr/>
          <p:nvPr/>
        </p:nvSpPr>
        <p:spPr>
          <a:xfrm>
            <a:off x="10501989" y="7523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2" name="Shape 7170"/>
          <p:cNvSpPr/>
          <p:nvPr/>
        </p:nvSpPr>
        <p:spPr>
          <a:xfrm>
            <a:off x="10368381" y="7590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3" name="Shape 7171"/>
          <p:cNvSpPr/>
          <p:nvPr/>
        </p:nvSpPr>
        <p:spPr>
          <a:xfrm>
            <a:off x="10673986" y="7764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4" name="Shape 7172"/>
          <p:cNvSpPr/>
          <p:nvPr/>
        </p:nvSpPr>
        <p:spPr>
          <a:xfrm>
            <a:off x="10740563" y="7543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5" name="Shape 7173"/>
          <p:cNvSpPr/>
          <p:nvPr/>
        </p:nvSpPr>
        <p:spPr>
          <a:xfrm>
            <a:off x="10370383" y="7641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6" name="Shape 7174"/>
          <p:cNvSpPr/>
          <p:nvPr/>
        </p:nvSpPr>
        <p:spPr>
          <a:xfrm>
            <a:off x="10505209" y="7221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7" name="Shape 7175"/>
          <p:cNvSpPr/>
          <p:nvPr/>
        </p:nvSpPr>
        <p:spPr>
          <a:xfrm>
            <a:off x="10681802" y="73800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8" name="Shape 7176"/>
          <p:cNvSpPr/>
          <p:nvPr/>
        </p:nvSpPr>
        <p:spPr>
          <a:xfrm>
            <a:off x="10725572" y="7413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9" name="Shape 7177"/>
          <p:cNvSpPr/>
          <p:nvPr/>
        </p:nvSpPr>
        <p:spPr>
          <a:xfrm>
            <a:off x="10497397" y="7504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0" name="Shape 7178"/>
          <p:cNvSpPr/>
          <p:nvPr/>
        </p:nvSpPr>
        <p:spPr>
          <a:xfrm>
            <a:off x="10513726" y="7579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1" name="Shape 7179"/>
          <p:cNvSpPr/>
          <p:nvPr/>
        </p:nvSpPr>
        <p:spPr>
          <a:xfrm>
            <a:off x="10460399" y="7813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2" name="Shape 7180"/>
          <p:cNvSpPr/>
          <p:nvPr/>
        </p:nvSpPr>
        <p:spPr>
          <a:xfrm>
            <a:off x="10394988" y="7832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3" name="Shape 7181"/>
          <p:cNvSpPr/>
          <p:nvPr/>
        </p:nvSpPr>
        <p:spPr>
          <a:xfrm>
            <a:off x="10480887" y="78868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4" name="Shape 7182"/>
          <p:cNvSpPr/>
          <p:nvPr/>
        </p:nvSpPr>
        <p:spPr>
          <a:xfrm>
            <a:off x="10558423" y="7844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5" name="Shape 7183"/>
          <p:cNvSpPr/>
          <p:nvPr/>
        </p:nvSpPr>
        <p:spPr>
          <a:xfrm>
            <a:off x="10554580" y="7843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6" name="Shape 7184"/>
          <p:cNvSpPr/>
          <p:nvPr/>
        </p:nvSpPr>
        <p:spPr>
          <a:xfrm>
            <a:off x="10601689" y="78109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7" name="Shape 7185"/>
          <p:cNvSpPr/>
          <p:nvPr/>
        </p:nvSpPr>
        <p:spPr>
          <a:xfrm>
            <a:off x="10375349" y="77999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8" name="Shape 7186"/>
          <p:cNvSpPr/>
          <p:nvPr/>
        </p:nvSpPr>
        <p:spPr>
          <a:xfrm>
            <a:off x="10563058" y="7832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9" name="Shape 7187"/>
          <p:cNvSpPr/>
          <p:nvPr/>
        </p:nvSpPr>
        <p:spPr>
          <a:xfrm>
            <a:off x="10643556" y="77892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0" name="Shape 7188"/>
          <p:cNvSpPr/>
          <p:nvPr/>
        </p:nvSpPr>
        <p:spPr>
          <a:xfrm>
            <a:off x="10355943" y="7898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1" name="Shape 7189"/>
          <p:cNvSpPr/>
          <p:nvPr/>
        </p:nvSpPr>
        <p:spPr>
          <a:xfrm>
            <a:off x="10657733" y="7107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2" name="Shape 7190"/>
          <p:cNvSpPr/>
          <p:nvPr/>
        </p:nvSpPr>
        <p:spPr>
          <a:xfrm>
            <a:off x="10699512" y="7581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3" name="Shape 7191"/>
          <p:cNvSpPr/>
          <p:nvPr/>
        </p:nvSpPr>
        <p:spPr>
          <a:xfrm>
            <a:off x="10532282" y="75930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4" name="Shape 7192"/>
          <p:cNvSpPr/>
          <p:nvPr/>
        </p:nvSpPr>
        <p:spPr>
          <a:xfrm>
            <a:off x="10385631" y="7383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5" name="Shape 7193"/>
          <p:cNvSpPr/>
          <p:nvPr/>
        </p:nvSpPr>
        <p:spPr>
          <a:xfrm>
            <a:off x="10717157" y="73866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6" name="Shape 7194"/>
          <p:cNvSpPr/>
          <p:nvPr/>
        </p:nvSpPr>
        <p:spPr>
          <a:xfrm>
            <a:off x="10624549" y="7600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7" name="Shape 7195"/>
          <p:cNvSpPr/>
          <p:nvPr/>
        </p:nvSpPr>
        <p:spPr>
          <a:xfrm>
            <a:off x="10582684" y="7300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8" name="Shape 7196"/>
          <p:cNvSpPr/>
          <p:nvPr/>
        </p:nvSpPr>
        <p:spPr>
          <a:xfrm>
            <a:off x="10634055" y="7639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9" name="Shape 7197"/>
          <p:cNvSpPr/>
          <p:nvPr/>
        </p:nvSpPr>
        <p:spPr>
          <a:xfrm>
            <a:off x="10533190" y="7446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0" name="Shape 7198"/>
          <p:cNvSpPr/>
          <p:nvPr/>
        </p:nvSpPr>
        <p:spPr>
          <a:xfrm>
            <a:off x="10596566" y="7757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1" name="Shape 7199"/>
          <p:cNvSpPr/>
          <p:nvPr/>
        </p:nvSpPr>
        <p:spPr>
          <a:xfrm>
            <a:off x="10387516" y="7332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2" name="Shape 7200"/>
          <p:cNvSpPr/>
          <p:nvPr/>
        </p:nvSpPr>
        <p:spPr>
          <a:xfrm>
            <a:off x="10460694" y="7791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3" name="Shape 7201"/>
          <p:cNvSpPr/>
          <p:nvPr/>
        </p:nvSpPr>
        <p:spPr>
          <a:xfrm>
            <a:off x="10351314" y="6934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4" name="Shape 7202"/>
          <p:cNvSpPr/>
          <p:nvPr/>
        </p:nvSpPr>
        <p:spPr>
          <a:xfrm>
            <a:off x="10631739" y="77704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5" name="Shape 7203"/>
          <p:cNvSpPr/>
          <p:nvPr/>
        </p:nvSpPr>
        <p:spPr>
          <a:xfrm>
            <a:off x="10704981" y="75993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6" name="Shape 7204"/>
          <p:cNvSpPr/>
          <p:nvPr/>
        </p:nvSpPr>
        <p:spPr>
          <a:xfrm>
            <a:off x="10689189" y="72870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7" name="Shape 7205"/>
          <p:cNvSpPr/>
          <p:nvPr/>
        </p:nvSpPr>
        <p:spPr>
          <a:xfrm>
            <a:off x="10398759" y="7354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8" name="Shape 7206"/>
          <p:cNvSpPr/>
          <p:nvPr/>
        </p:nvSpPr>
        <p:spPr>
          <a:xfrm>
            <a:off x="10464910" y="74695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9" name="Shape 7207"/>
          <p:cNvSpPr/>
          <p:nvPr/>
        </p:nvSpPr>
        <p:spPr>
          <a:xfrm>
            <a:off x="10456459" y="7041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0" name="Shape 7208"/>
          <p:cNvSpPr/>
          <p:nvPr/>
        </p:nvSpPr>
        <p:spPr>
          <a:xfrm>
            <a:off x="10450567" y="6993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1" name="Shape 7209"/>
          <p:cNvSpPr/>
          <p:nvPr/>
        </p:nvSpPr>
        <p:spPr>
          <a:xfrm>
            <a:off x="10652089" y="7289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2" name="Shape 7210"/>
          <p:cNvSpPr/>
          <p:nvPr/>
        </p:nvSpPr>
        <p:spPr>
          <a:xfrm>
            <a:off x="10639010" y="73791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3" name="Shape 7211"/>
          <p:cNvSpPr/>
          <p:nvPr/>
        </p:nvSpPr>
        <p:spPr>
          <a:xfrm>
            <a:off x="10719060" y="71543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4" name="Shape 7212"/>
          <p:cNvSpPr/>
          <p:nvPr/>
        </p:nvSpPr>
        <p:spPr>
          <a:xfrm>
            <a:off x="10576786" y="6905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5" name="Shape 7213"/>
          <p:cNvSpPr/>
          <p:nvPr/>
        </p:nvSpPr>
        <p:spPr>
          <a:xfrm>
            <a:off x="10737873" y="7034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6" name="Shape 7214"/>
          <p:cNvSpPr/>
          <p:nvPr/>
        </p:nvSpPr>
        <p:spPr>
          <a:xfrm>
            <a:off x="10490143" y="70275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7" name="Shape 7215"/>
          <p:cNvSpPr/>
          <p:nvPr/>
        </p:nvSpPr>
        <p:spPr>
          <a:xfrm>
            <a:off x="10515213" y="7055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8" name="Shape 7216"/>
          <p:cNvSpPr/>
          <p:nvPr/>
        </p:nvSpPr>
        <p:spPr>
          <a:xfrm>
            <a:off x="10523592" y="74118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9" name="Shape 7217"/>
          <p:cNvSpPr/>
          <p:nvPr/>
        </p:nvSpPr>
        <p:spPr>
          <a:xfrm>
            <a:off x="10527634" y="7108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0" name="Shape 7218"/>
          <p:cNvSpPr/>
          <p:nvPr/>
        </p:nvSpPr>
        <p:spPr>
          <a:xfrm>
            <a:off x="10475900" y="7282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1" name="Shape 7219"/>
          <p:cNvSpPr/>
          <p:nvPr/>
        </p:nvSpPr>
        <p:spPr>
          <a:xfrm>
            <a:off x="10417896" y="6997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2" name="Shape 7220"/>
          <p:cNvSpPr/>
          <p:nvPr/>
        </p:nvSpPr>
        <p:spPr>
          <a:xfrm>
            <a:off x="10507974" y="6983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3" name="Shape 7221"/>
          <p:cNvSpPr/>
          <p:nvPr/>
        </p:nvSpPr>
        <p:spPr>
          <a:xfrm>
            <a:off x="10655886" y="70644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4" name="Shape 7222"/>
          <p:cNvSpPr/>
          <p:nvPr/>
        </p:nvSpPr>
        <p:spPr>
          <a:xfrm>
            <a:off x="10435899" y="7314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5" name="Shape 7223"/>
          <p:cNvSpPr/>
          <p:nvPr/>
        </p:nvSpPr>
        <p:spPr>
          <a:xfrm>
            <a:off x="10653761" y="7347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6" name="Shape 7224"/>
          <p:cNvSpPr/>
          <p:nvPr/>
        </p:nvSpPr>
        <p:spPr>
          <a:xfrm>
            <a:off x="10538100" y="74280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7" name="Shape 7225"/>
          <p:cNvSpPr/>
          <p:nvPr/>
        </p:nvSpPr>
        <p:spPr>
          <a:xfrm>
            <a:off x="10567613" y="7134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8" name="Shape 7226"/>
          <p:cNvSpPr/>
          <p:nvPr/>
        </p:nvSpPr>
        <p:spPr>
          <a:xfrm>
            <a:off x="10759853" y="74340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9" name="Shape 7227"/>
          <p:cNvSpPr/>
          <p:nvPr/>
        </p:nvSpPr>
        <p:spPr>
          <a:xfrm>
            <a:off x="10616145" y="7894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0" name="Shape 7228"/>
          <p:cNvSpPr/>
          <p:nvPr/>
        </p:nvSpPr>
        <p:spPr>
          <a:xfrm>
            <a:off x="10596194" y="7571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1" name="Shape 7229"/>
          <p:cNvSpPr/>
          <p:nvPr/>
        </p:nvSpPr>
        <p:spPr>
          <a:xfrm>
            <a:off x="10683645" y="7526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2" name="Shape 7230"/>
          <p:cNvSpPr/>
          <p:nvPr/>
        </p:nvSpPr>
        <p:spPr>
          <a:xfrm>
            <a:off x="10502675" y="7621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3" name="Shape 7231"/>
          <p:cNvSpPr/>
          <p:nvPr/>
        </p:nvSpPr>
        <p:spPr>
          <a:xfrm>
            <a:off x="10579036" y="76133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4" name="Shape 7232"/>
          <p:cNvSpPr/>
          <p:nvPr/>
        </p:nvSpPr>
        <p:spPr>
          <a:xfrm>
            <a:off x="10369077" y="7617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5" name="Shape 7233"/>
          <p:cNvSpPr/>
          <p:nvPr/>
        </p:nvSpPr>
        <p:spPr>
          <a:xfrm>
            <a:off x="10591315" y="7645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6" name="Shape 7234"/>
          <p:cNvSpPr/>
          <p:nvPr/>
        </p:nvSpPr>
        <p:spPr>
          <a:xfrm>
            <a:off x="10688642" y="79427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7" name="Shape 7235"/>
          <p:cNvSpPr/>
          <p:nvPr/>
        </p:nvSpPr>
        <p:spPr>
          <a:xfrm>
            <a:off x="10635961" y="7755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8" name="Shape 7236"/>
          <p:cNvSpPr/>
          <p:nvPr/>
        </p:nvSpPr>
        <p:spPr>
          <a:xfrm>
            <a:off x="10649375" y="7719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9" name="Shape 7237"/>
          <p:cNvSpPr/>
          <p:nvPr/>
        </p:nvSpPr>
        <p:spPr>
          <a:xfrm>
            <a:off x="10641687" y="7938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0" name="Shape 7238"/>
          <p:cNvSpPr/>
          <p:nvPr/>
        </p:nvSpPr>
        <p:spPr>
          <a:xfrm>
            <a:off x="10353584" y="7454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1" name="Shape 7239"/>
          <p:cNvSpPr/>
          <p:nvPr/>
        </p:nvSpPr>
        <p:spPr>
          <a:xfrm>
            <a:off x="10456540" y="74745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2" name="Shape 7240"/>
          <p:cNvSpPr/>
          <p:nvPr/>
        </p:nvSpPr>
        <p:spPr>
          <a:xfrm>
            <a:off x="10729126" y="74704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3" name="Shape 7241"/>
          <p:cNvSpPr/>
          <p:nvPr/>
        </p:nvSpPr>
        <p:spPr>
          <a:xfrm>
            <a:off x="10574456" y="7509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4" name="Shape 7242"/>
          <p:cNvSpPr/>
          <p:nvPr/>
        </p:nvSpPr>
        <p:spPr>
          <a:xfrm>
            <a:off x="10681022" y="7495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5" name="Shape 7243"/>
          <p:cNvSpPr/>
          <p:nvPr/>
        </p:nvSpPr>
        <p:spPr>
          <a:xfrm>
            <a:off x="10456975" y="7477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6" name="Shape 7244"/>
          <p:cNvSpPr/>
          <p:nvPr/>
        </p:nvSpPr>
        <p:spPr>
          <a:xfrm>
            <a:off x="10696940" y="7506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7" name="Shape 7245"/>
          <p:cNvSpPr/>
          <p:nvPr/>
        </p:nvSpPr>
        <p:spPr>
          <a:xfrm>
            <a:off x="10657523" y="74851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8" name="Shape 7246"/>
          <p:cNvSpPr/>
          <p:nvPr/>
        </p:nvSpPr>
        <p:spPr>
          <a:xfrm>
            <a:off x="10722433" y="7528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9" name="Shape 7247"/>
          <p:cNvSpPr/>
          <p:nvPr/>
        </p:nvSpPr>
        <p:spPr>
          <a:xfrm>
            <a:off x="10393611" y="7454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0" name="Shape 7248"/>
          <p:cNvSpPr/>
          <p:nvPr/>
        </p:nvSpPr>
        <p:spPr>
          <a:xfrm>
            <a:off x="10759931" y="7490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1" name="Shape 7249"/>
          <p:cNvSpPr/>
          <p:nvPr/>
        </p:nvSpPr>
        <p:spPr>
          <a:xfrm>
            <a:off x="10595849" y="7474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2" name="Shape 7250"/>
          <p:cNvSpPr/>
          <p:nvPr/>
        </p:nvSpPr>
        <p:spPr>
          <a:xfrm>
            <a:off x="10739488" y="7513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3" name="Shape 7251"/>
          <p:cNvSpPr/>
          <p:nvPr/>
        </p:nvSpPr>
        <p:spPr>
          <a:xfrm>
            <a:off x="10685361" y="7497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4" name="Shape 7252"/>
          <p:cNvSpPr/>
          <p:nvPr/>
        </p:nvSpPr>
        <p:spPr>
          <a:xfrm>
            <a:off x="10372030" y="7652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5" name="Shape 7253"/>
          <p:cNvSpPr/>
          <p:nvPr/>
        </p:nvSpPr>
        <p:spPr>
          <a:xfrm>
            <a:off x="10584961" y="7766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6" name="Shape 7254"/>
          <p:cNvSpPr/>
          <p:nvPr/>
        </p:nvSpPr>
        <p:spPr>
          <a:xfrm>
            <a:off x="10417139" y="7539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7" name="Shape 7255"/>
          <p:cNvSpPr/>
          <p:nvPr/>
        </p:nvSpPr>
        <p:spPr>
          <a:xfrm>
            <a:off x="10452352" y="75826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8" name="Shape 7256"/>
          <p:cNvSpPr/>
          <p:nvPr/>
        </p:nvSpPr>
        <p:spPr>
          <a:xfrm>
            <a:off x="10730265" y="7731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9" name="Shape 7257"/>
          <p:cNvSpPr/>
          <p:nvPr/>
        </p:nvSpPr>
        <p:spPr>
          <a:xfrm>
            <a:off x="10375417" y="7666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0" name="Shape 7258"/>
          <p:cNvSpPr/>
          <p:nvPr/>
        </p:nvSpPr>
        <p:spPr>
          <a:xfrm>
            <a:off x="10748082" y="7267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1" name="Shape 7259"/>
          <p:cNvSpPr/>
          <p:nvPr/>
        </p:nvSpPr>
        <p:spPr>
          <a:xfrm>
            <a:off x="10392038" y="73520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2" name="Shape 7260"/>
          <p:cNvSpPr/>
          <p:nvPr/>
        </p:nvSpPr>
        <p:spPr>
          <a:xfrm>
            <a:off x="10519931" y="7532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3" name="Shape 7261"/>
          <p:cNvSpPr/>
          <p:nvPr/>
        </p:nvSpPr>
        <p:spPr>
          <a:xfrm>
            <a:off x="10627872" y="7312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4" name="Shape 7262"/>
          <p:cNvSpPr/>
          <p:nvPr/>
        </p:nvSpPr>
        <p:spPr>
          <a:xfrm>
            <a:off x="10635126" y="77830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5" name="Shape 7263"/>
          <p:cNvSpPr/>
          <p:nvPr/>
        </p:nvSpPr>
        <p:spPr>
          <a:xfrm>
            <a:off x="10341604" y="7902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6" name="Shape 7264"/>
          <p:cNvSpPr/>
          <p:nvPr/>
        </p:nvSpPr>
        <p:spPr>
          <a:xfrm>
            <a:off x="10505576" y="7682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7" name="Shape 7265"/>
          <p:cNvSpPr/>
          <p:nvPr/>
        </p:nvSpPr>
        <p:spPr>
          <a:xfrm>
            <a:off x="10669612" y="76457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8" name="Shape 7266"/>
          <p:cNvSpPr/>
          <p:nvPr/>
        </p:nvSpPr>
        <p:spPr>
          <a:xfrm>
            <a:off x="10346656" y="7718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9" name="Shape 7267"/>
          <p:cNvSpPr/>
          <p:nvPr/>
        </p:nvSpPr>
        <p:spPr>
          <a:xfrm>
            <a:off x="10713860" y="7963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0" name="Shape 7268"/>
          <p:cNvSpPr/>
          <p:nvPr/>
        </p:nvSpPr>
        <p:spPr>
          <a:xfrm>
            <a:off x="10628084" y="78281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1" name="Shape 7269"/>
          <p:cNvSpPr/>
          <p:nvPr/>
        </p:nvSpPr>
        <p:spPr>
          <a:xfrm>
            <a:off x="10422095" y="7854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2" name="Shape 7270"/>
          <p:cNvSpPr/>
          <p:nvPr/>
        </p:nvSpPr>
        <p:spPr>
          <a:xfrm>
            <a:off x="10521532" y="78577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3" name="Shape 7271"/>
          <p:cNvSpPr/>
          <p:nvPr/>
        </p:nvSpPr>
        <p:spPr>
          <a:xfrm>
            <a:off x="10441093" y="75028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4" name="Shape 7272"/>
          <p:cNvSpPr/>
          <p:nvPr/>
        </p:nvSpPr>
        <p:spPr>
          <a:xfrm>
            <a:off x="10655137" y="7371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5" name="Shape 7273"/>
          <p:cNvSpPr/>
          <p:nvPr/>
        </p:nvSpPr>
        <p:spPr>
          <a:xfrm>
            <a:off x="10634080" y="7957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6" name="Shape 7274"/>
          <p:cNvSpPr/>
          <p:nvPr/>
        </p:nvSpPr>
        <p:spPr>
          <a:xfrm>
            <a:off x="10395052" y="7911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7" name="Shape 7275"/>
          <p:cNvSpPr/>
          <p:nvPr/>
        </p:nvSpPr>
        <p:spPr>
          <a:xfrm>
            <a:off x="10420053" y="7294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8" name="Shape 7276"/>
          <p:cNvSpPr/>
          <p:nvPr/>
        </p:nvSpPr>
        <p:spPr>
          <a:xfrm>
            <a:off x="10541340" y="7765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9" name="Shape 7277"/>
          <p:cNvSpPr/>
          <p:nvPr/>
        </p:nvSpPr>
        <p:spPr>
          <a:xfrm>
            <a:off x="10539558" y="7462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0" name="Shape 7278"/>
          <p:cNvSpPr/>
          <p:nvPr/>
        </p:nvSpPr>
        <p:spPr>
          <a:xfrm>
            <a:off x="10565073" y="74571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1" name="Shape 7279"/>
          <p:cNvSpPr/>
          <p:nvPr/>
        </p:nvSpPr>
        <p:spPr>
          <a:xfrm>
            <a:off x="10367078" y="7479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2" name="Shape 7280"/>
          <p:cNvSpPr/>
          <p:nvPr/>
        </p:nvSpPr>
        <p:spPr>
          <a:xfrm>
            <a:off x="10339247" y="74589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3" name="Shape 7281"/>
          <p:cNvSpPr/>
          <p:nvPr/>
        </p:nvSpPr>
        <p:spPr>
          <a:xfrm>
            <a:off x="10455223" y="7463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4" name="Shape 7282"/>
          <p:cNvSpPr/>
          <p:nvPr/>
        </p:nvSpPr>
        <p:spPr>
          <a:xfrm>
            <a:off x="10498274" y="7467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5" name="Shape 7283"/>
          <p:cNvSpPr/>
          <p:nvPr/>
        </p:nvSpPr>
        <p:spPr>
          <a:xfrm>
            <a:off x="10547289" y="7480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6" name="Shape 7284"/>
          <p:cNvSpPr/>
          <p:nvPr/>
        </p:nvSpPr>
        <p:spPr>
          <a:xfrm>
            <a:off x="10658637" y="7434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7" name="Shape 7285"/>
          <p:cNvSpPr/>
          <p:nvPr/>
        </p:nvSpPr>
        <p:spPr>
          <a:xfrm>
            <a:off x="10566400" y="7157273"/>
            <a:ext cx="127" cy="706362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7288" name="Shape 7286"/>
          <p:cNvSpPr/>
          <p:nvPr/>
        </p:nvSpPr>
        <p:spPr>
          <a:xfrm>
            <a:off x="10452100" y="7863635"/>
            <a:ext cx="228600" cy="12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7289" name="Shape 7287"/>
          <p:cNvSpPr/>
          <p:nvPr/>
        </p:nvSpPr>
        <p:spPr>
          <a:xfrm>
            <a:off x="10452100" y="7157273"/>
            <a:ext cx="228600" cy="12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7290" name="Shape 7288"/>
          <p:cNvSpPr/>
          <p:nvPr/>
        </p:nvSpPr>
        <p:spPr>
          <a:xfrm>
            <a:off x="10401300" y="7431942"/>
            <a:ext cx="330200" cy="235282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7291" name="Shape 7289"/>
          <p:cNvSpPr/>
          <p:nvPr/>
        </p:nvSpPr>
        <p:spPr>
          <a:xfrm>
            <a:off x="10401300" y="7579950"/>
            <a:ext cx="330200" cy="127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7292" name="Shape 7290"/>
          <p:cNvSpPr/>
          <p:nvPr/>
        </p:nvSpPr>
        <p:spPr>
          <a:xfrm>
            <a:off x="10236200" y="8229600"/>
            <a:ext cx="127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293" name="Text 7291"/>
          <p:cNvSpPr/>
          <p:nvPr/>
        </p:nvSpPr>
        <p:spPr>
          <a:xfrm>
            <a:off x="9410700" y="8318500"/>
            <a:ext cx="1651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Tuned</a:t>
            </a:r>
            <a:endParaRPr lang="en-US" sz="16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49500" y="381000"/>
            <a:ext cx="190500" cy="114300"/>
          </a:xfrm>
          <a:prstGeom prst="rect">
            <a:avLst/>
          </a:prstGeom>
          <a:solidFill>
            <a:srgbClr val="2D887E"/>
          </a:solidFill>
          <a:ln w="12700">
            <a:solidFill>
              <a:srgbClr val="2D88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628900" y="279400"/>
            <a:ext cx="26416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Tuned · GT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397500" y="381000"/>
            <a:ext cx="190500" cy="114300"/>
          </a:xfrm>
          <a:prstGeom prst="rect">
            <a:avLst/>
          </a:prstGeom>
          <a:solidFill>
            <a:srgbClr val="5879BD"/>
          </a:solidFill>
          <a:ln w="12700">
            <a:solidFill>
              <a:srgbClr val="5879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76900" y="279400"/>
            <a:ext cx="26416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Tuned · CryoAtom2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890000" y="381000"/>
            <a:ext cx="190500" cy="114300"/>
          </a:xfrm>
          <a:prstGeom prst="rect">
            <a:avLst/>
          </a:prstGeom>
          <a:solidFill>
            <a:srgbClr val="B57442"/>
          </a:solidFill>
          <a:ln w="12700">
            <a:solidFill>
              <a:srgbClr val="B574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69400" y="279400"/>
            <a:ext cx="26416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Emap2lig-Build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4100" y="965200"/>
            <a:ext cx="3556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1803400" y="965200"/>
            <a:ext cx="21717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 pose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1358900" y="1714500"/>
            <a:ext cx="127" cy="56896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58900" y="7404100"/>
            <a:ext cx="4546600" cy="127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95400" y="7282596"/>
            <a:ext cx="63500" cy="127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3900" y="7168296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295400" y="6225914"/>
            <a:ext cx="63500" cy="127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3900" y="611161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295400" y="5426564"/>
            <a:ext cx="63500" cy="127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3900" y="531226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295400" y="4627215"/>
            <a:ext cx="63500" cy="127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3900" y="451291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295400" y="4159625"/>
            <a:ext cx="63500" cy="127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3900" y="404532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295400" y="3570532"/>
            <a:ext cx="63500" cy="127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900" y="345623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295400" y="2771183"/>
            <a:ext cx="63500" cy="127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900" y="26568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295400" y="1971833"/>
            <a:ext cx="63500" cy="127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3900" y="185753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1358900" y="4627215"/>
            <a:ext cx="4546600" cy="127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58900" y="4159625"/>
            <a:ext cx="4546600" cy="127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60692" y="5283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7744" y="4973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69758" y="5721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87674" y="4920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52540" y="584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151356" y="5634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1248" y="5524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76225" y="5451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155388" y="5526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365266" y="5134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66370" y="5715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310917" y="5172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52313" y="5728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54036" y="2966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992628" y="5503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84281" y="5885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009988" y="5582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099788" y="5097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001361" y="5953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311163" y="48927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324145" y="50599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010052" y="5354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114915" y="5435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984680" y="5231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969475" y="5469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137717" y="5894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017053" y="5394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334252" y="5596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089326" y="56472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054604" y="5670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942544" y="5501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361453" y="4997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121929" y="5551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088587" y="55420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337655" y="604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288594" y="5463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981530" y="5837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058311" y="5472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102577" y="5028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065629" y="5549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222329" y="57549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101578" y="5688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999211" y="55005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022743" y="5622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941708" y="5897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147729" y="5767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083549" y="5399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938299" y="5505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146915" y="5908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158103" y="5360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066203" y="5633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052033" y="5644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208426" y="57093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967996" y="5201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082301" y="5655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2294747" y="5940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2180288" y="5929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2242484" y="5710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120555" y="5492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2320413" y="5058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148131" y="5683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215108" y="5560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967642" y="5215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2144917" y="4990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2073120" y="5307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944691" y="5583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2213120" y="5523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2222541" y="5829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051031" y="57405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149313" y="5562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312527" y="57284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179058" y="5811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129856" y="5747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992695" y="5564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159504" y="54176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257558" y="5461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2104806" y="5648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1965441" y="5328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099868" y="52294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246822" y="5942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2327749" y="57859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2076853" y="58760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2322906" y="5737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2079837" y="5678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2196285" y="59429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2348759" y="5615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1957117" y="6038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957311" y="6629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2344808" y="55489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2046421" y="6204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2183071" y="6037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1937353" y="6028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2171807" y="6465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2131700" y="6143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2292026" y="53676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2272328" y="5562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1970726" y="52616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2308914" y="4162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2074634" y="5736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032216" y="5690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127327" y="5648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330530" y="5502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2212292" y="6088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2148696" y="5338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2278589" y="5089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2171793" y="2521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2111867" y="2494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2201471" y="2526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2160257" y="3711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2187629" y="5688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1991443" y="4754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2342863" y="4695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2050236" y="47351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2324857" y="4730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2040686" y="4685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2252929" y="47040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2300949" y="46697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2342675" y="4732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1985807" y="4700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2198774" y="474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2076086" y="4603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2097913" y="4632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2035114" y="6543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2160888" y="6332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2025219" y="5953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2152771" y="6526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2296767" y="5424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2217635" y="5177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2039617" y="48322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1965561" y="4738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2317647" y="4735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2289715" y="47917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2011940" y="4794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1984672" y="47445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2352413" y="4967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2197656" y="5670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1937047" y="5885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2048238" y="58294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2105759" y="5464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1993118" y="57295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2020229" y="6020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2174982" y="5773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2293690" y="6043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2118601" y="5738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358599" y="5776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2094221" y="26046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2227657" y="2514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2060501" y="54077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2135990" y="5454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034028" y="6053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1936543" y="4830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2299928" y="2241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2054973" y="2409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362439" y="5351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2212440" y="3722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2001616" y="5884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2222878" y="5654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2090804" y="3822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2047249" y="3494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2157391" y="4776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2189473" y="58081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1994403" y="5885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2185393" y="5821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2164038" y="5912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1956123" y="5583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2112411" y="55283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2196443" y="5040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2183752" y="5372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2252135" y="52697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1989117" y="5670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2169885" y="5389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1943254" y="4548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2123150" y="4508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2279286" y="5466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2065699" y="6130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2000288" y="5763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2086187" y="5813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2163723" y="584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2159880" y="6679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2206989" y="6194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980649" y="6121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2168358" y="6261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2248856" y="590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1961243" y="5721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2304812" y="4720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2137582" y="4597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1990931" y="54510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2322457" y="4516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2229849" y="4466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2187984" y="4907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2239355" y="59677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2138490" y="2769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2201866" y="5838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1992816" y="43142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2237039" y="57698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2294489" y="4684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2004059" y="4324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2070210" y="4245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2055867" y="3068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2324360" y="4220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2081200" y="3679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2023196" y="29325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2143400" y="40582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2172913" y="23093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2365153" y="51663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2221445" y="56800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2201494" y="4903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2288945" y="49660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2107975" y="5013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1974377" y="48691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2196615" y="5014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2241261" y="6162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2179756" y="4941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2302240" y="5153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2262823" y="52106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1998911" y="5276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1977330" y="57146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2190261" y="5824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2022439" y="5640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2057652" y="55547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2335565" y="6094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1980717" y="57604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2353382" y="2544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1997338" y="4671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2233172" y="3230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1946904" y="5665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2110876" y="5659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2274912" y="6263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1951956" y="5811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2319160" y="6192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2233384" y="6047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2027395" y="5713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2126832" y="6282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2239380" y="5863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2000352" y="6166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2025353" y="4254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2146640" y="5851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2171700" y="3067422"/>
            <a:ext cx="127" cy="312401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2057400" y="6191438"/>
            <a:ext cx="228600" cy="127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2057400" y="3067422"/>
            <a:ext cx="228600" cy="127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2006600" y="4961384"/>
            <a:ext cx="330200" cy="83520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2006600" y="5543908"/>
            <a:ext cx="330200" cy="127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2171700" y="7404100"/>
            <a:ext cx="127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3" name="Text 271"/>
          <p:cNvSpPr/>
          <p:nvPr/>
        </p:nvSpPr>
        <p:spPr>
          <a:xfrm>
            <a:off x="1422400" y="7543800"/>
            <a:ext cx="1498600" cy="736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Tuned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GT</a:t>
            </a:r>
            <a:endParaRPr lang="en-US" sz="1500" dirty="0"/>
          </a:p>
        </p:txBody>
      </p:sp>
      <p:sp>
        <p:nvSpPr>
          <p:cNvPr id="274" name="Shape 272"/>
          <p:cNvSpPr/>
          <p:nvPr/>
        </p:nvSpPr>
        <p:spPr>
          <a:xfrm>
            <a:off x="3808492" y="5795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3765544" y="55454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3517558" y="5403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3735474" y="4945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3400340" y="54423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3599156" y="525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3569048" y="5648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3624025" y="5775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3603188" y="2925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3813066" y="5061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3614170" y="4976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3758717" y="5397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3600113" y="4978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3801836" y="5668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8" name="Shape 286"/>
          <p:cNvSpPr/>
          <p:nvPr/>
        </p:nvSpPr>
        <p:spPr>
          <a:xfrm>
            <a:off x="3440428" y="5390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3432081" y="5874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>
            <a:off x="3457788" y="5360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1" name="Shape 289"/>
          <p:cNvSpPr/>
          <p:nvPr/>
        </p:nvSpPr>
        <p:spPr>
          <a:xfrm>
            <a:off x="3547588" y="5469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2" name="Shape 290"/>
          <p:cNvSpPr/>
          <p:nvPr/>
        </p:nvSpPr>
        <p:spPr>
          <a:xfrm>
            <a:off x="3449161" y="4892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3758963" y="5343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>
            <a:off x="3771945" y="5225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3457852" y="51752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3562715" y="52365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3432480" y="4861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3417275" y="5695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3585517" y="5653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0" name="Shape 298"/>
          <p:cNvSpPr/>
          <p:nvPr/>
        </p:nvSpPr>
        <p:spPr>
          <a:xfrm>
            <a:off x="3464853" y="55866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3782052" y="5421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3537126" y="5631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3502404" y="5532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3390344" y="5470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3809253" y="5445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3569729" y="5285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3536387" y="56467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3785455" y="5683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9" name="Shape 307"/>
          <p:cNvSpPr/>
          <p:nvPr/>
        </p:nvSpPr>
        <p:spPr>
          <a:xfrm>
            <a:off x="3736394" y="5510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3429330" y="5778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1" name="Shape 309"/>
          <p:cNvSpPr/>
          <p:nvPr/>
        </p:nvSpPr>
        <p:spPr>
          <a:xfrm>
            <a:off x="3506111" y="5438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2" name="Shape 310"/>
          <p:cNvSpPr/>
          <p:nvPr/>
        </p:nvSpPr>
        <p:spPr>
          <a:xfrm>
            <a:off x="3550377" y="5016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3513429" y="5346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3670129" y="5620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3549378" y="49439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3447011" y="5498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3470543" y="56458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3389508" y="4814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>
            <a:off x="3595529" y="5497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3531349" y="5718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>
            <a:off x="3386099" y="4997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>
            <a:off x="3594715" y="4990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3605903" y="5532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" name="Shape 322"/>
          <p:cNvSpPr/>
          <p:nvPr/>
        </p:nvSpPr>
        <p:spPr>
          <a:xfrm>
            <a:off x="3514003" y="56050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3499833" y="5156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3656226" y="4992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>
            <a:off x="3415796" y="60809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3530101" y="5520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3742547" y="5409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" name="Shape 328"/>
          <p:cNvSpPr/>
          <p:nvPr/>
        </p:nvSpPr>
        <p:spPr>
          <a:xfrm>
            <a:off x="3628088" y="2950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" name="Shape 329"/>
          <p:cNvSpPr/>
          <p:nvPr/>
        </p:nvSpPr>
        <p:spPr>
          <a:xfrm>
            <a:off x="3690284" y="5000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3568355" y="55831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3768213" y="5287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" name="Shape 332"/>
          <p:cNvSpPr/>
          <p:nvPr/>
        </p:nvSpPr>
        <p:spPr>
          <a:xfrm>
            <a:off x="3595931" y="58417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" name="Shape 333"/>
          <p:cNvSpPr/>
          <p:nvPr/>
        </p:nvSpPr>
        <p:spPr>
          <a:xfrm>
            <a:off x="3662908" y="5743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" name="Shape 334"/>
          <p:cNvSpPr/>
          <p:nvPr/>
        </p:nvSpPr>
        <p:spPr>
          <a:xfrm>
            <a:off x="3415442" y="5653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" name="Shape 335"/>
          <p:cNvSpPr/>
          <p:nvPr/>
        </p:nvSpPr>
        <p:spPr>
          <a:xfrm>
            <a:off x="3592717" y="4856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" name="Shape 336"/>
          <p:cNvSpPr/>
          <p:nvPr/>
        </p:nvSpPr>
        <p:spPr>
          <a:xfrm>
            <a:off x="3520920" y="5886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" name="Shape 337"/>
          <p:cNvSpPr/>
          <p:nvPr/>
        </p:nvSpPr>
        <p:spPr>
          <a:xfrm>
            <a:off x="3392491" y="53055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" name="Shape 338"/>
          <p:cNvSpPr/>
          <p:nvPr/>
        </p:nvSpPr>
        <p:spPr>
          <a:xfrm>
            <a:off x="3660920" y="5763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" name="Shape 339"/>
          <p:cNvSpPr/>
          <p:nvPr/>
        </p:nvSpPr>
        <p:spPr>
          <a:xfrm>
            <a:off x="3670341" y="5552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" name="Shape 340"/>
          <p:cNvSpPr/>
          <p:nvPr/>
        </p:nvSpPr>
        <p:spPr>
          <a:xfrm>
            <a:off x="3498831" y="54754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3597113" y="53792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" name="Shape 342"/>
          <p:cNvSpPr/>
          <p:nvPr/>
        </p:nvSpPr>
        <p:spPr>
          <a:xfrm>
            <a:off x="3760327" y="5318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3626858" y="5650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3577656" y="5503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>
            <a:off x="3440495" y="5310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>
            <a:off x="3607304" y="5394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3705358" y="56091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3552606" y="4904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3413241" y="5344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" name="Shape 350"/>
          <p:cNvSpPr/>
          <p:nvPr/>
        </p:nvSpPr>
        <p:spPr>
          <a:xfrm>
            <a:off x="3547668" y="5289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3694622" y="5485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3775549" y="5788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" name="Shape 353"/>
          <p:cNvSpPr/>
          <p:nvPr/>
        </p:nvSpPr>
        <p:spPr>
          <a:xfrm>
            <a:off x="3524653" y="55968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3770706" y="53966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>
            <a:off x="3527637" y="5747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>
            <a:off x="3644085" y="5627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3796559" y="5579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3404917" y="6125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3405111" y="6570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3792608" y="5883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" name="Shape 361"/>
          <p:cNvSpPr/>
          <p:nvPr/>
        </p:nvSpPr>
        <p:spPr>
          <a:xfrm>
            <a:off x="3494221" y="61246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" name="Shape 362"/>
          <p:cNvSpPr/>
          <p:nvPr/>
        </p:nvSpPr>
        <p:spPr>
          <a:xfrm>
            <a:off x="3630871" y="6303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3385153" y="60019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>
            <a:off x="3619607" y="6396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7" name="Shape 365"/>
          <p:cNvSpPr/>
          <p:nvPr/>
        </p:nvSpPr>
        <p:spPr>
          <a:xfrm>
            <a:off x="3579500" y="5594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>
            <a:off x="3739826" y="5265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9" name="Shape 367"/>
          <p:cNvSpPr/>
          <p:nvPr/>
        </p:nvSpPr>
        <p:spPr>
          <a:xfrm>
            <a:off x="3720128" y="5574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3418526" y="5818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3756714" y="4173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2" name="Shape 370"/>
          <p:cNvSpPr/>
          <p:nvPr/>
        </p:nvSpPr>
        <p:spPr>
          <a:xfrm>
            <a:off x="3522434" y="41797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3" name="Shape 371"/>
          <p:cNvSpPr/>
          <p:nvPr/>
        </p:nvSpPr>
        <p:spPr>
          <a:xfrm>
            <a:off x="3480016" y="45678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4" name="Shape 372"/>
          <p:cNvSpPr/>
          <p:nvPr/>
        </p:nvSpPr>
        <p:spPr>
          <a:xfrm>
            <a:off x="3575127" y="56904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5" name="Shape 373"/>
          <p:cNvSpPr/>
          <p:nvPr/>
        </p:nvSpPr>
        <p:spPr>
          <a:xfrm>
            <a:off x="3778330" y="5136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6" name="Shape 374"/>
          <p:cNvSpPr/>
          <p:nvPr/>
        </p:nvSpPr>
        <p:spPr>
          <a:xfrm>
            <a:off x="3660092" y="5437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7" name="Shape 375"/>
          <p:cNvSpPr/>
          <p:nvPr/>
        </p:nvSpPr>
        <p:spPr>
          <a:xfrm>
            <a:off x="3596496" y="5185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8" name="Shape 376"/>
          <p:cNvSpPr/>
          <p:nvPr/>
        </p:nvSpPr>
        <p:spPr>
          <a:xfrm>
            <a:off x="3726389" y="52490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9" name="Shape 377"/>
          <p:cNvSpPr/>
          <p:nvPr/>
        </p:nvSpPr>
        <p:spPr>
          <a:xfrm>
            <a:off x="3619593" y="47431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3559667" y="2512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1" name="Shape 379"/>
          <p:cNvSpPr/>
          <p:nvPr/>
        </p:nvSpPr>
        <p:spPr>
          <a:xfrm>
            <a:off x="3649271" y="48865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2" name="Shape 380"/>
          <p:cNvSpPr/>
          <p:nvPr/>
        </p:nvSpPr>
        <p:spPr>
          <a:xfrm>
            <a:off x="3608057" y="4168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3635429" y="59129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4" name="Shape 382"/>
          <p:cNvSpPr/>
          <p:nvPr/>
        </p:nvSpPr>
        <p:spPr>
          <a:xfrm>
            <a:off x="3439243" y="49688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5" name="Shape 383"/>
          <p:cNvSpPr/>
          <p:nvPr/>
        </p:nvSpPr>
        <p:spPr>
          <a:xfrm>
            <a:off x="3790663" y="46167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3498036" y="4684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7" name="Shape 385"/>
          <p:cNvSpPr/>
          <p:nvPr/>
        </p:nvSpPr>
        <p:spPr>
          <a:xfrm>
            <a:off x="3772657" y="4713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8" name="Shape 386"/>
          <p:cNvSpPr/>
          <p:nvPr/>
        </p:nvSpPr>
        <p:spPr>
          <a:xfrm>
            <a:off x="3488486" y="4597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3700729" y="47137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3748749" y="4552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3790475" y="4725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3433607" y="4677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3" name="Shape 391"/>
          <p:cNvSpPr/>
          <p:nvPr/>
        </p:nvSpPr>
        <p:spPr>
          <a:xfrm>
            <a:off x="3646574" y="4557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4" name="Shape 392"/>
          <p:cNvSpPr/>
          <p:nvPr/>
        </p:nvSpPr>
        <p:spPr>
          <a:xfrm>
            <a:off x="3523886" y="45410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5" name="Shape 393"/>
          <p:cNvSpPr/>
          <p:nvPr/>
        </p:nvSpPr>
        <p:spPr>
          <a:xfrm>
            <a:off x="3545713" y="4391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6" name="Shape 394"/>
          <p:cNvSpPr/>
          <p:nvPr/>
        </p:nvSpPr>
        <p:spPr>
          <a:xfrm>
            <a:off x="3482914" y="6155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7" name="Shape 395"/>
          <p:cNvSpPr/>
          <p:nvPr/>
        </p:nvSpPr>
        <p:spPr>
          <a:xfrm>
            <a:off x="3608688" y="5963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8" name="Shape 396"/>
          <p:cNvSpPr/>
          <p:nvPr/>
        </p:nvSpPr>
        <p:spPr>
          <a:xfrm>
            <a:off x="3473019" y="62169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9" name="Shape 397"/>
          <p:cNvSpPr/>
          <p:nvPr/>
        </p:nvSpPr>
        <p:spPr>
          <a:xfrm>
            <a:off x="3600571" y="59904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0" name="Shape 398"/>
          <p:cNvSpPr/>
          <p:nvPr/>
        </p:nvSpPr>
        <p:spPr>
          <a:xfrm>
            <a:off x="3744567" y="55678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1" name="Shape 399"/>
          <p:cNvSpPr/>
          <p:nvPr/>
        </p:nvSpPr>
        <p:spPr>
          <a:xfrm>
            <a:off x="3665435" y="5578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2" name="Shape 400"/>
          <p:cNvSpPr/>
          <p:nvPr/>
        </p:nvSpPr>
        <p:spPr>
          <a:xfrm>
            <a:off x="3487417" y="47643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3" name="Shape 401"/>
          <p:cNvSpPr/>
          <p:nvPr/>
        </p:nvSpPr>
        <p:spPr>
          <a:xfrm>
            <a:off x="3413361" y="4698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4" name="Shape 402"/>
          <p:cNvSpPr/>
          <p:nvPr/>
        </p:nvSpPr>
        <p:spPr>
          <a:xfrm>
            <a:off x="3765447" y="4759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5" name="Shape 403"/>
          <p:cNvSpPr/>
          <p:nvPr/>
        </p:nvSpPr>
        <p:spPr>
          <a:xfrm>
            <a:off x="3737515" y="4797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6" name="Shape 404"/>
          <p:cNvSpPr/>
          <p:nvPr/>
        </p:nvSpPr>
        <p:spPr>
          <a:xfrm>
            <a:off x="3459740" y="4813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7" name="Shape 405"/>
          <p:cNvSpPr/>
          <p:nvPr/>
        </p:nvSpPr>
        <p:spPr>
          <a:xfrm>
            <a:off x="3432472" y="4752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8" name="Shape 406"/>
          <p:cNvSpPr/>
          <p:nvPr/>
        </p:nvSpPr>
        <p:spPr>
          <a:xfrm>
            <a:off x="3800213" y="4991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9" name="Shape 407"/>
          <p:cNvSpPr/>
          <p:nvPr/>
        </p:nvSpPr>
        <p:spPr>
          <a:xfrm>
            <a:off x="3645456" y="5788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0" name="Shape 408"/>
          <p:cNvSpPr/>
          <p:nvPr/>
        </p:nvSpPr>
        <p:spPr>
          <a:xfrm>
            <a:off x="3384847" y="55886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1" name="Shape 409"/>
          <p:cNvSpPr/>
          <p:nvPr/>
        </p:nvSpPr>
        <p:spPr>
          <a:xfrm>
            <a:off x="3496038" y="5666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2" name="Shape 410"/>
          <p:cNvSpPr/>
          <p:nvPr/>
        </p:nvSpPr>
        <p:spPr>
          <a:xfrm>
            <a:off x="3553559" y="5312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" name="Shape 411"/>
          <p:cNvSpPr/>
          <p:nvPr/>
        </p:nvSpPr>
        <p:spPr>
          <a:xfrm>
            <a:off x="3440918" y="3393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" name="Shape 412"/>
          <p:cNvSpPr/>
          <p:nvPr/>
        </p:nvSpPr>
        <p:spPr>
          <a:xfrm>
            <a:off x="3468029" y="5612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" name="Shape 413"/>
          <p:cNvSpPr/>
          <p:nvPr/>
        </p:nvSpPr>
        <p:spPr>
          <a:xfrm>
            <a:off x="3622782" y="5727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" name="Shape 414"/>
          <p:cNvSpPr/>
          <p:nvPr/>
        </p:nvSpPr>
        <p:spPr>
          <a:xfrm>
            <a:off x="3741490" y="5964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" name="Shape 415"/>
          <p:cNvSpPr/>
          <p:nvPr/>
        </p:nvSpPr>
        <p:spPr>
          <a:xfrm>
            <a:off x="3566401" y="60986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" name="Shape 416"/>
          <p:cNvSpPr/>
          <p:nvPr/>
        </p:nvSpPr>
        <p:spPr>
          <a:xfrm>
            <a:off x="3806399" y="5738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" name="Shape 417"/>
          <p:cNvSpPr/>
          <p:nvPr/>
        </p:nvSpPr>
        <p:spPr>
          <a:xfrm>
            <a:off x="3542021" y="2346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" name="Shape 418"/>
          <p:cNvSpPr/>
          <p:nvPr/>
        </p:nvSpPr>
        <p:spPr>
          <a:xfrm>
            <a:off x="3675457" y="2602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" name="Shape 419"/>
          <p:cNvSpPr/>
          <p:nvPr/>
        </p:nvSpPr>
        <p:spPr>
          <a:xfrm>
            <a:off x="3508301" y="5037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" name="Shape 420"/>
          <p:cNvSpPr/>
          <p:nvPr/>
        </p:nvSpPr>
        <p:spPr>
          <a:xfrm>
            <a:off x="3583790" y="5600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" name="Shape 421"/>
          <p:cNvSpPr/>
          <p:nvPr/>
        </p:nvSpPr>
        <p:spPr>
          <a:xfrm>
            <a:off x="3481828" y="60708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" name="Shape 422"/>
          <p:cNvSpPr/>
          <p:nvPr/>
        </p:nvSpPr>
        <p:spPr>
          <a:xfrm>
            <a:off x="3384343" y="48559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" name="Shape 423"/>
          <p:cNvSpPr/>
          <p:nvPr/>
        </p:nvSpPr>
        <p:spPr>
          <a:xfrm>
            <a:off x="3747728" y="4698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" name="Shape 424"/>
          <p:cNvSpPr/>
          <p:nvPr/>
        </p:nvSpPr>
        <p:spPr>
          <a:xfrm>
            <a:off x="3502773" y="2394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" name="Shape 425"/>
          <p:cNvSpPr/>
          <p:nvPr/>
        </p:nvSpPr>
        <p:spPr>
          <a:xfrm>
            <a:off x="3810239" y="3518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" name="Shape 426"/>
          <p:cNvSpPr/>
          <p:nvPr/>
        </p:nvSpPr>
        <p:spPr>
          <a:xfrm>
            <a:off x="3660240" y="5193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" name="Shape 427"/>
          <p:cNvSpPr/>
          <p:nvPr/>
        </p:nvSpPr>
        <p:spPr>
          <a:xfrm>
            <a:off x="3449416" y="3749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" name="Shape 428"/>
          <p:cNvSpPr/>
          <p:nvPr/>
        </p:nvSpPr>
        <p:spPr>
          <a:xfrm>
            <a:off x="3670678" y="5309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" name="Shape 429"/>
          <p:cNvSpPr/>
          <p:nvPr/>
        </p:nvSpPr>
        <p:spPr>
          <a:xfrm>
            <a:off x="3538604" y="37060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" name="Shape 430"/>
          <p:cNvSpPr/>
          <p:nvPr/>
        </p:nvSpPr>
        <p:spPr>
          <a:xfrm>
            <a:off x="3495049" y="3499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" name="Shape 431"/>
          <p:cNvSpPr/>
          <p:nvPr/>
        </p:nvSpPr>
        <p:spPr>
          <a:xfrm>
            <a:off x="3605191" y="5198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" name="Shape 432"/>
          <p:cNvSpPr/>
          <p:nvPr/>
        </p:nvSpPr>
        <p:spPr>
          <a:xfrm>
            <a:off x="3637273" y="59357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" name="Shape 433"/>
          <p:cNvSpPr/>
          <p:nvPr/>
        </p:nvSpPr>
        <p:spPr>
          <a:xfrm>
            <a:off x="3442203" y="5516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" name="Shape 434"/>
          <p:cNvSpPr/>
          <p:nvPr/>
        </p:nvSpPr>
        <p:spPr>
          <a:xfrm>
            <a:off x="3633193" y="58626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" name="Shape 435"/>
          <p:cNvSpPr/>
          <p:nvPr/>
        </p:nvSpPr>
        <p:spPr>
          <a:xfrm>
            <a:off x="3611838" y="57778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" name="Shape 436"/>
          <p:cNvSpPr/>
          <p:nvPr/>
        </p:nvSpPr>
        <p:spPr>
          <a:xfrm>
            <a:off x="3403923" y="56492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" name="Shape 437"/>
          <p:cNvSpPr/>
          <p:nvPr/>
        </p:nvSpPr>
        <p:spPr>
          <a:xfrm>
            <a:off x="3560211" y="5583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" name="Shape 438"/>
          <p:cNvSpPr/>
          <p:nvPr/>
        </p:nvSpPr>
        <p:spPr>
          <a:xfrm>
            <a:off x="3644243" y="53898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" name="Shape 439"/>
          <p:cNvSpPr/>
          <p:nvPr/>
        </p:nvSpPr>
        <p:spPr>
          <a:xfrm>
            <a:off x="3631552" y="5590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" name="Shape 440"/>
          <p:cNvSpPr/>
          <p:nvPr/>
        </p:nvSpPr>
        <p:spPr>
          <a:xfrm>
            <a:off x="3699935" y="56235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" name="Shape 441"/>
          <p:cNvSpPr/>
          <p:nvPr/>
        </p:nvSpPr>
        <p:spPr>
          <a:xfrm>
            <a:off x="3436917" y="5401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" name="Shape 442"/>
          <p:cNvSpPr/>
          <p:nvPr/>
        </p:nvSpPr>
        <p:spPr>
          <a:xfrm>
            <a:off x="3617685" y="2529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" name="Shape 443"/>
          <p:cNvSpPr/>
          <p:nvPr/>
        </p:nvSpPr>
        <p:spPr>
          <a:xfrm>
            <a:off x="3391054" y="3609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" name="Shape 444"/>
          <p:cNvSpPr/>
          <p:nvPr/>
        </p:nvSpPr>
        <p:spPr>
          <a:xfrm>
            <a:off x="3570950" y="25555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" name="Shape 445"/>
          <p:cNvSpPr/>
          <p:nvPr/>
        </p:nvSpPr>
        <p:spPr>
          <a:xfrm>
            <a:off x="3727086" y="5568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" name="Shape 446"/>
          <p:cNvSpPr/>
          <p:nvPr/>
        </p:nvSpPr>
        <p:spPr>
          <a:xfrm>
            <a:off x="3513499" y="5899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" name="Shape 447"/>
          <p:cNvSpPr/>
          <p:nvPr/>
        </p:nvSpPr>
        <p:spPr>
          <a:xfrm>
            <a:off x="3448088" y="6210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" name="Shape 448"/>
          <p:cNvSpPr/>
          <p:nvPr/>
        </p:nvSpPr>
        <p:spPr>
          <a:xfrm>
            <a:off x="3533987" y="5649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" name="Shape 449"/>
          <p:cNvSpPr/>
          <p:nvPr/>
        </p:nvSpPr>
        <p:spPr>
          <a:xfrm>
            <a:off x="3611523" y="58844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" name="Shape 450"/>
          <p:cNvSpPr/>
          <p:nvPr/>
        </p:nvSpPr>
        <p:spPr>
          <a:xfrm>
            <a:off x="3607680" y="6084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" name="Shape 451"/>
          <p:cNvSpPr/>
          <p:nvPr/>
        </p:nvSpPr>
        <p:spPr>
          <a:xfrm>
            <a:off x="3654789" y="5977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" name="Shape 452"/>
          <p:cNvSpPr/>
          <p:nvPr/>
        </p:nvSpPr>
        <p:spPr>
          <a:xfrm>
            <a:off x="3428449" y="5730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" name="Shape 453"/>
          <p:cNvSpPr/>
          <p:nvPr/>
        </p:nvSpPr>
        <p:spPr>
          <a:xfrm>
            <a:off x="3616158" y="60078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" name="Shape 454"/>
          <p:cNvSpPr/>
          <p:nvPr/>
        </p:nvSpPr>
        <p:spPr>
          <a:xfrm>
            <a:off x="3696656" y="5895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" name="Shape 455"/>
          <p:cNvSpPr/>
          <p:nvPr/>
        </p:nvSpPr>
        <p:spPr>
          <a:xfrm>
            <a:off x="3409043" y="5791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8" name="Shape 456"/>
          <p:cNvSpPr/>
          <p:nvPr/>
        </p:nvSpPr>
        <p:spPr>
          <a:xfrm>
            <a:off x="3752612" y="49726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9" name="Shape 457"/>
          <p:cNvSpPr/>
          <p:nvPr/>
        </p:nvSpPr>
        <p:spPr>
          <a:xfrm>
            <a:off x="3585382" y="4671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0" name="Shape 458"/>
          <p:cNvSpPr/>
          <p:nvPr/>
        </p:nvSpPr>
        <p:spPr>
          <a:xfrm>
            <a:off x="3438731" y="5276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1" name="Shape 459"/>
          <p:cNvSpPr/>
          <p:nvPr/>
        </p:nvSpPr>
        <p:spPr>
          <a:xfrm>
            <a:off x="3770257" y="49852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2" name="Shape 460"/>
          <p:cNvSpPr/>
          <p:nvPr/>
        </p:nvSpPr>
        <p:spPr>
          <a:xfrm>
            <a:off x="3677649" y="4581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3" name="Shape 461"/>
          <p:cNvSpPr/>
          <p:nvPr/>
        </p:nvSpPr>
        <p:spPr>
          <a:xfrm>
            <a:off x="3635784" y="4259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4" name="Shape 462"/>
          <p:cNvSpPr/>
          <p:nvPr/>
        </p:nvSpPr>
        <p:spPr>
          <a:xfrm>
            <a:off x="3687155" y="5698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5" name="Shape 463"/>
          <p:cNvSpPr/>
          <p:nvPr/>
        </p:nvSpPr>
        <p:spPr>
          <a:xfrm>
            <a:off x="3586290" y="5120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6" name="Shape 464"/>
          <p:cNvSpPr/>
          <p:nvPr/>
        </p:nvSpPr>
        <p:spPr>
          <a:xfrm>
            <a:off x="3649666" y="4268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7" name="Shape 465"/>
          <p:cNvSpPr/>
          <p:nvPr/>
        </p:nvSpPr>
        <p:spPr>
          <a:xfrm>
            <a:off x="3440616" y="43107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8" name="Shape 466"/>
          <p:cNvSpPr/>
          <p:nvPr/>
        </p:nvSpPr>
        <p:spPr>
          <a:xfrm>
            <a:off x="3684839" y="5802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9" name="Shape 467"/>
          <p:cNvSpPr/>
          <p:nvPr/>
        </p:nvSpPr>
        <p:spPr>
          <a:xfrm>
            <a:off x="3742289" y="4815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0" name="Shape 468"/>
          <p:cNvSpPr/>
          <p:nvPr/>
        </p:nvSpPr>
        <p:spPr>
          <a:xfrm>
            <a:off x="3451859" y="4443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1" name="Shape 469"/>
          <p:cNvSpPr/>
          <p:nvPr/>
        </p:nvSpPr>
        <p:spPr>
          <a:xfrm>
            <a:off x="3518010" y="4207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2" name="Shape 470"/>
          <p:cNvSpPr/>
          <p:nvPr/>
        </p:nvSpPr>
        <p:spPr>
          <a:xfrm>
            <a:off x="3503667" y="3349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3" name="Shape 471"/>
          <p:cNvSpPr/>
          <p:nvPr/>
        </p:nvSpPr>
        <p:spPr>
          <a:xfrm>
            <a:off x="3772160" y="4160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4" name="Shape 472"/>
          <p:cNvSpPr/>
          <p:nvPr/>
        </p:nvSpPr>
        <p:spPr>
          <a:xfrm>
            <a:off x="3529000" y="3625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5" name="Shape 473"/>
          <p:cNvSpPr/>
          <p:nvPr/>
        </p:nvSpPr>
        <p:spPr>
          <a:xfrm>
            <a:off x="3470996" y="4756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6" name="Shape 474"/>
          <p:cNvSpPr/>
          <p:nvPr/>
        </p:nvSpPr>
        <p:spPr>
          <a:xfrm>
            <a:off x="3591200" y="29665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7" name="Shape 475"/>
          <p:cNvSpPr/>
          <p:nvPr/>
        </p:nvSpPr>
        <p:spPr>
          <a:xfrm>
            <a:off x="3620713" y="3378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8" name="Shape 476"/>
          <p:cNvSpPr/>
          <p:nvPr/>
        </p:nvSpPr>
        <p:spPr>
          <a:xfrm>
            <a:off x="3812953" y="5009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9" name="Shape 477"/>
          <p:cNvSpPr/>
          <p:nvPr/>
        </p:nvSpPr>
        <p:spPr>
          <a:xfrm>
            <a:off x="3669245" y="5774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0" name="Shape 478"/>
          <p:cNvSpPr/>
          <p:nvPr/>
        </p:nvSpPr>
        <p:spPr>
          <a:xfrm>
            <a:off x="3649294" y="4903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1" name="Shape 479"/>
          <p:cNvSpPr/>
          <p:nvPr/>
        </p:nvSpPr>
        <p:spPr>
          <a:xfrm>
            <a:off x="3736745" y="5061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2" name="Shape 480"/>
          <p:cNvSpPr/>
          <p:nvPr/>
        </p:nvSpPr>
        <p:spPr>
          <a:xfrm>
            <a:off x="3555775" y="4500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3" name="Shape 481"/>
          <p:cNvSpPr/>
          <p:nvPr/>
        </p:nvSpPr>
        <p:spPr>
          <a:xfrm>
            <a:off x="3422177" y="5011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4" name="Shape 482"/>
          <p:cNvSpPr/>
          <p:nvPr/>
        </p:nvSpPr>
        <p:spPr>
          <a:xfrm>
            <a:off x="3644415" y="45082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5" name="Shape 483"/>
          <p:cNvSpPr/>
          <p:nvPr/>
        </p:nvSpPr>
        <p:spPr>
          <a:xfrm>
            <a:off x="3689061" y="55048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6" name="Shape 484"/>
          <p:cNvSpPr/>
          <p:nvPr/>
        </p:nvSpPr>
        <p:spPr>
          <a:xfrm>
            <a:off x="3627556" y="4973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7" name="Shape 485"/>
          <p:cNvSpPr/>
          <p:nvPr/>
        </p:nvSpPr>
        <p:spPr>
          <a:xfrm>
            <a:off x="3750040" y="5193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8" name="Shape 486"/>
          <p:cNvSpPr/>
          <p:nvPr/>
        </p:nvSpPr>
        <p:spPr>
          <a:xfrm>
            <a:off x="3710623" y="5206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9" name="Shape 487"/>
          <p:cNvSpPr/>
          <p:nvPr/>
        </p:nvSpPr>
        <p:spPr>
          <a:xfrm>
            <a:off x="3446711" y="5090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0" name="Shape 488"/>
          <p:cNvSpPr/>
          <p:nvPr/>
        </p:nvSpPr>
        <p:spPr>
          <a:xfrm>
            <a:off x="3425130" y="5622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1" name="Shape 489"/>
          <p:cNvSpPr/>
          <p:nvPr/>
        </p:nvSpPr>
        <p:spPr>
          <a:xfrm>
            <a:off x="3638061" y="5583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2" name="Shape 490"/>
          <p:cNvSpPr/>
          <p:nvPr/>
        </p:nvSpPr>
        <p:spPr>
          <a:xfrm>
            <a:off x="3470239" y="5105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3" name="Shape 491"/>
          <p:cNvSpPr/>
          <p:nvPr/>
        </p:nvSpPr>
        <p:spPr>
          <a:xfrm>
            <a:off x="3505452" y="5521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4" name="Shape 492"/>
          <p:cNvSpPr/>
          <p:nvPr/>
        </p:nvSpPr>
        <p:spPr>
          <a:xfrm>
            <a:off x="3783365" y="6050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5" name="Shape 493"/>
          <p:cNvSpPr/>
          <p:nvPr/>
        </p:nvSpPr>
        <p:spPr>
          <a:xfrm>
            <a:off x="3428517" y="56710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6" name="Shape 494"/>
          <p:cNvSpPr/>
          <p:nvPr/>
        </p:nvSpPr>
        <p:spPr>
          <a:xfrm>
            <a:off x="3801182" y="4748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7" name="Shape 495"/>
          <p:cNvSpPr/>
          <p:nvPr/>
        </p:nvSpPr>
        <p:spPr>
          <a:xfrm>
            <a:off x="3445138" y="4871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8" name="Shape 496"/>
          <p:cNvSpPr/>
          <p:nvPr/>
        </p:nvSpPr>
        <p:spPr>
          <a:xfrm>
            <a:off x="3680972" y="4623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9" name="Shape 497"/>
          <p:cNvSpPr/>
          <p:nvPr/>
        </p:nvSpPr>
        <p:spPr>
          <a:xfrm>
            <a:off x="3394704" y="5443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0" name="Shape 498"/>
          <p:cNvSpPr/>
          <p:nvPr/>
        </p:nvSpPr>
        <p:spPr>
          <a:xfrm>
            <a:off x="3558676" y="60317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1" name="Shape 499"/>
          <p:cNvSpPr/>
          <p:nvPr/>
        </p:nvSpPr>
        <p:spPr>
          <a:xfrm>
            <a:off x="3722712" y="6017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2" name="Shape 500"/>
          <p:cNvSpPr/>
          <p:nvPr/>
        </p:nvSpPr>
        <p:spPr>
          <a:xfrm>
            <a:off x="3399756" y="5942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" name="Shape 501"/>
          <p:cNvSpPr/>
          <p:nvPr/>
        </p:nvSpPr>
        <p:spPr>
          <a:xfrm>
            <a:off x="3766960" y="6459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" name="Shape 502"/>
          <p:cNvSpPr/>
          <p:nvPr/>
        </p:nvSpPr>
        <p:spPr>
          <a:xfrm>
            <a:off x="3681184" y="58361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" name="Shape 503"/>
          <p:cNvSpPr/>
          <p:nvPr/>
        </p:nvSpPr>
        <p:spPr>
          <a:xfrm>
            <a:off x="3475195" y="5676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" name="Shape 504"/>
          <p:cNvSpPr/>
          <p:nvPr/>
        </p:nvSpPr>
        <p:spPr>
          <a:xfrm>
            <a:off x="3574632" y="58488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" name="Shape 505"/>
          <p:cNvSpPr/>
          <p:nvPr/>
        </p:nvSpPr>
        <p:spPr>
          <a:xfrm>
            <a:off x="3687180" y="5871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" name="Shape 506"/>
          <p:cNvSpPr/>
          <p:nvPr/>
        </p:nvSpPr>
        <p:spPr>
          <a:xfrm>
            <a:off x="3448152" y="61786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" name="Shape 507"/>
          <p:cNvSpPr/>
          <p:nvPr/>
        </p:nvSpPr>
        <p:spPr>
          <a:xfrm>
            <a:off x="3473153" y="43245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" name="Shape 508"/>
          <p:cNvSpPr/>
          <p:nvPr/>
        </p:nvSpPr>
        <p:spPr>
          <a:xfrm>
            <a:off x="3594440" y="5687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" name="Shape 509"/>
          <p:cNvSpPr/>
          <p:nvPr/>
        </p:nvSpPr>
        <p:spPr>
          <a:xfrm>
            <a:off x="3619500" y="3497566"/>
            <a:ext cx="127" cy="2603835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12" name="Shape 510"/>
          <p:cNvSpPr/>
          <p:nvPr/>
        </p:nvSpPr>
        <p:spPr>
          <a:xfrm>
            <a:off x="3505200" y="6101401"/>
            <a:ext cx="228600" cy="12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13" name="Shape 511"/>
          <p:cNvSpPr/>
          <p:nvPr/>
        </p:nvSpPr>
        <p:spPr>
          <a:xfrm>
            <a:off x="3505200" y="3497566"/>
            <a:ext cx="228600" cy="12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14" name="Shape 512"/>
          <p:cNvSpPr/>
          <p:nvPr/>
        </p:nvSpPr>
        <p:spPr>
          <a:xfrm>
            <a:off x="3454400" y="4880902"/>
            <a:ext cx="330200" cy="815290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515" name="Shape 513"/>
          <p:cNvSpPr/>
          <p:nvPr/>
        </p:nvSpPr>
        <p:spPr>
          <a:xfrm>
            <a:off x="3454400" y="5416770"/>
            <a:ext cx="330200" cy="127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516" name="Shape 514"/>
          <p:cNvSpPr/>
          <p:nvPr/>
        </p:nvSpPr>
        <p:spPr>
          <a:xfrm>
            <a:off x="3619500" y="7404100"/>
            <a:ext cx="127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517" name="Text 515"/>
          <p:cNvSpPr/>
          <p:nvPr/>
        </p:nvSpPr>
        <p:spPr>
          <a:xfrm>
            <a:off x="2870200" y="7543800"/>
            <a:ext cx="1498600" cy="736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Tuned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CryoAtom2</a:t>
            </a:r>
            <a:endParaRPr lang="en-US" sz="1500" dirty="0"/>
          </a:p>
        </p:txBody>
      </p:sp>
      <p:sp>
        <p:nvSpPr>
          <p:cNvPr id="518" name="Shape 516"/>
          <p:cNvSpPr/>
          <p:nvPr/>
        </p:nvSpPr>
        <p:spPr>
          <a:xfrm>
            <a:off x="5256292" y="47751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19" name="Shape 517"/>
          <p:cNvSpPr/>
          <p:nvPr/>
        </p:nvSpPr>
        <p:spPr>
          <a:xfrm>
            <a:off x="5213344" y="47507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0" name="Shape 518"/>
          <p:cNvSpPr/>
          <p:nvPr/>
        </p:nvSpPr>
        <p:spPr>
          <a:xfrm>
            <a:off x="4965358" y="50093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1" name="Shape 519"/>
          <p:cNvSpPr/>
          <p:nvPr/>
        </p:nvSpPr>
        <p:spPr>
          <a:xfrm>
            <a:off x="5183274" y="48937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2" name="Shape 520"/>
          <p:cNvSpPr/>
          <p:nvPr/>
        </p:nvSpPr>
        <p:spPr>
          <a:xfrm>
            <a:off x="4848140" y="48296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3" name="Shape 521"/>
          <p:cNvSpPr/>
          <p:nvPr/>
        </p:nvSpPr>
        <p:spPr>
          <a:xfrm>
            <a:off x="5046956" y="48242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4" name="Shape 522"/>
          <p:cNvSpPr/>
          <p:nvPr/>
        </p:nvSpPr>
        <p:spPr>
          <a:xfrm>
            <a:off x="5016848" y="477516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5" name="Shape 523"/>
          <p:cNvSpPr/>
          <p:nvPr/>
        </p:nvSpPr>
        <p:spPr>
          <a:xfrm>
            <a:off x="5071825" y="537681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6" name="Shape 524"/>
          <p:cNvSpPr/>
          <p:nvPr/>
        </p:nvSpPr>
        <p:spPr>
          <a:xfrm>
            <a:off x="5050988" y="49674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7" name="Shape 525"/>
          <p:cNvSpPr/>
          <p:nvPr/>
        </p:nvSpPr>
        <p:spPr>
          <a:xfrm>
            <a:off x="5260866" y="48076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8" name="Shape 526"/>
          <p:cNvSpPr/>
          <p:nvPr/>
        </p:nvSpPr>
        <p:spPr>
          <a:xfrm>
            <a:off x="5061970" y="48064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9" name="Shape 527"/>
          <p:cNvSpPr/>
          <p:nvPr/>
        </p:nvSpPr>
        <p:spPr>
          <a:xfrm>
            <a:off x="5206517" y="4721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0" name="Shape 528"/>
          <p:cNvSpPr/>
          <p:nvPr/>
        </p:nvSpPr>
        <p:spPr>
          <a:xfrm>
            <a:off x="5047913" y="49314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1" name="Shape 529"/>
          <p:cNvSpPr/>
          <p:nvPr/>
        </p:nvSpPr>
        <p:spPr>
          <a:xfrm>
            <a:off x="5249636" y="46163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2" name="Shape 530"/>
          <p:cNvSpPr/>
          <p:nvPr/>
        </p:nvSpPr>
        <p:spPr>
          <a:xfrm>
            <a:off x="4888228" y="46241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3" name="Shape 531"/>
          <p:cNvSpPr/>
          <p:nvPr/>
        </p:nvSpPr>
        <p:spPr>
          <a:xfrm>
            <a:off x="4879881" y="48730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4" name="Shape 532"/>
          <p:cNvSpPr/>
          <p:nvPr/>
        </p:nvSpPr>
        <p:spPr>
          <a:xfrm>
            <a:off x="4905588" y="54632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5" name="Shape 533"/>
          <p:cNvSpPr/>
          <p:nvPr/>
        </p:nvSpPr>
        <p:spPr>
          <a:xfrm>
            <a:off x="4995388" y="44407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6" name="Shape 534"/>
          <p:cNvSpPr/>
          <p:nvPr/>
        </p:nvSpPr>
        <p:spPr>
          <a:xfrm>
            <a:off x="4896961" y="49931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7" name="Shape 535"/>
          <p:cNvSpPr/>
          <p:nvPr/>
        </p:nvSpPr>
        <p:spPr>
          <a:xfrm>
            <a:off x="5206763" y="50871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8" name="Shape 536"/>
          <p:cNvSpPr/>
          <p:nvPr/>
        </p:nvSpPr>
        <p:spPr>
          <a:xfrm>
            <a:off x="5219745" y="45530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9" name="Shape 537"/>
          <p:cNvSpPr/>
          <p:nvPr/>
        </p:nvSpPr>
        <p:spPr>
          <a:xfrm>
            <a:off x="4905652" y="51686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0" name="Shape 538"/>
          <p:cNvSpPr/>
          <p:nvPr/>
        </p:nvSpPr>
        <p:spPr>
          <a:xfrm>
            <a:off x="5010515" y="48712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1" name="Shape 539"/>
          <p:cNvSpPr/>
          <p:nvPr/>
        </p:nvSpPr>
        <p:spPr>
          <a:xfrm>
            <a:off x="4880280" y="51120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2" name="Shape 540"/>
          <p:cNvSpPr/>
          <p:nvPr/>
        </p:nvSpPr>
        <p:spPr>
          <a:xfrm>
            <a:off x="4865075" y="48075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3" name="Shape 541"/>
          <p:cNvSpPr/>
          <p:nvPr/>
        </p:nvSpPr>
        <p:spPr>
          <a:xfrm>
            <a:off x="5033317" y="53165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4" name="Shape 542"/>
          <p:cNvSpPr/>
          <p:nvPr/>
        </p:nvSpPr>
        <p:spPr>
          <a:xfrm>
            <a:off x="4912653" y="45475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5" name="Shape 543"/>
          <p:cNvSpPr/>
          <p:nvPr/>
        </p:nvSpPr>
        <p:spPr>
          <a:xfrm>
            <a:off x="5229852" y="50502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6" name="Shape 544"/>
          <p:cNvSpPr/>
          <p:nvPr/>
        </p:nvSpPr>
        <p:spPr>
          <a:xfrm>
            <a:off x="4984926" y="52263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7" name="Shape 545"/>
          <p:cNvSpPr/>
          <p:nvPr/>
        </p:nvSpPr>
        <p:spPr>
          <a:xfrm>
            <a:off x="4950204" y="44556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8" name="Shape 546"/>
          <p:cNvSpPr/>
          <p:nvPr/>
        </p:nvSpPr>
        <p:spPr>
          <a:xfrm>
            <a:off x="4838144" y="47685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9" name="Shape 547"/>
          <p:cNvSpPr/>
          <p:nvPr/>
        </p:nvSpPr>
        <p:spPr>
          <a:xfrm>
            <a:off x="5257053" y="487771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0" name="Shape 548"/>
          <p:cNvSpPr/>
          <p:nvPr/>
        </p:nvSpPr>
        <p:spPr>
          <a:xfrm>
            <a:off x="5017529" y="48022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1" name="Shape 549"/>
          <p:cNvSpPr/>
          <p:nvPr/>
        </p:nvSpPr>
        <p:spPr>
          <a:xfrm>
            <a:off x="4984187" y="44893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2" name="Shape 550"/>
          <p:cNvSpPr/>
          <p:nvPr/>
        </p:nvSpPr>
        <p:spPr>
          <a:xfrm>
            <a:off x="5233255" y="52236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3" name="Shape 551"/>
          <p:cNvSpPr/>
          <p:nvPr/>
        </p:nvSpPr>
        <p:spPr>
          <a:xfrm>
            <a:off x="5184194" y="441528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4" name="Shape 552"/>
          <p:cNvSpPr/>
          <p:nvPr/>
        </p:nvSpPr>
        <p:spPr>
          <a:xfrm>
            <a:off x="4877130" y="47922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5" name="Shape 553"/>
          <p:cNvSpPr/>
          <p:nvPr/>
        </p:nvSpPr>
        <p:spPr>
          <a:xfrm>
            <a:off x="4953911" y="5120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6" name="Shape 554"/>
          <p:cNvSpPr/>
          <p:nvPr/>
        </p:nvSpPr>
        <p:spPr>
          <a:xfrm>
            <a:off x="4998177" y="498325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7" name="Shape 555"/>
          <p:cNvSpPr/>
          <p:nvPr/>
        </p:nvSpPr>
        <p:spPr>
          <a:xfrm>
            <a:off x="4961229" y="52420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8" name="Shape 556"/>
          <p:cNvSpPr/>
          <p:nvPr/>
        </p:nvSpPr>
        <p:spPr>
          <a:xfrm>
            <a:off x="5117929" y="45712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9" name="Shape 557"/>
          <p:cNvSpPr/>
          <p:nvPr/>
        </p:nvSpPr>
        <p:spPr>
          <a:xfrm>
            <a:off x="4997178" y="45585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0" name="Shape 558"/>
          <p:cNvSpPr/>
          <p:nvPr/>
        </p:nvSpPr>
        <p:spPr>
          <a:xfrm>
            <a:off x="4894811" y="47426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1" name="Shape 559"/>
          <p:cNvSpPr/>
          <p:nvPr/>
        </p:nvSpPr>
        <p:spPr>
          <a:xfrm>
            <a:off x="4918343" y="46434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2" name="Shape 560"/>
          <p:cNvSpPr/>
          <p:nvPr/>
        </p:nvSpPr>
        <p:spPr>
          <a:xfrm>
            <a:off x="4837308" y="55265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3" name="Shape 561"/>
          <p:cNvSpPr/>
          <p:nvPr/>
        </p:nvSpPr>
        <p:spPr>
          <a:xfrm>
            <a:off x="5043329" y="51792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4" name="Shape 562"/>
          <p:cNvSpPr/>
          <p:nvPr/>
        </p:nvSpPr>
        <p:spPr>
          <a:xfrm>
            <a:off x="4979149" y="43814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5" name="Shape 563"/>
          <p:cNvSpPr/>
          <p:nvPr/>
        </p:nvSpPr>
        <p:spPr>
          <a:xfrm>
            <a:off x="4833899" y="50949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6" name="Shape 564"/>
          <p:cNvSpPr/>
          <p:nvPr/>
        </p:nvSpPr>
        <p:spPr>
          <a:xfrm>
            <a:off x="5042515" y="46627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7" name="Shape 565"/>
          <p:cNvSpPr/>
          <p:nvPr/>
        </p:nvSpPr>
        <p:spPr>
          <a:xfrm>
            <a:off x="5053703" y="43651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8" name="Shape 566"/>
          <p:cNvSpPr/>
          <p:nvPr/>
        </p:nvSpPr>
        <p:spPr>
          <a:xfrm>
            <a:off x="4961803" y="50743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9" name="Shape 567"/>
          <p:cNvSpPr/>
          <p:nvPr/>
        </p:nvSpPr>
        <p:spPr>
          <a:xfrm>
            <a:off x="4947633" y="48063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0" name="Shape 568"/>
          <p:cNvSpPr/>
          <p:nvPr/>
        </p:nvSpPr>
        <p:spPr>
          <a:xfrm>
            <a:off x="5104026" y="52056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1" name="Shape 569"/>
          <p:cNvSpPr/>
          <p:nvPr/>
        </p:nvSpPr>
        <p:spPr>
          <a:xfrm>
            <a:off x="4863596" y="51412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2" name="Shape 570"/>
          <p:cNvSpPr/>
          <p:nvPr/>
        </p:nvSpPr>
        <p:spPr>
          <a:xfrm>
            <a:off x="4977901" y="47296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3" name="Shape 571"/>
          <p:cNvSpPr/>
          <p:nvPr/>
        </p:nvSpPr>
        <p:spPr>
          <a:xfrm>
            <a:off x="5190347" y="46514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4" name="Shape 572"/>
          <p:cNvSpPr/>
          <p:nvPr/>
        </p:nvSpPr>
        <p:spPr>
          <a:xfrm>
            <a:off x="5075888" y="52559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5" name="Shape 573"/>
          <p:cNvSpPr/>
          <p:nvPr/>
        </p:nvSpPr>
        <p:spPr>
          <a:xfrm>
            <a:off x="5138084" y="50927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6" name="Shape 574"/>
          <p:cNvSpPr/>
          <p:nvPr/>
        </p:nvSpPr>
        <p:spPr>
          <a:xfrm>
            <a:off x="5016155" y="45910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7" name="Shape 575"/>
          <p:cNvSpPr/>
          <p:nvPr/>
        </p:nvSpPr>
        <p:spPr>
          <a:xfrm>
            <a:off x="5216013" y="54978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8" name="Shape 576"/>
          <p:cNvSpPr/>
          <p:nvPr/>
        </p:nvSpPr>
        <p:spPr>
          <a:xfrm>
            <a:off x="5043731" y="43894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9" name="Shape 577"/>
          <p:cNvSpPr/>
          <p:nvPr/>
        </p:nvSpPr>
        <p:spPr>
          <a:xfrm>
            <a:off x="5110708" y="50056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0" name="Shape 578"/>
          <p:cNvSpPr/>
          <p:nvPr/>
        </p:nvSpPr>
        <p:spPr>
          <a:xfrm>
            <a:off x="4863242" y="45910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1" name="Shape 579"/>
          <p:cNvSpPr/>
          <p:nvPr/>
        </p:nvSpPr>
        <p:spPr>
          <a:xfrm>
            <a:off x="5040517" y="45838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2" name="Shape 580"/>
          <p:cNvSpPr/>
          <p:nvPr/>
        </p:nvSpPr>
        <p:spPr>
          <a:xfrm>
            <a:off x="4968720" y="45911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3" name="Shape 581"/>
          <p:cNvSpPr/>
          <p:nvPr/>
        </p:nvSpPr>
        <p:spPr>
          <a:xfrm>
            <a:off x="4840291" y="47120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4" name="Shape 582"/>
          <p:cNvSpPr/>
          <p:nvPr/>
        </p:nvSpPr>
        <p:spPr>
          <a:xfrm>
            <a:off x="5108720" y="45500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5" name="Shape 583"/>
          <p:cNvSpPr/>
          <p:nvPr/>
        </p:nvSpPr>
        <p:spPr>
          <a:xfrm>
            <a:off x="5118141" y="52651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6" name="Shape 584"/>
          <p:cNvSpPr/>
          <p:nvPr/>
        </p:nvSpPr>
        <p:spPr>
          <a:xfrm>
            <a:off x="4946631" y="45278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7" name="Shape 585"/>
          <p:cNvSpPr/>
          <p:nvPr/>
        </p:nvSpPr>
        <p:spPr>
          <a:xfrm>
            <a:off x="5044913" y="49509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8" name="Shape 586"/>
          <p:cNvSpPr/>
          <p:nvPr/>
        </p:nvSpPr>
        <p:spPr>
          <a:xfrm>
            <a:off x="5208127" y="47124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9" name="Shape 587"/>
          <p:cNvSpPr/>
          <p:nvPr/>
        </p:nvSpPr>
        <p:spPr>
          <a:xfrm>
            <a:off x="5074658" y="521929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0" name="Shape 588"/>
          <p:cNvSpPr/>
          <p:nvPr/>
        </p:nvSpPr>
        <p:spPr>
          <a:xfrm>
            <a:off x="5025456" y="46747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1" name="Shape 589"/>
          <p:cNvSpPr/>
          <p:nvPr/>
        </p:nvSpPr>
        <p:spPr>
          <a:xfrm>
            <a:off x="4888295" y="50332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2" name="Shape 590"/>
          <p:cNvSpPr/>
          <p:nvPr/>
        </p:nvSpPr>
        <p:spPr>
          <a:xfrm>
            <a:off x="5055104" y="51835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3" name="Shape 591"/>
          <p:cNvSpPr/>
          <p:nvPr/>
        </p:nvSpPr>
        <p:spPr>
          <a:xfrm>
            <a:off x="5153158" y="47482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4" name="Shape 592"/>
          <p:cNvSpPr/>
          <p:nvPr/>
        </p:nvSpPr>
        <p:spPr>
          <a:xfrm>
            <a:off x="5000406" y="5212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5" name="Shape 593"/>
          <p:cNvSpPr/>
          <p:nvPr/>
        </p:nvSpPr>
        <p:spPr>
          <a:xfrm>
            <a:off x="4861041" y="517657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6" name="Shape 594"/>
          <p:cNvSpPr/>
          <p:nvPr/>
        </p:nvSpPr>
        <p:spPr>
          <a:xfrm>
            <a:off x="4995468" y="49970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7" name="Shape 595"/>
          <p:cNvSpPr/>
          <p:nvPr/>
        </p:nvSpPr>
        <p:spPr>
          <a:xfrm>
            <a:off x="5142422" y="45267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8" name="Shape 596"/>
          <p:cNvSpPr/>
          <p:nvPr/>
        </p:nvSpPr>
        <p:spPr>
          <a:xfrm>
            <a:off x="5223349" y="43848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9" name="Shape 597"/>
          <p:cNvSpPr/>
          <p:nvPr/>
        </p:nvSpPr>
        <p:spPr>
          <a:xfrm>
            <a:off x="4972453" y="484932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0" name="Shape 598"/>
          <p:cNvSpPr/>
          <p:nvPr/>
        </p:nvSpPr>
        <p:spPr>
          <a:xfrm>
            <a:off x="5218506" y="49511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1" name="Shape 599"/>
          <p:cNvSpPr/>
          <p:nvPr/>
        </p:nvSpPr>
        <p:spPr>
          <a:xfrm>
            <a:off x="4975437" y="529727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2" name="Shape 600"/>
          <p:cNvSpPr/>
          <p:nvPr/>
        </p:nvSpPr>
        <p:spPr>
          <a:xfrm>
            <a:off x="5091885" y="51971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3" name="Shape 601"/>
          <p:cNvSpPr/>
          <p:nvPr/>
        </p:nvSpPr>
        <p:spPr>
          <a:xfrm>
            <a:off x="5244359" y="513797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4" name="Shape 602"/>
          <p:cNvSpPr/>
          <p:nvPr/>
        </p:nvSpPr>
        <p:spPr>
          <a:xfrm>
            <a:off x="4852717" y="55420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5" name="Shape 603"/>
          <p:cNvSpPr/>
          <p:nvPr/>
        </p:nvSpPr>
        <p:spPr>
          <a:xfrm>
            <a:off x="4852911" y="44812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6" name="Shape 604"/>
          <p:cNvSpPr/>
          <p:nvPr/>
        </p:nvSpPr>
        <p:spPr>
          <a:xfrm>
            <a:off x="5240408" y="55101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7" name="Shape 605"/>
          <p:cNvSpPr/>
          <p:nvPr/>
        </p:nvSpPr>
        <p:spPr>
          <a:xfrm>
            <a:off x="4942021" y="41193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8" name="Shape 606"/>
          <p:cNvSpPr/>
          <p:nvPr/>
        </p:nvSpPr>
        <p:spPr>
          <a:xfrm>
            <a:off x="5078671" y="435247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9" name="Shape 607"/>
          <p:cNvSpPr/>
          <p:nvPr/>
        </p:nvSpPr>
        <p:spPr>
          <a:xfrm>
            <a:off x="4832953" y="54229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0" name="Shape 608"/>
          <p:cNvSpPr/>
          <p:nvPr/>
        </p:nvSpPr>
        <p:spPr>
          <a:xfrm>
            <a:off x="5067407" y="563664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1" name="Shape 609"/>
          <p:cNvSpPr/>
          <p:nvPr/>
        </p:nvSpPr>
        <p:spPr>
          <a:xfrm>
            <a:off x="5027300" y="52997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2" name="Shape 610"/>
          <p:cNvSpPr/>
          <p:nvPr/>
        </p:nvSpPr>
        <p:spPr>
          <a:xfrm>
            <a:off x="5187626" y="36964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3" name="Shape 611"/>
          <p:cNvSpPr/>
          <p:nvPr/>
        </p:nvSpPr>
        <p:spPr>
          <a:xfrm>
            <a:off x="5167928" y="45693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4" name="Shape 612"/>
          <p:cNvSpPr/>
          <p:nvPr/>
        </p:nvSpPr>
        <p:spPr>
          <a:xfrm>
            <a:off x="4866326" y="40322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5" name="Shape 613"/>
          <p:cNvSpPr/>
          <p:nvPr/>
        </p:nvSpPr>
        <p:spPr>
          <a:xfrm>
            <a:off x="5204514" y="41975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6" name="Shape 614"/>
          <p:cNvSpPr/>
          <p:nvPr/>
        </p:nvSpPr>
        <p:spPr>
          <a:xfrm>
            <a:off x="4970234" y="42472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7" name="Shape 615"/>
          <p:cNvSpPr/>
          <p:nvPr/>
        </p:nvSpPr>
        <p:spPr>
          <a:xfrm>
            <a:off x="4927816" y="38991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8" name="Shape 616"/>
          <p:cNvSpPr/>
          <p:nvPr/>
        </p:nvSpPr>
        <p:spPr>
          <a:xfrm>
            <a:off x="5022927" y="50454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9" name="Shape 617"/>
          <p:cNvSpPr/>
          <p:nvPr/>
        </p:nvSpPr>
        <p:spPr>
          <a:xfrm>
            <a:off x="5226130" y="43764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0" name="Shape 618"/>
          <p:cNvSpPr/>
          <p:nvPr/>
        </p:nvSpPr>
        <p:spPr>
          <a:xfrm>
            <a:off x="5107892" y="46315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1" name="Shape 619"/>
          <p:cNvSpPr/>
          <p:nvPr/>
        </p:nvSpPr>
        <p:spPr>
          <a:xfrm>
            <a:off x="5044296" y="431400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2" name="Shape 620"/>
          <p:cNvSpPr/>
          <p:nvPr/>
        </p:nvSpPr>
        <p:spPr>
          <a:xfrm>
            <a:off x="5174189" y="57427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3" name="Shape 621"/>
          <p:cNvSpPr/>
          <p:nvPr/>
        </p:nvSpPr>
        <p:spPr>
          <a:xfrm>
            <a:off x="5067393" y="42004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4" name="Shape 622"/>
          <p:cNvSpPr/>
          <p:nvPr/>
        </p:nvSpPr>
        <p:spPr>
          <a:xfrm>
            <a:off x="5007467" y="49431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5" name="Shape 623"/>
          <p:cNvSpPr/>
          <p:nvPr/>
        </p:nvSpPr>
        <p:spPr>
          <a:xfrm>
            <a:off x="5097071" y="49811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6" name="Shape 624"/>
          <p:cNvSpPr/>
          <p:nvPr/>
        </p:nvSpPr>
        <p:spPr>
          <a:xfrm>
            <a:off x="5055857" y="47103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7" name="Shape 625"/>
          <p:cNvSpPr/>
          <p:nvPr/>
        </p:nvSpPr>
        <p:spPr>
          <a:xfrm>
            <a:off x="5083229" y="26172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8" name="Shape 626"/>
          <p:cNvSpPr/>
          <p:nvPr/>
        </p:nvSpPr>
        <p:spPr>
          <a:xfrm>
            <a:off x="4887043" y="42497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9" name="Shape 627"/>
          <p:cNvSpPr/>
          <p:nvPr/>
        </p:nvSpPr>
        <p:spPr>
          <a:xfrm>
            <a:off x="5238463" y="46309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0" name="Shape 628"/>
          <p:cNvSpPr/>
          <p:nvPr/>
        </p:nvSpPr>
        <p:spPr>
          <a:xfrm>
            <a:off x="4945836" y="47258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1" name="Shape 629"/>
          <p:cNvSpPr/>
          <p:nvPr/>
        </p:nvSpPr>
        <p:spPr>
          <a:xfrm>
            <a:off x="5220457" y="45883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2" name="Shape 630"/>
          <p:cNvSpPr/>
          <p:nvPr/>
        </p:nvSpPr>
        <p:spPr>
          <a:xfrm>
            <a:off x="4936286" y="46022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3" name="Shape 631"/>
          <p:cNvSpPr/>
          <p:nvPr/>
        </p:nvSpPr>
        <p:spPr>
          <a:xfrm>
            <a:off x="5148529" y="44780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4" name="Shape 632"/>
          <p:cNvSpPr/>
          <p:nvPr/>
        </p:nvSpPr>
        <p:spPr>
          <a:xfrm>
            <a:off x="5196549" y="45797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5" name="Shape 633"/>
          <p:cNvSpPr/>
          <p:nvPr/>
        </p:nvSpPr>
        <p:spPr>
          <a:xfrm>
            <a:off x="5238275" y="462293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6" name="Shape 634"/>
          <p:cNvSpPr/>
          <p:nvPr/>
        </p:nvSpPr>
        <p:spPr>
          <a:xfrm>
            <a:off x="4881407" y="464446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7" name="Shape 635"/>
          <p:cNvSpPr/>
          <p:nvPr/>
        </p:nvSpPr>
        <p:spPr>
          <a:xfrm>
            <a:off x="5094374" y="47713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8" name="Shape 636"/>
          <p:cNvSpPr/>
          <p:nvPr/>
        </p:nvSpPr>
        <p:spPr>
          <a:xfrm>
            <a:off x="4971686" y="49397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9" name="Shape 637"/>
          <p:cNvSpPr/>
          <p:nvPr/>
        </p:nvSpPr>
        <p:spPr>
          <a:xfrm>
            <a:off x="4993513" y="48575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0" name="Shape 638"/>
          <p:cNvSpPr/>
          <p:nvPr/>
        </p:nvSpPr>
        <p:spPr>
          <a:xfrm>
            <a:off x="4930714" y="56688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1" name="Shape 639"/>
          <p:cNvSpPr/>
          <p:nvPr/>
        </p:nvSpPr>
        <p:spPr>
          <a:xfrm>
            <a:off x="5056488" y="56473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2" name="Shape 640"/>
          <p:cNvSpPr/>
          <p:nvPr/>
        </p:nvSpPr>
        <p:spPr>
          <a:xfrm>
            <a:off x="4920819" y="46033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3" name="Shape 641"/>
          <p:cNvSpPr/>
          <p:nvPr/>
        </p:nvSpPr>
        <p:spPr>
          <a:xfrm>
            <a:off x="5048371" y="55451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4" name="Shape 642"/>
          <p:cNvSpPr/>
          <p:nvPr/>
        </p:nvSpPr>
        <p:spPr>
          <a:xfrm>
            <a:off x="5192367" y="41710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5" name="Shape 643"/>
          <p:cNvSpPr/>
          <p:nvPr/>
        </p:nvSpPr>
        <p:spPr>
          <a:xfrm>
            <a:off x="5113235" y="51998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6" name="Shape 644"/>
          <p:cNvSpPr/>
          <p:nvPr/>
        </p:nvSpPr>
        <p:spPr>
          <a:xfrm>
            <a:off x="4935217" y="46411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7" name="Shape 645"/>
          <p:cNvSpPr/>
          <p:nvPr/>
        </p:nvSpPr>
        <p:spPr>
          <a:xfrm>
            <a:off x="4861161" y="45622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8" name="Shape 646"/>
          <p:cNvSpPr/>
          <p:nvPr/>
        </p:nvSpPr>
        <p:spPr>
          <a:xfrm>
            <a:off x="5213247" y="45576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9" name="Shape 647"/>
          <p:cNvSpPr/>
          <p:nvPr/>
        </p:nvSpPr>
        <p:spPr>
          <a:xfrm>
            <a:off x="5185315" y="45846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0" name="Shape 648"/>
          <p:cNvSpPr/>
          <p:nvPr/>
        </p:nvSpPr>
        <p:spPr>
          <a:xfrm>
            <a:off x="4907540" y="47166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1" name="Shape 649"/>
          <p:cNvSpPr/>
          <p:nvPr/>
        </p:nvSpPr>
        <p:spPr>
          <a:xfrm>
            <a:off x="4880272" y="46437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2" name="Shape 650"/>
          <p:cNvSpPr/>
          <p:nvPr/>
        </p:nvSpPr>
        <p:spPr>
          <a:xfrm>
            <a:off x="5248013" y="47232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3" name="Shape 651"/>
          <p:cNvSpPr/>
          <p:nvPr/>
        </p:nvSpPr>
        <p:spPr>
          <a:xfrm>
            <a:off x="5093256" y="54097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4" name="Shape 652"/>
          <p:cNvSpPr/>
          <p:nvPr/>
        </p:nvSpPr>
        <p:spPr>
          <a:xfrm>
            <a:off x="4832647" y="54363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5" name="Shape 653"/>
          <p:cNvSpPr/>
          <p:nvPr/>
        </p:nvSpPr>
        <p:spPr>
          <a:xfrm>
            <a:off x="4943838" y="535378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6" name="Shape 654"/>
          <p:cNvSpPr/>
          <p:nvPr/>
        </p:nvSpPr>
        <p:spPr>
          <a:xfrm>
            <a:off x="5001359" y="5453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7" name="Shape 655"/>
          <p:cNvSpPr/>
          <p:nvPr/>
        </p:nvSpPr>
        <p:spPr>
          <a:xfrm>
            <a:off x="4888718" y="54264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8" name="Shape 656"/>
          <p:cNvSpPr/>
          <p:nvPr/>
        </p:nvSpPr>
        <p:spPr>
          <a:xfrm>
            <a:off x="4915829" y="52716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9" name="Shape 657"/>
          <p:cNvSpPr/>
          <p:nvPr/>
        </p:nvSpPr>
        <p:spPr>
          <a:xfrm>
            <a:off x="5070582" y="54636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0" name="Shape 658"/>
          <p:cNvSpPr/>
          <p:nvPr/>
        </p:nvSpPr>
        <p:spPr>
          <a:xfrm>
            <a:off x="5189290" y="53060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1" name="Shape 659"/>
          <p:cNvSpPr/>
          <p:nvPr/>
        </p:nvSpPr>
        <p:spPr>
          <a:xfrm>
            <a:off x="5014201" y="49174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2" name="Shape 660"/>
          <p:cNvSpPr/>
          <p:nvPr/>
        </p:nvSpPr>
        <p:spPr>
          <a:xfrm>
            <a:off x="5254199" y="52914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3" name="Shape 661"/>
          <p:cNvSpPr/>
          <p:nvPr/>
        </p:nvSpPr>
        <p:spPr>
          <a:xfrm>
            <a:off x="4989821" y="26842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4" name="Shape 662"/>
          <p:cNvSpPr/>
          <p:nvPr/>
        </p:nvSpPr>
        <p:spPr>
          <a:xfrm>
            <a:off x="5123257" y="34883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5" name="Shape 663"/>
          <p:cNvSpPr/>
          <p:nvPr/>
        </p:nvSpPr>
        <p:spPr>
          <a:xfrm>
            <a:off x="4956101" y="44837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6" name="Shape 664"/>
          <p:cNvSpPr/>
          <p:nvPr/>
        </p:nvSpPr>
        <p:spPr>
          <a:xfrm>
            <a:off x="5031590" y="55416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7" name="Shape 665"/>
          <p:cNvSpPr/>
          <p:nvPr/>
        </p:nvSpPr>
        <p:spPr>
          <a:xfrm>
            <a:off x="4929628" y="52750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8" name="Shape 666"/>
          <p:cNvSpPr/>
          <p:nvPr/>
        </p:nvSpPr>
        <p:spPr>
          <a:xfrm>
            <a:off x="4832143" y="26267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9" name="Shape 667"/>
          <p:cNvSpPr/>
          <p:nvPr/>
        </p:nvSpPr>
        <p:spPr>
          <a:xfrm>
            <a:off x="5195528" y="24060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0" name="Shape 668"/>
          <p:cNvSpPr/>
          <p:nvPr/>
        </p:nvSpPr>
        <p:spPr>
          <a:xfrm>
            <a:off x="4950573" y="26244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1" name="Shape 669"/>
          <p:cNvSpPr/>
          <p:nvPr/>
        </p:nvSpPr>
        <p:spPr>
          <a:xfrm>
            <a:off x="5258039" y="3429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2" name="Shape 670"/>
          <p:cNvSpPr/>
          <p:nvPr/>
        </p:nvSpPr>
        <p:spPr>
          <a:xfrm>
            <a:off x="5108040" y="35060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3" name="Shape 671"/>
          <p:cNvSpPr/>
          <p:nvPr/>
        </p:nvSpPr>
        <p:spPr>
          <a:xfrm>
            <a:off x="4897216" y="37046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4" name="Shape 672"/>
          <p:cNvSpPr/>
          <p:nvPr/>
        </p:nvSpPr>
        <p:spPr>
          <a:xfrm>
            <a:off x="5118478" y="34734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5" name="Shape 673"/>
          <p:cNvSpPr/>
          <p:nvPr/>
        </p:nvSpPr>
        <p:spPr>
          <a:xfrm>
            <a:off x="4986404" y="44279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6" name="Shape 674"/>
          <p:cNvSpPr/>
          <p:nvPr/>
        </p:nvSpPr>
        <p:spPr>
          <a:xfrm>
            <a:off x="4942849" y="36854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7" name="Shape 675"/>
          <p:cNvSpPr/>
          <p:nvPr/>
        </p:nvSpPr>
        <p:spPr>
          <a:xfrm>
            <a:off x="5052991" y="313642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8" name="Shape 676"/>
          <p:cNvSpPr/>
          <p:nvPr/>
        </p:nvSpPr>
        <p:spPr>
          <a:xfrm>
            <a:off x="5085073" y="45896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9" name="Shape 677"/>
          <p:cNvSpPr/>
          <p:nvPr/>
        </p:nvSpPr>
        <p:spPr>
          <a:xfrm>
            <a:off x="4890003" y="46264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0" name="Shape 678"/>
          <p:cNvSpPr/>
          <p:nvPr/>
        </p:nvSpPr>
        <p:spPr>
          <a:xfrm>
            <a:off x="5080993" y="45626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1" name="Shape 679"/>
          <p:cNvSpPr/>
          <p:nvPr/>
        </p:nvSpPr>
        <p:spPr>
          <a:xfrm>
            <a:off x="5059638" y="46849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2" name="Shape 680"/>
          <p:cNvSpPr/>
          <p:nvPr/>
        </p:nvSpPr>
        <p:spPr>
          <a:xfrm>
            <a:off x="4851723" y="44489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3" name="Shape 681"/>
          <p:cNvSpPr/>
          <p:nvPr/>
        </p:nvSpPr>
        <p:spPr>
          <a:xfrm>
            <a:off x="5008011" y="29679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4" name="Shape 682"/>
          <p:cNvSpPr/>
          <p:nvPr/>
        </p:nvSpPr>
        <p:spPr>
          <a:xfrm>
            <a:off x="5092043" y="43924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5" name="Shape 683"/>
          <p:cNvSpPr/>
          <p:nvPr/>
        </p:nvSpPr>
        <p:spPr>
          <a:xfrm>
            <a:off x="5079352" y="42989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6" name="Shape 684"/>
          <p:cNvSpPr/>
          <p:nvPr/>
        </p:nvSpPr>
        <p:spPr>
          <a:xfrm>
            <a:off x="5147735" y="42764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7" name="Shape 685"/>
          <p:cNvSpPr/>
          <p:nvPr/>
        </p:nvSpPr>
        <p:spPr>
          <a:xfrm>
            <a:off x="4884717" y="456409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8" name="Shape 686"/>
          <p:cNvSpPr/>
          <p:nvPr/>
        </p:nvSpPr>
        <p:spPr>
          <a:xfrm>
            <a:off x="5065485" y="42854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9" name="Shape 687"/>
          <p:cNvSpPr/>
          <p:nvPr/>
        </p:nvSpPr>
        <p:spPr>
          <a:xfrm>
            <a:off x="4838854" y="41014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0" name="Shape 688"/>
          <p:cNvSpPr/>
          <p:nvPr/>
        </p:nvSpPr>
        <p:spPr>
          <a:xfrm>
            <a:off x="5018750" y="32361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1" name="Shape 689"/>
          <p:cNvSpPr/>
          <p:nvPr/>
        </p:nvSpPr>
        <p:spPr>
          <a:xfrm>
            <a:off x="5174886" y="54794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2" name="Shape 690"/>
          <p:cNvSpPr/>
          <p:nvPr/>
        </p:nvSpPr>
        <p:spPr>
          <a:xfrm>
            <a:off x="4961299" y="51068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3" name="Shape 691"/>
          <p:cNvSpPr/>
          <p:nvPr/>
        </p:nvSpPr>
        <p:spPr>
          <a:xfrm>
            <a:off x="4895888" y="47785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4" name="Shape 692"/>
          <p:cNvSpPr/>
          <p:nvPr/>
        </p:nvSpPr>
        <p:spPr>
          <a:xfrm>
            <a:off x="4981787" y="43921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5" name="Shape 693"/>
          <p:cNvSpPr/>
          <p:nvPr/>
        </p:nvSpPr>
        <p:spPr>
          <a:xfrm>
            <a:off x="5059323" y="4441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6" name="Shape 694"/>
          <p:cNvSpPr/>
          <p:nvPr/>
        </p:nvSpPr>
        <p:spPr>
          <a:xfrm>
            <a:off x="5055480" y="447724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7" name="Shape 695"/>
          <p:cNvSpPr/>
          <p:nvPr/>
        </p:nvSpPr>
        <p:spPr>
          <a:xfrm>
            <a:off x="5102589" y="52843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8" name="Shape 696"/>
          <p:cNvSpPr/>
          <p:nvPr/>
        </p:nvSpPr>
        <p:spPr>
          <a:xfrm>
            <a:off x="4876249" y="44621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9" name="Shape 697"/>
          <p:cNvSpPr/>
          <p:nvPr/>
        </p:nvSpPr>
        <p:spPr>
          <a:xfrm>
            <a:off x="5063958" y="5332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0" name="Shape 698"/>
          <p:cNvSpPr/>
          <p:nvPr/>
        </p:nvSpPr>
        <p:spPr>
          <a:xfrm>
            <a:off x="5144456" y="45582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1" name="Shape 699"/>
          <p:cNvSpPr/>
          <p:nvPr/>
        </p:nvSpPr>
        <p:spPr>
          <a:xfrm>
            <a:off x="4856843" y="44255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2" name="Shape 700"/>
          <p:cNvSpPr/>
          <p:nvPr/>
        </p:nvSpPr>
        <p:spPr>
          <a:xfrm>
            <a:off x="5200412" y="51284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3" name="Shape 701"/>
          <p:cNvSpPr/>
          <p:nvPr/>
        </p:nvSpPr>
        <p:spPr>
          <a:xfrm>
            <a:off x="5033182" y="45914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4" name="Shape 702"/>
          <p:cNvSpPr/>
          <p:nvPr/>
        </p:nvSpPr>
        <p:spPr>
          <a:xfrm>
            <a:off x="4886531" y="50039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5" name="Shape 703"/>
          <p:cNvSpPr/>
          <p:nvPr/>
        </p:nvSpPr>
        <p:spPr>
          <a:xfrm>
            <a:off x="5218057" y="45986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6" name="Shape 704"/>
          <p:cNvSpPr/>
          <p:nvPr/>
        </p:nvSpPr>
        <p:spPr>
          <a:xfrm>
            <a:off x="5125449" y="44283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7" name="Shape 705"/>
          <p:cNvSpPr/>
          <p:nvPr/>
        </p:nvSpPr>
        <p:spPr>
          <a:xfrm>
            <a:off x="5083584" y="516976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8" name="Shape 706"/>
          <p:cNvSpPr/>
          <p:nvPr/>
        </p:nvSpPr>
        <p:spPr>
          <a:xfrm>
            <a:off x="5134955" y="45598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9" name="Shape 707"/>
          <p:cNvSpPr/>
          <p:nvPr/>
        </p:nvSpPr>
        <p:spPr>
          <a:xfrm>
            <a:off x="5034090" y="428662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0" name="Shape 708"/>
          <p:cNvSpPr/>
          <p:nvPr/>
        </p:nvSpPr>
        <p:spPr>
          <a:xfrm>
            <a:off x="5097466" y="60028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1" name="Shape 709"/>
          <p:cNvSpPr/>
          <p:nvPr/>
        </p:nvSpPr>
        <p:spPr>
          <a:xfrm>
            <a:off x="4888416" y="4180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2" name="Shape 710"/>
          <p:cNvSpPr/>
          <p:nvPr/>
        </p:nvSpPr>
        <p:spPr>
          <a:xfrm>
            <a:off x="5132639" y="19739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3" name="Shape 711"/>
          <p:cNvSpPr/>
          <p:nvPr/>
        </p:nvSpPr>
        <p:spPr>
          <a:xfrm>
            <a:off x="5190089" y="42051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4" name="Shape 712"/>
          <p:cNvSpPr/>
          <p:nvPr/>
        </p:nvSpPr>
        <p:spPr>
          <a:xfrm>
            <a:off x="4899659" y="42921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5" name="Shape 713"/>
          <p:cNvSpPr/>
          <p:nvPr/>
        </p:nvSpPr>
        <p:spPr>
          <a:xfrm>
            <a:off x="4965810" y="41341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6" name="Shape 714"/>
          <p:cNvSpPr/>
          <p:nvPr/>
        </p:nvSpPr>
        <p:spPr>
          <a:xfrm>
            <a:off x="4951467" y="27682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7" name="Shape 715"/>
          <p:cNvSpPr/>
          <p:nvPr/>
        </p:nvSpPr>
        <p:spPr>
          <a:xfrm>
            <a:off x="5219960" y="37117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8" name="Shape 716"/>
          <p:cNvSpPr/>
          <p:nvPr/>
        </p:nvSpPr>
        <p:spPr>
          <a:xfrm>
            <a:off x="4976800" y="27913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9" name="Shape 717"/>
          <p:cNvSpPr/>
          <p:nvPr/>
        </p:nvSpPr>
        <p:spPr>
          <a:xfrm>
            <a:off x="4918796" y="31002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0" name="Shape 718"/>
          <p:cNvSpPr/>
          <p:nvPr/>
        </p:nvSpPr>
        <p:spPr>
          <a:xfrm>
            <a:off x="5039000" y="35840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1" name="Shape 719"/>
          <p:cNvSpPr/>
          <p:nvPr/>
        </p:nvSpPr>
        <p:spPr>
          <a:xfrm>
            <a:off x="5068513" y="28349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2" name="Shape 720"/>
          <p:cNvSpPr/>
          <p:nvPr/>
        </p:nvSpPr>
        <p:spPr>
          <a:xfrm>
            <a:off x="5260753" y="485963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3" name="Shape 721"/>
          <p:cNvSpPr/>
          <p:nvPr/>
        </p:nvSpPr>
        <p:spPr>
          <a:xfrm>
            <a:off x="5117045" y="50778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4" name="Shape 722"/>
          <p:cNvSpPr/>
          <p:nvPr/>
        </p:nvSpPr>
        <p:spPr>
          <a:xfrm>
            <a:off x="5097094" y="39894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5" name="Shape 723"/>
          <p:cNvSpPr/>
          <p:nvPr/>
        </p:nvSpPr>
        <p:spPr>
          <a:xfrm>
            <a:off x="5184545" y="393752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6" name="Shape 724"/>
          <p:cNvSpPr/>
          <p:nvPr/>
        </p:nvSpPr>
        <p:spPr>
          <a:xfrm>
            <a:off x="5003575" y="44230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7" name="Shape 725"/>
          <p:cNvSpPr/>
          <p:nvPr/>
        </p:nvSpPr>
        <p:spPr>
          <a:xfrm>
            <a:off x="4869977" y="27434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8" name="Shape 726"/>
          <p:cNvSpPr/>
          <p:nvPr/>
        </p:nvSpPr>
        <p:spPr>
          <a:xfrm>
            <a:off x="5092215" y="28358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9" name="Shape 727"/>
          <p:cNvSpPr/>
          <p:nvPr/>
        </p:nvSpPr>
        <p:spPr>
          <a:xfrm>
            <a:off x="5136861" y="38024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0" name="Shape 728"/>
          <p:cNvSpPr/>
          <p:nvPr/>
        </p:nvSpPr>
        <p:spPr>
          <a:xfrm>
            <a:off x="5075356" y="4686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1" name="Shape 729"/>
          <p:cNvSpPr/>
          <p:nvPr/>
        </p:nvSpPr>
        <p:spPr>
          <a:xfrm>
            <a:off x="5197840" y="40007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2" name="Shape 730"/>
          <p:cNvSpPr/>
          <p:nvPr/>
        </p:nvSpPr>
        <p:spPr>
          <a:xfrm>
            <a:off x="5158423" y="442730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3" name="Shape 731"/>
          <p:cNvSpPr/>
          <p:nvPr/>
        </p:nvSpPr>
        <p:spPr>
          <a:xfrm>
            <a:off x="4894511" y="25601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4" name="Shape 732"/>
          <p:cNvSpPr/>
          <p:nvPr/>
        </p:nvSpPr>
        <p:spPr>
          <a:xfrm>
            <a:off x="4872930" y="52659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5" name="Shape 733"/>
          <p:cNvSpPr/>
          <p:nvPr/>
        </p:nvSpPr>
        <p:spPr>
          <a:xfrm>
            <a:off x="5085861" y="52337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6" name="Shape 734"/>
          <p:cNvSpPr/>
          <p:nvPr/>
        </p:nvSpPr>
        <p:spPr>
          <a:xfrm>
            <a:off x="4918039" y="52077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7" name="Shape 735"/>
          <p:cNvSpPr/>
          <p:nvPr/>
        </p:nvSpPr>
        <p:spPr>
          <a:xfrm>
            <a:off x="4953252" y="54258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8" name="Shape 736"/>
          <p:cNvSpPr/>
          <p:nvPr/>
        </p:nvSpPr>
        <p:spPr>
          <a:xfrm>
            <a:off x="5231165" y="55488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9" name="Shape 737"/>
          <p:cNvSpPr/>
          <p:nvPr/>
        </p:nvSpPr>
        <p:spPr>
          <a:xfrm>
            <a:off x="4876317" y="54305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0" name="Shape 738"/>
          <p:cNvSpPr/>
          <p:nvPr/>
        </p:nvSpPr>
        <p:spPr>
          <a:xfrm>
            <a:off x="5248982" y="41253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1" name="Shape 739"/>
          <p:cNvSpPr/>
          <p:nvPr/>
        </p:nvSpPr>
        <p:spPr>
          <a:xfrm>
            <a:off x="4892938" y="40484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2" name="Shape 740"/>
          <p:cNvSpPr/>
          <p:nvPr/>
        </p:nvSpPr>
        <p:spPr>
          <a:xfrm>
            <a:off x="5128772" y="337187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3" name="Shape 741"/>
          <p:cNvSpPr/>
          <p:nvPr/>
        </p:nvSpPr>
        <p:spPr>
          <a:xfrm>
            <a:off x="4842504" y="51818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4" name="Shape 742"/>
          <p:cNvSpPr/>
          <p:nvPr/>
        </p:nvSpPr>
        <p:spPr>
          <a:xfrm>
            <a:off x="5006476" y="53871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5" name="Shape 743"/>
          <p:cNvSpPr/>
          <p:nvPr/>
        </p:nvSpPr>
        <p:spPr>
          <a:xfrm>
            <a:off x="5170512" y="51409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6" name="Shape 744"/>
          <p:cNvSpPr/>
          <p:nvPr/>
        </p:nvSpPr>
        <p:spPr>
          <a:xfrm>
            <a:off x="4847556" y="451796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7" name="Shape 745"/>
          <p:cNvSpPr/>
          <p:nvPr/>
        </p:nvSpPr>
        <p:spPr>
          <a:xfrm>
            <a:off x="5214760" y="55221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8" name="Shape 746"/>
          <p:cNvSpPr/>
          <p:nvPr/>
        </p:nvSpPr>
        <p:spPr>
          <a:xfrm>
            <a:off x="5128984" y="57248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9" name="Shape 747"/>
          <p:cNvSpPr/>
          <p:nvPr/>
        </p:nvSpPr>
        <p:spPr>
          <a:xfrm>
            <a:off x="4922995" y="55961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0" name="Shape 748"/>
          <p:cNvSpPr/>
          <p:nvPr/>
        </p:nvSpPr>
        <p:spPr>
          <a:xfrm>
            <a:off x="5022432" y="46948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1" name="Shape 749"/>
          <p:cNvSpPr/>
          <p:nvPr/>
        </p:nvSpPr>
        <p:spPr>
          <a:xfrm>
            <a:off x="5134980" y="54950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2" name="Shape 750"/>
          <p:cNvSpPr/>
          <p:nvPr/>
        </p:nvSpPr>
        <p:spPr>
          <a:xfrm>
            <a:off x="4895952" y="52221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3" name="Shape 751"/>
          <p:cNvSpPr/>
          <p:nvPr/>
        </p:nvSpPr>
        <p:spPr>
          <a:xfrm>
            <a:off x="4920953" y="437784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4" name="Shape 752"/>
          <p:cNvSpPr/>
          <p:nvPr/>
        </p:nvSpPr>
        <p:spPr>
          <a:xfrm>
            <a:off x="5042240" y="43194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5" name="Shape 753"/>
          <p:cNvSpPr/>
          <p:nvPr/>
        </p:nvSpPr>
        <p:spPr>
          <a:xfrm>
            <a:off x="5067300" y="2959946"/>
            <a:ext cx="127" cy="2582792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756" name="Shape 754"/>
          <p:cNvSpPr/>
          <p:nvPr/>
        </p:nvSpPr>
        <p:spPr>
          <a:xfrm>
            <a:off x="4953000" y="5542738"/>
            <a:ext cx="228600" cy="127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757" name="Shape 755"/>
          <p:cNvSpPr/>
          <p:nvPr/>
        </p:nvSpPr>
        <p:spPr>
          <a:xfrm>
            <a:off x="4953000" y="2959946"/>
            <a:ext cx="228600" cy="127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758" name="Shape 756"/>
          <p:cNvSpPr/>
          <p:nvPr/>
        </p:nvSpPr>
        <p:spPr>
          <a:xfrm>
            <a:off x="4902200" y="4412156"/>
            <a:ext cx="330200" cy="748502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B57442"/>
            </a:solidFill>
            <a:prstDash val="solid"/>
          </a:ln>
        </p:spPr>
      </p:sp>
      <p:sp>
        <p:nvSpPr>
          <p:cNvPr id="759" name="Shape 757"/>
          <p:cNvSpPr/>
          <p:nvPr/>
        </p:nvSpPr>
        <p:spPr>
          <a:xfrm>
            <a:off x="4902200" y="4714584"/>
            <a:ext cx="330200" cy="127"/>
          </a:xfrm>
          <a:prstGeom prst="line">
            <a:avLst/>
          </a:prstGeom>
          <a:noFill/>
          <a:ln w="31750">
            <a:solidFill>
              <a:srgbClr val="B57442"/>
            </a:solidFill>
            <a:prstDash val="solid"/>
          </a:ln>
        </p:spPr>
      </p:sp>
      <p:sp>
        <p:nvSpPr>
          <p:cNvPr id="760" name="Shape 758"/>
          <p:cNvSpPr/>
          <p:nvPr/>
        </p:nvSpPr>
        <p:spPr>
          <a:xfrm>
            <a:off x="5067300" y="7404100"/>
            <a:ext cx="127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61" name="Text 759"/>
          <p:cNvSpPr/>
          <p:nvPr/>
        </p:nvSpPr>
        <p:spPr>
          <a:xfrm>
            <a:off x="4318000" y="7543800"/>
            <a:ext cx="1498600" cy="736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Emap2lig-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1500" dirty="0"/>
          </a:p>
        </p:txBody>
      </p:sp>
      <p:sp>
        <p:nvSpPr>
          <p:cNvPr id="762" name="Text 760"/>
          <p:cNvSpPr/>
          <p:nvPr/>
        </p:nvSpPr>
        <p:spPr>
          <a:xfrm>
            <a:off x="6870700" y="965200"/>
            <a:ext cx="3556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300" dirty="0"/>
          </a:p>
        </p:txBody>
      </p:sp>
      <p:sp>
        <p:nvSpPr>
          <p:cNvPr id="763" name="Text 761"/>
          <p:cNvSpPr/>
          <p:nvPr/>
        </p:nvSpPr>
        <p:spPr>
          <a:xfrm>
            <a:off x="7620000" y="965200"/>
            <a:ext cx="21717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of 50</a:t>
            </a:r>
            <a:endParaRPr lang="en-US" sz="1900" dirty="0"/>
          </a:p>
        </p:txBody>
      </p:sp>
      <p:sp>
        <p:nvSpPr>
          <p:cNvPr id="764" name="Shape 762"/>
          <p:cNvSpPr/>
          <p:nvPr/>
        </p:nvSpPr>
        <p:spPr>
          <a:xfrm>
            <a:off x="7175500" y="1714500"/>
            <a:ext cx="127" cy="56896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765" name="Shape 763"/>
          <p:cNvSpPr/>
          <p:nvPr/>
        </p:nvSpPr>
        <p:spPr>
          <a:xfrm>
            <a:off x="7175500" y="7404100"/>
            <a:ext cx="4546600" cy="127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766" name="Shape 764"/>
          <p:cNvSpPr/>
          <p:nvPr/>
        </p:nvSpPr>
        <p:spPr>
          <a:xfrm>
            <a:off x="7112000" y="7282596"/>
            <a:ext cx="63500" cy="127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67" name="Text 765"/>
          <p:cNvSpPr/>
          <p:nvPr/>
        </p:nvSpPr>
        <p:spPr>
          <a:xfrm>
            <a:off x="6540500" y="7168296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768" name="Shape 766"/>
          <p:cNvSpPr/>
          <p:nvPr/>
        </p:nvSpPr>
        <p:spPr>
          <a:xfrm>
            <a:off x="7112000" y="6225914"/>
            <a:ext cx="63500" cy="127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69" name="Text 767"/>
          <p:cNvSpPr/>
          <p:nvPr/>
        </p:nvSpPr>
        <p:spPr>
          <a:xfrm>
            <a:off x="6540500" y="611161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770" name="Shape 768"/>
          <p:cNvSpPr/>
          <p:nvPr/>
        </p:nvSpPr>
        <p:spPr>
          <a:xfrm>
            <a:off x="7112000" y="5426564"/>
            <a:ext cx="63500" cy="127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1" name="Text 769"/>
          <p:cNvSpPr/>
          <p:nvPr/>
        </p:nvSpPr>
        <p:spPr>
          <a:xfrm>
            <a:off x="6540500" y="531226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72" name="Shape 770"/>
          <p:cNvSpPr/>
          <p:nvPr/>
        </p:nvSpPr>
        <p:spPr>
          <a:xfrm>
            <a:off x="7112000" y="4627215"/>
            <a:ext cx="63500" cy="127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3" name="Text 771"/>
          <p:cNvSpPr/>
          <p:nvPr/>
        </p:nvSpPr>
        <p:spPr>
          <a:xfrm>
            <a:off x="6540500" y="451291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774" name="Shape 772"/>
          <p:cNvSpPr/>
          <p:nvPr/>
        </p:nvSpPr>
        <p:spPr>
          <a:xfrm>
            <a:off x="7112000" y="4159625"/>
            <a:ext cx="63500" cy="127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5" name="Text 773"/>
          <p:cNvSpPr/>
          <p:nvPr/>
        </p:nvSpPr>
        <p:spPr>
          <a:xfrm>
            <a:off x="6540500" y="404532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776" name="Shape 774"/>
          <p:cNvSpPr/>
          <p:nvPr/>
        </p:nvSpPr>
        <p:spPr>
          <a:xfrm>
            <a:off x="7112000" y="3570532"/>
            <a:ext cx="63500" cy="127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7" name="Text 775"/>
          <p:cNvSpPr/>
          <p:nvPr/>
        </p:nvSpPr>
        <p:spPr>
          <a:xfrm>
            <a:off x="6540500" y="345623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778" name="Shape 776"/>
          <p:cNvSpPr/>
          <p:nvPr/>
        </p:nvSpPr>
        <p:spPr>
          <a:xfrm>
            <a:off x="7112000" y="2771183"/>
            <a:ext cx="63500" cy="127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9" name="Text 777"/>
          <p:cNvSpPr/>
          <p:nvPr/>
        </p:nvSpPr>
        <p:spPr>
          <a:xfrm>
            <a:off x="6540500" y="26568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780" name="Shape 778"/>
          <p:cNvSpPr/>
          <p:nvPr/>
        </p:nvSpPr>
        <p:spPr>
          <a:xfrm>
            <a:off x="7112000" y="1971833"/>
            <a:ext cx="63500" cy="127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81" name="Text 779"/>
          <p:cNvSpPr/>
          <p:nvPr/>
        </p:nvSpPr>
        <p:spPr>
          <a:xfrm>
            <a:off x="6540500" y="185753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782" name="Shape 780"/>
          <p:cNvSpPr/>
          <p:nvPr/>
        </p:nvSpPr>
        <p:spPr>
          <a:xfrm>
            <a:off x="7175500" y="4627215"/>
            <a:ext cx="4546600" cy="127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783" name="Shape 781"/>
          <p:cNvSpPr/>
          <p:nvPr/>
        </p:nvSpPr>
        <p:spPr>
          <a:xfrm>
            <a:off x="7175500" y="4159625"/>
            <a:ext cx="4546600" cy="127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784" name="Shape 782"/>
          <p:cNvSpPr/>
          <p:nvPr/>
        </p:nvSpPr>
        <p:spPr>
          <a:xfrm>
            <a:off x="8177292" y="5890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5" name="Shape 783"/>
          <p:cNvSpPr/>
          <p:nvPr/>
        </p:nvSpPr>
        <p:spPr>
          <a:xfrm>
            <a:off x="8134344" y="6081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6" name="Shape 784"/>
          <p:cNvSpPr/>
          <p:nvPr/>
        </p:nvSpPr>
        <p:spPr>
          <a:xfrm>
            <a:off x="7886358" y="5914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7" name="Shape 785"/>
          <p:cNvSpPr/>
          <p:nvPr/>
        </p:nvSpPr>
        <p:spPr>
          <a:xfrm>
            <a:off x="8104274" y="5778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8" name="Shape 786"/>
          <p:cNvSpPr/>
          <p:nvPr/>
        </p:nvSpPr>
        <p:spPr>
          <a:xfrm>
            <a:off x="7769140" y="5858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9" name="Shape 787"/>
          <p:cNvSpPr/>
          <p:nvPr/>
        </p:nvSpPr>
        <p:spPr>
          <a:xfrm>
            <a:off x="7967956" y="59068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0" name="Shape 788"/>
          <p:cNvSpPr/>
          <p:nvPr/>
        </p:nvSpPr>
        <p:spPr>
          <a:xfrm>
            <a:off x="7937848" y="589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1" name="Shape 789"/>
          <p:cNvSpPr/>
          <p:nvPr/>
        </p:nvSpPr>
        <p:spPr>
          <a:xfrm>
            <a:off x="7992825" y="5870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2" name="Shape 790"/>
          <p:cNvSpPr/>
          <p:nvPr/>
        </p:nvSpPr>
        <p:spPr>
          <a:xfrm>
            <a:off x="7971988" y="5870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3" name="Shape 791"/>
          <p:cNvSpPr/>
          <p:nvPr/>
        </p:nvSpPr>
        <p:spPr>
          <a:xfrm>
            <a:off x="8181866" y="58956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4" name="Shape 792"/>
          <p:cNvSpPr/>
          <p:nvPr/>
        </p:nvSpPr>
        <p:spPr>
          <a:xfrm>
            <a:off x="7982970" y="5994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5" name="Shape 793"/>
          <p:cNvSpPr/>
          <p:nvPr/>
        </p:nvSpPr>
        <p:spPr>
          <a:xfrm>
            <a:off x="8127517" y="5880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6" name="Shape 794"/>
          <p:cNvSpPr/>
          <p:nvPr/>
        </p:nvSpPr>
        <p:spPr>
          <a:xfrm>
            <a:off x="7968913" y="58987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7" name="Shape 795"/>
          <p:cNvSpPr/>
          <p:nvPr/>
        </p:nvSpPr>
        <p:spPr>
          <a:xfrm>
            <a:off x="8170636" y="6027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8" name="Shape 796"/>
          <p:cNvSpPr/>
          <p:nvPr/>
        </p:nvSpPr>
        <p:spPr>
          <a:xfrm>
            <a:off x="7809228" y="6017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9" name="Shape 797"/>
          <p:cNvSpPr/>
          <p:nvPr/>
        </p:nvSpPr>
        <p:spPr>
          <a:xfrm>
            <a:off x="7800881" y="6024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0" name="Shape 798"/>
          <p:cNvSpPr/>
          <p:nvPr/>
        </p:nvSpPr>
        <p:spPr>
          <a:xfrm>
            <a:off x="7826588" y="5774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1" name="Shape 799"/>
          <p:cNvSpPr/>
          <p:nvPr/>
        </p:nvSpPr>
        <p:spPr>
          <a:xfrm>
            <a:off x="7916388" y="6068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2" name="Shape 800"/>
          <p:cNvSpPr/>
          <p:nvPr/>
        </p:nvSpPr>
        <p:spPr>
          <a:xfrm>
            <a:off x="7817961" y="5953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3" name="Shape 801"/>
          <p:cNvSpPr/>
          <p:nvPr/>
        </p:nvSpPr>
        <p:spPr>
          <a:xfrm>
            <a:off x="8127763" y="5878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4" name="Shape 802"/>
          <p:cNvSpPr/>
          <p:nvPr/>
        </p:nvSpPr>
        <p:spPr>
          <a:xfrm>
            <a:off x="8140745" y="5903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5" name="Shape 803"/>
          <p:cNvSpPr/>
          <p:nvPr/>
        </p:nvSpPr>
        <p:spPr>
          <a:xfrm>
            <a:off x="7826652" y="5893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6" name="Shape 804"/>
          <p:cNvSpPr/>
          <p:nvPr/>
        </p:nvSpPr>
        <p:spPr>
          <a:xfrm>
            <a:off x="7931515" y="58845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7" name="Shape 805"/>
          <p:cNvSpPr/>
          <p:nvPr/>
        </p:nvSpPr>
        <p:spPr>
          <a:xfrm>
            <a:off x="7801280" y="5929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8" name="Shape 806"/>
          <p:cNvSpPr/>
          <p:nvPr/>
        </p:nvSpPr>
        <p:spPr>
          <a:xfrm>
            <a:off x="7786075" y="5890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9" name="Shape 807"/>
          <p:cNvSpPr/>
          <p:nvPr/>
        </p:nvSpPr>
        <p:spPr>
          <a:xfrm>
            <a:off x="7954317" y="5894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0" name="Shape 808"/>
          <p:cNvSpPr/>
          <p:nvPr/>
        </p:nvSpPr>
        <p:spPr>
          <a:xfrm>
            <a:off x="7833653" y="58367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1" name="Shape 809"/>
          <p:cNvSpPr/>
          <p:nvPr/>
        </p:nvSpPr>
        <p:spPr>
          <a:xfrm>
            <a:off x="8150852" y="5921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2" name="Shape 810"/>
          <p:cNvSpPr/>
          <p:nvPr/>
        </p:nvSpPr>
        <p:spPr>
          <a:xfrm>
            <a:off x="7905926" y="5993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3" name="Shape 811"/>
          <p:cNvSpPr/>
          <p:nvPr/>
        </p:nvSpPr>
        <p:spPr>
          <a:xfrm>
            <a:off x="7871204" y="5836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4" name="Shape 812"/>
          <p:cNvSpPr/>
          <p:nvPr/>
        </p:nvSpPr>
        <p:spPr>
          <a:xfrm>
            <a:off x="7759144" y="6120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5" name="Shape 813"/>
          <p:cNvSpPr/>
          <p:nvPr/>
        </p:nvSpPr>
        <p:spPr>
          <a:xfrm>
            <a:off x="8178053" y="5909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6" name="Shape 814"/>
          <p:cNvSpPr/>
          <p:nvPr/>
        </p:nvSpPr>
        <p:spPr>
          <a:xfrm>
            <a:off x="7938529" y="5910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7" name="Shape 815"/>
          <p:cNvSpPr/>
          <p:nvPr/>
        </p:nvSpPr>
        <p:spPr>
          <a:xfrm>
            <a:off x="7905187" y="60029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8" name="Shape 816"/>
          <p:cNvSpPr/>
          <p:nvPr/>
        </p:nvSpPr>
        <p:spPr>
          <a:xfrm>
            <a:off x="8154255" y="604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9" name="Shape 817"/>
          <p:cNvSpPr/>
          <p:nvPr/>
        </p:nvSpPr>
        <p:spPr>
          <a:xfrm>
            <a:off x="8105194" y="6019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0" name="Shape 818"/>
          <p:cNvSpPr/>
          <p:nvPr/>
        </p:nvSpPr>
        <p:spPr>
          <a:xfrm>
            <a:off x="7798130" y="5887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1" name="Shape 819"/>
          <p:cNvSpPr/>
          <p:nvPr/>
        </p:nvSpPr>
        <p:spPr>
          <a:xfrm>
            <a:off x="7874911" y="5847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2" name="Shape 820"/>
          <p:cNvSpPr/>
          <p:nvPr/>
        </p:nvSpPr>
        <p:spPr>
          <a:xfrm>
            <a:off x="7919177" y="5952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3" name="Shape 821"/>
          <p:cNvSpPr/>
          <p:nvPr/>
        </p:nvSpPr>
        <p:spPr>
          <a:xfrm>
            <a:off x="7882229" y="60678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4" name="Shape 822"/>
          <p:cNvSpPr/>
          <p:nvPr/>
        </p:nvSpPr>
        <p:spPr>
          <a:xfrm>
            <a:off x="8038929" y="60261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5" name="Shape 823"/>
          <p:cNvSpPr/>
          <p:nvPr/>
        </p:nvSpPr>
        <p:spPr>
          <a:xfrm>
            <a:off x="7918178" y="5863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6" name="Shape 824"/>
          <p:cNvSpPr/>
          <p:nvPr/>
        </p:nvSpPr>
        <p:spPr>
          <a:xfrm>
            <a:off x="7815811" y="5992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7" name="Shape 825"/>
          <p:cNvSpPr/>
          <p:nvPr/>
        </p:nvSpPr>
        <p:spPr>
          <a:xfrm>
            <a:off x="7839343" y="59508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8" name="Shape 826"/>
          <p:cNvSpPr/>
          <p:nvPr/>
        </p:nvSpPr>
        <p:spPr>
          <a:xfrm>
            <a:off x="7758308" y="6073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9" name="Shape 827"/>
          <p:cNvSpPr/>
          <p:nvPr/>
        </p:nvSpPr>
        <p:spPr>
          <a:xfrm>
            <a:off x="7964329" y="6016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0" name="Shape 828"/>
          <p:cNvSpPr/>
          <p:nvPr/>
        </p:nvSpPr>
        <p:spPr>
          <a:xfrm>
            <a:off x="7900149" y="5855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1" name="Shape 829"/>
          <p:cNvSpPr/>
          <p:nvPr/>
        </p:nvSpPr>
        <p:spPr>
          <a:xfrm>
            <a:off x="7754899" y="5852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2" name="Shape 830"/>
          <p:cNvSpPr/>
          <p:nvPr/>
        </p:nvSpPr>
        <p:spPr>
          <a:xfrm>
            <a:off x="7963515" y="6062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3" name="Shape 831"/>
          <p:cNvSpPr/>
          <p:nvPr/>
        </p:nvSpPr>
        <p:spPr>
          <a:xfrm>
            <a:off x="7974703" y="5875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4" name="Shape 832"/>
          <p:cNvSpPr/>
          <p:nvPr/>
        </p:nvSpPr>
        <p:spPr>
          <a:xfrm>
            <a:off x="7882803" y="5858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5" name="Shape 833"/>
          <p:cNvSpPr/>
          <p:nvPr/>
        </p:nvSpPr>
        <p:spPr>
          <a:xfrm>
            <a:off x="7868633" y="61458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6" name="Shape 834"/>
          <p:cNvSpPr/>
          <p:nvPr/>
        </p:nvSpPr>
        <p:spPr>
          <a:xfrm>
            <a:off x="8025026" y="5994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7" name="Shape 835"/>
          <p:cNvSpPr/>
          <p:nvPr/>
        </p:nvSpPr>
        <p:spPr>
          <a:xfrm>
            <a:off x="7784596" y="6118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8" name="Shape 836"/>
          <p:cNvSpPr/>
          <p:nvPr/>
        </p:nvSpPr>
        <p:spPr>
          <a:xfrm>
            <a:off x="7898901" y="6188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9" name="Shape 837"/>
          <p:cNvSpPr/>
          <p:nvPr/>
        </p:nvSpPr>
        <p:spPr>
          <a:xfrm>
            <a:off x="8111347" y="5940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0" name="Shape 838"/>
          <p:cNvSpPr/>
          <p:nvPr/>
        </p:nvSpPr>
        <p:spPr>
          <a:xfrm>
            <a:off x="7996888" y="59578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1" name="Shape 839"/>
          <p:cNvSpPr/>
          <p:nvPr/>
        </p:nvSpPr>
        <p:spPr>
          <a:xfrm>
            <a:off x="8059084" y="6074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2" name="Shape 840"/>
          <p:cNvSpPr/>
          <p:nvPr/>
        </p:nvSpPr>
        <p:spPr>
          <a:xfrm>
            <a:off x="7937155" y="5823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3" name="Shape 841"/>
          <p:cNvSpPr/>
          <p:nvPr/>
        </p:nvSpPr>
        <p:spPr>
          <a:xfrm>
            <a:off x="8137013" y="6055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4" name="Shape 842"/>
          <p:cNvSpPr/>
          <p:nvPr/>
        </p:nvSpPr>
        <p:spPr>
          <a:xfrm>
            <a:off x="7964731" y="5933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5" name="Shape 843"/>
          <p:cNvSpPr/>
          <p:nvPr/>
        </p:nvSpPr>
        <p:spPr>
          <a:xfrm>
            <a:off x="8031708" y="5899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6" name="Shape 844"/>
          <p:cNvSpPr/>
          <p:nvPr/>
        </p:nvSpPr>
        <p:spPr>
          <a:xfrm>
            <a:off x="7784242" y="59015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7" name="Shape 845"/>
          <p:cNvSpPr/>
          <p:nvPr/>
        </p:nvSpPr>
        <p:spPr>
          <a:xfrm>
            <a:off x="7961517" y="5878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8" name="Shape 846"/>
          <p:cNvSpPr/>
          <p:nvPr/>
        </p:nvSpPr>
        <p:spPr>
          <a:xfrm>
            <a:off x="7889720" y="6127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9" name="Shape 847"/>
          <p:cNvSpPr/>
          <p:nvPr/>
        </p:nvSpPr>
        <p:spPr>
          <a:xfrm>
            <a:off x="7761291" y="58871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0" name="Shape 848"/>
          <p:cNvSpPr/>
          <p:nvPr/>
        </p:nvSpPr>
        <p:spPr>
          <a:xfrm>
            <a:off x="8029720" y="5973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1" name="Shape 849"/>
          <p:cNvSpPr/>
          <p:nvPr/>
        </p:nvSpPr>
        <p:spPr>
          <a:xfrm>
            <a:off x="8039141" y="5971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2" name="Shape 850"/>
          <p:cNvSpPr/>
          <p:nvPr/>
        </p:nvSpPr>
        <p:spPr>
          <a:xfrm>
            <a:off x="7867631" y="6122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3" name="Shape 851"/>
          <p:cNvSpPr/>
          <p:nvPr/>
        </p:nvSpPr>
        <p:spPr>
          <a:xfrm>
            <a:off x="7965913" y="59371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4" name="Shape 852"/>
          <p:cNvSpPr/>
          <p:nvPr/>
        </p:nvSpPr>
        <p:spPr>
          <a:xfrm>
            <a:off x="8129127" y="5841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5" name="Shape 853"/>
          <p:cNvSpPr/>
          <p:nvPr/>
        </p:nvSpPr>
        <p:spPr>
          <a:xfrm>
            <a:off x="7995658" y="6155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6" name="Shape 854"/>
          <p:cNvSpPr/>
          <p:nvPr/>
        </p:nvSpPr>
        <p:spPr>
          <a:xfrm>
            <a:off x="7946456" y="5889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7" name="Shape 855"/>
          <p:cNvSpPr/>
          <p:nvPr/>
        </p:nvSpPr>
        <p:spPr>
          <a:xfrm>
            <a:off x="7809295" y="5879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8" name="Shape 856"/>
          <p:cNvSpPr/>
          <p:nvPr/>
        </p:nvSpPr>
        <p:spPr>
          <a:xfrm>
            <a:off x="7976104" y="5874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9" name="Shape 857"/>
          <p:cNvSpPr/>
          <p:nvPr/>
        </p:nvSpPr>
        <p:spPr>
          <a:xfrm>
            <a:off x="8074158" y="60443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0" name="Shape 858"/>
          <p:cNvSpPr/>
          <p:nvPr/>
        </p:nvSpPr>
        <p:spPr>
          <a:xfrm>
            <a:off x="7921406" y="59204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1" name="Shape 859"/>
          <p:cNvSpPr/>
          <p:nvPr/>
        </p:nvSpPr>
        <p:spPr>
          <a:xfrm>
            <a:off x="7782041" y="60824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2" name="Shape 860"/>
          <p:cNvSpPr/>
          <p:nvPr/>
        </p:nvSpPr>
        <p:spPr>
          <a:xfrm>
            <a:off x="7916468" y="5999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3" name="Shape 861"/>
          <p:cNvSpPr/>
          <p:nvPr/>
        </p:nvSpPr>
        <p:spPr>
          <a:xfrm>
            <a:off x="8063422" y="6011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4" name="Shape 862"/>
          <p:cNvSpPr/>
          <p:nvPr/>
        </p:nvSpPr>
        <p:spPr>
          <a:xfrm>
            <a:off x="8144349" y="6389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5" name="Shape 863"/>
          <p:cNvSpPr/>
          <p:nvPr/>
        </p:nvSpPr>
        <p:spPr>
          <a:xfrm>
            <a:off x="7893453" y="6556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6" name="Shape 864"/>
          <p:cNvSpPr/>
          <p:nvPr/>
        </p:nvSpPr>
        <p:spPr>
          <a:xfrm>
            <a:off x="8139506" y="59236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7" name="Shape 865"/>
          <p:cNvSpPr/>
          <p:nvPr/>
        </p:nvSpPr>
        <p:spPr>
          <a:xfrm>
            <a:off x="7896437" y="60835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8" name="Shape 866"/>
          <p:cNvSpPr/>
          <p:nvPr/>
        </p:nvSpPr>
        <p:spPr>
          <a:xfrm>
            <a:off x="8012885" y="60912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9" name="Shape 867"/>
          <p:cNvSpPr/>
          <p:nvPr/>
        </p:nvSpPr>
        <p:spPr>
          <a:xfrm>
            <a:off x="8165359" y="6540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0" name="Shape 868"/>
          <p:cNvSpPr/>
          <p:nvPr/>
        </p:nvSpPr>
        <p:spPr>
          <a:xfrm>
            <a:off x="7773717" y="64548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1" name="Shape 869"/>
          <p:cNvSpPr/>
          <p:nvPr/>
        </p:nvSpPr>
        <p:spPr>
          <a:xfrm>
            <a:off x="7773911" y="68032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2" name="Shape 870"/>
          <p:cNvSpPr/>
          <p:nvPr/>
        </p:nvSpPr>
        <p:spPr>
          <a:xfrm>
            <a:off x="8161408" y="6054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3" name="Shape 871"/>
          <p:cNvSpPr/>
          <p:nvPr/>
        </p:nvSpPr>
        <p:spPr>
          <a:xfrm>
            <a:off x="7863021" y="6503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4" name="Shape 872"/>
          <p:cNvSpPr/>
          <p:nvPr/>
        </p:nvSpPr>
        <p:spPr>
          <a:xfrm>
            <a:off x="7999671" y="66880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5" name="Shape 873"/>
          <p:cNvSpPr/>
          <p:nvPr/>
        </p:nvSpPr>
        <p:spPr>
          <a:xfrm>
            <a:off x="7753953" y="6619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6" name="Shape 874"/>
          <p:cNvSpPr/>
          <p:nvPr/>
        </p:nvSpPr>
        <p:spPr>
          <a:xfrm>
            <a:off x="7988407" y="69464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7" name="Shape 875"/>
          <p:cNvSpPr/>
          <p:nvPr/>
        </p:nvSpPr>
        <p:spPr>
          <a:xfrm>
            <a:off x="7948300" y="64840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8" name="Shape 876"/>
          <p:cNvSpPr/>
          <p:nvPr/>
        </p:nvSpPr>
        <p:spPr>
          <a:xfrm>
            <a:off x="8108626" y="5805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9" name="Shape 877"/>
          <p:cNvSpPr/>
          <p:nvPr/>
        </p:nvSpPr>
        <p:spPr>
          <a:xfrm>
            <a:off x="8088928" y="56169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0" name="Shape 878"/>
          <p:cNvSpPr/>
          <p:nvPr/>
        </p:nvSpPr>
        <p:spPr>
          <a:xfrm>
            <a:off x="7787326" y="6142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1" name="Shape 879"/>
          <p:cNvSpPr/>
          <p:nvPr/>
        </p:nvSpPr>
        <p:spPr>
          <a:xfrm>
            <a:off x="8125514" y="6627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2" name="Shape 880"/>
          <p:cNvSpPr/>
          <p:nvPr/>
        </p:nvSpPr>
        <p:spPr>
          <a:xfrm>
            <a:off x="7891234" y="7069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3" name="Shape 881"/>
          <p:cNvSpPr/>
          <p:nvPr/>
        </p:nvSpPr>
        <p:spPr>
          <a:xfrm>
            <a:off x="7848816" y="5690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4" name="Shape 882"/>
          <p:cNvSpPr/>
          <p:nvPr/>
        </p:nvSpPr>
        <p:spPr>
          <a:xfrm>
            <a:off x="7943927" y="5648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5" name="Shape 883"/>
          <p:cNvSpPr/>
          <p:nvPr/>
        </p:nvSpPr>
        <p:spPr>
          <a:xfrm>
            <a:off x="8147130" y="5564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6" name="Shape 884"/>
          <p:cNvSpPr/>
          <p:nvPr/>
        </p:nvSpPr>
        <p:spPr>
          <a:xfrm>
            <a:off x="8028892" y="6088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7" name="Shape 885"/>
          <p:cNvSpPr/>
          <p:nvPr/>
        </p:nvSpPr>
        <p:spPr>
          <a:xfrm>
            <a:off x="7965296" y="5560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8" name="Shape 886"/>
          <p:cNvSpPr/>
          <p:nvPr/>
        </p:nvSpPr>
        <p:spPr>
          <a:xfrm>
            <a:off x="8095189" y="54936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9" name="Shape 887"/>
          <p:cNvSpPr/>
          <p:nvPr/>
        </p:nvSpPr>
        <p:spPr>
          <a:xfrm>
            <a:off x="7988393" y="4929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0" name="Shape 888"/>
          <p:cNvSpPr/>
          <p:nvPr/>
        </p:nvSpPr>
        <p:spPr>
          <a:xfrm>
            <a:off x="7928467" y="5243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1" name="Shape 889"/>
          <p:cNvSpPr/>
          <p:nvPr/>
        </p:nvSpPr>
        <p:spPr>
          <a:xfrm>
            <a:off x="8018071" y="49689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2" name="Shape 890"/>
          <p:cNvSpPr/>
          <p:nvPr/>
        </p:nvSpPr>
        <p:spPr>
          <a:xfrm>
            <a:off x="7976857" y="4391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3" name="Shape 891"/>
          <p:cNvSpPr/>
          <p:nvPr/>
        </p:nvSpPr>
        <p:spPr>
          <a:xfrm>
            <a:off x="8004229" y="57899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4" name="Shape 892"/>
          <p:cNvSpPr/>
          <p:nvPr/>
        </p:nvSpPr>
        <p:spPr>
          <a:xfrm>
            <a:off x="7808043" y="5606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5" name="Shape 893"/>
          <p:cNvSpPr/>
          <p:nvPr/>
        </p:nvSpPr>
        <p:spPr>
          <a:xfrm>
            <a:off x="8159463" y="5391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6" name="Shape 894"/>
          <p:cNvSpPr/>
          <p:nvPr/>
        </p:nvSpPr>
        <p:spPr>
          <a:xfrm>
            <a:off x="7866836" y="5532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7" name="Shape 895"/>
          <p:cNvSpPr/>
          <p:nvPr/>
        </p:nvSpPr>
        <p:spPr>
          <a:xfrm>
            <a:off x="8141457" y="5126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8" name="Shape 896"/>
          <p:cNvSpPr/>
          <p:nvPr/>
        </p:nvSpPr>
        <p:spPr>
          <a:xfrm>
            <a:off x="7857286" y="54553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9" name="Shape 897"/>
          <p:cNvSpPr/>
          <p:nvPr/>
        </p:nvSpPr>
        <p:spPr>
          <a:xfrm>
            <a:off x="8069529" y="5201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0" name="Shape 898"/>
          <p:cNvSpPr/>
          <p:nvPr/>
        </p:nvSpPr>
        <p:spPr>
          <a:xfrm>
            <a:off x="8117549" y="4745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1" name="Shape 899"/>
          <p:cNvSpPr/>
          <p:nvPr/>
        </p:nvSpPr>
        <p:spPr>
          <a:xfrm>
            <a:off x="8159275" y="4770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2" name="Shape 900"/>
          <p:cNvSpPr/>
          <p:nvPr/>
        </p:nvSpPr>
        <p:spPr>
          <a:xfrm>
            <a:off x="7802407" y="5154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3" name="Shape 901"/>
          <p:cNvSpPr/>
          <p:nvPr/>
        </p:nvSpPr>
        <p:spPr>
          <a:xfrm>
            <a:off x="8015374" y="474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4" name="Shape 902"/>
          <p:cNvSpPr/>
          <p:nvPr/>
        </p:nvSpPr>
        <p:spPr>
          <a:xfrm>
            <a:off x="7892686" y="47504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5" name="Shape 903"/>
          <p:cNvSpPr/>
          <p:nvPr/>
        </p:nvSpPr>
        <p:spPr>
          <a:xfrm>
            <a:off x="7914513" y="5309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6" name="Shape 904"/>
          <p:cNvSpPr/>
          <p:nvPr/>
        </p:nvSpPr>
        <p:spPr>
          <a:xfrm>
            <a:off x="7851714" y="6927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7" name="Shape 905"/>
          <p:cNvSpPr/>
          <p:nvPr/>
        </p:nvSpPr>
        <p:spPr>
          <a:xfrm>
            <a:off x="7977488" y="6447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8" name="Shape 906"/>
          <p:cNvSpPr/>
          <p:nvPr/>
        </p:nvSpPr>
        <p:spPr>
          <a:xfrm>
            <a:off x="7841819" y="6416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9" name="Shape 907"/>
          <p:cNvSpPr/>
          <p:nvPr/>
        </p:nvSpPr>
        <p:spPr>
          <a:xfrm>
            <a:off x="7969371" y="6634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0" name="Shape 908"/>
          <p:cNvSpPr/>
          <p:nvPr/>
        </p:nvSpPr>
        <p:spPr>
          <a:xfrm>
            <a:off x="8113367" y="56893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1" name="Shape 909"/>
          <p:cNvSpPr/>
          <p:nvPr/>
        </p:nvSpPr>
        <p:spPr>
          <a:xfrm>
            <a:off x="8034235" y="5706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2" name="Shape 910"/>
          <p:cNvSpPr/>
          <p:nvPr/>
        </p:nvSpPr>
        <p:spPr>
          <a:xfrm>
            <a:off x="7856217" y="4906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3" name="Shape 911"/>
          <p:cNvSpPr/>
          <p:nvPr/>
        </p:nvSpPr>
        <p:spPr>
          <a:xfrm>
            <a:off x="7782161" y="4852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4" name="Shape 912"/>
          <p:cNvSpPr/>
          <p:nvPr/>
        </p:nvSpPr>
        <p:spPr>
          <a:xfrm>
            <a:off x="8134247" y="48862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5" name="Shape 913"/>
          <p:cNvSpPr/>
          <p:nvPr/>
        </p:nvSpPr>
        <p:spPr>
          <a:xfrm>
            <a:off x="8106315" y="4847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6" name="Shape 914"/>
          <p:cNvSpPr/>
          <p:nvPr/>
        </p:nvSpPr>
        <p:spPr>
          <a:xfrm>
            <a:off x="7828540" y="4900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7" name="Shape 915"/>
          <p:cNvSpPr/>
          <p:nvPr/>
        </p:nvSpPr>
        <p:spPr>
          <a:xfrm>
            <a:off x="7801272" y="48786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8" name="Shape 916"/>
          <p:cNvSpPr/>
          <p:nvPr/>
        </p:nvSpPr>
        <p:spPr>
          <a:xfrm>
            <a:off x="8169013" y="5290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9" name="Shape 917"/>
          <p:cNvSpPr/>
          <p:nvPr/>
        </p:nvSpPr>
        <p:spPr>
          <a:xfrm>
            <a:off x="8014256" y="6125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0" name="Shape 918"/>
          <p:cNvSpPr/>
          <p:nvPr/>
        </p:nvSpPr>
        <p:spPr>
          <a:xfrm>
            <a:off x="7753647" y="5885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1" name="Shape 919"/>
          <p:cNvSpPr/>
          <p:nvPr/>
        </p:nvSpPr>
        <p:spPr>
          <a:xfrm>
            <a:off x="7864838" y="5835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2" name="Shape 920"/>
          <p:cNvSpPr/>
          <p:nvPr/>
        </p:nvSpPr>
        <p:spPr>
          <a:xfrm>
            <a:off x="7922359" y="59342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3" name="Shape 921"/>
          <p:cNvSpPr/>
          <p:nvPr/>
        </p:nvSpPr>
        <p:spPr>
          <a:xfrm>
            <a:off x="7809718" y="6163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4" name="Shape 922"/>
          <p:cNvSpPr/>
          <p:nvPr/>
        </p:nvSpPr>
        <p:spPr>
          <a:xfrm>
            <a:off x="7836829" y="6338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5" name="Shape 923"/>
          <p:cNvSpPr/>
          <p:nvPr/>
        </p:nvSpPr>
        <p:spPr>
          <a:xfrm>
            <a:off x="7991582" y="61696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6" name="Shape 924"/>
          <p:cNvSpPr/>
          <p:nvPr/>
        </p:nvSpPr>
        <p:spPr>
          <a:xfrm>
            <a:off x="8110290" y="6402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7" name="Shape 925"/>
          <p:cNvSpPr/>
          <p:nvPr/>
        </p:nvSpPr>
        <p:spPr>
          <a:xfrm>
            <a:off x="7935201" y="64232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8" name="Shape 926"/>
          <p:cNvSpPr/>
          <p:nvPr/>
        </p:nvSpPr>
        <p:spPr>
          <a:xfrm>
            <a:off x="8175199" y="63124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9" name="Shape 927"/>
          <p:cNvSpPr/>
          <p:nvPr/>
        </p:nvSpPr>
        <p:spPr>
          <a:xfrm>
            <a:off x="7910821" y="46478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0" name="Shape 928"/>
          <p:cNvSpPr/>
          <p:nvPr/>
        </p:nvSpPr>
        <p:spPr>
          <a:xfrm>
            <a:off x="8044257" y="4334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1" name="Shape 929"/>
          <p:cNvSpPr/>
          <p:nvPr/>
        </p:nvSpPr>
        <p:spPr>
          <a:xfrm>
            <a:off x="7877101" y="59596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2" name="Shape 930"/>
          <p:cNvSpPr/>
          <p:nvPr/>
        </p:nvSpPr>
        <p:spPr>
          <a:xfrm>
            <a:off x="7952590" y="5965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3" name="Shape 931"/>
          <p:cNvSpPr/>
          <p:nvPr/>
        </p:nvSpPr>
        <p:spPr>
          <a:xfrm>
            <a:off x="7850628" y="61630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4" name="Shape 932"/>
          <p:cNvSpPr/>
          <p:nvPr/>
        </p:nvSpPr>
        <p:spPr>
          <a:xfrm>
            <a:off x="7753143" y="49577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5" name="Shape 933"/>
          <p:cNvSpPr/>
          <p:nvPr/>
        </p:nvSpPr>
        <p:spPr>
          <a:xfrm>
            <a:off x="8116528" y="48386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6" name="Shape 934"/>
          <p:cNvSpPr/>
          <p:nvPr/>
        </p:nvSpPr>
        <p:spPr>
          <a:xfrm>
            <a:off x="7871573" y="3608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7" name="Shape 935"/>
          <p:cNvSpPr/>
          <p:nvPr/>
        </p:nvSpPr>
        <p:spPr>
          <a:xfrm>
            <a:off x="8179039" y="5559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8" name="Shape 936"/>
          <p:cNvSpPr/>
          <p:nvPr/>
        </p:nvSpPr>
        <p:spPr>
          <a:xfrm>
            <a:off x="8029040" y="5586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9" name="Shape 937"/>
          <p:cNvSpPr/>
          <p:nvPr/>
        </p:nvSpPr>
        <p:spPr>
          <a:xfrm>
            <a:off x="7818216" y="5884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0" name="Shape 938"/>
          <p:cNvSpPr/>
          <p:nvPr/>
        </p:nvSpPr>
        <p:spPr>
          <a:xfrm>
            <a:off x="8039478" y="56786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1" name="Shape 939"/>
          <p:cNvSpPr/>
          <p:nvPr/>
        </p:nvSpPr>
        <p:spPr>
          <a:xfrm>
            <a:off x="7907404" y="5618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2" name="Shape 940"/>
          <p:cNvSpPr/>
          <p:nvPr/>
        </p:nvSpPr>
        <p:spPr>
          <a:xfrm>
            <a:off x="7863849" y="57131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3" name="Shape 941"/>
          <p:cNvSpPr/>
          <p:nvPr/>
        </p:nvSpPr>
        <p:spPr>
          <a:xfrm>
            <a:off x="7973991" y="5735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4" name="Shape 942"/>
          <p:cNvSpPr/>
          <p:nvPr/>
        </p:nvSpPr>
        <p:spPr>
          <a:xfrm>
            <a:off x="8006073" y="6164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5" name="Shape 943"/>
          <p:cNvSpPr/>
          <p:nvPr/>
        </p:nvSpPr>
        <p:spPr>
          <a:xfrm>
            <a:off x="7811003" y="6023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6" name="Shape 944"/>
          <p:cNvSpPr/>
          <p:nvPr/>
        </p:nvSpPr>
        <p:spPr>
          <a:xfrm>
            <a:off x="8001993" y="61405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7" name="Shape 945"/>
          <p:cNvSpPr/>
          <p:nvPr/>
        </p:nvSpPr>
        <p:spPr>
          <a:xfrm>
            <a:off x="7980638" y="60009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8" name="Shape 946"/>
          <p:cNvSpPr/>
          <p:nvPr/>
        </p:nvSpPr>
        <p:spPr>
          <a:xfrm>
            <a:off x="7772723" y="5929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9" name="Shape 947"/>
          <p:cNvSpPr/>
          <p:nvPr/>
        </p:nvSpPr>
        <p:spPr>
          <a:xfrm>
            <a:off x="7929011" y="5617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0" name="Shape 948"/>
          <p:cNvSpPr/>
          <p:nvPr/>
        </p:nvSpPr>
        <p:spPr>
          <a:xfrm>
            <a:off x="8013043" y="56917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1" name="Shape 949"/>
          <p:cNvSpPr/>
          <p:nvPr/>
        </p:nvSpPr>
        <p:spPr>
          <a:xfrm>
            <a:off x="8000352" y="5971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2" name="Shape 950"/>
          <p:cNvSpPr/>
          <p:nvPr/>
        </p:nvSpPr>
        <p:spPr>
          <a:xfrm>
            <a:off x="8068735" y="5678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3" name="Shape 951"/>
          <p:cNvSpPr/>
          <p:nvPr/>
        </p:nvSpPr>
        <p:spPr>
          <a:xfrm>
            <a:off x="7805717" y="5989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4" name="Shape 952"/>
          <p:cNvSpPr/>
          <p:nvPr/>
        </p:nvSpPr>
        <p:spPr>
          <a:xfrm>
            <a:off x="7986485" y="5389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5" name="Shape 953"/>
          <p:cNvSpPr/>
          <p:nvPr/>
        </p:nvSpPr>
        <p:spPr>
          <a:xfrm>
            <a:off x="7759854" y="51494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6" name="Shape 954"/>
          <p:cNvSpPr/>
          <p:nvPr/>
        </p:nvSpPr>
        <p:spPr>
          <a:xfrm>
            <a:off x="7939750" y="4838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7" name="Shape 955"/>
          <p:cNvSpPr/>
          <p:nvPr/>
        </p:nvSpPr>
        <p:spPr>
          <a:xfrm>
            <a:off x="8095886" y="5963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8" name="Shape 956"/>
          <p:cNvSpPr/>
          <p:nvPr/>
        </p:nvSpPr>
        <p:spPr>
          <a:xfrm>
            <a:off x="7882299" y="6771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9" name="Shape 957"/>
          <p:cNvSpPr/>
          <p:nvPr/>
        </p:nvSpPr>
        <p:spPr>
          <a:xfrm>
            <a:off x="7816888" y="6585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0" name="Shape 958"/>
          <p:cNvSpPr/>
          <p:nvPr/>
        </p:nvSpPr>
        <p:spPr>
          <a:xfrm>
            <a:off x="7902787" y="6803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1" name="Shape 959"/>
          <p:cNvSpPr/>
          <p:nvPr/>
        </p:nvSpPr>
        <p:spPr>
          <a:xfrm>
            <a:off x="7980323" y="6421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2" name="Shape 960"/>
          <p:cNvSpPr/>
          <p:nvPr/>
        </p:nvSpPr>
        <p:spPr>
          <a:xfrm>
            <a:off x="7976480" y="6679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3" name="Shape 961"/>
          <p:cNvSpPr/>
          <p:nvPr/>
        </p:nvSpPr>
        <p:spPr>
          <a:xfrm>
            <a:off x="8023589" y="6326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4" name="Shape 962"/>
          <p:cNvSpPr/>
          <p:nvPr/>
        </p:nvSpPr>
        <p:spPr>
          <a:xfrm>
            <a:off x="7797249" y="6224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5" name="Shape 963"/>
          <p:cNvSpPr/>
          <p:nvPr/>
        </p:nvSpPr>
        <p:spPr>
          <a:xfrm>
            <a:off x="7984958" y="6449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6" name="Shape 964"/>
          <p:cNvSpPr/>
          <p:nvPr/>
        </p:nvSpPr>
        <p:spPr>
          <a:xfrm>
            <a:off x="8065456" y="6448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7" name="Shape 965"/>
          <p:cNvSpPr/>
          <p:nvPr/>
        </p:nvSpPr>
        <p:spPr>
          <a:xfrm>
            <a:off x="7777843" y="6556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8" name="Shape 966"/>
          <p:cNvSpPr/>
          <p:nvPr/>
        </p:nvSpPr>
        <p:spPr>
          <a:xfrm>
            <a:off x="8121412" y="5780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9" name="Shape 967"/>
          <p:cNvSpPr/>
          <p:nvPr/>
        </p:nvSpPr>
        <p:spPr>
          <a:xfrm>
            <a:off x="7954182" y="5809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0" name="Shape 968"/>
          <p:cNvSpPr/>
          <p:nvPr/>
        </p:nvSpPr>
        <p:spPr>
          <a:xfrm>
            <a:off x="7807531" y="5455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1" name="Shape 969"/>
          <p:cNvSpPr/>
          <p:nvPr/>
        </p:nvSpPr>
        <p:spPr>
          <a:xfrm>
            <a:off x="8139057" y="5721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2" name="Shape 970"/>
          <p:cNvSpPr/>
          <p:nvPr/>
        </p:nvSpPr>
        <p:spPr>
          <a:xfrm>
            <a:off x="8046449" y="5877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3" name="Shape 971"/>
          <p:cNvSpPr/>
          <p:nvPr/>
        </p:nvSpPr>
        <p:spPr>
          <a:xfrm>
            <a:off x="8004584" y="5538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4" name="Shape 972"/>
          <p:cNvSpPr/>
          <p:nvPr/>
        </p:nvSpPr>
        <p:spPr>
          <a:xfrm>
            <a:off x="8055955" y="6051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5" name="Shape 973"/>
          <p:cNvSpPr/>
          <p:nvPr/>
        </p:nvSpPr>
        <p:spPr>
          <a:xfrm>
            <a:off x="7955090" y="5947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6" name="Shape 974"/>
          <p:cNvSpPr/>
          <p:nvPr/>
        </p:nvSpPr>
        <p:spPr>
          <a:xfrm>
            <a:off x="8018466" y="58829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7" name="Shape 975"/>
          <p:cNvSpPr/>
          <p:nvPr/>
        </p:nvSpPr>
        <p:spPr>
          <a:xfrm>
            <a:off x="7809416" y="5403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8" name="Shape 976"/>
          <p:cNvSpPr/>
          <p:nvPr/>
        </p:nvSpPr>
        <p:spPr>
          <a:xfrm>
            <a:off x="8053639" y="5806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9" name="Shape 977"/>
          <p:cNvSpPr/>
          <p:nvPr/>
        </p:nvSpPr>
        <p:spPr>
          <a:xfrm>
            <a:off x="8111089" y="4823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0" name="Shape 978"/>
          <p:cNvSpPr/>
          <p:nvPr/>
        </p:nvSpPr>
        <p:spPr>
          <a:xfrm>
            <a:off x="7820659" y="4783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1" name="Shape 979"/>
          <p:cNvSpPr/>
          <p:nvPr/>
        </p:nvSpPr>
        <p:spPr>
          <a:xfrm>
            <a:off x="7886810" y="5171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2" name="Shape 980"/>
          <p:cNvSpPr/>
          <p:nvPr/>
        </p:nvSpPr>
        <p:spPr>
          <a:xfrm>
            <a:off x="7872467" y="3983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3" name="Shape 981"/>
          <p:cNvSpPr/>
          <p:nvPr/>
        </p:nvSpPr>
        <p:spPr>
          <a:xfrm>
            <a:off x="8140960" y="44604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4" name="Shape 982"/>
          <p:cNvSpPr/>
          <p:nvPr/>
        </p:nvSpPr>
        <p:spPr>
          <a:xfrm>
            <a:off x="7897800" y="4822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5" name="Shape 983"/>
          <p:cNvSpPr/>
          <p:nvPr/>
        </p:nvSpPr>
        <p:spPr>
          <a:xfrm>
            <a:off x="7839796" y="4204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6" name="Shape 984"/>
          <p:cNvSpPr/>
          <p:nvPr/>
        </p:nvSpPr>
        <p:spPr>
          <a:xfrm>
            <a:off x="7960000" y="4901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7" name="Shape 985"/>
          <p:cNvSpPr/>
          <p:nvPr/>
        </p:nvSpPr>
        <p:spPr>
          <a:xfrm>
            <a:off x="7989513" y="3493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8" name="Shape 986"/>
          <p:cNvSpPr/>
          <p:nvPr/>
        </p:nvSpPr>
        <p:spPr>
          <a:xfrm>
            <a:off x="8181753" y="5402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9" name="Shape 987"/>
          <p:cNvSpPr/>
          <p:nvPr/>
        </p:nvSpPr>
        <p:spPr>
          <a:xfrm>
            <a:off x="8038045" y="6099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0" name="Shape 988"/>
          <p:cNvSpPr/>
          <p:nvPr/>
        </p:nvSpPr>
        <p:spPr>
          <a:xfrm>
            <a:off x="8018094" y="5026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1" name="Shape 989"/>
          <p:cNvSpPr/>
          <p:nvPr/>
        </p:nvSpPr>
        <p:spPr>
          <a:xfrm>
            <a:off x="8105545" y="5465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2" name="Shape 990"/>
          <p:cNvSpPr/>
          <p:nvPr/>
        </p:nvSpPr>
        <p:spPr>
          <a:xfrm>
            <a:off x="7924575" y="5526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3" name="Shape 991"/>
          <p:cNvSpPr/>
          <p:nvPr/>
        </p:nvSpPr>
        <p:spPr>
          <a:xfrm>
            <a:off x="7790977" y="5672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4" name="Shape 992"/>
          <p:cNvSpPr/>
          <p:nvPr/>
        </p:nvSpPr>
        <p:spPr>
          <a:xfrm>
            <a:off x="8013215" y="5666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5" name="Shape 993"/>
          <p:cNvSpPr/>
          <p:nvPr/>
        </p:nvSpPr>
        <p:spPr>
          <a:xfrm>
            <a:off x="8057861" y="6162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6" name="Shape 994"/>
          <p:cNvSpPr/>
          <p:nvPr/>
        </p:nvSpPr>
        <p:spPr>
          <a:xfrm>
            <a:off x="7996356" y="5335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7" name="Shape 995"/>
          <p:cNvSpPr/>
          <p:nvPr/>
        </p:nvSpPr>
        <p:spPr>
          <a:xfrm>
            <a:off x="8118840" y="52523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8" name="Shape 996"/>
          <p:cNvSpPr/>
          <p:nvPr/>
        </p:nvSpPr>
        <p:spPr>
          <a:xfrm>
            <a:off x="8079423" y="5294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9" name="Shape 997"/>
          <p:cNvSpPr/>
          <p:nvPr/>
        </p:nvSpPr>
        <p:spPr>
          <a:xfrm>
            <a:off x="7815511" y="5326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0" name="Shape 998"/>
          <p:cNvSpPr/>
          <p:nvPr/>
        </p:nvSpPr>
        <p:spPr>
          <a:xfrm>
            <a:off x="7793930" y="61270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1" name="Shape 999"/>
          <p:cNvSpPr/>
          <p:nvPr/>
        </p:nvSpPr>
        <p:spPr>
          <a:xfrm>
            <a:off x="8006861" y="6417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2" name="Shape 1000"/>
          <p:cNvSpPr/>
          <p:nvPr/>
        </p:nvSpPr>
        <p:spPr>
          <a:xfrm>
            <a:off x="7839039" y="58997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3" name="Shape 1001"/>
          <p:cNvSpPr/>
          <p:nvPr/>
        </p:nvSpPr>
        <p:spPr>
          <a:xfrm>
            <a:off x="7874252" y="5865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4" name="Shape 1002"/>
          <p:cNvSpPr/>
          <p:nvPr/>
        </p:nvSpPr>
        <p:spPr>
          <a:xfrm>
            <a:off x="8152165" y="6297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5" name="Shape 1003"/>
          <p:cNvSpPr/>
          <p:nvPr/>
        </p:nvSpPr>
        <p:spPr>
          <a:xfrm>
            <a:off x="7797317" y="61476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6" name="Shape 1004"/>
          <p:cNvSpPr/>
          <p:nvPr/>
        </p:nvSpPr>
        <p:spPr>
          <a:xfrm>
            <a:off x="8169982" y="5102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7" name="Shape 1005"/>
          <p:cNvSpPr/>
          <p:nvPr/>
        </p:nvSpPr>
        <p:spPr>
          <a:xfrm>
            <a:off x="7813938" y="4884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8" name="Shape 1006"/>
          <p:cNvSpPr/>
          <p:nvPr/>
        </p:nvSpPr>
        <p:spPr>
          <a:xfrm>
            <a:off x="8049772" y="4583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9" name="Shape 1007"/>
          <p:cNvSpPr/>
          <p:nvPr/>
        </p:nvSpPr>
        <p:spPr>
          <a:xfrm>
            <a:off x="7763504" y="68540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0" name="Shape 1008"/>
          <p:cNvSpPr/>
          <p:nvPr/>
        </p:nvSpPr>
        <p:spPr>
          <a:xfrm>
            <a:off x="7927476" y="5920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1" name="Shape 1009"/>
          <p:cNvSpPr/>
          <p:nvPr/>
        </p:nvSpPr>
        <p:spPr>
          <a:xfrm>
            <a:off x="8091512" y="6263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2" name="Shape 1010"/>
          <p:cNvSpPr/>
          <p:nvPr/>
        </p:nvSpPr>
        <p:spPr>
          <a:xfrm>
            <a:off x="7768556" y="60582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3" name="Shape 1011"/>
          <p:cNvSpPr/>
          <p:nvPr/>
        </p:nvSpPr>
        <p:spPr>
          <a:xfrm>
            <a:off x="8135760" y="6569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4" name="Shape 1012"/>
          <p:cNvSpPr/>
          <p:nvPr/>
        </p:nvSpPr>
        <p:spPr>
          <a:xfrm>
            <a:off x="8049984" y="639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5" name="Shape 1013"/>
          <p:cNvSpPr/>
          <p:nvPr/>
        </p:nvSpPr>
        <p:spPr>
          <a:xfrm>
            <a:off x="7843995" y="6305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6" name="Shape 1014"/>
          <p:cNvSpPr/>
          <p:nvPr/>
        </p:nvSpPr>
        <p:spPr>
          <a:xfrm>
            <a:off x="7943432" y="62847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7" name="Shape 1015"/>
          <p:cNvSpPr/>
          <p:nvPr/>
        </p:nvSpPr>
        <p:spPr>
          <a:xfrm>
            <a:off x="8055980" y="6593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8" name="Shape 1016"/>
          <p:cNvSpPr/>
          <p:nvPr/>
        </p:nvSpPr>
        <p:spPr>
          <a:xfrm>
            <a:off x="7816952" y="6706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9" name="Shape 1017"/>
          <p:cNvSpPr/>
          <p:nvPr/>
        </p:nvSpPr>
        <p:spPr>
          <a:xfrm>
            <a:off x="7841953" y="5256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0" name="Shape 1018"/>
          <p:cNvSpPr/>
          <p:nvPr/>
        </p:nvSpPr>
        <p:spPr>
          <a:xfrm>
            <a:off x="7963240" y="6530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1" name="Shape 1019"/>
          <p:cNvSpPr/>
          <p:nvPr/>
        </p:nvSpPr>
        <p:spPr>
          <a:xfrm>
            <a:off x="7988300" y="4786515"/>
            <a:ext cx="127" cy="1854305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022" name="Shape 1020"/>
          <p:cNvSpPr/>
          <p:nvPr/>
        </p:nvSpPr>
        <p:spPr>
          <a:xfrm>
            <a:off x="7874000" y="6640820"/>
            <a:ext cx="228600" cy="127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023" name="Shape 1021"/>
          <p:cNvSpPr/>
          <p:nvPr/>
        </p:nvSpPr>
        <p:spPr>
          <a:xfrm>
            <a:off x="7874000" y="4786515"/>
            <a:ext cx="228600" cy="127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024" name="Shape 1022"/>
          <p:cNvSpPr/>
          <p:nvPr/>
        </p:nvSpPr>
        <p:spPr>
          <a:xfrm>
            <a:off x="7823200" y="5625703"/>
            <a:ext cx="330200" cy="485274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1025" name="Shape 1023"/>
          <p:cNvSpPr/>
          <p:nvPr/>
        </p:nvSpPr>
        <p:spPr>
          <a:xfrm>
            <a:off x="7823200" y="5919627"/>
            <a:ext cx="330200" cy="127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1026" name="Shape 1024"/>
          <p:cNvSpPr/>
          <p:nvPr/>
        </p:nvSpPr>
        <p:spPr>
          <a:xfrm>
            <a:off x="7988300" y="7404100"/>
            <a:ext cx="127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027" name="Text 1025"/>
          <p:cNvSpPr/>
          <p:nvPr/>
        </p:nvSpPr>
        <p:spPr>
          <a:xfrm>
            <a:off x="7239000" y="7543800"/>
            <a:ext cx="1498600" cy="736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Tuned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GT</a:t>
            </a:r>
            <a:endParaRPr lang="en-US" sz="1500" dirty="0"/>
          </a:p>
        </p:txBody>
      </p:sp>
      <p:sp>
        <p:nvSpPr>
          <p:cNvPr id="1028" name="Shape 1026"/>
          <p:cNvSpPr/>
          <p:nvPr/>
        </p:nvSpPr>
        <p:spPr>
          <a:xfrm>
            <a:off x="9625092" y="58020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29" name="Shape 1027"/>
          <p:cNvSpPr/>
          <p:nvPr/>
        </p:nvSpPr>
        <p:spPr>
          <a:xfrm>
            <a:off x="9582144" y="5893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0" name="Shape 1028"/>
          <p:cNvSpPr/>
          <p:nvPr/>
        </p:nvSpPr>
        <p:spPr>
          <a:xfrm>
            <a:off x="9334158" y="58218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1" name="Shape 1029"/>
          <p:cNvSpPr/>
          <p:nvPr/>
        </p:nvSpPr>
        <p:spPr>
          <a:xfrm>
            <a:off x="9552074" y="5675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2" name="Shape 1030"/>
          <p:cNvSpPr/>
          <p:nvPr/>
        </p:nvSpPr>
        <p:spPr>
          <a:xfrm>
            <a:off x="9216940" y="5822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3" name="Shape 1031"/>
          <p:cNvSpPr/>
          <p:nvPr/>
        </p:nvSpPr>
        <p:spPr>
          <a:xfrm>
            <a:off x="9415756" y="58523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4" name="Shape 1032"/>
          <p:cNvSpPr/>
          <p:nvPr/>
        </p:nvSpPr>
        <p:spPr>
          <a:xfrm>
            <a:off x="9385648" y="5956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5" name="Shape 1033"/>
          <p:cNvSpPr/>
          <p:nvPr/>
        </p:nvSpPr>
        <p:spPr>
          <a:xfrm>
            <a:off x="9440625" y="5775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6" name="Shape 1034"/>
          <p:cNvSpPr/>
          <p:nvPr/>
        </p:nvSpPr>
        <p:spPr>
          <a:xfrm>
            <a:off x="9419788" y="5858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7" name="Shape 1035"/>
          <p:cNvSpPr/>
          <p:nvPr/>
        </p:nvSpPr>
        <p:spPr>
          <a:xfrm>
            <a:off x="9629666" y="5843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8" name="Shape 1036"/>
          <p:cNvSpPr/>
          <p:nvPr/>
        </p:nvSpPr>
        <p:spPr>
          <a:xfrm>
            <a:off x="9430770" y="6044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9" name="Shape 1037"/>
          <p:cNvSpPr/>
          <p:nvPr/>
        </p:nvSpPr>
        <p:spPr>
          <a:xfrm>
            <a:off x="9575317" y="5879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0" name="Shape 1038"/>
          <p:cNvSpPr/>
          <p:nvPr/>
        </p:nvSpPr>
        <p:spPr>
          <a:xfrm>
            <a:off x="9416713" y="5814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1" name="Shape 1039"/>
          <p:cNvSpPr/>
          <p:nvPr/>
        </p:nvSpPr>
        <p:spPr>
          <a:xfrm>
            <a:off x="9618436" y="58414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2" name="Shape 1040"/>
          <p:cNvSpPr/>
          <p:nvPr/>
        </p:nvSpPr>
        <p:spPr>
          <a:xfrm>
            <a:off x="9257028" y="58468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3" name="Shape 1041"/>
          <p:cNvSpPr/>
          <p:nvPr/>
        </p:nvSpPr>
        <p:spPr>
          <a:xfrm>
            <a:off x="9248681" y="5952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4" name="Shape 1042"/>
          <p:cNvSpPr/>
          <p:nvPr/>
        </p:nvSpPr>
        <p:spPr>
          <a:xfrm>
            <a:off x="9274388" y="5740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5" name="Shape 1043"/>
          <p:cNvSpPr/>
          <p:nvPr/>
        </p:nvSpPr>
        <p:spPr>
          <a:xfrm>
            <a:off x="9364188" y="6105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6" name="Shape 1044"/>
          <p:cNvSpPr/>
          <p:nvPr/>
        </p:nvSpPr>
        <p:spPr>
          <a:xfrm>
            <a:off x="9265761" y="5870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7" name="Shape 1045"/>
          <p:cNvSpPr/>
          <p:nvPr/>
        </p:nvSpPr>
        <p:spPr>
          <a:xfrm>
            <a:off x="9575563" y="57185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8" name="Shape 1046"/>
          <p:cNvSpPr/>
          <p:nvPr/>
        </p:nvSpPr>
        <p:spPr>
          <a:xfrm>
            <a:off x="9588545" y="5696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9" name="Shape 1047"/>
          <p:cNvSpPr/>
          <p:nvPr/>
        </p:nvSpPr>
        <p:spPr>
          <a:xfrm>
            <a:off x="9274452" y="5845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0" name="Shape 1048"/>
          <p:cNvSpPr/>
          <p:nvPr/>
        </p:nvSpPr>
        <p:spPr>
          <a:xfrm>
            <a:off x="9379315" y="5771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1" name="Shape 1049"/>
          <p:cNvSpPr/>
          <p:nvPr/>
        </p:nvSpPr>
        <p:spPr>
          <a:xfrm>
            <a:off x="9249080" y="57923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2" name="Shape 1050"/>
          <p:cNvSpPr/>
          <p:nvPr/>
        </p:nvSpPr>
        <p:spPr>
          <a:xfrm>
            <a:off x="9233875" y="58624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3" name="Shape 1051"/>
          <p:cNvSpPr/>
          <p:nvPr/>
        </p:nvSpPr>
        <p:spPr>
          <a:xfrm>
            <a:off x="9402117" y="5838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4" name="Shape 1052"/>
          <p:cNvSpPr/>
          <p:nvPr/>
        </p:nvSpPr>
        <p:spPr>
          <a:xfrm>
            <a:off x="9281453" y="5866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5" name="Shape 1053"/>
          <p:cNvSpPr/>
          <p:nvPr/>
        </p:nvSpPr>
        <p:spPr>
          <a:xfrm>
            <a:off x="9598652" y="5925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6" name="Shape 1054"/>
          <p:cNvSpPr/>
          <p:nvPr/>
        </p:nvSpPr>
        <p:spPr>
          <a:xfrm>
            <a:off x="9353726" y="6098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7" name="Shape 1055"/>
          <p:cNvSpPr/>
          <p:nvPr/>
        </p:nvSpPr>
        <p:spPr>
          <a:xfrm>
            <a:off x="9319004" y="5791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8" name="Shape 1056"/>
          <p:cNvSpPr/>
          <p:nvPr/>
        </p:nvSpPr>
        <p:spPr>
          <a:xfrm>
            <a:off x="9206944" y="5844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9" name="Shape 1057"/>
          <p:cNvSpPr/>
          <p:nvPr/>
        </p:nvSpPr>
        <p:spPr>
          <a:xfrm>
            <a:off x="9625853" y="5760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0" name="Shape 1058"/>
          <p:cNvSpPr/>
          <p:nvPr/>
        </p:nvSpPr>
        <p:spPr>
          <a:xfrm>
            <a:off x="9386329" y="5716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1" name="Shape 1059"/>
          <p:cNvSpPr/>
          <p:nvPr/>
        </p:nvSpPr>
        <p:spPr>
          <a:xfrm>
            <a:off x="9352987" y="5892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2" name="Shape 1060"/>
          <p:cNvSpPr/>
          <p:nvPr/>
        </p:nvSpPr>
        <p:spPr>
          <a:xfrm>
            <a:off x="9602055" y="5695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3" name="Shape 1061"/>
          <p:cNvSpPr/>
          <p:nvPr/>
        </p:nvSpPr>
        <p:spPr>
          <a:xfrm>
            <a:off x="9552994" y="5840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4" name="Shape 1062"/>
          <p:cNvSpPr/>
          <p:nvPr/>
        </p:nvSpPr>
        <p:spPr>
          <a:xfrm>
            <a:off x="9245930" y="5980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5" name="Shape 1063"/>
          <p:cNvSpPr/>
          <p:nvPr/>
        </p:nvSpPr>
        <p:spPr>
          <a:xfrm>
            <a:off x="9322711" y="5840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6" name="Shape 1064"/>
          <p:cNvSpPr/>
          <p:nvPr/>
        </p:nvSpPr>
        <p:spPr>
          <a:xfrm>
            <a:off x="9366977" y="5919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7" name="Shape 1065"/>
          <p:cNvSpPr/>
          <p:nvPr/>
        </p:nvSpPr>
        <p:spPr>
          <a:xfrm>
            <a:off x="9330029" y="5857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8" name="Shape 1066"/>
          <p:cNvSpPr/>
          <p:nvPr/>
        </p:nvSpPr>
        <p:spPr>
          <a:xfrm>
            <a:off x="9486729" y="5856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9" name="Shape 1067"/>
          <p:cNvSpPr/>
          <p:nvPr/>
        </p:nvSpPr>
        <p:spPr>
          <a:xfrm>
            <a:off x="9365978" y="5914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0" name="Shape 1068"/>
          <p:cNvSpPr/>
          <p:nvPr/>
        </p:nvSpPr>
        <p:spPr>
          <a:xfrm>
            <a:off x="9263611" y="5857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1" name="Shape 1069"/>
          <p:cNvSpPr/>
          <p:nvPr/>
        </p:nvSpPr>
        <p:spPr>
          <a:xfrm>
            <a:off x="9287143" y="5881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2" name="Shape 1070"/>
          <p:cNvSpPr/>
          <p:nvPr/>
        </p:nvSpPr>
        <p:spPr>
          <a:xfrm>
            <a:off x="9206108" y="6218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3" name="Shape 1071"/>
          <p:cNvSpPr/>
          <p:nvPr/>
        </p:nvSpPr>
        <p:spPr>
          <a:xfrm>
            <a:off x="9412129" y="5739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4" name="Shape 1072"/>
          <p:cNvSpPr/>
          <p:nvPr/>
        </p:nvSpPr>
        <p:spPr>
          <a:xfrm>
            <a:off x="9347949" y="5718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5" name="Shape 1073"/>
          <p:cNvSpPr/>
          <p:nvPr/>
        </p:nvSpPr>
        <p:spPr>
          <a:xfrm>
            <a:off x="9202699" y="5996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6" name="Shape 1074"/>
          <p:cNvSpPr/>
          <p:nvPr/>
        </p:nvSpPr>
        <p:spPr>
          <a:xfrm>
            <a:off x="9411315" y="5712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7" name="Shape 1075"/>
          <p:cNvSpPr/>
          <p:nvPr/>
        </p:nvSpPr>
        <p:spPr>
          <a:xfrm>
            <a:off x="9422503" y="5907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8" name="Shape 1076"/>
          <p:cNvSpPr/>
          <p:nvPr/>
        </p:nvSpPr>
        <p:spPr>
          <a:xfrm>
            <a:off x="9330603" y="57922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9" name="Shape 1077"/>
          <p:cNvSpPr/>
          <p:nvPr/>
        </p:nvSpPr>
        <p:spPr>
          <a:xfrm>
            <a:off x="9316433" y="5779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0" name="Shape 1078"/>
          <p:cNvSpPr/>
          <p:nvPr/>
        </p:nvSpPr>
        <p:spPr>
          <a:xfrm>
            <a:off x="9472826" y="5930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1" name="Shape 1079"/>
          <p:cNvSpPr/>
          <p:nvPr/>
        </p:nvSpPr>
        <p:spPr>
          <a:xfrm>
            <a:off x="9232396" y="60809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2" name="Shape 1080"/>
          <p:cNvSpPr/>
          <p:nvPr/>
        </p:nvSpPr>
        <p:spPr>
          <a:xfrm>
            <a:off x="9346701" y="5867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3" name="Shape 1081"/>
          <p:cNvSpPr/>
          <p:nvPr/>
        </p:nvSpPr>
        <p:spPr>
          <a:xfrm>
            <a:off x="9559147" y="5814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4" name="Shape 1082"/>
          <p:cNvSpPr/>
          <p:nvPr/>
        </p:nvSpPr>
        <p:spPr>
          <a:xfrm>
            <a:off x="9444688" y="5885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5" name="Shape 1083"/>
          <p:cNvSpPr/>
          <p:nvPr/>
        </p:nvSpPr>
        <p:spPr>
          <a:xfrm>
            <a:off x="9506884" y="5894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6" name="Shape 1084"/>
          <p:cNvSpPr/>
          <p:nvPr/>
        </p:nvSpPr>
        <p:spPr>
          <a:xfrm>
            <a:off x="9384955" y="5731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7" name="Shape 1085"/>
          <p:cNvSpPr/>
          <p:nvPr/>
        </p:nvSpPr>
        <p:spPr>
          <a:xfrm>
            <a:off x="9584813" y="5883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8" name="Shape 1086"/>
          <p:cNvSpPr/>
          <p:nvPr/>
        </p:nvSpPr>
        <p:spPr>
          <a:xfrm>
            <a:off x="9412531" y="5912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9" name="Shape 1087"/>
          <p:cNvSpPr/>
          <p:nvPr/>
        </p:nvSpPr>
        <p:spPr>
          <a:xfrm>
            <a:off x="9479508" y="5965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0" name="Shape 1088"/>
          <p:cNvSpPr/>
          <p:nvPr/>
        </p:nvSpPr>
        <p:spPr>
          <a:xfrm>
            <a:off x="9232042" y="58598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1" name="Shape 1089"/>
          <p:cNvSpPr/>
          <p:nvPr/>
        </p:nvSpPr>
        <p:spPr>
          <a:xfrm>
            <a:off x="9409317" y="5787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2" name="Shape 1090"/>
          <p:cNvSpPr/>
          <p:nvPr/>
        </p:nvSpPr>
        <p:spPr>
          <a:xfrm>
            <a:off x="9337520" y="5991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3" name="Shape 1091"/>
          <p:cNvSpPr/>
          <p:nvPr/>
        </p:nvSpPr>
        <p:spPr>
          <a:xfrm>
            <a:off x="9209091" y="5791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4" name="Shape 1092"/>
          <p:cNvSpPr/>
          <p:nvPr/>
        </p:nvSpPr>
        <p:spPr>
          <a:xfrm>
            <a:off x="9477520" y="59536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5" name="Shape 1093"/>
          <p:cNvSpPr/>
          <p:nvPr/>
        </p:nvSpPr>
        <p:spPr>
          <a:xfrm>
            <a:off x="9486941" y="58223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6" name="Shape 1094"/>
          <p:cNvSpPr/>
          <p:nvPr/>
        </p:nvSpPr>
        <p:spPr>
          <a:xfrm>
            <a:off x="9315431" y="56093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7" name="Shape 1095"/>
          <p:cNvSpPr/>
          <p:nvPr/>
        </p:nvSpPr>
        <p:spPr>
          <a:xfrm>
            <a:off x="9413713" y="5805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8" name="Shape 1096"/>
          <p:cNvSpPr/>
          <p:nvPr/>
        </p:nvSpPr>
        <p:spPr>
          <a:xfrm>
            <a:off x="9576927" y="5993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9" name="Shape 1097"/>
          <p:cNvSpPr/>
          <p:nvPr/>
        </p:nvSpPr>
        <p:spPr>
          <a:xfrm>
            <a:off x="9443458" y="61599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0" name="Shape 1098"/>
          <p:cNvSpPr/>
          <p:nvPr/>
        </p:nvSpPr>
        <p:spPr>
          <a:xfrm>
            <a:off x="9394256" y="5981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1" name="Shape 1099"/>
          <p:cNvSpPr/>
          <p:nvPr/>
        </p:nvSpPr>
        <p:spPr>
          <a:xfrm>
            <a:off x="9257095" y="58446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2" name="Shape 1100"/>
          <p:cNvSpPr/>
          <p:nvPr/>
        </p:nvSpPr>
        <p:spPr>
          <a:xfrm>
            <a:off x="9423904" y="5734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3" name="Shape 1101"/>
          <p:cNvSpPr/>
          <p:nvPr/>
        </p:nvSpPr>
        <p:spPr>
          <a:xfrm>
            <a:off x="9521958" y="5758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4" name="Shape 1102"/>
          <p:cNvSpPr/>
          <p:nvPr/>
        </p:nvSpPr>
        <p:spPr>
          <a:xfrm>
            <a:off x="9369206" y="6038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5" name="Shape 1103"/>
          <p:cNvSpPr/>
          <p:nvPr/>
        </p:nvSpPr>
        <p:spPr>
          <a:xfrm>
            <a:off x="9229841" y="6086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6" name="Shape 1104"/>
          <p:cNvSpPr/>
          <p:nvPr/>
        </p:nvSpPr>
        <p:spPr>
          <a:xfrm>
            <a:off x="9364268" y="5947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7" name="Shape 1105"/>
          <p:cNvSpPr/>
          <p:nvPr/>
        </p:nvSpPr>
        <p:spPr>
          <a:xfrm>
            <a:off x="9511222" y="5817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8" name="Shape 1106"/>
          <p:cNvSpPr/>
          <p:nvPr/>
        </p:nvSpPr>
        <p:spPr>
          <a:xfrm>
            <a:off x="9592149" y="6021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9" name="Shape 1107"/>
          <p:cNvSpPr/>
          <p:nvPr/>
        </p:nvSpPr>
        <p:spPr>
          <a:xfrm>
            <a:off x="9341253" y="6164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0" name="Shape 1108"/>
          <p:cNvSpPr/>
          <p:nvPr/>
        </p:nvSpPr>
        <p:spPr>
          <a:xfrm>
            <a:off x="9587306" y="5664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1" name="Shape 1109"/>
          <p:cNvSpPr/>
          <p:nvPr/>
        </p:nvSpPr>
        <p:spPr>
          <a:xfrm>
            <a:off x="9344237" y="60895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2" name="Shape 1110"/>
          <p:cNvSpPr/>
          <p:nvPr/>
        </p:nvSpPr>
        <p:spPr>
          <a:xfrm>
            <a:off x="9460685" y="5942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3" name="Shape 1111"/>
          <p:cNvSpPr/>
          <p:nvPr/>
        </p:nvSpPr>
        <p:spPr>
          <a:xfrm>
            <a:off x="9613159" y="5900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4" name="Shape 1112"/>
          <p:cNvSpPr/>
          <p:nvPr/>
        </p:nvSpPr>
        <p:spPr>
          <a:xfrm>
            <a:off x="9221517" y="6316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5" name="Shape 1113"/>
          <p:cNvSpPr/>
          <p:nvPr/>
        </p:nvSpPr>
        <p:spPr>
          <a:xfrm>
            <a:off x="9221711" y="6740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6" name="Shape 1114"/>
          <p:cNvSpPr/>
          <p:nvPr/>
        </p:nvSpPr>
        <p:spPr>
          <a:xfrm>
            <a:off x="9609208" y="59409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7" name="Shape 1115"/>
          <p:cNvSpPr/>
          <p:nvPr/>
        </p:nvSpPr>
        <p:spPr>
          <a:xfrm>
            <a:off x="9310821" y="650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8" name="Shape 1116"/>
          <p:cNvSpPr/>
          <p:nvPr/>
        </p:nvSpPr>
        <p:spPr>
          <a:xfrm>
            <a:off x="9447471" y="6491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9" name="Shape 1117"/>
          <p:cNvSpPr/>
          <p:nvPr/>
        </p:nvSpPr>
        <p:spPr>
          <a:xfrm>
            <a:off x="9201753" y="6643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0" name="Shape 1118"/>
          <p:cNvSpPr/>
          <p:nvPr/>
        </p:nvSpPr>
        <p:spPr>
          <a:xfrm>
            <a:off x="9436207" y="6666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1" name="Shape 1119"/>
          <p:cNvSpPr/>
          <p:nvPr/>
        </p:nvSpPr>
        <p:spPr>
          <a:xfrm>
            <a:off x="9396100" y="6171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2" name="Shape 1120"/>
          <p:cNvSpPr/>
          <p:nvPr/>
        </p:nvSpPr>
        <p:spPr>
          <a:xfrm>
            <a:off x="9556426" y="5584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3" name="Shape 1121"/>
          <p:cNvSpPr/>
          <p:nvPr/>
        </p:nvSpPr>
        <p:spPr>
          <a:xfrm>
            <a:off x="9536728" y="57799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4" name="Shape 1122"/>
          <p:cNvSpPr/>
          <p:nvPr/>
        </p:nvSpPr>
        <p:spPr>
          <a:xfrm>
            <a:off x="9235126" y="5818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5" name="Shape 1123"/>
          <p:cNvSpPr/>
          <p:nvPr/>
        </p:nvSpPr>
        <p:spPr>
          <a:xfrm>
            <a:off x="9573314" y="6046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6" name="Shape 1124"/>
          <p:cNvSpPr/>
          <p:nvPr/>
        </p:nvSpPr>
        <p:spPr>
          <a:xfrm>
            <a:off x="9339034" y="6055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7" name="Shape 1125"/>
          <p:cNvSpPr/>
          <p:nvPr/>
        </p:nvSpPr>
        <p:spPr>
          <a:xfrm>
            <a:off x="9296616" y="4857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8" name="Shape 1126"/>
          <p:cNvSpPr/>
          <p:nvPr/>
        </p:nvSpPr>
        <p:spPr>
          <a:xfrm>
            <a:off x="9391727" y="5825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9" name="Shape 1127"/>
          <p:cNvSpPr/>
          <p:nvPr/>
        </p:nvSpPr>
        <p:spPr>
          <a:xfrm>
            <a:off x="9594930" y="5449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0" name="Shape 1128"/>
          <p:cNvSpPr/>
          <p:nvPr/>
        </p:nvSpPr>
        <p:spPr>
          <a:xfrm>
            <a:off x="9476692" y="5947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1" name="Shape 1129"/>
          <p:cNvSpPr/>
          <p:nvPr/>
        </p:nvSpPr>
        <p:spPr>
          <a:xfrm>
            <a:off x="9413096" y="54923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2" name="Shape 1130"/>
          <p:cNvSpPr/>
          <p:nvPr/>
        </p:nvSpPr>
        <p:spPr>
          <a:xfrm>
            <a:off x="9542989" y="5336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3" name="Shape 1131"/>
          <p:cNvSpPr/>
          <p:nvPr/>
        </p:nvSpPr>
        <p:spPr>
          <a:xfrm>
            <a:off x="9436193" y="5406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4" name="Shape 1132"/>
          <p:cNvSpPr/>
          <p:nvPr/>
        </p:nvSpPr>
        <p:spPr>
          <a:xfrm>
            <a:off x="9376267" y="5660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5" name="Shape 1133"/>
          <p:cNvSpPr/>
          <p:nvPr/>
        </p:nvSpPr>
        <p:spPr>
          <a:xfrm>
            <a:off x="9465871" y="5521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6" name="Shape 1134"/>
          <p:cNvSpPr/>
          <p:nvPr/>
        </p:nvSpPr>
        <p:spPr>
          <a:xfrm>
            <a:off x="9424657" y="4585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7" name="Shape 1135"/>
          <p:cNvSpPr/>
          <p:nvPr/>
        </p:nvSpPr>
        <p:spPr>
          <a:xfrm>
            <a:off x="9452029" y="6383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8" name="Shape 1136"/>
          <p:cNvSpPr/>
          <p:nvPr/>
        </p:nvSpPr>
        <p:spPr>
          <a:xfrm>
            <a:off x="9255843" y="5414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9" name="Shape 1137"/>
          <p:cNvSpPr/>
          <p:nvPr/>
        </p:nvSpPr>
        <p:spPr>
          <a:xfrm>
            <a:off x="9607263" y="5741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0" name="Shape 1138"/>
          <p:cNvSpPr/>
          <p:nvPr/>
        </p:nvSpPr>
        <p:spPr>
          <a:xfrm>
            <a:off x="9314636" y="5306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1" name="Shape 1139"/>
          <p:cNvSpPr/>
          <p:nvPr/>
        </p:nvSpPr>
        <p:spPr>
          <a:xfrm>
            <a:off x="9589257" y="4748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2" name="Shape 1140"/>
          <p:cNvSpPr/>
          <p:nvPr/>
        </p:nvSpPr>
        <p:spPr>
          <a:xfrm>
            <a:off x="9305086" y="5073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3" name="Shape 1141"/>
          <p:cNvSpPr/>
          <p:nvPr/>
        </p:nvSpPr>
        <p:spPr>
          <a:xfrm>
            <a:off x="9517329" y="5375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4" name="Shape 1142"/>
          <p:cNvSpPr/>
          <p:nvPr/>
        </p:nvSpPr>
        <p:spPr>
          <a:xfrm>
            <a:off x="9565349" y="47201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5" name="Shape 1143"/>
          <p:cNvSpPr/>
          <p:nvPr/>
        </p:nvSpPr>
        <p:spPr>
          <a:xfrm>
            <a:off x="9607075" y="4772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6" name="Shape 1144"/>
          <p:cNvSpPr/>
          <p:nvPr/>
        </p:nvSpPr>
        <p:spPr>
          <a:xfrm>
            <a:off x="9250207" y="4723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7" name="Shape 1145"/>
          <p:cNvSpPr/>
          <p:nvPr/>
        </p:nvSpPr>
        <p:spPr>
          <a:xfrm>
            <a:off x="9463174" y="4711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8" name="Shape 1146"/>
          <p:cNvSpPr/>
          <p:nvPr/>
        </p:nvSpPr>
        <p:spPr>
          <a:xfrm>
            <a:off x="9340486" y="5573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9" name="Shape 1147"/>
          <p:cNvSpPr/>
          <p:nvPr/>
        </p:nvSpPr>
        <p:spPr>
          <a:xfrm>
            <a:off x="9362313" y="5474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0" name="Shape 1148"/>
          <p:cNvSpPr/>
          <p:nvPr/>
        </p:nvSpPr>
        <p:spPr>
          <a:xfrm>
            <a:off x="9299514" y="6606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1" name="Shape 1149"/>
          <p:cNvSpPr/>
          <p:nvPr/>
        </p:nvSpPr>
        <p:spPr>
          <a:xfrm>
            <a:off x="9425288" y="6714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2" name="Shape 1150"/>
          <p:cNvSpPr/>
          <p:nvPr/>
        </p:nvSpPr>
        <p:spPr>
          <a:xfrm>
            <a:off x="9289619" y="65418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3" name="Shape 1151"/>
          <p:cNvSpPr/>
          <p:nvPr/>
        </p:nvSpPr>
        <p:spPr>
          <a:xfrm>
            <a:off x="9417171" y="6652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4" name="Shape 1152"/>
          <p:cNvSpPr/>
          <p:nvPr/>
        </p:nvSpPr>
        <p:spPr>
          <a:xfrm>
            <a:off x="9561167" y="56443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5" name="Shape 1153"/>
          <p:cNvSpPr/>
          <p:nvPr/>
        </p:nvSpPr>
        <p:spPr>
          <a:xfrm>
            <a:off x="9482035" y="5695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6" name="Shape 1154"/>
          <p:cNvSpPr/>
          <p:nvPr/>
        </p:nvSpPr>
        <p:spPr>
          <a:xfrm>
            <a:off x="9304017" y="4889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7" name="Shape 1155"/>
          <p:cNvSpPr/>
          <p:nvPr/>
        </p:nvSpPr>
        <p:spPr>
          <a:xfrm>
            <a:off x="9229961" y="4849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8" name="Shape 1156"/>
          <p:cNvSpPr/>
          <p:nvPr/>
        </p:nvSpPr>
        <p:spPr>
          <a:xfrm>
            <a:off x="9582047" y="48931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9" name="Shape 1157"/>
          <p:cNvSpPr/>
          <p:nvPr/>
        </p:nvSpPr>
        <p:spPr>
          <a:xfrm>
            <a:off x="9554115" y="4854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0" name="Shape 1158"/>
          <p:cNvSpPr/>
          <p:nvPr/>
        </p:nvSpPr>
        <p:spPr>
          <a:xfrm>
            <a:off x="9276340" y="4886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1" name="Shape 1159"/>
          <p:cNvSpPr/>
          <p:nvPr/>
        </p:nvSpPr>
        <p:spPr>
          <a:xfrm>
            <a:off x="9249072" y="4883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2" name="Shape 1160"/>
          <p:cNvSpPr/>
          <p:nvPr/>
        </p:nvSpPr>
        <p:spPr>
          <a:xfrm>
            <a:off x="9616813" y="5243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3" name="Shape 1161"/>
          <p:cNvSpPr/>
          <p:nvPr/>
        </p:nvSpPr>
        <p:spPr>
          <a:xfrm>
            <a:off x="9462056" y="6082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4" name="Shape 1162"/>
          <p:cNvSpPr/>
          <p:nvPr/>
        </p:nvSpPr>
        <p:spPr>
          <a:xfrm>
            <a:off x="9201447" y="58642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5" name="Shape 1163"/>
          <p:cNvSpPr/>
          <p:nvPr/>
        </p:nvSpPr>
        <p:spPr>
          <a:xfrm>
            <a:off x="9312638" y="5730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6" name="Shape 1164"/>
          <p:cNvSpPr/>
          <p:nvPr/>
        </p:nvSpPr>
        <p:spPr>
          <a:xfrm>
            <a:off x="9370159" y="5904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7" name="Shape 1165"/>
          <p:cNvSpPr/>
          <p:nvPr/>
        </p:nvSpPr>
        <p:spPr>
          <a:xfrm>
            <a:off x="9257518" y="34934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8" name="Shape 1166"/>
          <p:cNvSpPr/>
          <p:nvPr/>
        </p:nvSpPr>
        <p:spPr>
          <a:xfrm>
            <a:off x="9284629" y="62503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9" name="Shape 1167"/>
          <p:cNvSpPr/>
          <p:nvPr/>
        </p:nvSpPr>
        <p:spPr>
          <a:xfrm>
            <a:off x="9439382" y="62740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0" name="Shape 1168"/>
          <p:cNvSpPr/>
          <p:nvPr/>
        </p:nvSpPr>
        <p:spPr>
          <a:xfrm>
            <a:off x="9558090" y="6207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1" name="Shape 1169"/>
          <p:cNvSpPr/>
          <p:nvPr/>
        </p:nvSpPr>
        <p:spPr>
          <a:xfrm>
            <a:off x="9383001" y="6450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2" name="Shape 1170"/>
          <p:cNvSpPr/>
          <p:nvPr/>
        </p:nvSpPr>
        <p:spPr>
          <a:xfrm>
            <a:off x="9622999" y="6104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3" name="Shape 1171"/>
          <p:cNvSpPr/>
          <p:nvPr/>
        </p:nvSpPr>
        <p:spPr>
          <a:xfrm>
            <a:off x="9358621" y="42010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4" name="Shape 1172"/>
          <p:cNvSpPr/>
          <p:nvPr/>
        </p:nvSpPr>
        <p:spPr>
          <a:xfrm>
            <a:off x="9492057" y="4277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5" name="Shape 1173"/>
          <p:cNvSpPr/>
          <p:nvPr/>
        </p:nvSpPr>
        <p:spPr>
          <a:xfrm>
            <a:off x="9324901" y="5714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6" name="Shape 1174"/>
          <p:cNvSpPr/>
          <p:nvPr/>
        </p:nvSpPr>
        <p:spPr>
          <a:xfrm>
            <a:off x="9400390" y="6297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7" name="Shape 1175"/>
          <p:cNvSpPr/>
          <p:nvPr/>
        </p:nvSpPr>
        <p:spPr>
          <a:xfrm>
            <a:off x="9298428" y="6229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8" name="Shape 1176"/>
          <p:cNvSpPr/>
          <p:nvPr/>
        </p:nvSpPr>
        <p:spPr>
          <a:xfrm>
            <a:off x="9200943" y="4944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9" name="Shape 1177"/>
          <p:cNvSpPr/>
          <p:nvPr/>
        </p:nvSpPr>
        <p:spPr>
          <a:xfrm>
            <a:off x="9564328" y="48828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0" name="Shape 1178"/>
          <p:cNvSpPr/>
          <p:nvPr/>
        </p:nvSpPr>
        <p:spPr>
          <a:xfrm>
            <a:off x="9319373" y="3525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1" name="Shape 1179"/>
          <p:cNvSpPr/>
          <p:nvPr/>
        </p:nvSpPr>
        <p:spPr>
          <a:xfrm>
            <a:off x="9626839" y="5500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2" name="Shape 1180"/>
          <p:cNvSpPr/>
          <p:nvPr/>
        </p:nvSpPr>
        <p:spPr>
          <a:xfrm>
            <a:off x="9476840" y="54785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3" name="Shape 1181"/>
          <p:cNvSpPr/>
          <p:nvPr/>
        </p:nvSpPr>
        <p:spPr>
          <a:xfrm>
            <a:off x="9266016" y="53428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4" name="Shape 1182"/>
          <p:cNvSpPr/>
          <p:nvPr/>
        </p:nvSpPr>
        <p:spPr>
          <a:xfrm>
            <a:off x="9487278" y="5589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5" name="Shape 1183"/>
          <p:cNvSpPr/>
          <p:nvPr/>
        </p:nvSpPr>
        <p:spPr>
          <a:xfrm>
            <a:off x="9355204" y="43411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6" name="Shape 1184"/>
          <p:cNvSpPr/>
          <p:nvPr/>
        </p:nvSpPr>
        <p:spPr>
          <a:xfrm>
            <a:off x="9311649" y="56121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7" name="Shape 1185"/>
          <p:cNvSpPr/>
          <p:nvPr/>
        </p:nvSpPr>
        <p:spPr>
          <a:xfrm>
            <a:off x="9421791" y="5292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8" name="Shape 1186"/>
          <p:cNvSpPr/>
          <p:nvPr/>
        </p:nvSpPr>
        <p:spPr>
          <a:xfrm>
            <a:off x="9453873" y="5951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9" name="Shape 1187"/>
          <p:cNvSpPr/>
          <p:nvPr/>
        </p:nvSpPr>
        <p:spPr>
          <a:xfrm>
            <a:off x="9258803" y="6015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0" name="Shape 1188"/>
          <p:cNvSpPr/>
          <p:nvPr/>
        </p:nvSpPr>
        <p:spPr>
          <a:xfrm>
            <a:off x="9449793" y="60869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1" name="Shape 1189"/>
          <p:cNvSpPr/>
          <p:nvPr/>
        </p:nvSpPr>
        <p:spPr>
          <a:xfrm>
            <a:off x="9428438" y="61156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2" name="Shape 1190"/>
          <p:cNvSpPr/>
          <p:nvPr/>
        </p:nvSpPr>
        <p:spPr>
          <a:xfrm>
            <a:off x="9220523" y="5795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3" name="Shape 1191"/>
          <p:cNvSpPr/>
          <p:nvPr/>
        </p:nvSpPr>
        <p:spPr>
          <a:xfrm>
            <a:off x="9376811" y="5759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4" name="Shape 1192"/>
          <p:cNvSpPr/>
          <p:nvPr/>
        </p:nvSpPr>
        <p:spPr>
          <a:xfrm>
            <a:off x="9460843" y="5872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5" name="Shape 1193"/>
          <p:cNvSpPr/>
          <p:nvPr/>
        </p:nvSpPr>
        <p:spPr>
          <a:xfrm>
            <a:off x="9448152" y="5964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6" name="Shape 1194"/>
          <p:cNvSpPr/>
          <p:nvPr/>
        </p:nvSpPr>
        <p:spPr>
          <a:xfrm>
            <a:off x="9516535" y="5760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7" name="Shape 1195"/>
          <p:cNvSpPr/>
          <p:nvPr/>
        </p:nvSpPr>
        <p:spPr>
          <a:xfrm>
            <a:off x="9253517" y="58375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8" name="Shape 1196"/>
          <p:cNvSpPr/>
          <p:nvPr/>
        </p:nvSpPr>
        <p:spPr>
          <a:xfrm>
            <a:off x="9434285" y="5370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9" name="Shape 1197"/>
          <p:cNvSpPr/>
          <p:nvPr/>
        </p:nvSpPr>
        <p:spPr>
          <a:xfrm>
            <a:off x="9207654" y="51783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0" name="Shape 1198"/>
          <p:cNvSpPr/>
          <p:nvPr/>
        </p:nvSpPr>
        <p:spPr>
          <a:xfrm>
            <a:off x="9387550" y="48059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1" name="Shape 1199"/>
          <p:cNvSpPr/>
          <p:nvPr/>
        </p:nvSpPr>
        <p:spPr>
          <a:xfrm>
            <a:off x="9543686" y="5770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2" name="Shape 1200"/>
          <p:cNvSpPr/>
          <p:nvPr/>
        </p:nvSpPr>
        <p:spPr>
          <a:xfrm>
            <a:off x="9330099" y="6352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3" name="Shape 1201"/>
          <p:cNvSpPr/>
          <p:nvPr/>
        </p:nvSpPr>
        <p:spPr>
          <a:xfrm>
            <a:off x="9264688" y="66260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4" name="Shape 1202"/>
          <p:cNvSpPr/>
          <p:nvPr/>
        </p:nvSpPr>
        <p:spPr>
          <a:xfrm>
            <a:off x="9350587" y="6632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5" name="Shape 1203"/>
          <p:cNvSpPr/>
          <p:nvPr/>
        </p:nvSpPr>
        <p:spPr>
          <a:xfrm>
            <a:off x="9428123" y="64734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6" name="Shape 1204"/>
          <p:cNvSpPr/>
          <p:nvPr/>
        </p:nvSpPr>
        <p:spPr>
          <a:xfrm>
            <a:off x="9424280" y="6222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7" name="Shape 1205"/>
          <p:cNvSpPr/>
          <p:nvPr/>
        </p:nvSpPr>
        <p:spPr>
          <a:xfrm>
            <a:off x="9471389" y="6547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8" name="Shape 1206"/>
          <p:cNvSpPr/>
          <p:nvPr/>
        </p:nvSpPr>
        <p:spPr>
          <a:xfrm>
            <a:off x="9245049" y="61631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9" name="Shape 1207"/>
          <p:cNvSpPr/>
          <p:nvPr/>
        </p:nvSpPr>
        <p:spPr>
          <a:xfrm>
            <a:off x="9432758" y="6325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0" name="Shape 1208"/>
          <p:cNvSpPr/>
          <p:nvPr/>
        </p:nvSpPr>
        <p:spPr>
          <a:xfrm>
            <a:off x="9513256" y="6647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1" name="Shape 1209"/>
          <p:cNvSpPr/>
          <p:nvPr/>
        </p:nvSpPr>
        <p:spPr>
          <a:xfrm>
            <a:off x="9225643" y="66568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2" name="Shape 1210"/>
          <p:cNvSpPr/>
          <p:nvPr/>
        </p:nvSpPr>
        <p:spPr>
          <a:xfrm>
            <a:off x="9569212" y="59089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3" name="Shape 1211"/>
          <p:cNvSpPr/>
          <p:nvPr/>
        </p:nvSpPr>
        <p:spPr>
          <a:xfrm>
            <a:off x="9401982" y="5810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4" name="Shape 1212"/>
          <p:cNvSpPr/>
          <p:nvPr/>
        </p:nvSpPr>
        <p:spPr>
          <a:xfrm>
            <a:off x="9255331" y="5323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5" name="Shape 1213"/>
          <p:cNvSpPr/>
          <p:nvPr/>
        </p:nvSpPr>
        <p:spPr>
          <a:xfrm>
            <a:off x="9586857" y="5534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6" name="Shape 1214"/>
          <p:cNvSpPr/>
          <p:nvPr/>
        </p:nvSpPr>
        <p:spPr>
          <a:xfrm>
            <a:off x="9494249" y="5531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7" name="Shape 1215"/>
          <p:cNvSpPr/>
          <p:nvPr/>
        </p:nvSpPr>
        <p:spPr>
          <a:xfrm>
            <a:off x="9452384" y="4539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8" name="Shape 1216"/>
          <p:cNvSpPr/>
          <p:nvPr/>
        </p:nvSpPr>
        <p:spPr>
          <a:xfrm>
            <a:off x="9503755" y="5853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9" name="Shape 1217"/>
          <p:cNvSpPr/>
          <p:nvPr/>
        </p:nvSpPr>
        <p:spPr>
          <a:xfrm>
            <a:off x="9402890" y="54950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0" name="Shape 1218"/>
          <p:cNvSpPr/>
          <p:nvPr/>
        </p:nvSpPr>
        <p:spPr>
          <a:xfrm>
            <a:off x="9466266" y="5796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1" name="Shape 1219"/>
          <p:cNvSpPr/>
          <p:nvPr/>
        </p:nvSpPr>
        <p:spPr>
          <a:xfrm>
            <a:off x="9257216" y="5492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2" name="Shape 1220"/>
          <p:cNvSpPr/>
          <p:nvPr/>
        </p:nvSpPr>
        <p:spPr>
          <a:xfrm>
            <a:off x="9501439" y="5941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3" name="Shape 1221"/>
          <p:cNvSpPr/>
          <p:nvPr/>
        </p:nvSpPr>
        <p:spPr>
          <a:xfrm>
            <a:off x="9558889" y="4815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4" name="Shape 1222"/>
          <p:cNvSpPr/>
          <p:nvPr/>
        </p:nvSpPr>
        <p:spPr>
          <a:xfrm>
            <a:off x="9268459" y="4813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5" name="Shape 1223"/>
          <p:cNvSpPr/>
          <p:nvPr/>
        </p:nvSpPr>
        <p:spPr>
          <a:xfrm>
            <a:off x="9334610" y="4525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6" name="Shape 1224"/>
          <p:cNvSpPr/>
          <p:nvPr/>
        </p:nvSpPr>
        <p:spPr>
          <a:xfrm>
            <a:off x="9320267" y="3963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7" name="Shape 1225"/>
          <p:cNvSpPr/>
          <p:nvPr/>
        </p:nvSpPr>
        <p:spPr>
          <a:xfrm>
            <a:off x="9588760" y="4339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8" name="Shape 1226"/>
          <p:cNvSpPr/>
          <p:nvPr/>
        </p:nvSpPr>
        <p:spPr>
          <a:xfrm>
            <a:off x="9345600" y="4075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9" name="Shape 1227"/>
          <p:cNvSpPr/>
          <p:nvPr/>
        </p:nvSpPr>
        <p:spPr>
          <a:xfrm>
            <a:off x="9287596" y="4756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0" name="Shape 1228"/>
          <p:cNvSpPr/>
          <p:nvPr/>
        </p:nvSpPr>
        <p:spPr>
          <a:xfrm>
            <a:off x="9407800" y="5102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1" name="Shape 1229"/>
          <p:cNvSpPr/>
          <p:nvPr/>
        </p:nvSpPr>
        <p:spPr>
          <a:xfrm>
            <a:off x="9437313" y="4019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2" name="Shape 1230"/>
          <p:cNvSpPr/>
          <p:nvPr/>
        </p:nvSpPr>
        <p:spPr>
          <a:xfrm>
            <a:off x="9629553" y="5165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3" name="Shape 1231"/>
          <p:cNvSpPr/>
          <p:nvPr/>
        </p:nvSpPr>
        <p:spPr>
          <a:xfrm>
            <a:off x="9485845" y="59991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4" name="Shape 1232"/>
          <p:cNvSpPr/>
          <p:nvPr/>
        </p:nvSpPr>
        <p:spPr>
          <a:xfrm>
            <a:off x="9465894" y="5030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5" name="Shape 1233"/>
          <p:cNvSpPr/>
          <p:nvPr/>
        </p:nvSpPr>
        <p:spPr>
          <a:xfrm>
            <a:off x="9553345" y="5061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6" name="Shape 1234"/>
          <p:cNvSpPr/>
          <p:nvPr/>
        </p:nvSpPr>
        <p:spPr>
          <a:xfrm>
            <a:off x="9372375" y="50761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7" name="Shape 1235"/>
          <p:cNvSpPr/>
          <p:nvPr/>
        </p:nvSpPr>
        <p:spPr>
          <a:xfrm>
            <a:off x="9238777" y="56317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8" name="Shape 1236"/>
          <p:cNvSpPr/>
          <p:nvPr/>
        </p:nvSpPr>
        <p:spPr>
          <a:xfrm>
            <a:off x="9461015" y="54357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9" name="Shape 1237"/>
          <p:cNvSpPr/>
          <p:nvPr/>
        </p:nvSpPr>
        <p:spPr>
          <a:xfrm>
            <a:off x="9505661" y="5988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0" name="Shape 1238"/>
          <p:cNvSpPr/>
          <p:nvPr/>
        </p:nvSpPr>
        <p:spPr>
          <a:xfrm>
            <a:off x="9444156" y="5303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1" name="Shape 1239"/>
          <p:cNvSpPr/>
          <p:nvPr/>
        </p:nvSpPr>
        <p:spPr>
          <a:xfrm>
            <a:off x="9566640" y="5279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2" name="Shape 1240"/>
          <p:cNvSpPr/>
          <p:nvPr/>
        </p:nvSpPr>
        <p:spPr>
          <a:xfrm>
            <a:off x="9527223" y="5275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3" name="Shape 1241"/>
          <p:cNvSpPr/>
          <p:nvPr/>
        </p:nvSpPr>
        <p:spPr>
          <a:xfrm>
            <a:off x="9263311" y="5265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4" name="Shape 1242"/>
          <p:cNvSpPr/>
          <p:nvPr/>
        </p:nvSpPr>
        <p:spPr>
          <a:xfrm>
            <a:off x="9241730" y="59367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5" name="Shape 1243"/>
          <p:cNvSpPr/>
          <p:nvPr/>
        </p:nvSpPr>
        <p:spPr>
          <a:xfrm>
            <a:off x="9454661" y="62430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6" name="Shape 1244"/>
          <p:cNvSpPr/>
          <p:nvPr/>
        </p:nvSpPr>
        <p:spPr>
          <a:xfrm>
            <a:off x="9286839" y="5613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7" name="Shape 1245"/>
          <p:cNvSpPr/>
          <p:nvPr/>
        </p:nvSpPr>
        <p:spPr>
          <a:xfrm>
            <a:off x="9322052" y="5766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8" name="Shape 1246"/>
          <p:cNvSpPr/>
          <p:nvPr/>
        </p:nvSpPr>
        <p:spPr>
          <a:xfrm>
            <a:off x="9599965" y="61126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9" name="Shape 1247"/>
          <p:cNvSpPr/>
          <p:nvPr/>
        </p:nvSpPr>
        <p:spPr>
          <a:xfrm>
            <a:off x="9245117" y="6061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0" name="Shape 1248"/>
          <p:cNvSpPr/>
          <p:nvPr/>
        </p:nvSpPr>
        <p:spPr>
          <a:xfrm>
            <a:off x="9617782" y="5114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1" name="Shape 1249"/>
          <p:cNvSpPr/>
          <p:nvPr/>
        </p:nvSpPr>
        <p:spPr>
          <a:xfrm>
            <a:off x="9261738" y="4908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2" name="Shape 1250"/>
          <p:cNvSpPr/>
          <p:nvPr/>
        </p:nvSpPr>
        <p:spPr>
          <a:xfrm>
            <a:off x="9497572" y="48540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3" name="Shape 1251"/>
          <p:cNvSpPr/>
          <p:nvPr/>
        </p:nvSpPr>
        <p:spPr>
          <a:xfrm>
            <a:off x="9211304" y="65540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4" name="Shape 1252"/>
          <p:cNvSpPr/>
          <p:nvPr/>
        </p:nvSpPr>
        <p:spPr>
          <a:xfrm>
            <a:off x="9375276" y="6198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5" name="Shape 1253"/>
          <p:cNvSpPr/>
          <p:nvPr/>
        </p:nvSpPr>
        <p:spPr>
          <a:xfrm>
            <a:off x="9539312" y="6017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6" name="Shape 1254"/>
          <p:cNvSpPr/>
          <p:nvPr/>
        </p:nvSpPr>
        <p:spPr>
          <a:xfrm>
            <a:off x="9216356" y="6082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7" name="Shape 1255"/>
          <p:cNvSpPr/>
          <p:nvPr/>
        </p:nvSpPr>
        <p:spPr>
          <a:xfrm>
            <a:off x="9583560" y="6459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8" name="Shape 1256"/>
          <p:cNvSpPr/>
          <p:nvPr/>
        </p:nvSpPr>
        <p:spPr>
          <a:xfrm>
            <a:off x="9497784" y="6156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9" name="Shape 1257"/>
          <p:cNvSpPr/>
          <p:nvPr/>
        </p:nvSpPr>
        <p:spPr>
          <a:xfrm>
            <a:off x="9291795" y="6327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0" name="Shape 1258"/>
          <p:cNvSpPr/>
          <p:nvPr/>
        </p:nvSpPr>
        <p:spPr>
          <a:xfrm>
            <a:off x="9391232" y="6251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1" name="Shape 1259"/>
          <p:cNvSpPr/>
          <p:nvPr/>
        </p:nvSpPr>
        <p:spPr>
          <a:xfrm>
            <a:off x="9503780" y="6677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2" name="Shape 1260"/>
          <p:cNvSpPr/>
          <p:nvPr/>
        </p:nvSpPr>
        <p:spPr>
          <a:xfrm>
            <a:off x="9264752" y="6665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3" name="Shape 1261"/>
          <p:cNvSpPr/>
          <p:nvPr/>
        </p:nvSpPr>
        <p:spPr>
          <a:xfrm>
            <a:off x="9289753" y="5225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4" name="Shape 1262"/>
          <p:cNvSpPr/>
          <p:nvPr/>
        </p:nvSpPr>
        <p:spPr>
          <a:xfrm>
            <a:off x="9411040" y="6404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5" name="Shape 1263"/>
          <p:cNvSpPr/>
          <p:nvPr/>
        </p:nvSpPr>
        <p:spPr>
          <a:xfrm>
            <a:off x="9436100" y="4704639"/>
            <a:ext cx="127" cy="1879452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266" name="Shape 1264"/>
          <p:cNvSpPr/>
          <p:nvPr/>
        </p:nvSpPr>
        <p:spPr>
          <a:xfrm>
            <a:off x="9321800" y="6584091"/>
            <a:ext cx="228600" cy="12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267" name="Shape 1265"/>
          <p:cNvSpPr/>
          <p:nvPr/>
        </p:nvSpPr>
        <p:spPr>
          <a:xfrm>
            <a:off x="9321800" y="4704639"/>
            <a:ext cx="228600" cy="12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268" name="Shape 1266"/>
          <p:cNvSpPr/>
          <p:nvPr/>
        </p:nvSpPr>
        <p:spPr>
          <a:xfrm>
            <a:off x="9271000" y="5512013"/>
            <a:ext cx="330200" cy="52270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1269" name="Shape 1267"/>
          <p:cNvSpPr/>
          <p:nvPr/>
        </p:nvSpPr>
        <p:spPr>
          <a:xfrm>
            <a:off x="9271000" y="5845619"/>
            <a:ext cx="330200" cy="127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1270" name="Shape 1268"/>
          <p:cNvSpPr/>
          <p:nvPr/>
        </p:nvSpPr>
        <p:spPr>
          <a:xfrm>
            <a:off x="9436100" y="7404100"/>
            <a:ext cx="127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271" name="Text 1269"/>
          <p:cNvSpPr/>
          <p:nvPr/>
        </p:nvSpPr>
        <p:spPr>
          <a:xfrm>
            <a:off x="8686800" y="7543800"/>
            <a:ext cx="1498600" cy="736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Tuned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CryoAtom2</a:t>
            </a:r>
            <a:endParaRPr lang="en-US" sz="1500" dirty="0"/>
          </a:p>
        </p:txBody>
      </p:sp>
      <p:sp>
        <p:nvSpPr>
          <p:cNvPr id="1272" name="Shape 1270"/>
          <p:cNvSpPr/>
          <p:nvPr/>
        </p:nvSpPr>
        <p:spPr>
          <a:xfrm>
            <a:off x="11072892" y="518191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3" name="Shape 1271"/>
          <p:cNvSpPr/>
          <p:nvPr/>
        </p:nvSpPr>
        <p:spPr>
          <a:xfrm>
            <a:off x="11029944" y="51658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4" name="Shape 1272"/>
          <p:cNvSpPr/>
          <p:nvPr/>
        </p:nvSpPr>
        <p:spPr>
          <a:xfrm>
            <a:off x="10781958" y="50093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5" name="Shape 1273"/>
          <p:cNvSpPr/>
          <p:nvPr/>
        </p:nvSpPr>
        <p:spPr>
          <a:xfrm>
            <a:off x="10999874" y="50664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6" name="Shape 1274"/>
          <p:cNvSpPr/>
          <p:nvPr/>
        </p:nvSpPr>
        <p:spPr>
          <a:xfrm>
            <a:off x="10664740" y="53092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7" name="Shape 1275"/>
          <p:cNvSpPr/>
          <p:nvPr/>
        </p:nvSpPr>
        <p:spPr>
          <a:xfrm>
            <a:off x="10863556" y="52474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8" name="Shape 1276"/>
          <p:cNvSpPr/>
          <p:nvPr/>
        </p:nvSpPr>
        <p:spPr>
          <a:xfrm>
            <a:off x="10833448" y="52464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9" name="Shape 1277"/>
          <p:cNvSpPr/>
          <p:nvPr/>
        </p:nvSpPr>
        <p:spPr>
          <a:xfrm>
            <a:off x="10888425" y="5412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0" name="Shape 1278"/>
          <p:cNvSpPr/>
          <p:nvPr/>
        </p:nvSpPr>
        <p:spPr>
          <a:xfrm>
            <a:off x="10867588" y="51906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1" name="Shape 1279"/>
          <p:cNvSpPr/>
          <p:nvPr/>
        </p:nvSpPr>
        <p:spPr>
          <a:xfrm>
            <a:off x="11077466" y="493784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2" name="Shape 1280"/>
          <p:cNvSpPr/>
          <p:nvPr/>
        </p:nvSpPr>
        <p:spPr>
          <a:xfrm>
            <a:off x="10878570" y="54593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3" name="Shape 1281"/>
          <p:cNvSpPr/>
          <p:nvPr/>
        </p:nvSpPr>
        <p:spPr>
          <a:xfrm>
            <a:off x="11023117" y="4721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4" name="Shape 1282"/>
          <p:cNvSpPr/>
          <p:nvPr/>
        </p:nvSpPr>
        <p:spPr>
          <a:xfrm>
            <a:off x="10864513" y="52547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5" name="Shape 1283"/>
          <p:cNvSpPr/>
          <p:nvPr/>
        </p:nvSpPr>
        <p:spPr>
          <a:xfrm>
            <a:off x="11066236" y="53323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6" name="Shape 1284"/>
          <p:cNvSpPr/>
          <p:nvPr/>
        </p:nvSpPr>
        <p:spPr>
          <a:xfrm>
            <a:off x="10704828" y="47080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7" name="Shape 1285"/>
          <p:cNvSpPr/>
          <p:nvPr/>
        </p:nvSpPr>
        <p:spPr>
          <a:xfrm>
            <a:off x="10696481" y="50146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8" name="Shape 1286"/>
          <p:cNvSpPr/>
          <p:nvPr/>
        </p:nvSpPr>
        <p:spPr>
          <a:xfrm>
            <a:off x="10722188" y="54632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9" name="Shape 1287"/>
          <p:cNvSpPr/>
          <p:nvPr/>
        </p:nvSpPr>
        <p:spPr>
          <a:xfrm>
            <a:off x="10811988" y="46559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0" name="Shape 1288"/>
          <p:cNvSpPr/>
          <p:nvPr/>
        </p:nvSpPr>
        <p:spPr>
          <a:xfrm>
            <a:off x="10713561" y="50152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1" name="Shape 1289"/>
          <p:cNvSpPr/>
          <p:nvPr/>
        </p:nvSpPr>
        <p:spPr>
          <a:xfrm>
            <a:off x="11023363" y="52100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2" name="Shape 1290"/>
          <p:cNvSpPr/>
          <p:nvPr/>
        </p:nvSpPr>
        <p:spPr>
          <a:xfrm>
            <a:off x="11036345" y="515293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3" name="Shape 1291"/>
          <p:cNvSpPr/>
          <p:nvPr/>
        </p:nvSpPr>
        <p:spPr>
          <a:xfrm>
            <a:off x="10722252" y="51686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4" name="Shape 1292"/>
          <p:cNvSpPr/>
          <p:nvPr/>
        </p:nvSpPr>
        <p:spPr>
          <a:xfrm>
            <a:off x="10827115" y="49644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5" name="Shape 1293"/>
          <p:cNvSpPr/>
          <p:nvPr/>
        </p:nvSpPr>
        <p:spPr>
          <a:xfrm>
            <a:off x="10696880" y="51120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6" name="Shape 1294"/>
          <p:cNvSpPr/>
          <p:nvPr/>
        </p:nvSpPr>
        <p:spPr>
          <a:xfrm>
            <a:off x="10681675" y="51384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7" name="Shape 1295"/>
          <p:cNvSpPr/>
          <p:nvPr/>
        </p:nvSpPr>
        <p:spPr>
          <a:xfrm>
            <a:off x="10849917" y="53165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8" name="Shape 1296"/>
          <p:cNvSpPr/>
          <p:nvPr/>
        </p:nvSpPr>
        <p:spPr>
          <a:xfrm>
            <a:off x="10729253" y="48722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9" name="Shape 1297"/>
          <p:cNvSpPr/>
          <p:nvPr/>
        </p:nvSpPr>
        <p:spPr>
          <a:xfrm>
            <a:off x="11046452" y="53198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0" name="Shape 1298"/>
          <p:cNvSpPr/>
          <p:nvPr/>
        </p:nvSpPr>
        <p:spPr>
          <a:xfrm>
            <a:off x="10801526" y="52263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1" name="Shape 1299"/>
          <p:cNvSpPr/>
          <p:nvPr/>
        </p:nvSpPr>
        <p:spPr>
          <a:xfrm>
            <a:off x="10766804" y="48157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2" name="Shape 1300"/>
          <p:cNvSpPr/>
          <p:nvPr/>
        </p:nvSpPr>
        <p:spPr>
          <a:xfrm>
            <a:off x="10654744" y="49389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3" name="Shape 1301"/>
          <p:cNvSpPr/>
          <p:nvPr/>
        </p:nvSpPr>
        <p:spPr>
          <a:xfrm>
            <a:off x="11073653" y="48955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4" name="Shape 1302"/>
          <p:cNvSpPr/>
          <p:nvPr/>
        </p:nvSpPr>
        <p:spPr>
          <a:xfrm>
            <a:off x="10834129" y="50748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5" name="Shape 1303"/>
          <p:cNvSpPr/>
          <p:nvPr/>
        </p:nvSpPr>
        <p:spPr>
          <a:xfrm>
            <a:off x="10800787" y="509220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6" name="Shape 1304"/>
          <p:cNvSpPr/>
          <p:nvPr/>
        </p:nvSpPr>
        <p:spPr>
          <a:xfrm>
            <a:off x="11049855" y="52336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7" name="Shape 1305"/>
          <p:cNvSpPr/>
          <p:nvPr/>
        </p:nvSpPr>
        <p:spPr>
          <a:xfrm>
            <a:off x="11000794" y="50562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8" name="Shape 1306"/>
          <p:cNvSpPr/>
          <p:nvPr/>
        </p:nvSpPr>
        <p:spPr>
          <a:xfrm>
            <a:off x="10693730" y="48073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9" name="Shape 1307"/>
          <p:cNvSpPr/>
          <p:nvPr/>
        </p:nvSpPr>
        <p:spPr>
          <a:xfrm>
            <a:off x="10770511" y="520167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0" name="Shape 1308"/>
          <p:cNvSpPr/>
          <p:nvPr/>
        </p:nvSpPr>
        <p:spPr>
          <a:xfrm>
            <a:off x="10814777" y="51909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1" name="Shape 1309"/>
          <p:cNvSpPr/>
          <p:nvPr/>
        </p:nvSpPr>
        <p:spPr>
          <a:xfrm>
            <a:off x="10777829" y="53037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2" name="Shape 1310"/>
          <p:cNvSpPr/>
          <p:nvPr/>
        </p:nvSpPr>
        <p:spPr>
          <a:xfrm>
            <a:off x="10934529" y="508654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3" name="Shape 1311"/>
          <p:cNvSpPr/>
          <p:nvPr/>
        </p:nvSpPr>
        <p:spPr>
          <a:xfrm>
            <a:off x="10813778" y="50662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4" name="Shape 1312"/>
          <p:cNvSpPr/>
          <p:nvPr/>
        </p:nvSpPr>
        <p:spPr>
          <a:xfrm>
            <a:off x="10711411" y="48952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5" name="Shape 1313"/>
          <p:cNvSpPr/>
          <p:nvPr/>
        </p:nvSpPr>
        <p:spPr>
          <a:xfrm>
            <a:off x="10734943" y="48513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6" name="Shape 1314"/>
          <p:cNvSpPr/>
          <p:nvPr/>
        </p:nvSpPr>
        <p:spPr>
          <a:xfrm>
            <a:off x="10653908" y="55265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7" name="Shape 1315"/>
          <p:cNvSpPr/>
          <p:nvPr/>
        </p:nvSpPr>
        <p:spPr>
          <a:xfrm>
            <a:off x="10859929" y="53002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8" name="Shape 1316"/>
          <p:cNvSpPr/>
          <p:nvPr/>
        </p:nvSpPr>
        <p:spPr>
          <a:xfrm>
            <a:off x="10795749" y="47789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9" name="Shape 1317"/>
          <p:cNvSpPr/>
          <p:nvPr/>
        </p:nvSpPr>
        <p:spPr>
          <a:xfrm>
            <a:off x="10650499" y="519783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0" name="Shape 1318"/>
          <p:cNvSpPr/>
          <p:nvPr/>
        </p:nvSpPr>
        <p:spPr>
          <a:xfrm>
            <a:off x="10859115" y="5115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1" name="Shape 1319"/>
          <p:cNvSpPr/>
          <p:nvPr/>
        </p:nvSpPr>
        <p:spPr>
          <a:xfrm>
            <a:off x="10870303" y="48374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2" name="Shape 1320"/>
          <p:cNvSpPr/>
          <p:nvPr/>
        </p:nvSpPr>
        <p:spPr>
          <a:xfrm>
            <a:off x="10778403" y="51491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3" name="Shape 1321"/>
          <p:cNvSpPr/>
          <p:nvPr/>
        </p:nvSpPr>
        <p:spPr>
          <a:xfrm>
            <a:off x="10764233" y="50801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4" name="Shape 1322"/>
          <p:cNvSpPr/>
          <p:nvPr/>
        </p:nvSpPr>
        <p:spPr>
          <a:xfrm>
            <a:off x="10920626" y="521486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5" name="Shape 1323"/>
          <p:cNvSpPr/>
          <p:nvPr/>
        </p:nvSpPr>
        <p:spPr>
          <a:xfrm>
            <a:off x="10680196" y="53832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6" name="Shape 1324"/>
          <p:cNvSpPr/>
          <p:nvPr/>
        </p:nvSpPr>
        <p:spPr>
          <a:xfrm>
            <a:off x="10794501" y="52309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7" name="Shape 1325"/>
          <p:cNvSpPr/>
          <p:nvPr/>
        </p:nvSpPr>
        <p:spPr>
          <a:xfrm>
            <a:off x="11006947" y="48830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8" name="Shape 1326"/>
          <p:cNvSpPr/>
          <p:nvPr/>
        </p:nvSpPr>
        <p:spPr>
          <a:xfrm>
            <a:off x="10892488" y="53714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9" name="Shape 1327"/>
          <p:cNvSpPr/>
          <p:nvPr/>
        </p:nvSpPr>
        <p:spPr>
          <a:xfrm>
            <a:off x="10954684" y="51357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0" name="Shape 1328"/>
          <p:cNvSpPr/>
          <p:nvPr/>
        </p:nvSpPr>
        <p:spPr>
          <a:xfrm>
            <a:off x="10832755" y="48724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1" name="Shape 1329"/>
          <p:cNvSpPr/>
          <p:nvPr/>
        </p:nvSpPr>
        <p:spPr>
          <a:xfrm>
            <a:off x="11032613" y="55861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2" name="Shape 1330"/>
          <p:cNvSpPr/>
          <p:nvPr/>
        </p:nvSpPr>
        <p:spPr>
          <a:xfrm>
            <a:off x="10860331" y="49399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3" name="Shape 1331"/>
          <p:cNvSpPr/>
          <p:nvPr/>
        </p:nvSpPr>
        <p:spPr>
          <a:xfrm>
            <a:off x="10927308" y="51686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4" name="Shape 1332"/>
          <p:cNvSpPr/>
          <p:nvPr/>
        </p:nvSpPr>
        <p:spPr>
          <a:xfrm>
            <a:off x="10679842" y="52381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5" name="Shape 1333"/>
          <p:cNvSpPr/>
          <p:nvPr/>
        </p:nvSpPr>
        <p:spPr>
          <a:xfrm>
            <a:off x="10857117" y="464991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6" name="Shape 1334"/>
          <p:cNvSpPr/>
          <p:nvPr/>
        </p:nvSpPr>
        <p:spPr>
          <a:xfrm>
            <a:off x="10785320" y="52304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7" name="Shape 1335"/>
          <p:cNvSpPr/>
          <p:nvPr/>
        </p:nvSpPr>
        <p:spPr>
          <a:xfrm>
            <a:off x="10656891" y="5182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8" name="Shape 1336"/>
          <p:cNvSpPr/>
          <p:nvPr/>
        </p:nvSpPr>
        <p:spPr>
          <a:xfrm>
            <a:off x="10925320" y="481792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9" name="Shape 1337"/>
          <p:cNvSpPr/>
          <p:nvPr/>
        </p:nvSpPr>
        <p:spPr>
          <a:xfrm>
            <a:off x="10934741" y="52651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0" name="Shape 1338"/>
          <p:cNvSpPr/>
          <p:nvPr/>
        </p:nvSpPr>
        <p:spPr>
          <a:xfrm>
            <a:off x="10763231" y="52464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1" name="Shape 1339"/>
          <p:cNvSpPr/>
          <p:nvPr/>
        </p:nvSpPr>
        <p:spPr>
          <a:xfrm>
            <a:off x="10861513" y="49509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2" name="Shape 1340"/>
          <p:cNvSpPr/>
          <p:nvPr/>
        </p:nvSpPr>
        <p:spPr>
          <a:xfrm>
            <a:off x="11024727" y="51673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3" name="Shape 1341"/>
          <p:cNvSpPr/>
          <p:nvPr/>
        </p:nvSpPr>
        <p:spPr>
          <a:xfrm>
            <a:off x="10891258" y="52893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4" name="Shape 1342"/>
          <p:cNvSpPr/>
          <p:nvPr/>
        </p:nvSpPr>
        <p:spPr>
          <a:xfrm>
            <a:off x="10842056" y="49741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5" name="Shape 1343"/>
          <p:cNvSpPr/>
          <p:nvPr/>
        </p:nvSpPr>
        <p:spPr>
          <a:xfrm>
            <a:off x="10704895" y="50616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6" name="Shape 1344"/>
          <p:cNvSpPr/>
          <p:nvPr/>
        </p:nvSpPr>
        <p:spPr>
          <a:xfrm>
            <a:off x="10871704" y="52786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7" name="Shape 1345"/>
          <p:cNvSpPr/>
          <p:nvPr/>
        </p:nvSpPr>
        <p:spPr>
          <a:xfrm>
            <a:off x="10969758" y="49321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8" name="Shape 1346"/>
          <p:cNvSpPr/>
          <p:nvPr/>
        </p:nvSpPr>
        <p:spPr>
          <a:xfrm>
            <a:off x="10817006" y="5212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9" name="Shape 1347"/>
          <p:cNvSpPr/>
          <p:nvPr/>
        </p:nvSpPr>
        <p:spPr>
          <a:xfrm>
            <a:off x="10677641" y="532445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0" name="Shape 1348"/>
          <p:cNvSpPr/>
          <p:nvPr/>
        </p:nvSpPr>
        <p:spPr>
          <a:xfrm>
            <a:off x="10812068" y="53143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1" name="Shape 1349"/>
          <p:cNvSpPr/>
          <p:nvPr/>
        </p:nvSpPr>
        <p:spPr>
          <a:xfrm>
            <a:off x="10959022" y="45646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2" name="Shape 1350"/>
          <p:cNvSpPr/>
          <p:nvPr/>
        </p:nvSpPr>
        <p:spPr>
          <a:xfrm>
            <a:off x="11039949" y="44338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3" name="Shape 1351"/>
          <p:cNvSpPr/>
          <p:nvPr/>
        </p:nvSpPr>
        <p:spPr>
          <a:xfrm>
            <a:off x="10789053" y="50511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4" name="Shape 1352"/>
          <p:cNvSpPr/>
          <p:nvPr/>
        </p:nvSpPr>
        <p:spPr>
          <a:xfrm>
            <a:off x="11035106" y="525460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5" name="Shape 1353"/>
          <p:cNvSpPr/>
          <p:nvPr/>
        </p:nvSpPr>
        <p:spPr>
          <a:xfrm>
            <a:off x="10792037" y="529727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6" name="Shape 1354"/>
          <p:cNvSpPr/>
          <p:nvPr/>
        </p:nvSpPr>
        <p:spPr>
          <a:xfrm>
            <a:off x="10908485" y="54106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7" name="Shape 1355"/>
          <p:cNvSpPr/>
          <p:nvPr/>
        </p:nvSpPr>
        <p:spPr>
          <a:xfrm>
            <a:off x="11060959" y="513797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8" name="Shape 1356"/>
          <p:cNvSpPr/>
          <p:nvPr/>
        </p:nvSpPr>
        <p:spPr>
          <a:xfrm>
            <a:off x="10669317" y="55420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9" name="Shape 1357"/>
          <p:cNvSpPr/>
          <p:nvPr/>
        </p:nvSpPr>
        <p:spPr>
          <a:xfrm>
            <a:off x="10669511" y="51342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0" name="Shape 1358"/>
          <p:cNvSpPr/>
          <p:nvPr/>
        </p:nvSpPr>
        <p:spPr>
          <a:xfrm>
            <a:off x="11057008" y="55101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1" name="Shape 1359"/>
          <p:cNvSpPr/>
          <p:nvPr/>
        </p:nvSpPr>
        <p:spPr>
          <a:xfrm>
            <a:off x="10758621" y="44538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2" name="Shape 1360"/>
          <p:cNvSpPr/>
          <p:nvPr/>
        </p:nvSpPr>
        <p:spPr>
          <a:xfrm>
            <a:off x="10895271" y="44491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3" name="Shape 1361"/>
          <p:cNvSpPr/>
          <p:nvPr/>
        </p:nvSpPr>
        <p:spPr>
          <a:xfrm>
            <a:off x="10649553" y="55345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4" name="Shape 1362"/>
          <p:cNvSpPr/>
          <p:nvPr/>
        </p:nvSpPr>
        <p:spPr>
          <a:xfrm>
            <a:off x="10884007" y="57034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5" name="Shape 1363"/>
          <p:cNvSpPr/>
          <p:nvPr/>
        </p:nvSpPr>
        <p:spPr>
          <a:xfrm>
            <a:off x="10843900" y="55258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6" name="Shape 1364"/>
          <p:cNvSpPr/>
          <p:nvPr/>
        </p:nvSpPr>
        <p:spPr>
          <a:xfrm>
            <a:off x="11004226" y="39194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7" name="Shape 1365"/>
          <p:cNvSpPr/>
          <p:nvPr/>
        </p:nvSpPr>
        <p:spPr>
          <a:xfrm>
            <a:off x="10984528" y="45894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8" name="Shape 1366"/>
          <p:cNvSpPr/>
          <p:nvPr/>
        </p:nvSpPr>
        <p:spPr>
          <a:xfrm>
            <a:off x="10682926" y="42975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9" name="Shape 1367"/>
          <p:cNvSpPr/>
          <p:nvPr/>
        </p:nvSpPr>
        <p:spPr>
          <a:xfrm>
            <a:off x="11021114" y="54206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0" name="Shape 1368"/>
          <p:cNvSpPr/>
          <p:nvPr/>
        </p:nvSpPr>
        <p:spPr>
          <a:xfrm>
            <a:off x="10786834" y="53047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1" name="Shape 1369"/>
          <p:cNvSpPr/>
          <p:nvPr/>
        </p:nvSpPr>
        <p:spPr>
          <a:xfrm>
            <a:off x="10744416" y="51378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2" name="Shape 1370"/>
          <p:cNvSpPr/>
          <p:nvPr/>
        </p:nvSpPr>
        <p:spPr>
          <a:xfrm>
            <a:off x="10839527" y="527015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3" name="Shape 1371"/>
          <p:cNvSpPr/>
          <p:nvPr/>
        </p:nvSpPr>
        <p:spPr>
          <a:xfrm>
            <a:off x="11042730" y="444200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4" name="Shape 1372"/>
          <p:cNvSpPr/>
          <p:nvPr/>
        </p:nvSpPr>
        <p:spPr>
          <a:xfrm>
            <a:off x="10924492" y="49347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5" name="Shape 1373"/>
          <p:cNvSpPr/>
          <p:nvPr/>
        </p:nvSpPr>
        <p:spPr>
          <a:xfrm>
            <a:off x="10860896" y="479300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6" name="Shape 1374"/>
          <p:cNvSpPr/>
          <p:nvPr/>
        </p:nvSpPr>
        <p:spPr>
          <a:xfrm>
            <a:off x="10990789" y="57427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7" name="Shape 1375"/>
          <p:cNvSpPr/>
          <p:nvPr/>
        </p:nvSpPr>
        <p:spPr>
          <a:xfrm>
            <a:off x="10883993" y="53976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8" name="Shape 1376"/>
          <p:cNvSpPr/>
          <p:nvPr/>
        </p:nvSpPr>
        <p:spPr>
          <a:xfrm>
            <a:off x="10824067" y="51326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9" name="Shape 1377"/>
          <p:cNvSpPr/>
          <p:nvPr/>
        </p:nvSpPr>
        <p:spPr>
          <a:xfrm>
            <a:off x="10913671" y="54680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0" name="Shape 1378"/>
          <p:cNvSpPr/>
          <p:nvPr/>
        </p:nvSpPr>
        <p:spPr>
          <a:xfrm>
            <a:off x="10872457" y="50968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1" name="Shape 1379"/>
          <p:cNvSpPr/>
          <p:nvPr/>
        </p:nvSpPr>
        <p:spPr>
          <a:xfrm>
            <a:off x="10899829" y="40028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2" name="Shape 1380"/>
          <p:cNvSpPr/>
          <p:nvPr/>
        </p:nvSpPr>
        <p:spPr>
          <a:xfrm>
            <a:off x="10703643" y="45546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3" name="Shape 1381"/>
          <p:cNvSpPr/>
          <p:nvPr/>
        </p:nvSpPr>
        <p:spPr>
          <a:xfrm>
            <a:off x="11055063" y="47905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4" name="Shape 1382"/>
          <p:cNvSpPr/>
          <p:nvPr/>
        </p:nvSpPr>
        <p:spPr>
          <a:xfrm>
            <a:off x="10762436" y="49202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5" name="Shape 1383"/>
          <p:cNvSpPr/>
          <p:nvPr/>
        </p:nvSpPr>
        <p:spPr>
          <a:xfrm>
            <a:off x="11037057" y="48657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6" name="Shape 1384"/>
          <p:cNvSpPr/>
          <p:nvPr/>
        </p:nvSpPr>
        <p:spPr>
          <a:xfrm>
            <a:off x="10752886" y="48509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7" name="Shape 1385"/>
          <p:cNvSpPr/>
          <p:nvPr/>
        </p:nvSpPr>
        <p:spPr>
          <a:xfrm>
            <a:off x="10965129" y="47375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8" name="Shape 1386"/>
          <p:cNvSpPr/>
          <p:nvPr/>
        </p:nvSpPr>
        <p:spPr>
          <a:xfrm>
            <a:off x="11013149" y="50649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9" name="Shape 1387"/>
          <p:cNvSpPr/>
          <p:nvPr/>
        </p:nvSpPr>
        <p:spPr>
          <a:xfrm>
            <a:off x="11054875" y="52645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0" name="Shape 1388"/>
          <p:cNvSpPr/>
          <p:nvPr/>
        </p:nvSpPr>
        <p:spPr>
          <a:xfrm>
            <a:off x="10698007" y="498984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1" name="Shape 1389"/>
          <p:cNvSpPr/>
          <p:nvPr/>
        </p:nvSpPr>
        <p:spPr>
          <a:xfrm>
            <a:off x="10910974" y="51869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2" name="Shape 1390"/>
          <p:cNvSpPr/>
          <p:nvPr/>
        </p:nvSpPr>
        <p:spPr>
          <a:xfrm>
            <a:off x="10788286" y="49397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3" name="Shape 1391"/>
          <p:cNvSpPr/>
          <p:nvPr/>
        </p:nvSpPr>
        <p:spPr>
          <a:xfrm>
            <a:off x="10810113" y="48575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4" name="Shape 1392"/>
          <p:cNvSpPr/>
          <p:nvPr/>
        </p:nvSpPr>
        <p:spPr>
          <a:xfrm>
            <a:off x="10747314" y="57157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5" name="Shape 1393"/>
          <p:cNvSpPr/>
          <p:nvPr/>
        </p:nvSpPr>
        <p:spPr>
          <a:xfrm>
            <a:off x="10873088" y="57044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6" name="Shape 1394"/>
          <p:cNvSpPr/>
          <p:nvPr/>
        </p:nvSpPr>
        <p:spPr>
          <a:xfrm>
            <a:off x="10737419" y="48329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7" name="Shape 1395"/>
          <p:cNvSpPr/>
          <p:nvPr/>
        </p:nvSpPr>
        <p:spPr>
          <a:xfrm>
            <a:off x="10864971" y="56126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8" name="Shape 1396"/>
          <p:cNvSpPr/>
          <p:nvPr/>
        </p:nvSpPr>
        <p:spPr>
          <a:xfrm>
            <a:off x="11008967" y="44505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9" name="Shape 1397"/>
          <p:cNvSpPr/>
          <p:nvPr/>
        </p:nvSpPr>
        <p:spPr>
          <a:xfrm>
            <a:off x="10929835" y="52403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0" name="Shape 1398"/>
          <p:cNvSpPr/>
          <p:nvPr/>
        </p:nvSpPr>
        <p:spPr>
          <a:xfrm>
            <a:off x="10751817" y="47529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1" name="Shape 1399"/>
          <p:cNvSpPr/>
          <p:nvPr/>
        </p:nvSpPr>
        <p:spPr>
          <a:xfrm>
            <a:off x="10677761" y="49795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2" name="Shape 1400"/>
          <p:cNvSpPr/>
          <p:nvPr/>
        </p:nvSpPr>
        <p:spPr>
          <a:xfrm>
            <a:off x="11029847" y="46271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3" name="Shape 1401"/>
          <p:cNvSpPr/>
          <p:nvPr/>
        </p:nvSpPr>
        <p:spPr>
          <a:xfrm>
            <a:off x="11001915" y="47431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4" name="Shape 1402"/>
          <p:cNvSpPr/>
          <p:nvPr/>
        </p:nvSpPr>
        <p:spPr>
          <a:xfrm>
            <a:off x="10724140" y="489786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5" name="Shape 1403"/>
          <p:cNvSpPr/>
          <p:nvPr/>
        </p:nvSpPr>
        <p:spPr>
          <a:xfrm>
            <a:off x="10696872" y="47662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6" name="Shape 1404"/>
          <p:cNvSpPr/>
          <p:nvPr/>
        </p:nvSpPr>
        <p:spPr>
          <a:xfrm>
            <a:off x="11064613" y="484394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7" name="Shape 1405"/>
          <p:cNvSpPr/>
          <p:nvPr/>
        </p:nvSpPr>
        <p:spPr>
          <a:xfrm>
            <a:off x="10909856" y="54594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8" name="Shape 1406"/>
          <p:cNvSpPr/>
          <p:nvPr/>
        </p:nvSpPr>
        <p:spPr>
          <a:xfrm>
            <a:off x="10649247" y="564895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9" name="Shape 1407"/>
          <p:cNvSpPr/>
          <p:nvPr/>
        </p:nvSpPr>
        <p:spPr>
          <a:xfrm>
            <a:off x="10760438" y="54744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0" name="Shape 1408"/>
          <p:cNvSpPr/>
          <p:nvPr/>
        </p:nvSpPr>
        <p:spPr>
          <a:xfrm>
            <a:off x="10817959" y="5453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1" name="Shape 1409"/>
          <p:cNvSpPr/>
          <p:nvPr/>
        </p:nvSpPr>
        <p:spPr>
          <a:xfrm>
            <a:off x="10705318" y="54264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2" name="Shape 1410"/>
          <p:cNvSpPr/>
          <p:nvPr/>
        </p:nvSpPr>
        <p:spPr>
          <a:xfrm>
            <a:off x="10732429" y="54664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3" name="Shape 1411"/>
          <p:cNvSpPr/>
          <p:nvPr/>
        </p:nvSpPr>
        <p:spPr>
          <a:xfrm>
            <a:off x="10887182" y="56408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4" name="Shape 1412"/>
          <p:cNvSpPr/>
          <p:nvPr/>
        </p:nvSpPr>
        <p:spPr>
          <a:xfrm>
            <a:off x="11005890" y="56333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5" name="Shape 1413"/>
          <p:cNvSpPr/>
          <p:nvPr/>
        </p:nvSpPr>
        <p:spPr>
          <a:xfrm>
            <a:off x="10830801" y="52950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6" name="Shape 1414"/>
          <p:cNvSpPr/>
          <p:nvPr/>
        </p:nvSpPr>
        <p:spPr>
          <a:xfrm>
            <a:off x="11070799" y="541795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7" name="Shape 1415"/>
          <p:cNvSpPr/>
          <p:nvPr/>
        </p:nvSpPr>
        <p:spPr>
          <a:xfrm>
            <a:off x="10806421" y="36571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8" name="Shape 1416"/>
          <p:cNvSpPr/>
          <p:nvPr/>
        </p:nvSpPr>
        <p:spPr>
          <a:xfrm>
            <a:off x="10939857" y="42109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9" name="Shape 1417"/>
          <p:cNvSpPr/>
          <p:nvPr/>
        </p:nvSpPr>
        <p:spPr>
          <a:xfrm>
            <a:off x="10772701" y="46512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0" name="Shape 1418"/>
          <p:cNvSpPr/>
          <p:nvPr/>
        </p:nvSpPr>
        <p:spPr>
          <a:xfrm>
            <a:off x="10848190" y="55416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1" name="Shape 1419"/>
          <p:cNvSpPr/>
          <p:nvPr/>
        </p:nvSpPr>
        <p:spPr>
          <a:xfrm>
            <a:off x="10746228" y="53992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2" name="Shape 1420"/>
          <p:cNvSpPr/>
          <p:nvPr/>
        </p:nvSpPr>
        <p:spPr>
          <a:xfrm>
            <a:off x="10648743" y="40841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3" name="Shape 1421"/>
          <p:cNvSpPr/>
          <p:nvPr/>
        </p:nvSpPr>
        <p:spPr>
          <a:xfrm>
            <a:off x="11012128" y="27242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4" name="Shape 1422"/>
          <p:cNvSpPr/>
          <p:nvPr/>
        </p:nvSpPr>
        <p:spPr>
          <a:xfrm>
            <a:off x="10767173" y="301870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5" name="Shape 1423"/>
          <p:cNvSpPr/>
          <p:nvPr/>
        </p:nvSpPr>
        <p:spPr>
          <a:xfrm>
            <a:off x="11074639" y="53052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6" name="Shape 1424"/>
          <p:cNvSpPr/>
          <p:nvPr/>
        </p:nvSpPr>
        <p:spPr>
          <a:xfrm>
            <a:off x="10924640" y="57260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7" name="Shape 1425"/>
          <p:cNvSpPr/>
          <p:nvPr/>
        </p:nvSpPr>
        <p:spPr>
          <a:xfrm>
            <a:off x="10713816" y="561365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8" name="Shape 1426"/>
          <p:cNvSpPr/>
          <p:nvPr/>
        </p:nvSpPr>
        <p:spPr>
          <a:xfrm>
            <a:off x="10935078" y="57444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9" name="Shape 1427"/>
          <p:cNvSpPr/>
          <p:nvPr/>
        </p:nvSpPr>
        <p:spPr>
          <a:xfrm>
            <a:off x="10803004" y="44279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0" name="Shape 1428"/>
          <p:cNvSpPr/>
          <p:nvPr/>
        </p:nvSpPr>
        <p:spPr>
          <a:xfrm>
            <a:off x="10759449" y="57398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1" name="Shape 1429"/>
          <p:cNvSpPr/>
          <p:nvPr/>
        </p:nvSpPr>
        <p:spPr>
          <a:xfrm>
            <a:off x="10869591" y="32746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2" name="Shape 1430"/>
          <p:cNvSpPr/>
          <p:nvPr/>
        </p:nvSpPr>
        <p:spPr>
          <a:xfrm>
            <a:off x="10901673" y="47195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3" name="Shape 1431"/>
          <p:cNvSpPr/>
          <p:nvPr/>
        </p:nvSpPr>
        <p:spPr>
          <a:xfrm>
            <a:off x="10706603" y="48027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4" name="Shape 1432"/>
          <p:cNvSpPr/>
          <p:nvPr/>
        </p:nvSpPr>
        <p:spPr>
          <a:xfrm>
            <a:off x="10897593" y="48014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5" name="Shape 1433"/>
          <p:cNvSpPr/>
          <p:nvPr/>
        </p:nvSpPr>
        <p:spPr>
          <a:xfrm>
            <a:off x="10876238" y="46849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6" name="Shape 1434"/>
          <p:cNvSpPr/>
          <p:nvPr/>
        </p:nvSpPr>
        <p:spPr>
          <a:xfrm>
            <a:off x="10668323" y="50600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7" name="Shape 1435"/>
          <p:cNvSpPr/>
          <p:nvPr/>
        </p:nvSpPr>
        <p:spPr>
          <a:xfrm>
            <a:off x="10824611" y="51408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8" name="Shape 1436"/>
          <p:cNvSpPr/>
          <p:nvPr/>
        </p:nvSpPr>
        <p:spPr>
          <a:xfrm>
            <a:off x="10908643" y="43924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9" name="Shape 1437"/>
          <p:cNvSpPr/>
          <p:nvPr/>
        </p:nvSpPr>
        <p:spPr>
          <a:xfrm>
            <a:off x="10895952" y="490170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0" name="Shape 1438"/>
          <p:cNvSpPr/>
          <p:nvPr/>
        </p:nvSpPr>
        <p:spPr>
          <a:xfrm>
            <a:off x="10964335" y="5042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1" name="Shape 1439"/>
          <p:cNvSpPr/>
          <p:nvPr/>
        </p:nvSpPr>
        <p:spPr>
          <a:xfrm>
            <a:off x="10701317" y="491464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2" name="Shape 1440"/>
          <p:cNvSpPr/>
          <p:nvPr/>
        </p:nvSpPr>
        <p:spPr>
          <a:xfrm>
            <a:off x="10882085" y="51782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3" name="Shape 1441"/>
          <p:cNvSpPr/>
          <p:nvPr/>
        </p:nvSpPr>
        <p:spPr>
          <a:xfrm>
            <a:off x="10655454" y="49463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4" name="Shape 1442"/>
          <p:cNvSpPr/>
          <p:nvPr/>
        </p:nvSpPr>
        <p:spPr>
          <a:xfrm>
            <a:off x="10835350" y="46519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5" name="Shape 1443"/>
          <p:cNvSpPr/>
          <p:nvPr/>
        </p:nvSpPr>
        <p:spPr>
          <a:xfrm>
            <a:off x="10991486" y="60503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6" name="Shape 1444"/>
          <p:cNvSpPr/>
          <p:nvPr/>
        </p:nvSpPr>
        <p:spPr>
          <a:xfrm>
            <a:off x="10777899" y="51068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7" name="Shape 1445"/>
          <p:cNvSpPr/>
          <p:nvPr/>
        </p:nvSpPr>
        <p:spPr>
          <a:xfrm>
            <a:off x="10712488" y="50381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8" name="Shape 1446"/>
          <p:cNvSpPr/>
          <p:nvPr/>
        </p:nvSpPr>
        <p:spPr>
          <a:xfrm>
            <a:off x="10798387" y="447894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9" name="Shape 1447"/>
          <p:cNvSpPr/>
          <p:nvPr/>
        </p:nvSpPr>
        <p:spPr>
          <a:xfrm>
            <a:off x="10875923" y="45529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0" name="Shape 1448"/>
          <p:cNvSpPr/>
          <p:nvPr/>
        </p:nvSpPr>
        <p:spPr>
          <a:xfrm>
            <a:off x="10872080" y="48649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1" name="Shape 1449"/>
          <p:cNvSpPr/>
          <p:nvPr/>
        </p:nvSpPr>
        <p:spPr>
          <a:xfrm>
            <a:off x="10919189" y="530959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2" name="Shape 1450"/>
          <p:cNvSpPr/>
          <p:nvPr/>
        </p:nvSpPr>
        <p:spPr>
          <a:xfrm>
            <a:off x="10692849" y="447577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3" name="Shape 1451"/>
          <p:cNvSpPr/>
          <p:nvPr/>
        </p:nvSpPr>
        <p:spPr>
          <a:xfrm>
            <a:off x="10880558" y="5332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4" name="Shape 1452"/>
          <p:cNvSpPr/>
          <p:nvPr/>
        </p:nvSpPr>
        <p:spPr>
          <a:xfrm>
            <a:off x="10961056" y="49394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5" name="Shape 1453"/>
          <p:cNvSpPr/>
          <p:nvPr/>
        </p:nvSpPr>
        <p:spPr>
          <a:xfrm>
            <a:off x="10673443" y="48098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6" name="Shape 1454"/>
          <p:cNvSpPr/>
          <p:nvPr/>
        </p:nvSpPr>
        <p:spPr>
          <a:xfrm>
            <a:off x="11017012" y="51284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7" name="Shape 1455"/>
          <p:cNvSpPr/>
          <p:nvPr/>
        </p:nvSpPr>
        <p:spPr>
          <a:xfrm>
            <a:off x="10849782" y="54463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8" name="Shape 1456"/>
          <p:cNvSpPr/>
          <p:nvPr/>
        </p:nvSpPr>
        <p:spPr>
          <a:xfrm>
            <a:off x="10703131" y="50773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9" name="Shape 1457"/>
          <p:cNvSpPr/>
          <p:nvPr/>
        </p:nvSpPr>
        <p:spPr>
          <a:xfrm>
            <a:off x="11034657" y="4695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0" name="Shape 1458"/>
          <p:cNvSpPr/>
          <p:nvPr/>
        </p:nvSpPr>
        <p:spPr>
          <a:xfrm>
            <a:off x="10942049" y="46558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1" name="Shape 1459"/>
          <p:cNvSpPr/>
          <p:nvPr/>
        </p:nvSpPr>
        <p:spPr>
          <a:xfrm>
            <a:off x="10900184" y="516976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2" name="Shape 1460"/>
          <p:cNvSpPr/>
          <p:nvPr/>
        </p:nvSpPr>
        <p:spPr>
          <a:xfrm>
            <a:off x="10951555" y="458595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3" name="Shape 1461"/>
          <p:cNvSpPr/>
          <p:nvPr/>
        </p:nvSpPr>
        <p:spPr>
          <a:xfrm>
            <a:off x="10850690" y="49842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4" name="Shape 1462"/>
          <p:cNvSpPr/>
          <p:nvPr/>
        </p:nvSpPr>
        <p:spPr>
          <a:xfrm>
            <a:off x="10914066" y="639318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5" name="Shape 1463"/>
          <p:cNvSpPr/>
          <p:nvPr/>
        </p:nvSpPr>
        <p:spPr>
          <a:xfrm>
            <a:off x="10705016" y="53281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6" name="Shape 1464"/>
          <p:cNvSpPr/>
          <p:nvPr/>
        </p:nvSpPr>
        <p:spPr>
          <a:xfrm>
            <a:off x="10949239" y="41063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7" name="Shape 1465"/>
          <p:cNvSpPr/>
          <p:nvPr/>
        </p:nvSpPr>
        <p:spPr>
          <a:xfrm>
            <a:off x="11006689" y="435013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8" name="Shape 1466"/>
          <p:cNvSpPr/>
          <p:nvPr/>
        </p:nvSpPr>
        <p:spPr>
          <a:xfrm>
            <a:off x="10716259" y="44520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9" name="Shape 1467"/>
          <p:cNvSpPr/>
          <p:nvPr/>
        </p:nvSpPr>
        <p:spPr>
          <a:xfrm>
            <a:off x="10782410" y="42875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0" name="Shape 1468"/>
          <p:cNvSpPr/>
          <p:nvPr/>
        </p:nvSpPr>
        <p:spPr>
          <a:xfrm>
            <a:off x="10768067" y="33176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1" name="Shape 1469"/>
          <p:cNvSpPr/>
          <p:nvPr/>
        </p:nvSpPr>
        <p:spPr>
          <a:xfrm>
            <a:off x="11036560" y="44637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2" name="Shape 1470"/>
          <p:cNvSpPr/>
          <p:nvPr/>
        </p:nvSpPr>
        <p:spPr>
          <a:xfrm>
            <a:off x="10793400" y="40431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3" name="Shape 1471"/>
          <p:cNvSpPr/>
          <p:nvPr/>
        </p:nvSpPr>
        <p:spPr>
          <a:xfrm>
            <a:off x="10735396" y="34392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4" name="Shape 1472"/>
          <p:cNvSpPr/>
          <p:nvPr/>
        </p:nvSpPr>
        <p:spPr>
          <a:xfrm>
            <a:off x="10855600" y="41011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5" name="Shape 1473"/>
          <p:cNvSpPr/>
          <p:nvPr/>
        </p:nvSpPr>
        <p:spPr>
          <a:xfrm>
            <a:off x="10885113" y="32457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6" name="Shape 1474"/>
          <p:cNvSpPr/>
          <p:nvPr/>
        </p:nvSpPr>
        <p:spPr>
          <a:xfrm>
            <a:off x="11077353" y="49279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7" name="Shape 1475"/>
          <p:cNvSpPr/>
          <p:nvPr/>
        </p:nvSpPr>
        <p:spPr>
          <a:xfrm>
            <a:off x="10933645" y="51634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8" name="Shape 1476"/>
          <p:cNvSpPr/>
          <p:nvPr/>
        </p:nvSpPr>
        <p:spPr>
          <a:xfrm>
            <a:off x="10913694" y="39894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9" name="Shape 1477"/>
          <p:cNvSpPr/>
          <p:nvPr/>
        </p:nvSpPr>
        <p:spPr>
          <a:xfrm>
            <a:off x="11001145" y="45580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0" name="Shape 1478"/>
          <p:cNvSpPr/>
          <p:nvPr/>
        </p:nvSpPr>
        <p:spPr>
          <a:xfrm>
            <a:off x="10820175" y="45290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1" name="Shape 1479"/>
          <p:cNvSpPr/>
          <p:nvPr/>
        </p:nvSpPr>
        <p:spPr>
          <a:xfrm>
            <a:off x="10686577" y="47220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2" name="Shape 1480"/>
          <p:cNvSpPr/>
          <p:nvPr/>
        </p:nvSpPr>
        <p:spPr>
          <a:xfrm>
            <a:off x="10908815" y="48019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3" name="Shape 1481"/>
          <p:cNvSpPr/>
          <p:nvPr/>
        </p:nvSpPr>
        <p:spPr>
          <a:xfrm>
            <a:off x="10953461" y="491283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4" name="Shape 1482"/>
          <p:cNvSpPr/>
          <p:nvPr/>
        </p:nvSpPr>
        <p:spPr>
          <a:xfrm>
            <a:off x="10891956" y="4686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5" name="Shape 1483"/>
          <p:cNvSpPr/>
          <p:nvPr/>
        </p:nvSpPr>
        <p:spPr>
          <a:xfrm>
            <a:off x="11014440" y="40750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6" name="Shape 1484"/>
          <p:cNvSpPr/>
          <p:nvPr/>
        </p:nvSpPr>
        <p:spPr>
          <a:xfrm>
            <a:off x="10975023" y="456141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7" name="Shape 1485"/>
          <p:cNvSpPr/>
          <p:nvPr/>
        </p:nvSpPr>
        <p:spPr>
          <a:xfrm>
            <a:off x="10711111" y="4009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8" name="Shape 1486"/>
          <p:cNvSpPr/>
          <p:nvPr/>
        </p:nvSpPr>
        <p:spPr>
          <a:xfrm>
            <a:off x="10689530" y="52659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9" name="Shape 1487"/>
          <p:cNvSpPr/>
          <p:nvPr/>
        </p:nvSpPr>
        <p:spPr>
          <a:xfrm>
            <a:off x="10902461" y="52337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0" name="Shape 1488"/>
          <p:cNvSpPr/>
          <p:nvPr/>
        </p:nvSpPr>
        <p:spPr>
          <a:xfrm>
            <a:off x="10734639" y="52077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1" name="Shape 1489"/>
          <p:cNvSpPr/>
          <p:nvPr/>
        </p:nvSpPr>
        <p:spPr>
          <a:xfrm>
            <a:off x="10769852" y="56302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2" name="Shape 1490"/>
          <p:cNvSpPr/>
          <p:nvPr/>
        </p:nvSpPr>
        <p:spPr>
          <a:xfrm>
            <a:off x="11047765" y="55535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3" name="Shape 1491"/>
          <p:cNvSpPr/>
          <p:nvPr/>
        </p:nvSpPr>
        <p:spPr>
          <a:xfrm>
            <a:off x="10692917" y="54640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4" name="Shape 1492"/>
          <p:cNvSpPr/>
          <p:nvPr/>
        </p:nvSpPr>
        <p:spPr>
          <a:xfrm>
            <a:off x="11065582" y="41253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5" name="Shape 1493"/>
          <p:cNvSpPr/>
          <p:nvPr/>
        </p:nvSpPr>
        <p:spPr>
          <a:xfrm>
            <a:off x="10709538" y="40484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6" name="Shape 1494"/>
          <p:cNvSpPr/>
          <p:nvPr/>
        </p:nvSpPr>
        <p:spPr>
          <a:xfrm>
            <a:off x="10945372" y="497197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7" name="Shape 1495"/>
          <p:cNvSpPr/>
          <p:nvPr/>
        </p:nvSpPr>
        <p:spPr>
          <a:xfrm>
            <a:off x="10659104" y="520736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8" name="Shape 1496"/>
          <p:cNvSpPr/>
          <p:nvPr/>
        </p:nvSpPr>
        <p:spPr>
          <a:xfrm>
            <a:off x="10823076" y="53871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9" name="Shape 1497"/>
          <p:cNvSpPr/>
          <p:nvPr/>
        </p:nvSpPr>
        <p:spPr>
          <a:xfrm>
            <a:off x="10987112" y="51435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0" name="Shape 1498"/>
          <p:cNvSpPr/>
          <p:nvPr/>
        </p:nvSpPr>
        <p:spPr>
          <a:xfrm>
            <a:off x="10664156" y="451796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1" name="Shape 1499"/>
          <p:cNvSpPr/>
          <p:nvPr/>
        </p:nvSpPr>
        <p:spPr>
          <a:xfrm>
            <a:off x="11031360" y="57076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2" name="Shape 1500"/>
          <p:cNvSpPr/>
          <p:nvPr/>
        </p:nvSpPr>
        <p:spPr>
          <a:xfrm>
            <a:off x="10945584" y="58824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3" name="Shape 1501"/>
          <p:cNvSpPr/>
          <p:nvPr/>
        </p:nvSpPr>
        <p:spPr>
          <a:xfrm>
            <a:off x="10739595" y="565498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4" name="Shape 1502"/>
          <p:cNvSpPr/>
          <p:nvPr/>
        </p:nvSpPr>
        <p:spPr>
          <a:xfrm>
            <a:off x="10839032" y="57066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5" name="Shape 1503"/>
          <p:cNvSpPr/>
          <p:nvPr/>
        </p:nvSpPr>
        <p:spPr>
          <a:xfrm>
            <a:off x="10951580" y="55796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6" name="Shape 1504"/>
          <p:cNvSpPr/>
          <p:nvPr/>
        </p:nvSpPr>
        <p:spPr>
          <a:xfrm>
            <a:off x="10712552" y="56211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7" name="Shape 1505"/>
          <p:cNvSpPr/>
          <p:nvPr/>
        </p:nvSpPr>
        <p:spPr>
          <a:xfrm>
            <a:off x="10737553" y="46282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8" name="Shape 1506"/>
          <p:cNvSpPr/>
          <p:nvPr/>
        </p:nvSpPr>
        <p:spPr>
          <a:xfrm>
            <a:off x="10858840" y="43194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9" name="Shape 1507"/>
          <p:cNvSpPr/>
          <p:nvPr/>
        </p:nvSpPr>
        <p:spPr>
          <a:xfrm>
            <a:off x="10883900" y="4067080"/>
            <a:ext cx="127" cy="1617119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1510" name="Shape 1508"/>
          <p:cNvSpPr/>
          <p:nvPr/>
        </p:nvSpPr>
        <p:spPr>
          <a:xfrm>
            <a:off x="10769600" y="5684200"/>
            <a:ext cx="228600" cy="127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1511" name="Shape 1509"/>
          <p:cNvSpPr/>
          <p:nvPr/>
        </p:nvSpPr>
        <p:spPr>
          <a:xfrm>
            <a:off x="10769600" y="4067080"/>
            <a:ext cx="228600" cy="127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1512" name="Shape 1510"/>
          <p:cNvSpPr/>
          <p:nvPr/>
        </p:nvSpPr>
        <p:spPr>
          <a:xfrm>
            <a:off x="10718800" y="4772631"/>
            <a:ext cx="330200" cy="550771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B57442"/>
            </a:solidFill>
            <a:prstDash val="solid"/>
          </a:ln>
        </p:spPr>
      </p:sp>
      <p:sp>
        <p:nvSpPr>
          <p:cNvPr id="1513" name="Shape 1511"/>
          <p:cNvSpPr/>
          <p:nvPr/>
        </p:nvSpPr>
        <p:spPr>
          <a:xfrm>
            <a:off x="10718800" y="5097068"/>
            <a:ext cx="330200" cy="127"/>
          </a:xfrm>
          <a:prstGeom prst="line">
            <a:avLst/>
          </a:prstGeom>
          <a:noFill/>
          <a:ln w="31750">
            <a:solidFill>
              <a:srgbClr val="B57442"/>
            </a:solidFill>
            <a:prstDash val="solid"/>
          </a:ln>
        </p:spPr>
      </p:sp>
      <p:sp>
        <p:nvSpPr>
          <p:cNvPr id="1514" name="Shape 1512"/>
          <p:cNvSpPr/>
          <p:nvPr/>
        </p:nvSpPr>
        <p:spPr>
          <a:xfrm>
            <a:off x="10883900" y="7404100"/>
            <a:ext cx="127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515" name="Text 1513"/>
          <p:cNvSpPr/>
          <p:nvPr/>
        </p:nvSpPr>
        <p:spPr>
          <a:xfrm>
            <a:off x="10134600" y="7543800"/>
            <a:ext cx="1498600" cy="736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Emap2lig-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1500" dirty="0"/>
          </a:p>
        </p:txBody>
      </p:sp>
      <p:sp>
        <p:nvSpPr>
          <p:cNvPr id="1516" name="Text 1514"/>
          <p:cNvSpPr/>
          <p:nvPr/>
        </p:nvSpPr>
        <p:spPr>
          <a:xfrm>
            <a:off x="596900" y="2603500"/>
            <a:ext cx="393700" cy="3810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RMSD (Å)</a:t>
            </a:r>
            <a:endParaRPr lang="en-US" sz="1600" dirty="0"/>
          </a:p>
        </p:txBody>
      </p:sp>
      <p:sp>
        <p:nvSpPr>
          <p:cNvPr id="1517" name="Text 1515"/>
          <p:cNvSpPr/>
          <p:nvPr/>
        </p:nvSpPr>
        <p:spPr>
          <a:xfrm>
            <a:off x="6096000" y="2603500"/>
            <a:ext cx="393700" cy="3810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RMSD (Å)</a:t>
            </a:r>
            <a:endParaRPr lang="en-US" sz="16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493</Words>
  <Application>Microsoft Office PowerPoint</Application>
  <PresentationFormat>自定义</PresentationFormat>
  <Paragraphs>79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4" baseType="lpstr">
      <vt:lpstr>Arial</vt:lpstr>
      <vt:lpstr>Office Theme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Manuscript figures</dc:creator>
  <cp:lastModifiedBy>Hongen Peng</cp:lastModifiedBy>
  <cp:revision>2</cp:revision>
  <dcterms:created xsi:type="dcterms:W3CDTF">2026-10-02T14:55:31Z</dcterms:created>
  <dcterms:modified xsi:type="dcterms:W3CDTF">2026-10-02T14:55:41Z</dcterms:modified>
</cp:coreProperties>
</file>