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8_51F486EC.xml" ContentType="application/vnd.ms-powerpoint.comments+xml"/>
  <Override PartName="/ppt/notesSlides/notesSlide2.xml" ContentType="application/vnd.openxmlformats-officedocument.presentationml.notesSlide+xml"/>
  <Override PartName="/ppt/comments/modernComment_10D_9E97A5A5.xml" ContentType="application/vnd.ms-powerpoint.comments+xml"/>
  <Override PartName="/ppt/notesSlides/notesSlide3.xml" ContentType="application/vnd.openxmlformats-officedocument.presentationml.notesSlide+xml"/>
  <Override PartName="/ppt/comments/modernComment_10E_32F8FEB7.xml" ContentType="application/vnd.ms-powerpoint.comments+xml"/>
  <Override PartName="/ppt/notesSlides/notesSlide4.xml" ContentType="application/vnd.openxmlformats-officedocument.presentationml.notesSlide+xml"/>
  <Override PartName="/ppt/comments/modernComment_10F_ACD76DD8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4" r:id="rId2"/>
    <p:sldId id="269" r:id="rId3"/>
    <p:sldId id="270" r:id="rId4"/>
    <p:sldId id="271" r:id="rId5"/>
  </p:sldIdLst>
  <p:sldSz cx="6480175" cy="446881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344" autoAdjust="0"/>
  </p:normalViewPr>
  <p:slideViewPr>
    <p:cSldViewPr snapToGrid="0">
      <p:cViewPr varScale="1">
        <p:scale>
          <a:sx n="134" d="100"/>
          <a:sy n="134" d="100"/>
        </p:scale>
        <p:origin x="540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D_9E97A5A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4EB7D32-305B-4ECB-928F-E5FF654DD37C}" authorId="{D3F71A66-0C34-DF1A-5236-FECDBC820DCB}" created="2026-10-22T02:42:32.147">
    <pc:sldMkLst xmlns:pc="http://schemas.microsoft.com/office/powerpoint/2013/main/command">
      <pc:docMk/>
      <pc:sldMk cId="0" sldId="269"/>
    </pc:sldMkLst>
    <p188:txBody>
      <a:bodyPr/>
      <a:lstStyle/>
      <a:p>
        <a:r>
          <a:rPr lang="zh-CN" altLang="en-US"/>
          <a:t>@@fig-method-v7</a:t>
        </a:r>
      </a:p>
    </p188:txBody>
  </p188:cm>
</p188:cmLst>
</file>

<file path=ppt/comments/modernComment_10E_32F8FEB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B23FE07-C53F-4D37-BAE7-59D92DE1295C}" authorId="{D3F71A66-0C34-DF1A-5236-FECDBC820DCB}" created="2026-10-22T02:42:32.147">
    <pc:sldMkLst xmlns:pc="http://schemas.microsoft.com/office/powerpoint/2013/main/command">
      <pc:docMk/>
      <pc:sldMk cId="0" sldId="269"/>
    </pc:sldMkLst>
    <p188:txBody>
      <a:bodyPr/>
      <a:lstStyle/>
      <a:p>
        <a:r>
          <a:rPr lang="zh-CN" altLang="en-US"/>
          <a:t>@@fig-method-v8</a:t>
        </a:r>
      </a:p>
    </p188:txBody>
  </p188:cm>
  <p188:cm id="{DA0CA50E-1716-41F4-8276-66A17604B9C4}" authorId="{D3F71A66-0C34-DF1A-5236-FECDBC820DCB}" created="2026-10-22T15:53:22.981Z">
    <pc:sldMkLst xmlns:pc="http://schemas.microsoft.com/office/powerpoint/2013/main/command">
      <pc:docMk/>
      <pc:sldMk cId="0" sldId="269"/>
    </pc:sldMkLst>
    <p188:txBody>
      <a:bodyPr/>
      <a:lstStyle/>
      <a:p>
        <a:r>
          <a:t>PROVENANCE v1</a:t>
        </a:r>
      </a:p>
      <a:p>
        <a:r>
          <a:t>id: fig-method-v8</a:t>
        </a:r>
      </a:p>
      <a:p>
        <a:r>
          <a:t>source: 画图/画图代码/e2e/visualization/图表追溯.md</a:t>
        </a:r>
      </a:p>
      <a:p>
        <a:r>
          <a:t/>
        </a:r>
      </a:p>
      <a:p>
        <a:r>
          <a:t>## fig-method-v8｜共享输入与三阶段网络架构</a:t>
        </a:r>
      </a:p>
      <a:p>
        <a:r>
          <a:t/>
        </a:r>
      </a:p>
      <a:p>
        <a:r>
          <a:t>**共享关系与本图选择。** 本图的直接生成逻辑保存在本图长期目录；其冻结来源可能同时被其他实验使用，但当前入口不转发到其他具体图目录。 本次完整入口按稳定图名 `fig-method-v8` 选择图或所在共享图组。</a:t>
        </a:r>
      </a:p>
      <a:p>
        <a:r>
          <a:t/>
        </a:r>
      </a:p>
      <a:p>
        <a:r>
          <a:t>**清空temp后的完整重建。** 从仓库根执行 `python -X utf8 -B 转换工具/ops/rebuild_figures.py --figure fig-method-v8`。入口顺序运行必要的数据准备、绘图／原生渲染、场景运输和PPT装配，始终屏蔽所有旧temp读取；同一次运行产生的中间文件可以继续使用。冻结实验输入与作者原生素材只从长期目录读取，图稿、命令日志、现场读取记录、`receipt.json`和含本图的`rebuilt.pptx`统一位于新建的 `temp/figure_rebuild/&lt;运行号&gt;/&lt;图名&gt;/`。正式图形不被覆盖；作者双语备注与本条来源说明写入新候选。</a:t>
        </a:r>
      </a:p>
      <a:p>
        <a:r>
          <a:t/>
        </a:r>
      </a:p>
      <a:p>
        <a:r>
          <a:t/>
        </a:r>
      </a:p>
      <a:p>
        <a:r>
          <a:t>**当前页与科学性质。** 中文和英文正文使用 `画图/Method总图.pptx` 第5页 `fig-method-v8`。这是网络和数据流示意，不展示一次真实推理的概率矩阵、邻点或预测构象成绩。56通道密度库、50维受体原子特征、Find／Match／Build输入与模块关系由Methods定义和实现支撑；特征条、邻点、框和高亮位置是示意编码。真实分子和密度素材依下面的病例与显示条件分别追溯，不把整页解释成单个病例的完整推理。</a:t>
        </a:r>
      </a:p>
      <a:p>
        <a:r>
          <a:t/>
        </a:r>
      </a:p>
      <a:p>
        <a:r>
          <a:t>**直接装配链。** `e2e/visualization/fig-method-v8/assemble.py` 的模块主流程读取冻结作者基底 `e2e/output/fig-method-v8/disk-before.pptx`，按对象ID局部修改第5页，保留作者Build布局，补充Embedding head空心邻点、中心表征、特征条和聚合箭头，调整输入分组、身份评分高亮与双语图注。它随后调用 `ops/replace_density.py`，将对象15、306、967替换为最终对应实验密度。先前只有局部形状编辑的候选缺少这一步，不能代表最终作者页。原作者手工绘图没有可恢复为单个函数的从零生成过程，冻结基底保存其原生对象与素材。</a:t>
        </a:r>
      </a:p>
      <a:p>
        <a:r>
          <a:t/>
        </a:r>
      </a:p>
      <a:p>
        <a:r>
          <a:t>**三处密度与Find／Match受体。** 当前三幅灰色Density均为9LLG原始实验地图在CryoAtom2受体C1链蛋白原子周围3.5 Å内的等值面，不再使用总览的9HJX显示资产。直接渲染入口 `ops/render_density.py` 读取 `e2e/output/e2e-flow/views/9llg/assets/full_density.mrc` 和同目录 `ca2_receptor.cif`；以 `geometry.json` 的原始阈值 `0.009667073376476765` 绘制，设置 `normalize_ccp4_maps=0`，不重新归一化密度。MRC为 `(208,208,208)` 的ZYX float32采样，与 `views/source/9llg/exp.npy` 第一通道逐值完全相等；XYZ间距均为 `1.0015385150909424 Å`，首体素中心为 `(0.5007692575454712,0.5007692575454712,0.5007692575454712) Å`。原始数组SHA-256为 `cc7c0814a78bf39e8cc587258ece3f4e972495dc250fb260debbd92d71e18378`；MRC为 `b2c89c6f85c4db1083c3b2946c98d1469c6a7769cfb2a79289e5d570c6e626e8`。</a:t>
        </a:r>
      </a:p>
      <a:p>
        <a:r>
          <a:t/>
        </a:r>
      </a:p>
      <a:p>
        <a:r>
          <a:t>Find和Match蓝色受体来自 `ops/render_receptor.py`，显示9LLG的C1链，共2913个所选蛋白原子，原子坐标不变。`e2e/output/fig-method-v8/receptor-9llg/receptor_views.json` 保存完整18项PyMOL相机向量；密度使用同一 `views.final`，完整向量逐项相同。渲染图为1800×1800透明背景PNG，按透明通道外包框裁切后四周各保留24像素，最终嵌入图975×931像素。`late-density-20261022/` 保存原PNG、裁切PNG、82.5 MB `density_corresponding.pse` 和 `density_provenance.json`；`receptor-9llg/` 保存受体PNG、PSE及相机。两类图只调整颜色、光照和显示，不改坐标、地图值或原阈值。</a:t>
        </a:r>
      </a:p>
      <a:p>
        <a:r>
          <a:t/>
        </a:r>
      </a:p>
      <a:p>
        <a:r>
          <a:t>**Build输出的独立真实素材。** 当前第5页Build底部结构图实际是9BJJ，不是9LLG。正式媒体 `image17.png` 与 `e2e/output/fig-method-v8/build-pose-9bjj/9bjj_a.png` 字节相同，SHA-256为 `c613c1561d1beac9ccd79babda2a9ee0a1530d451c324a0126eeb8def0a2dcb6`。直接入口 `ops/render_build_pose.py` 读取 `e2e/output/e2e-flow/views/9bjj/assets/ca2_receptor.cif` 和 `prediction.sdf`，沿原 `render_pose_refined.py` 的选择、颜色与相机绘制口袋cartoon和预测配体sticks。先取距配体7 Å内的整残基；按链将残基号间隔不超过3的邻组连成片段，至少3个命中残基的片段两端各延伸2个编号，显示原坐标。精确8个链／残基区间和相机保存在 `build-pose-9bjj/refined_views.json` 的 `9bjj_a`，PSE也已保全。原案例为ATP B:901，目标 `matched_occurrence_id=4`、`source_blob_index=0`，预测为local-c1自排序首位 `sample_index=21`；原候选及模型来源见 `e2e/output/e2e-flow/source/source/9bjj/facts.json`。这幅图说明构象输出的形态，不在方法图中另作准确率或同病例对应的声明。</a:t>
        </a:r>
      </a:p>
      <a:p>
        <a:r>
          <a:t/>
        </a:r>
      </a:p>
      <a:p>
        <a:r>
          <a:t>**晚期资产保全与验证。** `late-density-20261022/source_receipt.json` 逐文件记录21份原临时素材、生成脚本和发布证据的原位置、新位置、字节数与SHA-256，保留原文件；旧 `disk-before.pptx`、旧候选和此前冻结证据未覆盖。原始 `render_density.py`、`replace_density.py` 作为当时实际入口留档；长期入口已改稳定来源，替换程序只写候选，不发布正式PPT或Word。旧发布记录只列两个变化部件，描述的是密度替换前版本；晚期发布额外改变第5页关系并新增 `fig2_density_corresponding.png`，不能再用旧记录概括最终页。</a:t>
        </a:r>
      </a:p>
      <a:p>
        <a:r>
          <a:t/>
        </a:r>
      </a:p>
      <a:p>
        <a:r>
          <a:t>从仓库根执行 `python -X utf8 -B 画图/画图代码/e2e/visualization/fig-method-v8/assemble.py`，依次生成 `temp/fig-method-v8/candidate_before_density.pptx` 与最终 `candidate.pptx`。本轮已实际重放：最终候选第5页XML、关系、双语备注及全部媒体与当前正式PPT逐字节相同；整包只有来源批注部件存在差异，没有增加或遗漏其他部件。原实验数组与MRC逐值核对、完整相机相等、裁切像素一致及21份救回文件散列均通过，报告为 `temp/fig-method-v8/late-density-verification.json`。该前次核验没有启动PyMOL。2026-10-23完整入口现已实际重渲染9LLG受体、对应密度及9BJJ姿态，再装配新候选，旧temp读取被屏蔽；不覆盖正式PPT或Word。重渲染用的三个 `ops/render_*.py` 默认只写 `temp/fig-method-v8/rendered/`；原生PSE和PNG提供冻结显示证据。</a:t>
        </a:r>
      </a:p>
    </p188:txBody>
  </p188:cm>
</p188:cmLst>
</file>

<file path=ppt/comments/modernComment_10F_ACD76DD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7B77152-ECE0-4451-BE2C-7417B3884E7F}" authorId="{D3F71A66-0C34-DF1A-5236-FECDBC820DCB}" created="2026-10-22T02:42:32.147">
    <pc:sldMkLst xmlns:pc="http://schemas.microsoft.com/office/powerpoint/2013/main/command">
      <pc:docMk/>
      <pc:sldMk cId="0" sldId="269"/>
    </pc:sldMkLst>
    <p188:txBody>
      <a:bodyPr/>
      <a:lstStyle/>
      <a:p>
        <a:r>
          <a:rPr lang="zh-CN" altLang="en-US"/>
          <a:t>@@fig-method-v9</a:t>
        </a:r>
      </a:p>
    </p188:txBody>
  </p188:cm>
</p188:cmLst>
</file>

<file path=ppt/comments/modernComment_108_51F486E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5D51F7-3CB1-4B36-BB20-9743BD6D70F8}" authorId="{D3F71A66-0C34-DF1A-5236-FECDBC820DCB}" created="2026-10-02T04:04:18.672">
    <pc:sldMkLst xmlns:pc="http://schemas.microsoft.com/office/powerpoint/2013/main/command">
      <pc:docMk/>
      <pc:sldMk cId="1374979820" sldId="263"/>
    </pc:sldMkLst>
    <p188:txBody>
      <a:bodyPr/>
      <a:lstStyle/>
      <a:p>
        <a:r>
          <a:rPr lang="zh-CN" altLang="en-US"/>
          <a:t>v4 方法示意图。第 2 页保留生成式密度插图，第 3 页将指定 10 个 BOX 替换为原生可编辑形状。位点深蓝点表示 blob 的几何中心；输出配体为可编辑的三维球棍示意，保留原稿的连接关系。示意图不表示实验测量值，模块尺寸与数目不表示精确网络层数。</a:t>
        </a:r>
      </a:p>
    </p188:txBody>
  </p188:cm>
  <p188:cm id="{DA1AD77A-04DA-4271-A6CF-BB6B05634610}" authorId="{D3F71A66-0C34-DF1A-5236-FECDBC820DCB}" created="2026-10-02T04:04:56.395">
    <pc:sldMkLst xmlns:pc="http://schemas.microsoft.com/office/powerpoint/2013/main/command">
      <pc:docMk/>
      <pc:sldMk cId="1374979820" sldId="263"/>
    </pc:sldMkLst>
    <p188:txBody>
      <a:bodyPr/>
      <a:lstStyle/>
      <a:p>
        <a:r>
          <a:rPr lang="zh-CN" altLang="en-US"/>
          <a:t>@@fig-method-v4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FAF93-95A5-E700-EB3E-D633DC144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91D0DC-1B34-631C-1675-038262F918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35DC54-749E-52ED-6A38-7450AEE2B1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zh-CN" altLang="zh-CN" dirty="0"/>
              <a:t>LigandSeek 的 Find–Match–Build 框架的网络结构与数据流。</a:t>
            </a:r>
          </a:p>
          <a:p>
            <a:r>
              <a:rPr lang="zh-CN" altLang="zh-CN" b="1" dirty="0"/>
              <a:t>a</a:t>
            </a:r>
            <a:r>
              <a:rPr lang="zh-CN" altLang="zh-CN" dirty="0"/>
              <a:t>，共享输入。实验冷冻电镜密度 $M_{\mathrm{exp}}$、受体模拟密度 $M_{\mathrm{sim}}$、差异密度 $M_{\mathrm{diff}}$ 和正差异密度 $M_{\mathrm{diff}}^{+}$ 构成基础密度场。未归一化与 z-score 归一化表示经过七种空间变换，包括高斯平滑、差分高斯（DoG）滤波和受体邻域抑制，形成 56 通道多视角密度库。蛋白质和核酸受体原子的 50 维特征编码其化学与几何信息。</a:t>
            </a:r>
          </a:p>
          <a:p>
            <a:r>
              <a:rPr lang="zh-CN" altLang="zh-CN" b="1" dirty="0"/>
              <a:t>b</a:t>
            </a:r>
            <a:r>
              <a:rPr lang="zh-CN" altLang="zh-CN" dirty="0"/>
              <a:t>，Find 的体素–点云联合定位。3D U-Net 融合密度与受体原子特征，预测逐体素的配体区域概率。同时，Point Transformer V3 编码受体原子及从高概率结合区域采样的伪原子，通过多尺度特征采样融入体素信息。AlphaFold3 风格的迭代回收机制逐轮改善两个分支的预测。预测的受体原子结合概率用于在推理时为候选配体区域打分，提取的 blob 与伪原子则为 Match 提供局部线索。</a:t>
            </a:r>
          </a:p>
          <a:p>
            <a:r>
              <a:rPr lang="zh-CN" altLang="zh-CN" b="1" dirty="0"/>
              <a:t>c</a:t>
            </a:r>
            <a:r>
              <a:rPr lang="zh-CN" altLang="zh-CN" dirty="0"/>
              <a:t>，Match 的前景判别与身份指派。候选编码器使用 U-Net 处理以各 blob 为中心的 48³ 网格，得到体素摘要 $h_j^{\mathrm{vox}}$。Find 提供的 blob、口袋与伪原子特征通过双重池化、交叉注意力和特征线性调制（FiLM）调制 $h_j^{\mathrm{vox}}$，得到候选表示 $h_j$。身份编码器以 SMI-TED 语言嵌入为查询，通过图注意力读取图神经网络（GNN）编码的分子图特征；上下文注意力融入同一 PDB 中其他配体</a:t>
            </a:r>
            <a:r>
              <a:rPr lang="zh-CN" altLang="en-US" dirty="0"/>
              <a:t>的信息</a:t>
            </a:r>
            <a:r>
              <a:rPr lang="zh-CN" altLang="zh-CN" dirty="0"/>
              <a:t>，得到身份表示 $g_k$。最后，前景头根据 $h_j$ 预测前景概率 $p_j^{\mathrm{fg}}$，$h_j$ 与 $g_k$ 之间的可学习余弦评分生成身份指派分数矩阵 $s_{j,k}$。</a:t>
            </a:r>
          </a:p>
          <a:p>
            <a:r>
              <a:rPr lang="zh-CN" altLang="zh-CN" b="1" dirty="0"/>
              <a:t>d</a:t>
            </a:r>
            <a:r>
              <a:rPr lang="zh-CN" altLang="zh-CN" dirty="0"/>
              <a:t>，Build 的构象重建。blob 的几何中心 $p$、Match 指派的配体身份和口袋环境传入对接工具，生成配体构象。默认工具为经过密度引导微调的 PocketXMol，也支持 Vina、DiffDock 和 EMERALD。</a:t>
            </a:r>
          </a:p>
          <a:p>
            <a:pPr marL="0" algn="l" defTabSz="914400" rtl="0" eaLnBrk="1" latinLnBrk="0" hangingPunct="1"/>
            <a:r>
              <a:rPr lang="en-US" altLang="zh-CN" sz="1200" kern="1200" dirty="0"/>
              <a:t>ENGLISH：</a:t>
            </a:r>
          </a:p>
          <a:p>
            <a:pPr marL="0" algn="l" defTabSz="914400" rtl="0" eaLnBrk="1" latinLnBrk="0" hangingPunct="1"/>
            <a:r>
              <a:rPr lang="en-US" altLang="zh-CN" sz="1200" kern="1200" dirty="0"/>
              <a:t>Network architecture and data flow of </a:t>
            </a:r>
            <a:r>
              <a:rPr lang="zh-CN" altLang="zh-CN" dirty="0"/>
              <a:t>LigandSeek’s</a:t>
            </a:r>
            <a:r>
              <a:rPr lang="en-US" altLang="zh-CN" sz="1200" kern="1200" dirty="0"/>
              <a:t> Find–Match–Build framework.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a</a:t>
            </a:r>
            <a:r>
              <a:rPr lang="en-US" altLang="zh-CN" sz="1200" kern="1200" dirty="0"/>
              <a:t>, Shared inputs. Experimental cryo-electron microscopy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{exp}}$, simulated receptor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{sim}}$, difference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{diff}}$ and positive difference density $M_{\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{diff}}^{+}$ form the base fields. </a:t>
            </a:r>
            <a:r>
              <a:rPr lang="en-US" altLang="zh-CN" sz="1200" kern="1200" dirty="0" err="1"/>
              <a:t>Unnormalised</a:t>
            </a:r>
            <a:r>
              <a:rPr lang="en-US" altLang="zh-CN" sz="1200" kern="1200" dirty="0"/>
              <a:t> and z-score-</a:t>
            </a:r>
            <a:r>
              <a:rPr lang="en-US" altLang="zh-CN" sz="1200" kern="1200" dirty="0" err="1"/>
              <a:t>normalised</a:t>
            </a:r>
            <a:r>
              <a:rPr lang="en-US" altLang="zh-CN" sz="1200" kern="1200" dirty="0"/>
              <a:t> representations undergo seven spatial transformations, including Gaussian smoothing, difference-of-Gaussians (</a:t>
            </a:r>
            <a:r>
              <a:rPr lang="en-US" altLang="zh-CN" sz="1200" kern="1200" dirty="0" err="1"/>
              <a:t>DoG</a:t>
            </a:r>
            <a:r>
              <a:rPr lang="en-US" altLang="zh-CN" sz="1200" kern="1200" dirty="0"/>
              <a:t>) filtering and receptor-</a:t>
            </a:r>
            <a:r>
              <a:rPr lang="en-US" altLang="zh-CN" sz="1200" kern="1200" dirty="0" err="1"/>
              <a:t>neighbourhood</a:t>
            </a:r>
            <a:r>
              <a:rPr lang="en-US" altLang="zh-CN" sz="1200" kern="1200" dirty="0"/>
              <a:t> suppression, producing a 56-channel multi-view density bank. Protein and nucleic acid receptor atoms have 50-dimensional features encoding chemical and geometric information.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b</a:t>
            </a:r>
            <a:r>
              <a:rPr lang="en-US" altLang="zh-CN" sz="1200" kern="1200" dirty="0"/>
              <a:t>, Joint voxel and point-cloud </a:t>
            </a:r>
            <a:r>
              <a:rPr lang="en-US" altLang="zh-CN" sz="1200" kern="1200" dirty="0" err="1"/>
              <a:t>localisation</a:t>
            </a:r>
            <a:r>
              <a:rPr lang="en-US" altLang="zh-CN" sz="1200" kern="1200" dirty="0"/>
              <a:t> in Find. </a:t>
            </a:r>
            <a:r>
              <a:rPr lang="zh-CN" altLang="zh-CN" dirty="0"/>
              <a:t>A 3D U-Net combines density and receptor-atom features</a:t>
            </a:r>
            <a:r>
              <a:rPr lang="en-US" altLang="zh-CN" dirty="0"/>
              <a:t> to </a:t>
            </a:r>
            <a:r>
              <a:rPr lang="zh-CN" altLang="zh-CN" dirty="0"/>
              <a:t>predict voxelwise ligand-region probabilities.</a:t>
            </a:r>
            <a:r>
              <a:rPr lang="en-US" altLang="zh-CN" sz="1200" kern="1200" dirty="0"/>
              <a:t> In parallel, Point Transformer V3 encodes receptor atoms and pseudo atoms sampled from high-probability binding regions, incorporating voxel information through multiscale feature sampling. An AlphaFold3-style recycling mechanism iteratively </a:t>
            </a:r>
            <a:r>
              <a:rPr lang="zh-CN" altLang="zh-CN" sz="1200" kern="1200" dirty="0"/>
              <a:t>refines</a:t>
            </a:r>
            <a:r>
              <a:rPr lang="en-US" altLang="zh-CN" sz="1200" kern="1200" dirty="0"/>
              <a:t> predictions across both branches. Predicted receptor-atom binding probabilities are used to score candidate ligand regions during inference, while extracted blobs and pseudo atoms provide local cues for Match.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c</a:t>
            </a:r>
            <a:r>
              <a:rPr lang="en-US" altLang="zh-CN" sz="1200" kern="1200" dirty="0"/>
              <a:t>, Foreground classification and identity assignment in Match. The candidate encoder processes a 48³ grid </a:t>
            </a:r>
            <a:r>
              <a:rPr lang="en-US" altLang="zh-CN" sz="1200" kern="1200" dirty="0" err="1"/>
              <a:t>centred</a:t>
            </a:r>
            <a:r>
              <a:rPr lang="en-US" altLang="zh-CN" sz="1200" kern="1200" dirty="0"/>
              <a:t> on each blob with a U-Net to generate voxel summary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{vox}}$. Find-derived blob, pocket and pseudo atom features modulate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{vox}}$ via dual pooling, cross-attention and </a:t>
            </a:r>
            <a:r>
              <a:rPr lang="en-US" altLang="zh-CN" sz="1200" kern="1200" dirty="0" err="1"/>
              <a:t>FiLM</a:t>
            </a:r>
            <a:r>
              <a:rPr lang="en-US" altLang="zh-CN" sz="1200" kern="1200" dirty="0"/>
              <a:t>, yielding candidate representation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$. The identity encoder uses SMI-TED language embeddings to query GNN-encoded molecular graph features via graph attention, while context attention incorporates other ligand identities in the same PDB entry, yielding identity representation $</a:t>
            </a:r>
            <a:r>
              <a:rPr lang="en-US" altLang="zh-CN" sz="1200" kern="1200" dirty="0" err="1"/>
              <a:t>g_k</a:t>
            </a:r>
            <a:r>
              <a:rPr lang="en-US" altLang="zh-CN" sz="1200" kern="1200" dirty="0"/>
              <a:t>$. Finally, a foreground head predicts foreground probability $</a:t>
            </a:r>
            <a:r>
              <a:rPr lang="en-US" altLang="zh-CN" sz="1200" kern="1200" dirty="0" err="1"/>
              <a:t>p_j</a:t>
            </a:r>
            <a:r>
              <a:rPr lang="en-US" altLang="zh-CN" sz="1200" kern="1200" dirty="0"/>
              <a:t>^{\</a:t>
            </a:r>
            <a:r>
              <a:rPr lang="en-US" altLang="zh-CN" sz="1200" kern="1200" dirty="0" err="1"/>
              <a:t>mathrm</a:t>
            </a:r>
            <a:r>
              <a:rPr lang="en-US" altLang="zh-CN" sz="1200" kern="1200" dirty="0"/>
              <a:t>{</a:t>
            </a:r>
            <a:r>
              <a:rPr lang="en-US" altLang="zh-CN" sz="1200" kern="1200" dirty="0" err="1"/>
              <a:t>fg</a:t>
            </a:r>
            <a:r>
              <a:rPr lang="en-US" altLang="zh-CN" sz="1200" kern="1200" dirty="0"/>
              <a:t>}}$ from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$, and learned cosine scoring between $</a:t>
            </a:r>
            <a:r>
              <a:rPr lang="en-US" altLang="zh-CN" sz="1200" kern="1200" dirty="0" err="1"/>
              <a:t>h_j</a:t>
            </a:r>
            <a:r>
              <a:rPr lang="en-US" altLang="zh-CN" sz="1200" kern="1200" dirty="0"/>
              <a:t>$ and $</a:t>
            </a:r>
            <a:r>
              <a:rPr lang="en-US" altLang="zh-CN" sz="1200" kern="1200" dirty="0" err="1"/>
              <a:t>g_k</a:t>
            </a:r>
            <a:r>
              <a:rPr lang="en-US" altLang="zh-CN" sz="1200" kern="1200" dirty="0"/>
              <a:t>$ produces the assignment matrix $s_{</a:t>
            </a:r>
            <a:r>
              <a:rPr lang="en-US" altLang="zh-CN" sz="1200" kern="1200" dirty="0" err="1"/>
              <a:t>j,k</a:t>
            </a:r>
            <a:r>
              <a:rPr lang="en-US" altLang="zh-CN" sz="1200" kern="1200" dirty="0"/>
              <a:t>}$. </a:t>
            </a:r>
          </a:p>
          <a:p>
            <a:pPr marL="0" algn="l" defTabSz="914400" rtl="0" eaLnBrk="1" latinLnBrk="0" hangingPunct="1"/>
            <a:r>
              <a:rPr lang="en-US" altLang="zh-CN" sz="1200" b="1" kern="1200" dirty="0"/>
              <a:t>d</a:t>
            </a:r>
            <a:r>
              <a:rPr lang="en-US" altLang="zh-CN" sz="1200" kern="1200" dirty="0"/>
              <a:t>, Pose reconstruction in Build. The blob geometric </a:t>
            </a:r>
            <a:r>
              <a:rPr lang="en-US" altLang="zh-CN" sz="1200" kern="1200" dirty="0" err="1"/>
              <a:t>centre</a:t>
            </a:r>
            <a:r>
              <a:rPr lang="en-US" altLang="zh-CN" sz="1200" kern="1200" dirty="0"/>
              <a:t> $p$, Match-assigned ligand identity and pocket environment are supplied to docking tools to generate ligand poses. The default tool is </a:t>
            </a:r>
            <a:r>
              <a:rPr lang="en-US" altLang="zh-CN" sz="1200" kern="1200" dirty="0" err="1"/>
              <a:t>PocketXMol</a:t>
            </a:r>
            <a:r>
              <a:rPr lang="en-US" altLang="zh-CN" sz="1200" kern="1200" dirty="0"/>
              <a:t> fine-tuned with density guidance. </a:t>
            </a:r>
            <a:r>
              <a:rPr lang="zh-CN" altLang="zh-CN" dirty="0"/>
              <a:t>Vina, DiffDock and EMERALD are also supported.</a:t>
            </a:r>
            <a:endParaRPr lang="en-US" altLang="zh-CN" sz="1200" kern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62A1B0-47C1-F87B-2343-1BB93F298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002099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A75C1-0A29-503D-D14F-DD30A366B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8C2D6-AFFA-F424-2DB6-226AA2DC74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E0A96-C68D-3680-517F-4A70750DF5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LigandSeek</a:t>
            </a:r>
            <a:r>
              <a:rPr dirty="0"/>
              <a:t> 的 Find–Match–Build </a:t>
            </a:r>
            <a:r>
              <a:rPr dirty="0" err="1"/>
              <a:t>框架的网络结构与数据流</a:t>
            </a:r>
            <a:r>
              <a:rPr dirty="0"/>
              <a:t>。</a:t>
            </a:r>
          </a:p>
          <a:p>
            <a:r>
              <a:rPr dirty="0" err="1"/>
              <a:t>a，Find</a:t>
            </a:r>
            <a:r>
              <a:rPr dirty="0"/>
              <a:t> </a:t>
            </a:r>
            <a:r>
              <a:rPr dirty="0" err="1"/>
              <a:t>将密度与受体信息编码为候选配体区域（blobs）及辅助特征。体素分支和点云分支通过体素到点的特征融合及迭代回收连接</a:t>
            </a:r>
            <a:r>
              <a:rPr dirty="0"/>
              <a:t>。</a:t>
            </a:r>
          </a:p>
          <a:p>
            <a:r>
              <a:rPr dirty="0" err="1"/>
              <a:t>b，Match</a:t>
            </a:r>
            <a:r>
              <a:rPr dirty="0"/>
              <a:t> 对候选区域进行前景判别和身份指派。3D U-Net </a:t>
            </a:r>
            <a:r>
              <a:rPr dirty="0" err="1"/>
              <a:t>编码局部体素块；口袋与</a:t>
            </a:r>
            <a:r>
              <a:rPr dirty="0"/>
              <a:t> blob </a:t>
            </a:r>
            <a:r>
              <a:rPr dirty="0" err="1"/>
              <a:t>的辅助特征经池化、交叉注意力和</a:t>
            </a:r>
            <a:r>
              <a:rPr dirty="0"/>
              <a:t> </a:t>
            </a:r>
            <a:r>
              <a:rPr dirty="0" err="1"/>
              <a:t>FiLM</a:t>
            </a:r>
            <a:r>
              <a:rPr dirty="0"/>
              <a:t> </a:t>
            </a:r>
            <a:r>
              <a:rPr dirty="0" err="1"/>
              <a:t>调制候选表示。身份编码器整合分子图、SMI-TED</a:t>
            </a:r>
            <a:r>
              <a:rPr dirty="0"/>
              <a:t> </a:t>
            </a:r>
            <a:r>
              <a:rPr dirty="0" err="1"/>
              <a:t>语言表示及同一</a:t>
            </a:r>
            <a:r>
              <a:rPr dirty="0"/>
              <a:t> PDB </a:t>
            </a:r>
            <a:r>
              <a:rPr dirty="0" err="1"/>
              <a:t>中的身份上下文。前景头输出前景概率，余弦评分产生候选与身份的匹配分数</a:t>
            </a:r>
            <a:r>
              <a:rPr dirty="0"/>
              <a:t>。</a:t>
            </a:r>
          </a:p>
          <a:p>
            <a:r>
              <a:rPr dirty="0" err="1"/>
              <a:t>c，Build</a:t>
            </a:r>
            <a:r>
              <a:rPr dirty="0"/>
              <a:t> </a:t>
            </a:r>
            <a:r>
              <a:rPr dirty="0" err="1"/>
              <a:t>结合位点、SMILES</a:t>
            </a:r>
            <a:r>
              <a:rPr dirty="0"/>
              <a:t> </a:t>
            </a:r>
            <a:r>
              <a:rPr dirty="0" err="1"/>
              <a:t>身份、口袋与密度信息，通过下游对接工具重建全原子配体构象。PocketXMol-tuned</a:t>
            </a:r>
            <a:r>
              <a:rPr dirty="0"/>
              <a:t> </a:t>
            </a:r>
            <a:r>
              <a:rPr dirty="0" err="1"/>
              <a:t>为默认选项</a:t>
            </a:r>
            <a:r>
              <a:rPr dirty="0"/>
              <a:t>。</a:t>
            </a:r>
          </a:p>
          <a:p>
            <a:r>
              <a:rPr dirty="0"/>
              <a:t>ENGLISH:</a:t>
            </a:r>
          </a:p>
          <a:p>
            <a:r>
              <a:rPr dirty="0"/>
              <a:t>Network architecture and data flow of the </a:t>
            </a:r>
            <a:r>
              <a:rPr dirty="0" err="1"/>
              <a:t>LigandSeek</a:t>
            </a:r>
            <a:r>
              <a:rPr dirty="0"/>
              <a:t> Find–Match–Build framework.</a:t>
            </a:r>
          </a:p>
          <a:p>
            <a:r>
              <a:rPr dirty="0"/>
              <a:t>a, Find encodes density and receptor information to produce candidate ligand regions (blobs) and auxiliary features. Voxel-to-point fusion and recycling connect the voxel and point-cloud branches.</a:t>
            </a:r>
          </a:p>
          <a:p>
            <a:r>
              <a:rPr dirty="0"/>
              <a:t>b, Match classifies candidates as foreground or background and assigns ligand identities. A 3D U-Net encodes a local voxel crop. Pooling, cross-attention and </a:t>
            </a:r>
            <a:r>
              <a:rPr dirty="0" err="1"/>
              <a:t>FiLM</a:t>
            </a:r>
            <a:r>
              <a:rPr dirty="0"/>
              <a:t> integrate auxiliary features from the pocket and blob into the candidate representation. 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dirty="0"/>
              <a:t>c, Build uses the site, SMILES identity, pocket and density information with downstream docking tools to reconstruct an all-atom ligand pose. </a:t>
            </a:r>
            <a:r>
              <a:rPr dirty="0" err="1"/>
              <a:t>PocketXMol</a:t>
            </a:r>
            <a:r>
              <a:rPr dirty="0"/>
              <a:t>-tuned is the default option.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C79C0-8F9F-74A5-AE98-BD5A4E418F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11583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B653D-FFEF-1750-5ED2-52D8C2D4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96515-36F4-8FF6-E2EC-D28BFADEFB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4C0162-011C-BE17-DEF7-145E543398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  <a:p>
            <a:r>
              <a:rPr b="1" dirty="0"/>
              <a:t>ENGLISH:</a:t>
            </a:r>
            <a:endParaRPr lang="en-US" b="1" dirty="0"/>
          </a:p>
          <a:p>
            <a:r>
              <a:rPr lang="en-US" dirty="0"/>
              <a:t>Network architecture and data flow of the </a:t>
            </a:r>
            <a:r>
              <a:rPr lang="en-US" dirty="0" err="1"/>
              <a:t>LigandSeek</a:t>
            </a:r>
            <a:r>
              <a:rPr lang="en-US" dirty="0"/>
              <a:t> Find–Match–Build framework.</a:t>
            </a:r>
          </a:p>
          <a:p>
            <a:r>
              <a:rPr lang="en-US" b="1" dirty="0"/>
              <a:t>a, </a:t>
            </a:r>
            <a:r>
              <a:rPr lang="en-US" dirty="0"/>
              <a:t>Find encodes density and receptor information to produce candidate ligand regions (blobs in $\</a:t>
            </a:r>
            <a:r>
              <a:rPr lang="en-US" dirty="0" err="1"/>
              <a:t>mathbb</a:t>
            </a:r>
            <a:r>
              <a:rPr lang="en-US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sz="1200" b="1" kern="1200" dirty="0"/>
              <a:t>b, </a:t>
            </a:r>
            <a:r>
              <a:rPr lang="en-US" dirty="0"/>
              <a:t>Match classifies candidates as foreground or background and assigns ligand identities. A 3D U-Net encodes a local voxel crop. </a:t>
            </a:r>
            <a:r>
              <a:rPr lang="zh-CN" altLang="zh-CN" dirty="0"/>
              <a:t>Pooling, cross-attention and FiLM integrate pocket and blob information with auxiliary features from Find into the candidate representation.</a:t>
            </a:r>
            <a:r>
              <a:rPr lang="en-US" altLang="zh-CN" dirty="0"/>
              <a:t> </a:t>
            </a:r>
            <a:r>
              <a:rPr lang="en-US" dirty="0"/>
              <a:t>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sz="1200" b="1" kern="1200" dirty="0"/>
              <a:t>c, </a:t>
            </a:r>
            <a:r>
              <a:rPr lang="en-US" dirty="0"/>
              <a:t>Build uses the binding site, SMILES identity, pocket and density information with downstream docking tools to reconstruct an all-atom ligand pose. </a:t>
            </a:r>
            <a:r>
              <a:rPr lang="en-US" dirty="0" err="1"/>
              <a:t>PocketXMol</a:t>
            </a:r>
            <a:r>
              <a:rPr lang="en-US" dirty="0"/>
              <a:t>-tuned is the default option.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64DA0-50CC-4D1B-325C-9E2795E8B4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24633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4FE49-5DA4-F327-2341-5C6C9A47D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E64168-A7DD-66D7-17F1-61CBA0132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D1279-D9F3-0200-5439-F3BEE5F15F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zh-CN" dirty="0" err="1"/>
              <a:t>LigandSeek</a:t>
            </a:r>
            <a:r>
              <a:rPr lang="en-US" altLang="zh-CN" dirty="0"/>
              <a:t> Find–Match–Build </a:t>
            </a:r>
            <a:r>
              <a:rPr lang="zh-CN" altLang="en-US" dirty="0"/>
              <a:t>框架的网络架构和数据流。</a:t>
            </a:r>
          </a:p>
          <a:p>
            <a:r>
              <a:rPr lang="en-US" altLang="zh-CN" dirty="0"/>
              <a:t>a</a:t>
            </a:r>
            <a:r>
              <a:rPr lang="zh-CN" altLang="en-US" dirty="0"/>
              <a:t>，</a:t>
            </a:r>
            <a:r>
              <a:rPr lang="en-US" altLang="zh-CN" dirty="0"/>
              <a:t>Find </a:t>
            </a:r>
            <a:r>
              <a:rPr lang="zh-CN" altLang="en-US" dirty="0"/>
              <a:t>部分对密度和受体信息进行编码，生成候选配体区域（</a:t>
            </a:r>
            <a:r>
              <a:rPr lang="en-US" altLang="zh-CN" dirty="0"/>
              <a:t>$\</a:t>
            </a:r>
            <a:r>
              <a:rPr lang="en-US" altLang="zh-CN" dirty="0" err="1"/>
              <a:t>mathbb</a:t>
            </a:r>
            <a:r>
              <a:rPr lang="en-US" altLang="zh-CN" dirty="0"/>
              <a:t>{R}^3$ </a:t>
            </a:r>
            <a:r>
              <a:rPr lang="zh-CN" altLang="en-US" dirty="0"/>
              <a:t>中的 </a:t>
            </a:r>
            <a:r>
              <a:rPr lang="en-US" altLang="zh-CN" dirty="0"/>
              <a:t>blob</a:t>
            </a:r>
            <a:r>
              <a:rPr lang="zh-CN" altLang="en-US" dirty="0"/>
              <a:t>）和辅助特征。受体嵌入头对原子表示进行编码并提供它。</a:t>
            </a:r>
            <a:r>
              <a:rPr lang="en-US" altLang="zh-CN" dirty="0"/>
              <a:t>3D </a:t>
            </a:r>
            <a:r>
              <a:rPr lang="zh-CN" altLang="en-US" dirty="0"/>
              <a:t>体素 </a:t>
            </a:r>
            <a:r>
              <a:rPr lang="en-US" altLang="zh-CN" dirty="0"/>
              <a:t>U-Net </a:t>
            </a:r>
            <a:r>
              <a:rPr lang="zh-CN" altLang="en-US" dirty="0"/>
              <a:t>和 </a:t>
            </a:r>
            <a:r>
              <a:rPr lang="en-US" altLang="zh-CN" dirty="0"/>
              <a:t>Point Transformer V3 </a:t>
            </a:r>
            <a:r>
              <a:rPr lang="zh-CN" altLang="en-US" dirty="0"/>
              <a:t>结合密度和受体原子特征，并对其进行进一步编码。</a:t>
            </a:r>
            <a:r>
              <a:rPr lang="en-US" altLang="zh-CN" dirty="0"/>
              <a:t>AlphaFold3 </a:t>
            </a:r>
            <a:r>
              <a:rPr lang="zh-CN" altLang="en-US" dirty="0"/>
              <a:t>式的循环机制迭代地优化两个分支的预测结果。</a:t>
            </a:r>
          </a:p>
          <a:p>
            <a:r>
              <a:rPr lang="en-US" altLang="zh-CN" dirty="0"/>
              <a:t>b</a:t>
            </a:r>
            <a:r>
              <a:rPr lang="zh-CN" altLang="en-US" dirty="0"/>
              <a:t>，</a:t>
            </a:r>
            <a:r>
              <a:rPr lang="en-US" altLang="zh-CN" dirty="0"/>
              <a:t>Match </a:t>
            </a:r>
            <a:r>
              <a:rPr lang="zh-CN" altLang="en-US" dirty="0"/>
              <a:t>部分将候选配体分类为前景或背景，并分配配体身份。</a:t>
            </a:r>
            <a:r>
              <a:rPr lang="en-US" altLang="zh-CN" dirty="0"/>
              <a:t>3D U-Net </a:t>
            </a:r>
            <a:r>
              <a:rPr lang="zh-CN" altLang="en-US" dirty="0"/>
              <a:t>对局部体素区域进行编码。池化、交叉注意力机制和 </a:t>
            </a:r>
            <a:r>
              <a:rPr lang="en-US" altLang="zh-CN" dirty="0" err="1"/>
              <a:t>FiLM</a:t>
            </a:r>
            <a:r>
              <a:rPr lang="en-US" altLang="zh-CN" dirty="0"/>
              <a:t> </a:t>
            </a:r>
            <a:r>
              <a:rPr lang="zh-CN" altLang="en-US" dirty="0"/>
              <a:t>将口袋和 </a:t>
            </a:r>
            <a:r>
              <a:rPr lang="en-US" altLang="zh-CN" dirty="0"/>
              <a:t>blob </a:t>
            </a:r>
            <a:r>
              <a:rPr lang="zh-CN" altLang="en-US" dirty="0"/>
              <a:t>信息与 </a:t>
            </a:r>
            <a:r>
              <a:rPr lang="en-US" altLang="zh-CN" dirty="0"/>
              <a:t>Find </a:t>
            </a:r>
            <a:r>
              <a:rPr lang="zh-CN" altLang="en-US" dirty="0"/>
              <a:t>部分的辅助特征整合到候选配体表示中。身份编码器将分子图特征、</a:t>
            </a:r>
            <a:r>
              <a:rPr lang="en-US" altLang="zh-CN" dirty="0"/>
              <a:t>SMI-TED </a:t>
            </a:r>
            <a:r>
              <a:rPr lang="zh-CN" altLang="en-US" dirty="0"/>
              <a:t>语言表示和身份上下文整合到同一个 </a:t>
            </a:r>
            <a:r>
              <a:rPr lang="en-US" altLang="zh-CN" dirty="0"/>
              <a:t>PDB </a:t>
            </a:r>
            <a:r>
              <a:rPr lang="zh-CN" altLang="en-US" dirty="0"/>
              <a:t>条目中。前景头部预测前景概率，余弦评分生成候选配体与身份匹配分数。</a:t>
            </a:r>
          </a:p>
          <a:p>
            <a:r>
              <a:rPr lang="en-US" altLang="zh-CN" dirty="0"/>
              <a:t>c</a:t>
            </a:r>
            <a:r>
              <a:rPr lang="zh-CN" altLang="en-US" dirty="0"/>
              <a:t>，构建过程利用结合位点、</a:t>
            </a:r>
            <a:r>
              <a:rPr lang="en-US" altLang="zh-CN" dirty="0"/>
              <a:t>SMILES </a:t>
            </a:r>
            <a:r>
              <a:rPr lang="zh-CN" altLang="en-US" dirty="0"/>
              <a:t>标识符、口袋和密度信息以及下游对接工具，重建全原子配体姿态。默认选项为 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。</a:t>
            </a:r>
            <a:endParaRPr lang="en-US" altLang="zh-CN" dirty="0"/>
          </a:p>
          <a:p>
            <a:endParaRPr lang="en-US" dirty="0"/>
          </a:p>
          <a:p>
            <a:r>
              <a:rPr b="1" dirty="0"/>
              <a:t>ENGLISH:</a:t>
            </a:r>
            <a:endParaRPr lang="en-US" b="1" dirty="0"/>
          </a:p>
          <a:p>
            <a:r>
              <a:rPr lang="en-US" dirty="0"/>
              <a:t>Network architecture and data flow of the </a:t>
            </a:r>
            <a:r>
              <a:rPr lang="en-US" dirty="0" err="1"/>
              <a:t>LigandSeek</a:t>
            </a:r>
            <a:r>
              <a:rPr lang="en-US" dirty="0"/>
              <a:t> Find–Match–Build framework.</a:t>
            </a:r>
          </a:p>
          <a:p>
            <a:r>
              <a:rPr lang="en-US" b="1" dirty="0"/>
              <a:t>a, </a:t>
            </a:r>
            <a:r>
              <a:rPr lang="en-US" dirty="0"/>
              <a:t>Find encodes density and receptor information to produce candidate ligand regions (blobs in $\</a:t>
            </a:r>
            <a:r>
              <a:rPr lang="en-US" dirty="0" err="1"/>
              <a:t>mathbb</a:t>
            </a:r>
            <a:r>
              <a:rPr lang="en-US" dirty="0"/>
              <a:t>{R}^3$) and auxiliary features. The receptor embedding head encodes and supplies atom representations. A 3D voxel U-Net and Point Transformer V3 combine density and receptor-atom features and further encode them. An AlphaFold3-style recycling mechanism iteratively refines predictions across both branches.</a:t>
            </a:r>
          </a:p>
          <a:p>
            <a:r>
              <a:rPr lang="en-US" sz="1200" b="1" kern="1200" dirty="0"/>
              <a:t>b, </a:t>
            </a:r>
            <a:r>
              <a:rPr lang="en-US" dirty="0"/>
              <a:t>Match classifies candidates as foreground or background and assigns ligand identities. A 3D U-Net encodes a local voxel crop. </a:t>
            </a:r>
            <a:r>
              <a:rPr lang="zh-CN" altLang="zh-CN" dirty="0"/>
              <a:t>Pooling, cross-attention and FiLM integrate pocket and blob information with auxiliary features from Find into the candidate representation.</a:t>
            </a:r>
            <a:r>
              <a:rPr lang="en-US" altLang="zh-CN" dirty="0"/>
              <a:t> </a:t>
            </a:r>
            <a:r>
              <a:rPr lang="en-US" dirty="0"/>
              <a:t>The identity encoder combines molecular graph features, SMI-TED language representations and identity context within the same PDB entry. A foreground head predicts foreground probability, and cosine scoring produces candidate-to-identity matching scores.</a:t>
            </a:r>
          </a:p>
          <a:p>
            <a:r>
              <a:rPr lang="en-US" sz="1200" b="1" kern="1200" dirty="0"/>
              <a:t>c, </a:t>
            </a:r>
            <a:r>
              <a:rPr lang="en-US" dirty="0"/>
              <a:t>Build uses the binding site, SMILES identity, pocket and density information with downstream docking tools to reconstruct an all-atom ligand pose. </a:t>
            </a:r>
            <a:r>
              <a:rPr lang="en-US" dirty="0" err="1"/>
              <a:t>PocketXMol</a:t>
            </a:r>
            <a:r>
              <a:rPr lang="en-US" dirty="0"/>
              <a:t>-tuned is the default option.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967F6-10B3-385E-E2B8-A13B6962FB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88232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610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5.png"/><Relationship Id="rId3" Type="http://schemas.microsoft.com/office/2018/10/relationships/comments" Target="../comments/modernComment_108_51F486EC.xml"/><Relationship Id="rId7" Type="http://schemas.openxmlformats.org/officeDocument/2006/relationships/image" Target="../media/image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3.png"/><Relationship Id="rId5" Type="http://schemas.openxmlformats.org/officeDocument/2006/relationships/image" Target="../media/image7.png"/><Relationship Id="rId10" Type="http://schemas.openxmlformats.org/officeDocument/2006/relationships/image" Target="../media/image2.png"/><Relationship Id="rId4" Type="http://schemas.openxmlformats.org/officeDocument/2006/relationships/image" Target="../media/image6.png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microsoft.com/office/2018/10/relationships/comments" Target="../comments/modernComment_10D_9E97A5A5.xml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microsoft.com/office/2018/10/relationships/comments" Target="../comments/modernComment_10E_32F8FEB7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14.png"/><Relationship Id="rId9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microsoft.com/office/2018/10/relationships/comments" Target="../comments/modernComment_10F_ACD76DD8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14.png"/><Relationship Id="rId9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3D9F4-6FE8-3002-7C36-65E297006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_0001">
            <a:extLst>
              <a:ext uri="{FF2B5EF4-FFF2-40B4-BE49-F238E27FC236}">
                <a16:creationId xmlns:a16="http://schemas.microsoft.com/office/drawing/2014/main" id="{188D4DB8-D0C5-D085-536B-072D491662D7}"/>
              </a:ext>
            </a:extLst>
          </p:cNvPr>
          <p:cNvSpPr/>
          <p:nvPr/>
        </p:nvSpPr>
        <p:spPr>
          <a:xfrm>
            <a:off x="1405608" y="47036"/>
            <a:ext cx="639689" cy="3774638"/>
          </a:xfrm>
          <a:prstGeom prst="roundRect">
            <a:avLst>
              <a:gd name="adj" fmla="val 4412"/>
            </a:avLst>
          </a:prstGeom>
          <a:solidFill>
            <a:srgbClr val="F9FBFD"/>
          </a:solidFill>
          <a:ln w="6480" cap="rnd" cmpd="sng" algn="ctr">
            <a:solidFill>
              <a:srgbClr val="C3D2E0"/>
            </a:solidFill>
            <a:prstDash val="solid"/>
            <a:round/>
            <a:headEnd type="none" w="med" len="med"/>
            <a:tailEnd type="none" w="med" len="med"/>
          </a:ln>
          <a:effectLst/>
        </p:spPr>
      </p:sp>
      <p:sp>
        <p:nvSpPr>
          <p:cNvPr id="3" name="a | panel label">
            <a:extLst>
              <a:ext uri="{FF2B5EF4-FFF2-40B4-BE49-F238E27FC236}">
                <a16:creationId xmlns:a16="http://schemas.microsoft.com/office/drawing/2014/main" id="{058DC455-4ED7-2C23-82AA-0600700AE8B7}"/>
              </a:ext>
            </a:extLst>
          </p:cNvPr>
          <p:cNvSpPr txBox="1"/>
          <p:nvPr/>
        </p:nvSpPr>
        <p:spPr>
          <a:xfrm>
            <a:off x="1450292" y="61147"/>
            <a:ext cx="98818" cy="136922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r>
              <a:rPr lang="en-US" sz="760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a</a:t>
            </a:r>
            <a:endParaRPr lang="en-US" sz="760" dirty="0"/>
          </a:p>
        </p:txBody>
      </p:sp>
      <p:grpSp>
        <p:nvGrpSpPr>
          <p:cNvPr id="4" name="Text | Shared input / representation">
            <a:extLst>
              <a:ext uri="{FF2B5EF4-FFF2-40B4-BE49-F238E27FC236}">
                <a16:creationId xmlns:a16="http://schemas.microsoft.com/office/drawing/2014/main" id="{FF7FC1AA-0DF5-F3C7-D2BE-CF13CC4ABD19}"/>
              </a:ext>
            </a:extLst>
          </p:cNvPr>
          <p:cNvGrpSpPr/>
          <p:nvPr/>
        </p:nvGrpSpPr>
        <p:grpSpPr>
          <a:xfrm>
            <a:off x="1528000" y="77610"/>
            <a:ext cx="487000" cy="183863"/>
            <a:chOff x="266085" y="108405"/>
            <a:chExt cx="835165" cy="256821"/>
          </a:xfrm>
        </p:grpSpPr>
        <p:sp>
          <p:nvSpPr>
            <p:cNvPr id="5" name="Text | Shared input">
              <a:extLst>
                <a:ext uri="{FF2B5EF4-FFF2-40B4-BE49-F238E27FC236}">
                  <a16:creationId xmlns:a16="http://schemas.microsoft.com/office/drawing/2014/main" id="{6D4793C7-55E6-7138-8894-8797F2C64D96}"/>
                </a:ext>
              </a:extLst>
            </p:cNvPr>
            <p:cNvSpPr txBox="1"/>
            <p:nvPr/>
          </p:nvSpPr>
          <p:spPr>
            <a:xfrm>
              <a:off x="266085" y="108405"/>
              <a:ext cx="729063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3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Shared input</a:t>
              </a:r>
              <a:endParaRPr lang="en-US" sz="537"/>
            </a:p>
          </p:txBody>
        </p:sp>
        <p:sp>
          <p:nvSpPr>
            <p:cNvPr id="6" name="Text | representation">
              <a:extLst>
                <a:ext uri="{FF2B5EF4-FFF2-40B4-BE49-F238E27FC236}">
                  <a16:creationId xmlns:a16="http://schemas.microsoft.com/office/drawing/2014/main" id="{C172DF06-9920-048A-052D-FADE9A7BA489}"/>
                </a:ext>
              </a:extLst>
            </p:cNvPr>
            <p:cNvSpPr txBox="1"/>
            <p:nvPr/>
          </p:nvSpPr>
          <p:spPr>
            <a:xfrm>
              <a:off x="266085" y="229950"/>
              <a:ext cx="835165" cy="13527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3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representation</a:t>
              </a:r>
              <a:endParaRPr lang="en-US" sz="537" dirty="0"/>
            </a:p>
          </p:txBody>
        </p:sp>
      </p:grpSp>
      <p:sp>
        <p:nvSpPr>
          <p:cNvPr id="7" name="Text | Density bank">
            <a:extLst>
              <a:ext uri="{FF2B5EF4-FFF2-40B4-BE49-F238E27FC236}">
                <a16:creationId xmlns:a16="http://schemas.microsoft.com/office/drawing/2014/main" id="{FFABFE88-4E85-C0B4-7C93-573819E29107}"/>
              </a:ext>
            </a:extLst>
          </p:cNvPr>
          <p:cNvSpPr txBox="1"/>
          <p:nvPr/>
        </p:nvSpPr>
        <p:spPr>
          <a:xfrm>
            <a:off x="1457798" y="335050"/>
            <a:ext cx="535308" cy="10309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530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Density bank</a:t>
            </a:r>
            <a:endParaRPr lang="en-US" sz="530" dirty="0"/>
          </a:p>
        </p:txBody>
      </p:sp>
      <p:sp>
        <p:nvSpPr>
          <p:cNvPr id="8" name="Text | M">
            <a:extLst>
              <a:ext uri="{FF2B5EF4-FFF2-40B4-BE49-F238E27FC236}">
                <a16:creationId xmlns:a16="http://schemas.microsoft.com/office/drawing/2014/main" id="{59909A0E-F21F-062C-587C-F8049D64136E}"/>
              </a:ext>
            </a:extLst>
          </p:cNvPr>
          <p:cNvSpPr txBox="1"/>
          <p:nvPr/>
        </p:nvSpPr>
        <p:spPr>
          <a:xfrm>
            <a:off x="1450067" y="71133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exp</a:t>
            </a:r>
            <a:endParaRPr lang="en-US" sz="472" dirty="0"/>
          </a:p>
        </p:txBody>
      </p:sp>
      <p:sp>
        <p:nvSpPr>
          <p:cNvPr id="9" name="Text | M">
            <a:extLst>
              <a:ext uri="{FF2B5EF4-FFF2-40B4-BE49-F238E27FC236}">
                <a16:creationId xmlns:a16="http://schemas.microsoft.com/office/drawing/2014/main" id="{497A7773-9017-BB07-86C6-D82801375E62}"/>
              </a:ext>
            </a:extLst>
          </p:cNvPr>
          <p:cNvSpPr txBox="1"/>
          <p:nvPr/>
        </p:nvSpPr>
        <p:spPr>
          <a:xfrm>
            <a:off x="1743107" y="71133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sim</a:t>
            </a:r>
            <a:endParaRPr lang="en-US" sz="472" dirty="0"/>
          </a:p>
        </p:txBody>
      </p:sp>
      <p:sp>
        <p:nvSpPr>
          <p:cNvPr id="10" name="Text | M">
            <a:extLst>
              <a:ext uri="{FF2B5EF4-FFF2-40B4-BE49-F238E27FC236}">
                <a16:creationId xmlns:a16="http://schemas.microsoft.com/office/drawing/2014/main" id="{5CCADE51-1D32-91AF-C3B0-AB9B37C106E1}"/>
              </a:ext>
            </a:extLst>
          </p:cNvPr>
          <p:cNvSpPr txBox="1"/>
          <p:nvPr/>
        </p:nvSpPr>
        <p:spPr>
          <a:xfrm>
            <a:off x="1450067" y="104638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endParaRPr lang="en-US" sz="472" dirty="0"/>
          </a:p>
        </p:txBody>
      </p:sp>
      <p:sp>
        <p:nvSpPr>
          <p:cNvPr id="11" name="Text | M">
            <a:extLst>
              <a:ext uri="{FF2B5EF4-FFF2-40B4-BE49-F238E27FC236}">
                <a16:creationId xmlns:a16="http://schemas.microsoft.com/office/drawing/2014/main" id="{46BDFE23-98D7-8796-90A1-C6666245A72F}"/>
              </a:ext>
            </a:extLst>
          </p:cNvPr>
          <p:cNvSpPr txBox="1"/>
          <p:nvPr/>
        </p:nvSpPr>
        <p:spPr>
          <a:xfrm>
            <a:off x="1743107" y="1046389"/>
            <a:ext cx="257731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72" i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M</a:t>
            </a:r>
            <a:r>
              <a:rPr lang="en-US" sz="379" baseline="-25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diff</a:t>
            </a:r>
            <a:r>
              <a:rPr lang="en-US" sz="379" baseline="30000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+</a:t>
            </a:r>
            <a:endParaRPr lang="en-US" sz="472" dirty="0"/>
          </a:p>
        </p:txBody>
      </p:sp>
      <p:cxnSp>
        <p:nvCxnSpPr>
          <p:cNvPr id="12" name="path_0515">
            <a:extLst>
              <a:ext uri="{FF2B5EF4-FFF2-40B4-BE49-F238E27FC236}">
                <a16:creationId xmlns:a16="http://schemas.microsoft.com/office/drawing/2014/main" id="{9709B70B-8DAC-84CD-86CB-B390E423FD26}"/>
              </a:ext>
            </a:extLst>
          </p:cNvPr>
          <p:cNvCxnSpPr/>
          <p:nvPr/>
        </p:nvCxnSpPr>
        <p:spPr>
          <a:xfrm>
            <a:off x="1492624" y="1152381"/>
            <a:ext cx="465656" cy="0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" name="path_0516">
            <a:extLst>
              <a:ext uri="{FF2B5EF4-FFF2-40B4-BE49-F238E27FC236}">
                <a16:creationId xmlns:a16="http://schemas.microsoft.com/office/drawing/2014/main" id="{6A6A7581-7523-8E06-10C3-890DE5D87502}"/>
              </a:ext>
            </a:extLst>
          </p:cNvPr>
          <p:cNvCxnSpPr/>
          <p:nvPr/>
        </p:nvCxnSpPr>
        <p:spPr>
          <a:xfrm>
            <a:off x="1492624" y="1131216"/>
            <a:ext cx="0" cy="21166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path_0517">
            <a:extLst>
              <a:ext uri="{FF2B5EF4-FFF2-40B4-BE49-F238E27FC236}">
                <a16:creationId xmlns:a16="http://schemas.microsoft.com/office/drawing/2014/main" id="{B8D41E7F-746D-8A4C-B222-FC2D754E1AAD}"/>
              </a:ext>
            </a:extLst>
          </p:cNvPr>
          <p:cNvCxnSpPr/>
          <p:nvPr/>
        </p:nvCxnSpPr>
        <p:spPr>
          <a:xfrm>
            <a:off x="1958280" y="1131216"/>
            <a:ext cx="0" cy="21166"/>
          </a:xfrm>
          <a:prstGeom prst="line">
            <a:avLst/>
          </a:prstGeom>
          <a:noFill/>
          <a:ln w="12700" cap="rnd" cmpd="sng" algn="ctr">
            <a:solidFill>
              <a:srgbClr val="5E718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Text | 4 base fields">
            <a:extLst>
              <a:ext uri="{FF2B5EF4-FFF2-40B4-BE49-F238E27FC236}">
                <a16:creationId xmlns:a16="http://schemas.microsoft.com/office/drawing/2014/main" id="{4A2E43B8-602F-1078-C2D3-48985FBE8B4C}"/>
              </a:ext>
            </a:extLst>
          </p:cNvPr>
          <p:cNvSpPr txBox="1"/>
          <p:nvPr/>
        </p:nvSpPr>
        <p:spPr>
          <a:xfrm>
            <a:off x="1457798" y="1172678"/>
            <a:ext cx="535308" cy="90206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94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base fields</a:t>
            </a:r>
            <a:endParaRPr lang="en-US" sz="494" dirty="0"/>
          </a:p>
        </p:txBody>
      </p:sp>
      <p:grpSp>
        <p:nvGrpSpPr>
          <p:cNvPr id="16" name="a | arrow base fields to normalizations">
            <a:extLst>
              <a:ext uri="{FF2B5EF4-FFF2-40B4-BE49-F238E27FC236}">
                <a16:creationId xmlns:a16="http://schemas.microsoft.com/office/drawing/2014/main" id="{2F916DEA-74E2-7961-4A0E-35C9630CD920}"/>
              </a:ext>
            </a:extLst>
          </p:cNvPr>
          <p:cNvGrpSpPr/>
          <p:nvPr/>
        </p:nvGrpSpPr>
        <p:grpSpPr>
          <a:xfrm>
            <a:off x="1715492" y="1265268"/>
            <a:ext cx="19920" cy="68202"/>
            <a:chOff x="498548" y="1767330"/>
            <a:chExt cx="27824" cy="95265"/>
          </a:xfrm>
        </p:grpSpPr>
        <p:cxnSp>
          <p:nvCxnSpPr>
            <p:cNvPr id="17" name="Arrow |  →  | path">
              <a:extLst>
                <a:ext uri="{FF2B5EF4-FFF2-40B4-BE49-F238E27FC236}">
                  <a16:creationId xmlns:a16="http://schemas.microsoft.com/office/drawing/2014/main" id="{6CEADEF2-D050-FB8E-2A69-148F5E853E61}"/>
                </a:ext>
              </a:extLst>
            </p:cNvPr>
            <p:cNvCxnSpPr/>
            <p:nvPr/>
          </p:nvCxnSpPr>
          <p:spPr>
            <a:xfrm>
              <a:off x="512460" y="1767330"/>
              <a:ext cx="0" cy="9526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Arrow |  →  | editable arrowhead">
              <a:extLst>
                <a:ext uri="{FF2B5EF4-FFF2-40B4-BE49-F238E27FC236}">
                  <a16:creationId xmlns:a16="http://schemas.microsoft.com/office/drawing/2014/main" id="{CA40F147-95AB-1C77-E663-D94B304BA0EC}"/>
                </a:ext>
              </a:extLst>
            </p:cNvPr>
            <p:cNvSpPr/>
            <p:nvPr/>
          </p:nvSpPr>
          <p:spPr>
            <a:xfrm>
              <a:off x="498548" y="1830238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" name="Text | 2 normalizations">
            <a:extLst>
              <a:ext uri="{FF2B5EF4-FFF2-40B4-BE49-F238E27FC236}">
                <a16:creationId xmlns:a16="http://schemas.microsoft.com/office/drawing/2014/main" id="{ECAECD21-319F-A44E-72D4-D19DAB35EBAF}"/>
              </a:ext>
            </a:extLst>
          </p:cNvPr>
          <p:cNvSpPr txBox="1"/>
          <p:nvPr/>
        </p:nvSpPr>
        <p:spPr>
          <a:xfrm>
            <a:off x="1457798" y="1340203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2 normalisations</a:t>
            </a:r>
            <a:endParaRPr lang="en-US" sz="487" dirty="0"/>
          </a:p>
        </p:txBody>
      </p:sp>
      <p:sp>
        <p:nvSpPr>
          <p:cNvPr id="20" name="Text | Raw">
            <a:extLst>
              <a:ext uri="{FF2B5EF4-FFF2-40B4-BE49-F238E27FC236}">
                <a16:creationId xmlns:a16="http://schemas.microsoft.com/office/drawing/2014/main" id="{B6673C5E-23F9-7C20-7D7E-32529C73C54F}"/>
              </a:ext>
            </a:extLst>
          </p:cNvPr>
          <p:cNvSpPr txBox="1"/>
          <p:nvPr/>
        </p:nvSpPr>
        <p:spPr>
          <a:xfrm>
            <a:off x="1452644" y="1460049"/>
            <a:ext cx="252577" cy="81185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Raw</a:t>
            </a:r>
            <a:endParaRPr lang="en-US" sz="444" dirty="0"/>
          </a:p>
        </p:txBody>
      </p:sp>
      <p:sp>
        <p:nvSpPr>
          <p:cNvPr id="21" name="Text | Z-score">
            <a:extLst>
              <a:ext uri="{FF2B5EF4-FFF2-40B4-BE49-F238E27FC236}">
                <a16:creationId xmlns:a16="http://schemas.microsoft.com/office/drawing/2014/main" id="{D33584F5-416B-3C0E-5E2F-51854247A3D1}"/>
              </a:ext>
            </a:extLst>
          </p:cNvPr>
          <p:cNvSpPr txBox="1"/>
          <p:nvPr/>
        </p:nvSpPr>
        <p:spPr>
          <a:xfrm>
            <a:off x="1745684" y="1460049"/>
            <a:ext cx="252577" cy="81185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Z-score</a:t>
            </a:r>
            <a:endParaRPr lang="en-US" sz="444" dirty="0"/>
          </a:p>
        </p:txBody>
      </p:sp>
      <p:grpSp>
        <p:nvGrpSpPr>
          <p:cNvPr id="22" name="a | arrow normalizations to views">
            <a:extLst>
              <a:ext uri="{FF2B5EF4-FFF2-40B4-BE49-F238E27FC236}">
                <a16:creationId xmlns:a16="http://schemas.microsoft.com/office/drawing/2014/main" id="{0A72C3BA-DEA4-CB7C-782B-AF7E77EAB54E}"/>
              </a:ext>
            </a:extLst>
          </p:cNvPr>
          <p:cNvGrpSpPr/>
          <p:nvPr/>
        </p:nvGrpSpPr>
        <p:grpSpPr>
          <a:xfrm>
            <a:off x="1715492" y="1768553"/>
            <a:ext cx="19920" cy="79961"/>
            <a:chOff x="498548" y="2470320"/>
            <a:chExt cx="27824" cy="111690"/>
          </a:xfrm>
        </p:grpSpPr>
        <p:cxnSp>
          <p:nvCxnSpPr>
            <p:cNvPr id="23" name="Arrow |  →  | path">
              <a:extLst>
                <a:ext uri="{FF2B5EF4-FFF2-40B4-BE49-F238E27FC236}">
                  <a16:creationId xmlns:a16="http://schemas.microsoft.com/office/drawing/2014/main" id="{42E37C84-D9B1-E724-2B76-D64638C929A7}"/>
                </a:ext>
              </a:extLst>
            </p:cNvPr>
            <p:cNvCxnSpPr/>
            <p:nvPr/>
          </p:nvCxnSpPr>
          <p:spPr>
            <a:xfrm>
              <a:off x="512460" y="2470320"/>
              <a:ext cx="0" cy="11169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4" name="Arrow |  →  | editable arrowhead">
              <a:extLst>
                <a:ext uri="{FF2B5EF4-FFF2-40B4-BE49-F238E27FC236}">
                  <a16:creationId xmlns:a16="http://schemas.microsoft.com/office/drawing/2014/main" id="{C18BFCB3-02B5-040F-2F0D-5164F37D359B}"/>
                </a:ext>
              </a:extLst>
            </p:cNvPr>
            <p:cNvSpPr/>
            <p:nvPr/>
          </p:nvSpPr>
          <p:spPr>
            <a:xfrm>
              <a:off x="498548" y="254965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5" name="Text | 7 spatial views">
            <a:extLst>
              <a:ext uri="{FF2B5EF4-FFF2-40B4-BE49-F238E27FC236}">
                <a16:creationId xmlns:a16="http://schemas.microsoft.com/office/drawing/2014/main" id="{40925002-DB9B-B5F6-AFED-58D66164FFF2}"/>
              </a:ext>
            </a:extLst>
          </p:cNvPr>
          <p:cNvSpPr txBox="1"/>
          <p:nvPr/>
        </p:nvSpPr>
        <p:spPr>
          <a:xfrm>
            <a:off x="1457798" y="1876285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7 spatial views</a:t>
            </a:r>
            <a:endParaRPr lang="en-US" sz="487" dirty="0"/>
          </a:p>
        </p:txBody>
      </p:sp>
      <p:sp>
        <p:nvSpPr>
          <p:cNvPr id="26" name="Text | Identity">
            <a:extLst>
              <a:ext uri="{FF2B5EF4-FFF2-40B4-BE49-F238E27FC236}">
                <a16:creationId xmlns:a16="http://schemas.microsoft.com/office/drawing/2014/main" id="{93B90548-6C8A-23F1-711D-A7122C184B0B}"/>
              </a:ext>
            </a:extLst>
          </p:cNvPr>
          <p:cNvSpPr txBox="1"/>
          <p:nvPr/>
        </p:nvSpPr>
        <p:spPr>
          <a:xfrm>
            <a:off x="1452644" y="2201026"/>
            <a:ext cx="252577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19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Identity</a:t>
            </a:r>
            <a:endParaRPr lang="en-US" sz="419" dirty="0"/>
          </a:p>
        </p:txBody>
      </p:sp>
      <p:sp>
        <p:nvSpPr>
          <p:cNvPr id="27" name="Text | Gaussian ×2">
            <a:extLst>
              <a:ext uri="{FF2B5EF4-FFF2-40B4-BE49-F238E27FC236}">
                <a16:creationId xmlns:a16="http://schemas.microsoft.com/office/drawing/2014/main" id="{1C639667-E0DF-8EF0-5427-165D14B333DC}"/>
              </a:ext>
            </a:extLst>
          </p:cNvPr>
          <p:cNvSpPr txBox="1"/>
          <p:nvPr/>
        </p:nvSpPr>
        <p:spPr>
          <a:xfrm>
            <a:off x="1732798" y="2201026"/>
            <a:ext cx="278350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04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Gaussian ×2</a:t>
            </a:r>
            <a:endParaRPr lang="en-US" sz="404" dirty="0"/>
          </a:p>
        </p:txBody>
      </p:sp>
      <p:sp>
        <p:nvSpPr>
          <p:cNvPr id="28" name="Text | DoG ×2">
            <a:extLst>
              <a:ext uri="{FF2B5EF4-FFF2-40B4-BE49-F238E27FC236}">
                <a16:creationId xmlns:a16="http://schemas.microsoft.com/office/drawing/2014/main" id="{4E220102-8AC1-048F-DB4C-17387DE06A01}"/>
              </a:ext>
            </a:extLst>
          </p:cNvPr>
          <p:cNvSpPr txBox="1"/>
          <p:nvPr/>
        </p:nvSpPr>
        <p:spPr>
          <a:xfrm>
            <a:off x="1452644" y="2487108"/>
            <a:ext cx="252577" cy="77319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19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DoG ×2</a:t>
            </a:r>
            <a:endParaRPr lang="en-US" sz="419" dirty="0"/>
          </a:p>
        </p:txBody>
      </p:sp>
      <p:sp>
        <p:nvSpPr>
          <p:cNvPr id="29" name="Text | Receptor / suppression / ×2">
            <a:extLst>
              <a:ext uri="{FF2B5EF4-FFF2-40B4-BE49-F238E27FC236}">
                <a16:creationId xmlns:a16="http://schemas.microsoft.com/office/drawing/2014/main" id="{08F9C2D5-DFBF-635A-5751-F75B7BB8D644}"/>
              </a:ext>
            </a:extLst>
          </p:cNvPr>
          <p:cNvSpPr txBox="1"/>
          <p:nvPr/>
        </p:nvSpPr>
        <p:spPr>
          <a:xfrm>
            <a:off x="1732798" y="2484531"/>
            <a:ext cx="278350" cy="185567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</a:t>
            </a:r>
            <a:endParaRPr lang="en-US" sz="397" dirty="0"/>
          </a:p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suppression</a:t>
            </a:r>
            <a:endParaRPr lang="en-US" sz="397" dirty="0"/>
          </a:p>
          <a:p>
            <a:pPr algn="ctr"/>
            <a:r>
              <a:rPr lang="en-US" sz="397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×2</a:t>
            </a:r>
            <a:endParaRPr lang="en-US" sz="397" dirty="0"/>
          </a:p>
        </p:txBody>
      </p:sp>
      <p:grpSp>
        <p:nvGrpSpPr>
          <p:cNvPr id="30" name="a | arrow views to 56 channels">
            <a:extLst>
              <a:ext uri="{FF2B5EF4-FFF2-40B4-BE49-F238E27FC236}">
                <a16:creationId xmlns:a16="http://schemas.microsoft.com/office/drawing/2014/main" id="{FF8705FD-9F43-86F3-63B6-CA09EAFB25F4}"/>
              </a:ext>
            </a:extLst>
          </p:cNvPr>
          <p:cNvGrpSpPr/>
          <p:nvPr/>
        </p:nvGrpSpPr>
        <p:grpSpPr>
          <a:xfrm>
            <a:off x="1715530" y="2680407"/>
            <a:ext cx="19845" cy="69587"/>
            <a:chOff x="498548" y="3682485"/>
            <a:chExt cx="27824" cy="101835"/>
          </a:xfrm>
        </p:grpSpPr>
        <p:cxnSp>
          <p:nvCxnSpPr>
            <p:cNvPr id="31" name="Arrow |  →  | path">
              <a:extLst>
                <a:ext uri="{FF2B5EF4-FFF2-40B4-BE49-F238E27FC236}">
                  <a16:creationId xmlns:a16="http://schemas.microsoft.com/office/drawing/2014/main" id="{B5652EDA-ABBF-CE78-4C71-B8222DC8CCB7}"/>
                </a:ext>
              </a:extLst>
            </p:cNvPr>
            <p:cNvCxnSpPr/>
            <p:nvPr/>
          </p:nvCxnSpPr>
          <p:spPr>
            <a:xfrm>
              <a:off x="512460" y="3682485"/>
              <a:ext cx="0" cy="101835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2" name="Arrow |  →  | editable arrowhead">
              <a:extLst>
                <a:ext uri="{FF2B5EF4-FFF2-40B4-BE49-F238E27FC236}">
                  <a16:creationId xmlns:a16="http://schemas.microsoft.com/office/drawing/2014/main" id="{92E4E440-BBC8-BD39-887C-D9C0DB01ECE8}"/>
                </a:ext>
              </a:extLst>
            </p:cNvPr>
            <p:cNvSpPr/>
            <p:nvPr/>
          </p:nvSpPr>
          <p:spPr>
            <a:xfrm>
              <a:off x="498548" y="3751963"/>
              <a:ext cx="27824" cy="32357"/>
            </a:xfrm>
            <a:custGeom>
              <a:avLst/>
              <a:gdLst/>
              <a:ahLst/>
              <a:cxnLst/>
              <a:rect l="0" t="0" r="w" b="h"/>
              <a:pathLst>
                <a:path w="27824" h="32357" stroke="0" extrusionOk="0">
                  <a:moveTo>
                    <a:pt x="13912" y="32357"/>
                  </a:moveTo>
                  <a:lnTo>
                    <a:pt x="0" y="0"/>
                  </a:lnTo>
                  <a:lnTo>
                    <a:pt x="27824" y="0"/>
                  </a:lnTo>
                  <a:close/>
                </a:path>
              </a:pathLst>
            </a:custGeom>
            <a:solidFill>
              <a:srgbClr val="5E7180"/>
            </a:solidFill>
            <a:ln w="1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33" name="Text | 56 channels">
            <a:extLst>
              <a:ext uri="{FF2B5EF4-FFF2-40B4-BE49-F238E27FC236}">
                <a16:creationId xmlns:a16="http://schemas.microsoft.com/office/drawing/2014/main" id="{929F6C72-15D0-0B31-BCF7-3B7A0D2AF603}"/>
              </a:ext>
            </a:extLst>
          </p:cNvPr>
          <p:cNvSpPr txBox="1"/>
          <p:nvPr/>
        </p:nvSpPr>
        <p:spPr>
          <a:xfrm>
            <a:off x="1457798" y="3036076"/>
            <a:ext cx="535308" cy="10309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537" b="1" dirty="0">
                <a:solidFill>
                  <a:srgbClr val="367FB7"/>
                </a:solidFill>
                <a:latin typeface="Arial"/>
                <a:ea typeface="Arial"/>
                <a:cs typeface="Arial"/>
              </a:rPr>
              <a:t>56 channels</a:t>
            </a:r>
            <a:endParaRPr lang="en-US" sz="537" dirty="0"/>
          </a:p>
        </p:txBody>
      </p:sp>
      <p:sp>
        <p:nvSpPr>
          <p:cNvPr id="34" name="Text | 4 × 2 × 7">
            <a:extLst>
              <a:ext uri="{FF2B5EF4-FFF2-40B4-BE49-F238E27FC236}">
                <a16:creationId xmlns:a16="http://schemas.microsoft.com/office/drawing/2014/main" id="{2ADB5EED-E64E-051D-D7B2-9989249A0DC0}"/>
              </a:ext>
            </a:extLst>
          </p:cNvPr>
          <p:cNvSpPr txBox="1"/>
          <p:nvPr/>
        </p:nvSpPr>
        <p:spPr>
          <a:xfrm>
            <a:off x="1457798" y="3144323"/>
            <a:ext cx="535308" cy="82474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5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4 × 2 × 7</a:t>
            </a:r>
            <a:endParaRPr lang="en-US" sz="451" dirty="0"/>
          </a:p>
        </p:txBody>
      </p:sp>
      <p:cxnSp>
        <p:nvCxnSpPr>
          <p:cNvPr id="35" name="path_1422">
            <a:extLst>
              <a:ext uri="{FF2B5EF4-FFF2-40B4-BE49-F238E27FC236}">
                <a16:creationId xmlns:a16="http://schemas.microsoft.com/office/drawing/2014/main" id="{6687D725-F3F1-06B7-4514-93AAC956C930}"/>
              </a:ext>
            </a:extLst>
          </p:cNvPr>
          <p:cNvCxnSpPr/>
          <p:nvPr/>
        </p:nvCxnSpPr>
        <p:spPr>
          <a:xfrm>
            <a:off x="1454996" y="3276056"/>
            <a:ext cx="543266" cy="0"/>
          </a:xfrm>
          <a:prstGeom prst="line">
            <a:avLst/>
          </a:prstGeom>
          <a:noFill/>
          <a:ln w="12700" cap="rnd" cmpd="sng" algn="ctr">
            <a:solidFill>
              <a:srgbClr val="C5D4DE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Text | Receptor atoms">
            <a:extLst>
              <a:ext uri="{FF2B5EF4-FFF2-40B4-BE49-F238E27FC236}">
                <a16:creationId xmlns:a16="http://schemas.microsoft.com/office/drawing/2014/main" id="{10D98193-3092-5A51-78AB-266FEA12BD2D}"/>
              </a:ext>
            </a:extLst>
          </p:cNvPr>
          <p:cNvSpPr txBox="1"/>
          <p:nvPr/>
        </p:nvSpPr>
        <p:spPr>
          <a:xfrm>
            <a:off x="1457798" y="3293808"/>
            <a:ext cx="535308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87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Receptor atoms</a:t>
            </a:r>
            <a:endParaRPr lang="en-US" sz="487" dirty="0"/>
          </a:p>
        </p:txBody>
      </p:sp>
      <p:grpSp>
        <p:nvGrpSpPr>
          <p:cNvPr id="37" name="Arrow |  → ">
            <a:extLst>
              <a:ext uri="{FF2B5EF4-FFF2-40B4-BE49-F238E27FC236}">
                <a16:creationId xmlns:a16="http://schemas.microsoft.com/office/drawing/2014/main" id="{8F8B2DF1-CF62-D81F-8AC5-2E5BEE58E97E}"/>
              </a:ext>
            </a:extLst>
          </p:cNvPr>
          <p:cNvGrpSpPr/>
          <p:nvPr/>
        </p:nvGrpSpPr>
        <p:grpSpPr>
          <a:xfrm>
            <a:off x="1701935" y="3517892"/>
            <a:ext cx="54091" cy="19614"/>
            <a:chOff x="479610" y="4913802"/>
            <a:chExt cx="75555" cy="27397"/>
          </a:xfrm>
        </p:grpSpPr>
        <p:cxnSp>
          <p:nvCxnSpPr>
            <p:cNvPr id="38" name="Arrow |  →  | path">
              <a:extLst>
                <a:ext uri="{FF2B5EF4-FFF2-40B4-BE49-F238E27FC236}">
                  <a16:creationId xmlns:a16="http://schemas.microsoft.com/office/drawing/2014/main" id="{469DB95A-1C34-70E2-C6F2-6F26107F5D37}"/>
                </a:ext>
              </a:extLst>
            </p:cNvPr>
            <p:cNvCxnSpPr/>
            <p:nvPr/>
          </p:nvCxnSpPr>
          <p:spPr>
            <a:xfrm>
              <a:off x="479610" y="4927500"/>
              <a:ext cx="75555" cy="0"/>
            </a:xfrm>
            <a:prstGeom prst="line">
              <a:avLst/>
            </a:prstGeom>
            <a:noFill/>
            <a:ln w="12700" cap="rnd" cmpd="sng" algn="ctr">
              <a:solidFill>
                <a:srgbClr val="5E718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Arrow |  →  | editable arrowhead">
              <a:extLst>
                <a:ext uri="{FF2B5EF4-FFF2-40B4-BE49-F238E27FC236}">
                  <a16:creationId xmlns:a16="http://schemas.microsoft.com/office/drawing/2014/main" id="{F5BFCBD6-E75C-A7D3-6ABB-81586359D73C}"/>
                </a:ext>
              </a:extLst>
            </p:cNvPr>
            <p:cNvSpPr/>
            <p:nvPr/>
          </p:nvSpPr>
          <p:spPr>
            <a:xfrm>
              <a:off x="523301" y="4913802"/>
              <a:ext cx="31864" cy="27397"/>
            </a:xfrm>
            <a:custGeom>
              <a:avLst/>
              <a:gdLst/>
              <a:ahLst/>
              <a:cxnLst/>
              <a:rect l="0" t="0" r="w" b="h"/>
              <a:pathLst>
                <a:path w="31864" h="27397" stroke="0" extrusionOk="0">
                  <a:moveTo>
                    <a:pt x="31864" y="13698"/>
                  </a:moveTo>
                  <a:lnTo>
                    <a:pt x="0" y="273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E7180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40" name="Text | 50 features / atom">
            <a:extLst>
              <a:ext uri="{FF2B5EF4-FFF2-40B4-BE49-F238E27FC236}">
                <a16:creationId xmlns:a16="http://schemas.microsoft.com/office/drawing/2014/main" id="{CB851B93-B009-1F33-C221-182E48E34603}"/>
              </a:ext>
            </a:extLst>
          </p:cNvPr>
          <p:cNvSpPr txBox="1"/>
          <p:nvPr/>
        </p:nvSpPr>
        <p:spPr>
          <a:xfrm>
            <a:off x="1444912" y="3659786"/>
            <a:ext cx="561081" cy="92783"/>
          </a:xfrm>
          <a:prstGeom prst="rect">
            <a:avLst/>
          </a:prstGeom>
          <a:noFill/>
          <a:ln>
            <a:noFill/>
          </a:ln>
          <a:effectLst/>
        </p:spPr>
        <p:txBody>
          <a:bodyPr vertOverflow="overflow" horzOverflow="overflow" wrap="none" lIns="0" tIns="0" rIns="0" bIns="0" anchor="t" anchorCtr="0">
            <a:noAutofit/>
          </a:bodyPr>
          <a:lstStyle/>
          <a:p>
            <a:pPr algn="ctr"/>
            <a:r>
              <a:rPr lang="en-US" sz="444" b="1" dirty="0">
                <a:solidFill>
                  <a:srgbClr val="1D3043"/>
                </a:solidFill>
                <a:latin typeface="Arial"/>
                <a:ea typeface="Arial"/>
                <a:cs typeface="Arial"/>
              </a:rPr>
              <a:t>50 features / atom</a:t>
            </a:r>
            <a:endParaRPr lang="en-US" sz="444" dirty="0"/>
          </a:p>
        </p:txBody>
      </p: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C9A8D0EA-47EA-796B-9CB4-729188E4A88E}"/>
              </a:ext>
            </a:extLst>
          </p:cNvPr>
          <p:cNvGrpSpPr/>
          <p:nvPr/>
        </p:nvGrpSpPr>
        <p:grpSpPr>
          <a:xfrm>
            <a:off x="2111147" y="1706392"/>
            <a:ext cx="2963268" cy="2118971"/>
            <a:chOff x="2111147" y="1706392"/>
            <a:chExt cx="2963268" cy="2118971"/>
          </a:xfrm>
        </p:grpSpPr>
        <p:sp>
          <p:nvSpPr>
            <p:cNvPr id="42" name="c | panel background">
              <a:extLst>
                <a:ext uri="{FF2B5EF4-FFF2-40B4-BE49-F238E27FC236}">
                  <a16:creationId xmlns:a16="http://schemas.microsoft.com/office/drawing/2014/main" id="{043D4405-E4B8-A25B-DF91-EC223C798C7E}"/>
                </a:ext>
              </a:extLst>
            </p:cNvPr>
            <p:cNvSpPr/>
            <p:nvPr/>
          </p:nvSpPr>
          <p:spPr>
            <a:xfrm>
              <a:off x="2111147" y="1706392"/>
              <a:ext cx="2963268" cy="2118971"/>
            </a:xfrm>
            <a:prstGeom prst="roundRect">
              <a:avLst>
                <a:gd name="adj" fmla="val 1332"/>
              </a:avLst>
            </a:prstGeom>
            <a:solidFill>
              <a:srgbClr val="F5FBF8"/>
            </a:solidFill>
            <a:ln w="6480" cap="rnd" cmpd="sng" algn="ctr">
              <a:solidFill>
                <a:srgbClr val="BFDCCE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endParaRPr lang="zh-CN" altLang="en-US" sz="1289" dirty="0"/>
            </a:p>
          </p:txBody>
        </p:sp>
        <p:sp>
          <p:nvSpPr>
            <p:cNvPr id="43" name="Text | c">
              <a:extLst>
                <a:ext uri="{FF2B5EF4-FFF2-40B4-BE49-F238E27FC236}">
                  <a16:creationId xmlns:a16="http://schemas.microsoft.com/office/drawing/2014/main" id="{619B6E7B-DBFD-56C1-BB12-4CCB114F7D1E}"/>
                </a:ext>
              </a:extLst>
            </p:cNvPr>
            <p:cNvSpPr txBox="1"/>
            <p:nvPr/>
          </p:nvSpPr>
          <p:spPr>
            <a:xfrm>
              <a:off x="2162887" y="1707407"/>
              <a:ext cx="90908" cy="136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76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c</a:t>
              </a:r>
              <a:endParaRPr lang="en-US" sz="760"/>
            </a:p>
          </p:txBody>
        </p:sp>
        <p:sp>
          <p:nvSpPr>
            <p:cNvPr id="44" name="Text | Match: candidate-to-identity assignment">
              <a:extLst>
                <a:ext uri="{FF2B5EF4-FFF2-40B4-BE49-F238E27FC236}">
                  <a16:creationId xmlns:a16="http://schemas.microsoft.com/office/drawing/2014/main" id="{D9A08404-ABF7-8087-B9E2-4DFBF6AFC588}"/>
                </a:ext>
              </a:extLst>
            </p:cNvPr>
            <p:cNvSpPr txBox="1"/>
            <p:nvPr/>
          </p:nvSpPr>
          <p:spPr>
            <a:xfrm>
              <a:off x="2264014" y="1721517"/>
              <a:ext cx="1873065" cy="11354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629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Match: candidate-to-identity assignment</a:t>
              </a:r>
              <a:endParaRPr lang="en-US" sz="629"/>
            </a:p>
          </p:txBody>
        </p:sp>
      </p:grpSp>
      <p:sp>
        <p:nvSpPr>
          <p:cNvPr id="45" name="Label 3 Candidate encoder">
            <a:extLst>
              <a:ext uri="{FF2B5EF4-FFF2-40B4-BE49-F238E27FC236}">
                <a16:creationId xmlns:a16="http://schemas.microsoft.com/office/drawing/2014/main" id="{6B5CC0A8-8762-17E5-D7D9-D13F1C0AF7D4}"/>
              </a:ext>
            </a:extLst>
          </p:cNvPr>
          <p:cNvSpPr>
            <a:spLocks noGrp="1"/>
          </p:cNvSpPr>
          <p:nvPr/>
        </p:nvSpPr>
        <p:spPr>
          <a:xfrm>
            <a:off x="2217416" y="1911126"/>
            <a:ext cx="1175089" cy="7151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86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86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Candidate encoder</a:t>
            </a:r>
          </a:p>
        </p:txBody>
      </p:sp>
      <p:sp>
        <p:nvSpPr>
          <p:cNvPr id="46" name="Label 4 Identity encoder">
            <a:extLst>
              <a:ext uri="{FF2B5EF4-FFF2-40B4-BE49-F238E27FC236}">
                <a16:creationId xmlns:a16="http://schemas.microsoft.com/office/drawing/2014/main" id="{3D0D0DE1-DD97-023E-ABFA-932CE9AEFFD0}"/>
              </a:ext>
            </a:extLst>
          </p:cNvPr>
          <p:cNvSpPr>
            <a:spLocks noGrp="1"/>
          </p:cNvSpPr>
          <p:nvPr/>
        </p:nvSpPr>
        <p:spPr>
          <a:xfrm>
            <a:off x="3658177" y="1911126"/>
            <a:ext cx="1246616" cy="7151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86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86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Identity encoder</a:t>
            </a:r>
          </a:p>
        </p:txBody>
      </p:sp>
      <p:sp>
        <p:nvSpPr>
          <p:cNvPr id="47" name="Line 5">
            <a:extLst>
              <a:ext uri="{FF2B5EF4-FFF2-40B4-BE49-F238E27FC236}">
                <a16:creationId xmlns:a16="http://schemas.microsoft.com/office/drawing/2014/main" id="{684C6A81-834D-3CCC-F90D-A5A4DB999787}"/>
              </a:ext>
            </a:extLst>
          </p:cNvPr>
          <p:cNvSpPr>
            <a:spLocks noGrp="1"/>
          </p:cNvSpPr>
          <p:nvPr/>
        </p:nvSpPr>
        <p:spPr>
          <a:xfrm>
            <a:off x="3572345" y="1915213"/>
            <a:ext cx="20" cy="1525947"/>
          </a:xfrm>
          <a:custGeom>
            <a:avLst/>
            <a:gdLst/>
            <a:ahLst/>
            <a:cxnLst/>
            <a:rect l="0" t="0" r="0" b="0"/>
            <a:pathLst>
              <a:path w="95" h="6534150">
                <a:moveTo>
                  <a:pt x="0" y="0"/>
                </a:moveTo>
                <a:lnTo>
                  <a:pt x="0" y="6534150"/>
                </a:lnTo>
              </a:path>
            </a:pathLst>
          </a:custGeom>
          <a:noFill/>
          <a:ln w="2452">
            <a:solidFill>
              <a:srgbClr val="DCE6E5"/>
            </a:solidFill>
            <a:prstDash val="solid"/>
          </a:ln>
        </p:spPr>
      </p:sp>
      <p:sp>
        <p:nvSpPr>
          <p:cNvPr id="48" name="Label 6 Density + atoms">
            <a:extLst>
              <a:ext uri="{FF2B5EF4-FFF2-40B4-BE49-F238E27FC236}">
                <a16:creationId xmlns:a16="http://schemas.microsoft.com/office/drawing/2014/main" id="{D2EE3D99-D294-E7D6-3998-2F237446FAB3}"/>
              </a:ext>
            </a:extLst>
          </p:cNvPr>
          <p:cNvSpPr>
            <a:spLocks noGrp="1"/>
          </p:cNvSpPr>
          <p:nvPr/>
        </p:nvSpPr>
        <p:spPr>
          <a:xfrm>
            <a:off x="2196980" y="2025555"/>
            <a:ext cx="367854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Density + atoms</a:t>
            </a:r>
          </a:p>
        </p:txBody>
      </p:sp>
      <p:sp>
        <p:nvSpPr>
          <p:cNvPr id="49" name="Label 7 48³ crop">
            <a:extLst>
              <a:ext uri="{FF2B5EF4-FFF2-40B4-BE49-F238E27FC236}">
                <a16:creationId xmlns:a16="http://schemas.microsoft.com/office/drawing/2014/main" id="{62CE9B43-060C-7D46-C9DF-A7F291DBF061}"/>
              </a:ext>
            </a:extLst>
          </p:cNvPr>
          <p:cNvSpPr>
            <a:spLocks noGrp="1"/>
          </p:cNvSpPr>
          <p:nvPr/>
        </p:nvSpPr>
        <p:spPr>
          <a:xfrm>
            <a:off x="2184718" y="2305496"/>
            <a:ext cx="322894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48³ crop</a:t>
            </a:r>
          </a:p>
        </p:txBody>
      </p:sp>
      <p:sp>
        <p:nvSpPr>
          <p:cNvPr id="50" name="Label 8 Base summary">
            <a:extLst>
              <a:ext uri="{FF2B5EF4-FFF2-40B4-BE49-F238E27FC236}">
                <a16:creationId xmlns:a16="http://schemas.microsoft.com/office/drawing/2014/main" id="{7A98FB6B-7A85-C552-8B84-5CB0F969F45A}"/>
              </a:ext>
            </a:extLst>
          </p:cNvPr>
          <p:cNvSpPr>
            <a:spLocks noGrp="1"/>
          </p:cNvSpPr>
          <p:nvPr/>
        </p:nvSpPr>
        <p:spPr>
          <a:xfrm>
            <a:off x="3165662" y="2023511"/>
            <a:ext cx="363767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Base 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Label 9 h">
                <a:extLst>
                  <a:ext uri="{FF2B5EF4-FFF2-40B4-BE49-F238E27FC236}">
                    <a16:creationId xmlns:a16="http://schemas.microsoft.com/office/drawing/2014/main" id="{5DF582D7-D297-C8BA-AA78-95998ADE495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296454" y="2086856"/>
                <a:ext cx="153272" cy="77648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ℎ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vox</m:t>
                          </m:r>
                        </m:sup>
                      </m:sSubSup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52" name="Label 9 h">
                <a:extLst>
                  <a:ext uri="{FF2B5EF4-FFF2-40B4-BE49-F238E27FC236}">
                    <a16:creationId xmlns:a16="http://schemas.microsoft.com/office/drawing/2014/main" id="{5DF582D7-D297-C8BA-AA78-95998ADE49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54" y="2086856"/>
                <a:ext cx="153272" cy="77648"/>
              </a:xfrm>
              <a:prstGeom prst="rect">
                <a:avLst/>
              </a:prstGeom>
              <a:blipFill>
                <a:blip r:embed="rId4"/>
                <a:stretch>
                  <a:fillRect l="-16000" b="-3846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Arrow 10">
            <a:extLst>
              <a:ext uri="{FF2B5EF4-FFF2-40B4-BE49-F238E27FC236}">
                <a16:creationId xmlns:a16="http://schemas.microsoft.com/office/drawing/2014/main" id="{027A2625-F72A-D6EE-BACA-BDFA25FDC76B}"/>
              </a:ext>
            </a:extLst>
          </p:cNvPr>
          <p:cNvSpPr>
            <a:spLocks noGrp="1"/>
          </p:cNvSpPr>
          <p:nvPr/>
        </p:nvSpPr>
        <p:spPr>
          <a:xfrm>
            <a:off x="2464696" y="2215588"/>
            <a:ext cx="230931" cy="20"/>
          </a:xfrm>
          <a:custGeom>
            <a:avLst/>
            <a:gdLst/>
            <a:ahLst/>
            <a:cxnLst/>
            <a:rect l="0" t="0" r="0" b="0"/>
            <a:pathLst>
              <a:path w="1076325" h="95">
                <a:moveTo>
                  <a:pt x="0" y="0"/>
                </a:moveTo>
                <a:lnTo>
                  <a:pt x="1076325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4" name="Arrow 11">
            <a:extLst>
              <a:ext uri="{FF2B5EF4-FFF2-40B4-BE49-F238E27FC236}">
                <a16:creationId xmlns:a16="http://schemas.microsoft.com/office/drawing/2014/main" id="{27EB9761-3EDA-57F1-1AF1-66459B946F6A}"/>
              </a:ext>
            </a:extLst>
          </p:cNvPr>
          <p:cNvSpPr>
            <a:spLocks noGrp="1"/>
          </p:cNvSpPr>
          <p:nvPr/>
        </p:nvSpPr>
        <p:spPr>
          <a:xfrm>
            <a:off x="2942906" y="2215588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5" name="Arrow 12">
            <a:extLst>
              <a:ext uri="{FF2B5EF4-FFF2-40B4-BE49-F238E27FC236}">
                <a16:creationId xmlns:a16="http://schemas.microsoft.com/office/drawing/2014/main" id="{71ECFB26-8ACE-178D-5C11-4CF1E93053C7}"/>
              </a:ext>
            </a:extLst>
          </p:cNvPr>
          <p:cNvSpPr>
            <a:spLocks noGrp="1"/>
          </p:cNvSpPr>
          <p:nvPr/>
        </p:nvSpPr>
        <p:spPr>
          <a:xfrm>
            <a:off x="3347545" y="2242151"/>
            <a:ext cx="20" cy="914066"/>
          </a:xfrm>
          <a:custGeom>
            <a:avLst/>
            <a:gdLst/>
            <a:ahLst/>
            <a:cxnLst/>
            <a:rect l="0" t="0" r="0" b="0"/>
            <a:pathLst>
              <a:path w="95" h="3609975">
                <a:moveTo>
                  <a:pt x="0" y="0"/>
                </a:moveTo>
                <a:lnTo>
                  <a:pt x="0" y="3609975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56" name="Operator ">
            <a:extLst>
              <a:ext uri="{FF2B5EF4-FFF2-40B4-BE49-F238E27FC236}">
                <a16:creationId xmlns:a16="http://schemas.microsoft.com/office/drawing/2014/main" id="{6EAA2B1B-24A8-D38E-708D-FEF2546F7541}"/>
              </a:ext>
            </a:extLst>
          </p:cNvPr>
          <p:cNvSpPr>
            <a:spLocks noGrp="1"/>
          </p:cNvSpPr>
          <p:nvPr/>
        </p:nvSpPr>
        <p:spPr>
          <a:xfrm>
            <a:off x="2250114" y="2483269"/>
            <a:ext cx="976856" cy="292201"/>
          </a:xfrm>
          <a:prstGeom prst="roundRect">
            <a:avLst>
              <a:gd name="adj" fmla="val 4895"/>
            </a:avLst>
          </a:prstGeom>
          <a:solidFill>
            <a:srgbClr val="FCFEFD"/>
          </a:solidFill>
          <a:ln w="3270">
            <a:solidFill>
              <a:srgbClr val="C6DDD5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7" name="Line 13">
            <a:extLst>
              <a:ext uri="{FF2B5EF4-FFF2-40B4-BE49-F238E27FC236}">
                <a16:creationId xmlns:a16="http://schemas.microsoft.com/office/drawing/2014/main" id="{9E5EED50-4B4F-91A4-C0CA-19F2B0BB5D4A}"/>
              </a:ext>
            </a:extLst>
          </p:cNvPr>
          <p:cNvSpPr>
            <a:spLocks noGrp="1"/>
          </p:cNvSpPr>
          <p:nvPr/>
        </p:nvSpPr>
        <p:spPr>
          <a:xfrm>
            <a:off x="2613881" y="2511876"/>
            <a:ext cx="20" cy="234987"/>
          </a:xfrm>
          <a:custGeom>
            <a:avLst/>
            <a:gdLst/>
            <a:ahLst/>
            <a:cxnLst/>
            <a:rect l="0" t="0" r="0" b="0"/>
            <a:pathLst>
              <a:path w="95" h="1095375">
                <a:moveTo>
                  <a:pt x="0" y="0"/>
                </a:moveTo>
                <a:lnTo>
                  <a:pt x="0" y="1095375"/>
                </a:lnTo>
              </a:path>
            </a:pathLst>
          </a:custGeom>
          <a:noFill/>
          <a:ln w="2452">
            <a:solidFill>
              <a:srgbClr val="C6DDD5"/>
            </a:solidFill>
            <a:prstDash val="dash"/>
          </a:ln>
        </p:spPr>
      </p:sp>
      <p:sp>
        <p:nvSpPr>
          <p:cNvPr id="58" name="Label 14 Pocket">
            <a:extLst>
              <a:ext uri="{FF2B5EF4-FFF2-40B4-BE49-F238E27FC236}">
                <a16:creationId xmlns:a16="http://schemas.microsoft.com/office/drawing/2014/main" id="{0DAA6646-3F9C-48C3-230D-0DCC7DCEDBDD}"/>
              </a:ext>
            </a:extLst>
          </p:cNvPr>
          <p:cNvSpPr>
            <a:spLocks noGrp="1"/>
          </p:cNvSpPr>
          <p:nvPr/>
        </p:nvSpPr>
        <p:spPr>
          <a:xfrm>
            <a:off x="2278725" y="2499616"/>
            <a:ext cx="302458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59" name="Label 15 Cues from Find">
            <a:extLst>
              <a:ext uri="{FF2B5EF4-FFF2-40B4-BE49-F238E27FC236}">
                <a16:creationId xmlns:a16="http://schemas.microsoft.com/office/drawing/2014/main" id="{810AF5C5-B80A-93E7-E7AC-8029CDB05A54}"/>
              </a:ext>
            </a:extLst>
          </p:cNvPr>
          <p:cNvSpPr>
            <a:spLocks noGrp="1"/>
          </p:cNvSpPr>
          <p:nvPr/>
        </p:nvSpPr>
        <p:spPr>
          <a:xfrm>
            <a:off x="2628186" y="2499616"/>
            <a:ext cx="578348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Cues from Find</a:t>
            </a:r>
          </a:p>
        </p:txBody>
      </p:sp>
      <p:sp>
        <p:nvSpPr>
          <p:cNvPr id="60" name="Label 16 Blob">
            <a:extLst>
              <a:ext uri="{FF2B5EF4-FFF2-40B4-BE49-F238E27FC236}">
                <a16:creationId xmlns:a16="http://schemas.microsoft.com/office/drawing/2014/main" id="{D1876F22-A386-B0DF-356A-08A522844E35}"/>
              </a:ext>
            </a:extLst>
          </p:cNvPr>
          <p:cNvSpPr>
            <a:spLocks noGrp="1"/>
          </p:cNvSpPr>
          <p:nvPr/>
        </p:nvSpPr>
        <p:spPr>
          <a:xfrm>
            <a:off x="2667488" y="2703952"/>
            <a:ext cx="214581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Blob</a:t>
            </a:r>
          </a:p>
        </p:txBody>
      </p:sp>
      <p:sp>
        <p:nvSpPr>
          <p:cNvPr id="61" name="Label 17 Pseudo">
            <a:extLst>
              <a:ext uri="{FF2B5EF4-FFF2-40B4-BE49-F238E27FC236}">
                <a16:creationId xmlns:a16="http://schemas.microsoft.com/office/drawing/2014/main" id="{3E752924-07D9-EC42-74EE-C2FAF92C30F8}"/>
              </a:ext>
            </a:extLst>
          </p:cNvPr>
          <p:cNvSpPr>
            <a:spLocks noGrp="1"/>
          </p:cNvSpPr>
          <p:nvPr/>
        </p:nvSpPr>
        <p:spPr>
          <a:xfrm>
            <a:off x="2939405" y="2703952"/>
            <a:ext cx="214581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Pseudo</a:t>
            </a:r>
            <a:r>
              <a:rPr lang="en-US"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altLang="zh-CN" sz="400" b="0" dirty="0">
                <a:solidFill>
                  <a:srgbClr val="203646"/>
                </a:solidFill>
                <a:latin typeface="Arial"/>
                <a:ea typeface="Arial"/>
                <a:cs typeface="Arial"/>
              </a:rPr>
              <a:t>atoms</a:t>
            </a:r>
            <a:endParaRPr sz="400" b="0" dirty="0">
              <a:solidFill>
                <a:srgbClr val="20364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Operator Mean/max pool">
            <a:extLst>
              <a:ext uri="{FF2B5EF4-FFF2-40B4-BE49-F238E27FC236}">
                <a16:creationId xmlns:a16="http://schemas.microsoft.com/office/drawing/2014/main" id="{B21DBCD8-D2E8-5DD6-C7BB-8F83821B1013}"/>
              </a:ext>
            </a:extLst>
          </p:cNvPr>
          <p:cNvSpPr>
            <a:spLocks noGrp="1"/>
          </p:cNvSpPr>
          <p:nvPr/>
        </p:nvSpPr>
        <p:spPr>
          <a:xfrm>
            <a:off x="2250114" y="2967547"/>
            <a:ext cx="429163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Mean/max pool</a:t>
            </a:r>
          </a:p>
        </p:txBody>
      </p:sp>
      <p:sp>
        <p:nvSpPr>
          <p:cNvPr id="63" name="Operator Attention">
            <a:extLst>
              <a:ext uri="{FF2B5EF4-FFF2-40B4-BE49-F238E27FC236}">
                <a16:creationId xmlns:a16="http://schemas.microsoft.com/office/drawing/2014/main" id="{75697375-DCF2-CFE3-2105-BF97EE533EC0}"/>
              </a:ext>
            </a:extLst>
          </p:cNvPr>
          <p:cNvSpPr>
            <a:spLocks noGrp="1"/>
          </p:cNvSpPr>
          <p:nvPr/>
        </p:nvSpPr>
        <p:spPr>
          <a:xfrm>
            <a:off x="2797808" y="2967547"/>
            <a:ext cx="429163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Cross-attention</a:t>
            </a:r>
          </a:p>
        </p:txBody>
      </p:sp>
      <p:sp>
        <p:nvSpPr>
          <p:cNvPr id="64" name="Line 18">
            <a:extLst>
              <a:ext uri="{FF2B5EF4-FFF2-40B4-BE49-F238E27FC236}">
                <a16:creationId xmlns:a16="http://schemas.microsoft.com/office/drawing/2014/main" id="{554A97B3-7202-D966-A61C-33F3450A53A6}"/>
              </a:ext>
            </a:extLst>
          </p:cNvPr>
          <p:cNvSpPr>
            <a:spLocks noGrp="1"/>
          </p:cNvSpPr>
          <p:nvPr/>
        </p:nvSpPr>
        <p:spPr>
          <a:xfrm>
            <a:off x="2738543" y="2775470"/>
            <a:ext cx="20" cy="61301"/>
          </a:xfrm>
          <a:custGeom>
            <a:avLst/>
            <a:gdLst/>
            <a:ahLst/>
            <a:cxnLst/>
            <a:rect l="0" t="0" r="0" b="0"/>
            <a:pathLst>
              <a:path w="95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5" name="Line 19">
            <a:extLst>
              <a:ext uri="{FF2B5EF4-FFF2-40B4-BE49-F238E27FC236}">
                <a16:creationId xmlns:a16="http://schemas.microsoft.com/office/drawing/2014/main" id="{4B50FF33-24F3-5F84-237D-C648C293E7A8}"/>
              </a:ext>
            </a:extLst>
          </p:cNvPr>
          <p:cNvSpPr>
            <a:spLocks noGrp="1"/>
          </p:cNvSpPr>
          <p:nvPr/>
        </p:nvSpPr>
        <p:spPr>
          <a:xfrm>
            <a:off x="2464696" y="2836771"/>
            <a:ext cx="547694" cy="47"/>
          </a:xfrm>
          <a:custGeom>
            <a:avLst/>
            <a:gdLst/>
            <a:ahLst/>
            <a:cxnLst/>
            <a:rect l="0" t="0" r="0" b="0"/>
            <a:pathLst>
              <a:path w="2552700" h="95">
                <a:moveTo>
                  <a:pt x="0" y="0"/>
                </a:moveTo>
                <a:lnTo>
                  <a:pt x="255270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6" name="Arrow 20">
            <a:extLst>
              <a:ext uri="{FF2B5EF4-FFF2-40B4-BE49-F238E27FC236}">
                <a16:creationId xmlns:a16="http://schemas.microsoft.com/office/drawing/2014/main" id="{B4A0F68D-D635-C5EE-AE4F-09DA0A8583D5}"/>
              </a:ext>
            </a:extLst>
          </p:cNvPr>
          <p:cNvSpPr>
            <a:spLocks noGrp="1"/>
          </p:cNvSpPr>
          <p:nvPr/>
        </p:nvSpPr>
        <p:spPr>
          <a:xfrm>
            <a:off x="2464696" y="2836771"/>
            <a:ext cx="20" cy="102752"/>
          </a:xfrm>
          <a:custGeom>
            <a:avLst/>
            <a:gdLst/>
            <a:ahLst/>
            <a:cxnLst/>
            <a:rect l="0" t="0" r="0" b="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7" name="Arrow 21">
            <a:extLst>
              <a:ext uri="{FF2B5EF4-FFF2-40B4-BE49-F238E27FC236}">
                <a16:creationId xmlns:a16="http://schemas.microsoft.com/office/drawing/2014/main" id="{738FF7B0-EF10-61B7-298E-2F2ABB2E5983}"/>
              </a:ext>
            </a:extLst>
          </p:cNvPr>
          <p:cNvSpPr>
            <a:spLocks noGrp="1"/>
          </p:cNvSpPr>
          <p:nvPr/>
        </p:nvSpPr>
        <p:spPr>
          <a:xfrm>
            <a:off x="3012389" y="2836771"/>
            <a:ext cx="20" cy="102752"/>
          </a:xfrm>
          <a:custGeom>
            <a:avLst/>
            <a:gdLst/>
            <a:ahLst/>
            <a:cxnLst/>
            <a:rect l="0" t="0" r="0" b="0"/>
            <a:pathLst>
              <a:path w="95" h="209550">
                <a:moveTo>
                  <a:pt x="0" y="0"/>
                </a:moveTo>
                <a:lnTo>
                  <a:pt x="0" y="2095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68" name="Label 22 K, V">
            <a:extLst>
              <a:ext uri="{FF2B5EF4-FFF2-40B4-BE49-F238E27FC236}">
                <a16:creationId xmlns:a16="http://schemas.microsoft.com/office/drawing/2014/main" id="{9C772881-4E10-C6B0-DC4A-4E96E0582DA0}"/>
              </a:ext>
            </a:extLst>
          </p:cNvPr>
          <p:cNvSpPr>
            <a:spLocks noGrp="1"/>
          </p:cNvSpPr>
          <p:nvPr/>
        </p:nvSpPr>
        <p:spPr>
          <a:xfrm>
            <a:off x="3028738" y="2834414"/>
            <a:ext cx="134880" cy="1237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69" name="Arrow 23">
            <a:extLst>
              <a:ext uri="{FF2B5EF4-FFF2-40B4-BE49-F238E27FC236}">
                <a16:creationId xmlns:a16="http://schemas.microsoft.com/office/drawing/2014/main" id="{A785A34E-AF3C-C366-183C-FF56BE0BE69A}"/>
              </a:ext>
            </a:extLst>
          </p:cNvPr>
          <p:cNvSpPr>
            <a:spLocks noGrp="1"/>
          </p:cNvSpPr>
          <p:nvPr/>
        </p:nvSpPr>
        <p:spPr>
          <a:xfrm>
            <a:off x="3237189" y="3016588"/>
            <a:ext cx="110356" cy="20"/>
          </a:xfrm>
          <a:custGeom>
            <a:avLst/>
            <a:gdLst/>
            <a:ahLst/>
            <a:cxnLst/>
            <a:rect l="0" t="0" r="0" b="0"/>
            <a:pathLst>
              <a:path w="514350" h="95">
                <a:moveTo>
                  <a:pt x="514350" y="0"/>
                </a:moveTo>
                <a:lnTo>
                  <a:pt x="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70" name="Label 24 Q">
            <a:extLst>
              <a:ext uri="{FF2B5EF4-FFF2-40B4-BE49-F238E27FC236}">
                <a16:creationId xmlns:a16="http://schemas.microsoft.com/office/drawing/2014/main" id="{84552AEB-3A9B-7E9F-A1E7-9E7E269AAAB2}"/>
              </a:ext>
            </a:extLst>
          </p:cNvPr>
          <p:cNvSpPr>
            <a:spLocks noGrp="1"/>
          </p:cNvSpPr>
          <p:nvPr/>
        </p:nvSpPr>
        <p:spPr>
          <a:xfrm>
            <a:off x="3269887" y="2930182"/>
            <a:ext cx="59265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71" name="Line 25">
            <a:extLst>
              <a:ext uri="{FF2B5EF4-FFF2-40B4-BE49-F238E27FC236}">
                <a16:creationId xmlns:a16="http://schemas.microsoft.com/office/drawing/2014/main" id="{901444A3-1252-A452-7196-CBCD827D40AA}"/>
              </a:ext>
            </a:extLst>
          </p:cNvPr>
          <p:cNvSpPr>
            <a:spLocks noGrp="1"/>
          </p:cNvSpPr>
          <p:nvPr/>
        </p:nvSpPr>
        <p:spPr>
          <a:xfrm>
            <a:off x="2464696" y="3067672"/>
            <a:ext cx="273847" cy="75897"/>
          </a:xfrm>
          <a:custGeom>
            <a:avLst/>
            <a:gdLst/>
            <a:ahLst/>
            <a:cxnLst/>
            <a:rect l="0" t="0" r="0" b="0"/>
            <a:pathLst>
              <a:path w="1276350" h="285750">
                <a:moveTo>
                  <a:pt x="0" y="0"/>
                </a:moveTo>
                <a:lnTo>
                  <a:pt x="0" y="285750"/>
                </a:lnTo>
                <a:lnTo>
                  <a:pt x="1276350" y="2857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2" name="Arrow 26">
            <a:extLst>
              <a:ext uri="{FF2B5EF4-FFF2-40B4-BE49-F238E27FC236}">
                <a16:creationId xmlns:a16="http://schemas.microsoft.com/office/drawing/2014/main" id="{90EC0380-EA66-7028-D5C4-F64175DE6093}"/>
              </a:ext>
            </a:extLst>
          </p:cNvPr>
          <p:cNvSpPr>
            <a:spLocks noGrp="1"/>
          </p:cNvSpPr>
          <p:nvPr/>
        </p:nvSpPr>
        <p:spPr>
          <a:xfrm>
            <a:off x="2738543" y="3067672"/>
            <a:ext cx="273847" cy="106255"/>
          </a:xfrm>
          <a:custGeom>
            <a:avLst/>
            <a:gdLst/>
            <a:ahLst/>
            <a:cxnLst/>
            <a:rect l="0" t="0" r="0" b="0"/>
            <a:pathLst>
              <a:path w="1276350" h="400050">
                <a:moveTo>
                  <a:pt x="1276350" y="0"/>
                </a:moveTo>
                <a:lnTo>
                  <a:pt x="1276350" y="285750"/>
                </a:lnTo>
                <a:lnTo>
                  <a:pt x="0" y="285750"/>
                </a:lnTo>
                <a:lnTo>
                  <a:pt x="0" y="4000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3" name="Label 27 Concat">
            <a:extLst>
              <a:ext uri="{FF2B5EF4-FFF2-40B4-BE49-F238E27FC236}">
                <a16:creationId xmlns:a16="http://schemas.microsoft.com/office/drawing/2014/main" id="{FAA71DC9-AFE7-D234-8E7A-EA5573BA1B8C}"/>
              </a:ext>
            </a:extLst>
          </p:cNvPr>
          <p:cNvSpPr>
            <a:spLocks noGrp="1"/>
          </p:cNvSpPr>
          <p:nvPr/>
        </p:nvSpPr>
        <p:spPr>
          <a:xfrm>
            <a:off x="2646579" y="3070202"/>
            <a:ext cx="183927" cy="6324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Concat</a:t>
            </a:r>
          </a:p>
        </p:txBody>
      </p:sp>
      <p:sp>
        <p:nvSpPr>
          <p:cNvPr id="74" name="Operator MLP">
            <a:extLst>
              <a:ext uri="{FF2B5EF4-FFF2-40B4-BE49-F238E27FC236}">
                <a16:creationId xmlns:a16="http://schemas.microsoft.com/office/drawing/2014/main" id="{E8D7AAA4-507E-0CE4-2C54-AB24314D5AAC}"/>
              </a:ext>
            </a:extLst>
          </p:cNvPr>
          <p:cNvSpPr>
            <a:spLocks noGrp="1"/>
          </p:cNvSpPr>
          <p:nvPr/>
        </p:nvSpPr>
        <p:spPr>
          <a:xfrm>
            <a:off x="2632274" y="3182100"/>
            <a:ext cx="212538" cy="85821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MLP</a:t>
            </a:r>
          </a:p>
        </p:txBody>
      </p:sp>
      <p:sp>
        <p:nvSpPr>
          <p:cNvPr id="75" name="Arrow 28">
            <a:extLst>
              <a:ext uri="{FF2B5EF4-FFF2-40B4-BE49-F238E27FC236}">
                <a16:creationId xmlns:a16="http://schemas.microsoft.com/office/drawing/2014/main" id="{C539AC33-382F-CD2C-B8E4-47E49C75CDE5}"/>
              </a:ext>
            </a:extLst>
          </p:cNvPr>
          <p:cNvSpPr>
            <a:spLocks noGrp="1"/>
          </p:cNvSpPr>
          <p:nvPr/>
        </p:nvSpPr>
        <p:spPr>
          <a:xfrm>
            <a:off x="2844811" y="3225011"/>
            <a:ext cx="392377" cy="20"/>
          </a:xfrm>
          <a:custGeom>
            <a:avLst/>
            <a:gdLst/>
            <a:ahLst/>
            <a:cxnLst/>
            <a:rect l="0" t="0" r="0" b="0"/>
            <a:pathLst>
              <a:path w="1828800" h="95">
                <a:moveTo>
                  <a:pt x="0" y="0"/>
                </a:moveTo>
                <a:lnTo>
                  <a:pt x="182880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76" name="Operator FiLM">
            <a:extLst>
              <a:ext uri="{FF2B5EF4-FFF2-40B4-BE49-F238E27FC236}">
                <a16:creationId xmlns:a16="http://schemas.microsoft.com/office/drawing/2014/main" id="{4E577D02-6153-A76E-35D2-301A0DC2210B}"/>
              </a:ext>
            </a:extLst>
          </p:cNvPr>
          <p:cNvSpPr>
            <a:spLocks noGrp="1"/>
          </p:cNvSpPr>
          <p:nvPr/>
        </p:nvSpPr>
        <p:spPr>
          <a:xfrm>
            <a:off x="3249451" y="3173927"/>
            <a:ext cx="196189" cy="100125"/>
          </a:xfrm>
          <a:prstGeom prst="roundRect">
            <a:avLst>
              <a:gd name="adj" fmla="val 14286"/>
            </a:avLst>
          </a:prstGeom>
          <a:solidFill>
            <a:srgbClr val="F4F0F8"/>
          </a:solidFill>
          <a:ln w="3270">
            <a:solidFill>
              <a:srgbClr val="9988B8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9988B8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9988B8"/>
                </a:solidFill>
                <a:latin typeface="Arial"/>
                <a:ea typeface="Arial"/>
                <a:cs typeface="Arial"/>
              </a:rPr>
              <a:t>FiLM</a:t>
            </a:r>
          </a:p>
        </p:txBody>
      </p:sp>
      <p:sp>
        <p:nvSpPr>
          <p:cNvPr id="77" name="Arrow 29">
            <a:extLst>
              <a:ext uri="{FF2B5EF4-FFF2-40B4-BE49-F238E27FC236}">
                <a16:creationId xmlns:a16="http://schemas.microsoft.com/office/drawing/2014/main" id="{0FF15C68-D630-C9EE-6B8D-3F6F2C456C7F}"/>
              </a:ext>
            </a:extLst>
          </p:cNvPr>
          <p:cNvSpPr>
            <a:spLocks noGrp="1"/>
          </p:cNvSpPr>
          <p:nvPr/>
        </p:nvSpPr>
        <p:spPr>
          <a:xfrm>
            <a:off x="3347545" y="3274052"/>
            <a:ext cx="20" cy="75605"/>
          </a:xfrm>
          <a:custGeom>
            <a:avLst/>
            <a:gdLst/>
            <a:ahLst/>
            <a:cxnLst/>
            <a:rect l="0" t="0" r="0" b="0"/>
            <a:pathLst>
              <a:path w="9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Label 30 h">
                <a:extLst>
                  <a:ext uri="{FF2B5EF4-FFF2-40B4-BE49-F238E27FC236}">
                    <a16:creationId xmlns:a16="http://schemas.microsoft.com/office/drawing/2014/main" id="{089F8EB0-D83F-0171-C063-0DB714962BA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3216753" y="3284269"/>
                <a:ext cx="106269" cy="6947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ℎ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79" name="Label 30 h">
                <a:extLst>
                  <a:ext uri="{FF2B5EF4-FFF2-40B4-BE49-F238E27FC236}">
                    <a16:creationId xmlns:a16="http://schemas.microsoft.com/office/drawing/2014/main" id="{089F8EB0-D83F-0171-C063-0DB714962B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753" y="3284269"/>
                <a:ext cx="106269" cy="69474"/>
              </a:xfrm>
              <a:prstGeom prst="rect">
                <a:avLst/>
              </a:prstGeom>
              <a:blipFill>
                <a:blip r:embed="rId5"/>
                <a:stretch>
                  <a:fillRect l="-23529" b="-5454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Label 31 User-provided SMILES · same PDB">
            <a:extLst>
              <a:ext uri="{FF2B5EF4-FFF2-40B4-BE49-F238E27FC236}">
                <a16:creationId xmlns:a16="http://schemas.microsoft.com/office/drawing/2014/main" id="{FA697514-484F-ABDD-66D0-BF7E69D0AB09}"/>
              </a:ext>
            </a:extLst>
          </p:cNvPr>
          <p:cNvSpPr>
            <a:spLocks noGrp="1"/>
          </p:cNvSpPr>
          <p:nvPr/>
        </p:nvSpPr>
        <p:spPr>
          <a:xfrm>
            <a:off x="3705181" y="1986731"/>
            <a:ext cx="1238441" cy="65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17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17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User-provided SMILES · same PDB</a:t>
            </a:r>
          </a:p>
        </p:txBody>
      </p:sp>
      <p:sp>
        <p:nvSpPr>
          <p:cNvPr id="81" name="Operator ">
            <a:extLst>
              <a:ext uri="{FF2B5EF4-FFF2-40B4-BE49-F238E27FC236}">
                <a16:creationId xmlns:a16="http://schemas.microsoft.com/office/drawing/2014/main" id="{C43941CD-8F4C-D34C-B0D4-8D2799101932}"/>
              </a:ext>
            </a:extLst>
          </p:cNvPr>
          <p:cNvSpPr>
            <a:spLocks noGrp="1"/>
          </p:cNvSpPr>
          <p:nvPr/>
        </p:nvSpPr>
        <p:spPr>
          <a:xfrm>
            <a:off x="4068947" y="2062335"/>
            <a:ext cx="439381" cy="349776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3270">
            <a:solidFill>
              <a:srgbClr val="BFD9CF"/>
            </a:solidFill>
          </a:ln>
        </p:spPr>
      </p:sp>
      <p:sp>
        <p:nvSpPr>
          <p:cNvPr id="82" name="Operator ">
            <a:extLst>
              <a:ext uri="{FF2B5EF4-FFF2-40B4-BE49-F238E27FC236}">
                <a16:creationId xmlns:a16="http://schemas.microsoft.com/office/drawing/2014/main" id="{44AA21B6-7457-1D5F-80E0-9F24ADCA9426}"/>
              </a:ext>
            </a:extLst>
          </p:cNvPr>
          <p:cNvSpPr>
            <a:spLocks noGrp="1"/>
          </p:cNvSpPr>
          <p:nvPr/>
        </p:nvSpPr>
        <p:spPr>
          <a:xfrm>
            <a:off x="4081209" y="2248282"/>
            <a:ext cx="414857" cy="69474"/>
          </a:xfrm>
          <a:prstGeom prst="roundRect">
            <a:avLst>
              <a:gd name="adj" fmla="val 20588"/>
            </a:avLst>
          </a:prstGeom>
          <a:solidFill>
            <a:srgbClr val="EDF6F1"/>
          </a:solidFill>
          <a:ln w="3270">
            <a:solidFill>
              <a:srgbClr val="2B887C"/>
            </a:solidFill>
          </a:ln>
        </p:spPr>
      </p:sp>
      <p:sp>
        <p:nvSpPr>
          <p:cNvPr id="83" name="Label 32 1">
            <a:extLst>
              <a:ext uri="{FF2B5EF4-FFF2-40B4-BE49-F238E27FC236}">
                <a16:creationId xmlns:a16="http://schemas.microsoft.com/office/drawing/2014/main" id="{4A69C17C-F264-822C-57C9-F3CDEAF2A48B}"/>
              </a:ext>
            </a:extLst>
          </p:cNvPr>
          <p:cNvSpPr>
            <a:spLocks noGrp="1"/>
          </p:cNvSpPr>
          <p:nvPr/>
        </p:nvSpPr>
        <p:spPr>
          <a:xfrm>
            <a:off x="4091427" y="2074595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5D83A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4" name="Label 33 CCO">
            <a:extLst>
              <a:ext uri="{FF2B5EF4-FFF2-40B4-BE49-F238E27FC236}">
                <a16:creationId xmlns:a16="http://schemas.microsoft.com/office/drawing/2014/main" id="{B01DB248-E9F9-73E1-3BD1-4C7C8D161ABD}"/>
              </a:ext>
            </a:extLst>
          </p:cNvPr>
          <p:cNvSpPr>
            <a:spLocks noGrp="1"/>
          </p:cNvSpPr>
          <p:nvPr/>
        </p:nvSpPr>
        <p:spPr>
          <a:xfrm>
            <a:off x="4160911" y="2074595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5D83A8"/>
                </a:solidFill>
                <a:latin typeface="Arial"/>
                <a:ea typeface="Arial"/>
                <a:cs typeface="Arial"/>
              </a:rPr>
              <a:t>CCO</a:t>
            </a:r>
          </a:p>
        </p:txBody>
      </p:sp>
      <p:sp>
        <p:nvSpPr>
          <p:cNvPr id="85" name="Label 34 2">
            <a:extLst>
              <a:ext uri="{FF2B5EF4-FFF2-40B4-BE49-F238E27FC236}">
                <a16:creationId xmlns:a16="http://schemas.microsoft.com/office/drawing/2014/main" id="{1B5E384B-A0CD-27E4-E74F-A790939BE2B9}"/>
              </a:ext>
            </a:extLst>
          </p:cNvPr>
          <p:cNvSpPr>
            <a:spLocks noGrp="1"/>
          </p:cNvSpPr>
          <p:nvPr/>
        </p:nvSpPr>
        <p:spPr>
          <a:xfrm>
            <a:off x="4091427" y="2164504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6" name="Label 35 CC(=O)O">
            <a:extLst>
              <a:ext uri="{FF2B5EF4-FFF2-40B4-BE49-F238E27FC236}">
                <a16:creationId xmlns:a16="http://schemas.microsoft.com/office/drawing/2014/main" id="{C0176642-9B10-5B68-9F0F-61B79A6B9DE4}"/>
              </a:ext>
            </a:extLst>
          </p:cNvPr>
          <p:cNvSpPr>
            <a:spLocks noGrp="1"/>
          </p:cNvSpPr>
          <p:nvPr/>
        </p:nvSpPr>
        <p:spPr>
          <a:xfrm>
            <a:off x="4160911" y="2164504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CC(=O)O</a:t>
            </a:r>
          </a:p>
        </p:txBody>
      </p:sp>
      <p:sp>
        <p:nvSpPr>
          <p:cNvPr id="87" name="Label 36 k">
            <a:extLst>
              <a:ext uri="{FF2B5EF4-FFF2-40B4-BE49-F238E27FC236}">
                <a16:creationId xmlns:a16="http://schemas.microsoft.com/office/drawing/2014/main" id="{0363D78B-C5B7-8069-E283-358882294AC5}"/>
              </a:ext>
            </a:extLst>
          </p:cNvPr>
          <p:cNvSpPr>
            <a:spLocks noGrp="1"/>
          </p:cNvSpPr>
          <p:nvPr/>
        </p:nvSpPr>
        <p:spPr>
          <a:xfrm>
            <a:off x="4091427" y="2254412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88" name="Label 37 Cc1ccccc1">
            <a:extLst>
              <a:ext uri="{FF2B5EF4-FFF2-40B4-BE49-F238E27FC236}">
                <a16:creationId xmlns:a16="http://schemas.microsoft.com/office/drawing/2014/main" id="{245A7B3C-25EC-E0F7-6FDB-508C962B5B13}"/>
              </a:ext>
            </a:extLst>
          </p:cNvPr>
          <p:cNvSpPr>
            <a:spLocks noGrp="1"/>
          </p:cNvSpPr>
          <p:nvPr/>
        </p:nvSpPr>
        <p:spPr>
          <a:xfrm>
            <a:off x="4160911" y="2254412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Cc1ccccc1</a:t>
            </a:r>
          </a:p>
        </p:txBody>
      </p:sp>
      <p:sp>
        <p:nvSpPr>
          <p:cNvPr id="89" name="Label 38 K">
            <a:extLst>
              <a:ext uri="{FF2B5EF4-FFF2-40B4-BE49-F238E27FC236}">
                <a16:creationId xmlns:a16="http://schemas.microsoft.com/office/drawing/2014/main" id="{A2582FA0-9309-416A-A8C7-FB7EC673887A}"/>
              </a:ext>
            </a:extLst>
          </p:cNvPr>
          <p:cNvSpPr>
            <a:spLocks noGrp="1"/>
          </p:cNvSpPr>
          <p:nvPr/>
        </p:nvSpPr>
        <p:spPr>
          <a:xfrm>
            <a:off x="4091427" y="2344320"/>
            <a:ext cx="5313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9580A8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90" name="Label 39 CC(N)=O">
            <a:extLst>
              <a:ext uri="{FF2B5EF4-FFF2-40B4-BE49-F238E27FC236}">
                <a16:creationId xmlns:a16="http://schemas.microsoft.com/office/drawing/2014/main" id="{7EBDBA4B-FF2E-EBAF-BF93-48D7944940C0}"/>
              </a:ext>
            </a:extLst>
          </p:cNvPr>
          <p:cNvSpPr>
            <a:spLocks noGrp="1"/>
          </p:cNvSpPr>
          <p:nvPr/>
        </p:nvSpPr>
        <p:spPr>
          <a:xfrm>
            <a:off x="4160911" y="2344320"/>
            <a:ext cx="322894" cy="5721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9580A8"/>
                </a:solidFill>
                <a:latin typeface="Arial"/>
                <a:ea typeface="Arial"/>
                <a:cs typeface="Arial"/>
              </a:rPr>
              <a:t>CC(N)=O</a:t>
            </a:r>
          </a:p>
        </p:txBody>
      </p:sp>
      <p:sp>
        <p:nvSpPr>
          <p:cNvPr id="91" name="Label 40 ···">
            <a:extLst>
              <a:ext uri="{FF2B5EF4-FFF2-40B4-BE49-F238E27FC236}">
                <a16:creationId xmlns:a16="http://schemas.microsoft.com/office/drawing/2014/main" id="{8AAB699A-96EE-C243-4E66-4CB449FB094D}"/>
              </a:ext>
            </a:extLst>
          </p:cNvPr>
          <p:cNvSpPr>
            <a:spLocks noGrp="1"/>
          </p:cNvSpPr>
          <p:nvPr/>
        </p:nvSpPr>
        <p:spPr>
          <a:xfrm>
            <a:off x="4100000" y="2219675"/>
            <a:ext cx="90000" cy="2860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···</a:t>
            </a:r>
          </a:p>
        </p:txBody>
      </p:sp>
      <p:sp>
        <p:nvSpPr>
          <p:cNvPr id="92" name="Label 41 ···">
            <a:extLst>
              <a:ext uri="{FF2B5EF4-FFF2-40B4-BE49-F238E27FC236}">
                <a16:creationId xmlns:a16="http://schemas.microsoft.com/office/drawing/2014/main" id="{12B6820B-0F14-5308-3392-17E2564CAF01}"/>
              </a:ext>
            </a:extLst>
          </p:cNvPr>
          <p:cNvSpPr>
            <a:spLocks noGrp="1"/>
          </p:cNvSpPr>
          <p:nvPr/>
        </p:nvSpPr>
        <p:spPr>
          <a:xfrm>
            <a:off x="4100000" y="2320021"/>
            <a:ext cx="90000" cy="2860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···</a:t>
            </a:r>
          </a:p>
        </p:txBody>
      </p:sp>
      <p:sp>
        <p:nvSpPr>
          <p:cNvPr id="93" name="Arrow 42">
            <a:extLst>
              <a:ext uri="{FF2B5EF4-FFF2-40B4-BE49-F238E27FC236}">
                <a16:creationId xmlns:a16="http://schemas.microsoft.com/office/drawing/2014/main" id="{4949391B-1FC1-2300-D73B-6D911D83C4E2}"/>
              </a:ext>
            </a:extLst>
          </p:cNvPr>
          <p:cNvSpPr>
            <a:spLocks noGrp="1"/>
          </p:cNvSpPr>
          <p:nvPr/>
        </p:nvSpPr>
        <p:spPr>
          <a:xfrm>
            <a:off x="3817581" y="2283019"/>
            <a:ext cx="251367" cy="182461"/>
          </a:xfrm>
          <a:custGeom>
            <a:avLst/>
            <a:gdLst/>
            <a:ahLst/>
            <a:cxnLst/>
            <a:rect l="0" t="0" r="0" b="0"/>
            <a:pathLst>
              <a:path w="1171575" h="704850">
                <a:moveTo>
                  <a:pt x="1171575" y="0"/>
                </a:moveTo>
                <a:lnTo>
                  <a:pt x="0" y="0"/>
                </a:lnTo>
                <a:lnTo>
                  <a:pt x="0" y="7048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4" name="Label 43 RDKit">
            <a:extLst>
              <a:ext uri="{FF2B5EF4-FFF2-40B4-BE49-F238E27FC236}">
                <a16:creationId xmlns:a16="http://schemas.microsoft.com/office/drawing/2014/main" id="{EA6A0A7B-6C99-76D4-DFB9-5BDB63019736}"/>
              </a:ext>
            </a:extLst>
          </p:cNvPr>
          <p:cNvSpPr>
            <a:spLocks noGrp="1"/>
          </p:cNvSpPr>
          <p:nvPr/>
        </p:nvSpPr>
        <p:spPr>
          <a:xfrm>
            <a:off x="3858453" y="2295279"/>
            <a:ext cx="173709" cy="5517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RDKit</a:t>
            </a:r>
          </a:p>
        </p:txBody>
      </p:sp>
      <p:sp>
        <p:nvSpPr>
          <p:cNvPr id="95" name="Arrow 44">
            <a:extLst>
              <a:ext uri="{FF2B5EF4-FFF2-40B4-BE49-F238E27FC236}">
                <a16:creationId xmlns:a16="http://schemas.microsoft.com/office/drawing/2014/main" id="{3EE6140F-6046-1F49-EF96-A10F0CDE2EFA}"/>
              </a:ext>
            </a:extLst>
          </p:cNvPr>
          <p:cNvSpPr>
            <a:spLocks noGrp="1"/>
          </p:cNvSpPr>
          <p:nvPr/>
        </p:nvSpPr>
        <p:spPr>
          <a:xfrm>
            <a:off x="4287616" y="2412112"/>
            <a:ext cx="20" cy="87504"/>
          </a:xfrm>
          <a:custGeom>
            <a:avLst/>
            <a:gdLst/>
            <a:ahLst/>
            <a:cxnLst/>
            <a:rect l="0" t="0" r="0" b="0"/>
            <a:pathLst>
              <a:path w="95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6" name="Arrow 45">
            <a:extLst>
              <a:ext uri="{FF2B5EF4-FFF2-40B4-BE49-F238E27FC236}">
                <a16:creationId xmlns:a16="http://schemas.microsoft.com/office/drawing/2014/main" id="{8495221C-813F-353C-5B2E-09C3191AAD68}"/>
              </a:ext>
            </a:extLst>
          </p:cNvPr>
          <p:cNvSpPr>
            <a:spLocks noGrp="1"/>
          </p:cNvSpPr>
          <p:nvPr/>
        </p:nvSpPr>
        <p:spPr>
          <a:xfrm>
            <a:off x="4508329" y="2103203"/>
            <a:ext cx="249323" cy="394370"/>
          </a:xfrm>
          <a:custGeom>
            <a:avLst/>
            <a:gdLst/>
            <a:ahLst/>
            <a:cxnLst/>
            <a:rect l="0" t="0" r="0" b="0"/>
            <a:pathLst>
              <a:path w="1162050" h="1647825">
                <a:moveTo>
                  <a:pt x="0" y="0"/>
                </a:moveTo>
                <a:lnTo>
                  <a:pt x="1162050" y="0"/>
                </a:lnTo>
                <a:lnTo>
                  <a:pt x="1162050" y="16478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7" name="Line 46">
            <a:extLst>
              <a:ext uri="{FF2B5EF4-FFF2-40B4-BE49-F238E27FC236}">
                <a16:creationId xmlns:a16="http://schemas.microsoft.com/office/drawing/2014/main" id="{4F3CE4A4-D177-F12C-C10E-D90A64ABF7FF}"/>
              </a:ext>
            </a:extLst>
          </p:cNvPr>
          <p:cNvSpPr>
            <a:spLocks noGrp="1"/>
          </p:cNvSpPr>
          <p:nvPr/>
        </p:nvSpPr>
        <p:spPr>
          <a:xfrm>
            <a:off x="4508329" y="2193111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8" name="Line 47">
            <a:extLst>
              <a:ext uri="{FF2B5EF4-FFF2-40B4-BE49-F238E27FC236}">
                <a16:creationId xmlns:a16="http://schemas.microsoft.com/office/drawing/2014/main" id="{7E96D21D-C570-B5DF-20F8-7582F53B0972}"/>
              </a:ext>
            </a:extLst>
          </p:cNvPr>
          <p:cNvSpPr>
            <a:spLocks noGrp="1"/>
          </p:cNvSpPr>
          <p:nvPr/>
        </p:nvSpPr>
        <p:spPr>
          <a:xfrm>
            <a:off x="4508329" y="2372927"/>
            <a:ext cx="249323" cy="20"/>
          </a:xfrm>
          <a:custGeom>
            <a:avLst/>
            <a:gdLst/>
            <a:ahLst/>
            <a:cxnLst/>
            <a:rect l="0" t="0" r="0" b="0"/>
            <a:pathLst>
              <a:path w="1162050" h="95">
                <a:moveTo>
                  <a:pt x="0" y="0"/>
                </a:moveTo>
                <a:lnTo>
                  <a:pt x="11620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99" name="Label 48 Other identities">
            <a:extLst>
              <a:ext uri="{FF2B5EF4-FFF2-40B4-BE49-F238E27FC236}">
                <a16:creationId xmlns:a16="http://schemas.microsoft.com/office/drawing/2014/main" id="{9C320152-FD98-B124-42EE-9F646A579FD3}"/>
              </a:ext>
            </a:extLst>
          </p:cNvPr>
          <p:cNvSpPr>
            <a:spLocks noGrp="1"/>
          </p:cNvSpPr>
          <p:nvPr/>
        </p:nvSpPr>
        <p:spPr>
          <a:xfrm>
            <a:off x="4788306" y="2254412"/>
            <a:ext cx="235018" cy="110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Other</a:t>
            </a:r>
          </a:p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lang="en-US"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 </a:t>
            </a: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identities</a:t>
            </a:r>
          </a:p>
        </p:txBody>
      </p:sp>
      <p:sp>
        <p:nvSpPr>
          <p:cNvPr id="100" name="Label 49 Own graph">
            <a:extLst>
              <a:ext uri="{FF2B5EF4-FFF2-40B4-BE49-F238E27FC236}">
                <a16:creationId xmlns:a16="http://schemas.microsoft.com/office/drawing/2014/main" id="{DC2A5F9F-F1A3-4ACF-4DEF-15FAF9AF2FF3}"/>
              </a:ext>
            </a:extLst>
          </p:cNvPr>
          <p:cNvSpPr>
            <a:spLocks noGrp="1"/>
          </p:cNvSpPr>
          <p:nvPr/>
        </p:nvSpPr>
        <p:spPr>
          <a:xfrm>
            <a:off x="3660678" y="2607209"/>
            <a:ext cx="308589" cy="6130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Own graph</a:t>
            </a:r>
          </a:p>
        </p:txBody>
      </p:sp>
      <p:sp>
        <p:nvSpPr>
          <p:cNvPr id="101" name="Operator SMI-TED">
            <a:extLst>
              <a:ext uri="{FF2B5EF4-FFF2-40B4-BE49-F238E27FC236}">
                <a16:creationId xmlns:a16="http://schemas.microsoft.com/office/drawing/2014/main" id="{E69760B1-2472-8F46-B6F6-F5AD7F6FF29A}"/>
              </a:ext>
            </a:extLst>
          </p:cNvPr>
          <p:cNvSpPr>
            <a:spLocks noGrp="1"/>
          </p:cNvSpPr>
          <p:nvPr/>
        </p:nvSpPr>
        <p:spPr>
          <a:xfrm>
            <a:off x="4126169" y="2509833"/>
            <a:ext cx="322894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SMI-TED</a:t>
            </a:r>
          </a:p>
        </p:txBody>
      </p:sp>
      <p:sp>
        <p:nvSpPr>
          <p:cNvPr id="102" name="Label 50 + linear">
            <a:extLst>
              <a:ext uri="{FF2B5EF4-FFF2-40B4-BE49-F238E27FC236}">
                <a16:creationId xmlns:a16="http://schemas.microsoft.com/office/drawing/2014/main" id="{04763126-86F8-6DB8-51A3-6E0EDA9A64E3}"/>
              </a:ext>
            </a:extLst>
          </p:cNvPr>
          <p:cNvSpPr>
            <a:spLocks noGrp="1"/>
          </p:cNvSpPr>
          <p:nvPr/>
        </p:nvSpPr>
        <p:spPr>
          <a:xfrm>
            <a:off x="4154780" y="2624261"/>
            <a:ext cx="265672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+ linear</a:t>
            </a:r>
          </a:p>
        </p:txBody>
      </p:sp>
      <p:sp>
        <p:nvSpPr>
          <p:cNvPr id="103" name="Operator SMI-TED">
            <a:extLst>
              <a:ext uri="{FF2B5EF4-FFF2-40B4-BE49-F238E27FC236}">
                <a16:creationId xmlns:a16="http://schemas.microsoft.com/office/drawing/2014/main" id="{F2499873-06D4-C024-E0B1-12F59EA91405}"/>
              </a:ext>
            </a:extLst>
          </p:cNvPr>
          <p:cNvSpPr>
            <a:spLocks noGrp="1"/>
          </p:cNvSpPr>
          <p:nvPr/>
        </p:nvSpPr>
        <p:spPr>
          <a:xfrm>
            <a:off x="4596205" y="2509833"/>
            <a:ext cx="322894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 dirty="0">
                <a:solidFill>
                  <a:srgbClr val="2B887C"/>
                </a:solidFill>
                <a:latin typeface="Arial"/>
                <a:ea typeface="Arial"/>
                <a:cs typeface="Arial"/>
              </a:rPr>
              <a:t>SMI-TED</a:t>
            </a:r>
          </a:p>
        </p:txBody>
      </p:sp>
      <p:sp>
        <p:nvSpPr>
          <p:cNvPr id="104" name="Label 51 + linear">
            <a:extLst>
              <a:ext uri="{FF2B5EF4-FFF2-40B4-BE49-F238E27FC236}">
                <a16:creationId xmlns:a16="http://schemas.microsoft.com/office/drawing/2014/main" id="{15867061-6249-1FCE-15E9-8DC4B3ABC78D}"/>
              </a:ext>
            </a:extLst>
          </p:cNvPr>
          <p:cNvSpPr>
            <a:spLocks noGrp="1"/>
          </p:cNvSpPr>
          <p:nvPr/>
        </p:nvSpPr>
        <p:spPr>
          <a:xfrm>
            <a:off x="4624816" y="2624261"/>
            <a:ext cx="265672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6F8290"/>
                </a:solidFill>
                <a:latin typeface="Arial"/>
                <a:ea typeface="Arial"/>
                <a:cs typeface="Arial"/>
              </a:rPr>
              <a:t>+ linear</a:t>
            </a:r>
          </a:p>
        </p:txBody>
      </p:sp>
      <p:sp>
        <p:nvSpPr>
          <p:cNvPr id="105" name="Operator GNN">
            <a:extLst>
              <a:ext uri="{FF2B5EF4-FFF2-40B4-BE49-F238E27FC236}">
                <a16:creationId xmlns:a16="http://schemas.microsoft.com/office/drawing/2014/main" id="{E38BD2FC-A6FC-4D0D-24AE-52449EB2583A}"/>
              </a:ext>
            </a:extLst>
          </p:cNvPr>
          <p:cNvSpPr>
            <a:spLocks noGrp="1"/>
          </p:cNvSpPr>
          <p:nvPr/>
        </p:nvSpPr>
        <p:spPr>
          <a:xfrm>
            <a:off x="3692919" y="2726429"/>
            <a:ext cx="249323" cy="91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GNN</a:t>
            </a:r>
          </a:p>
        </p:txBody>
      </p:sp>
      <p:sp>
        <p:nvSpPr>
          <p:cNvPr id="106" name="Arrow 53">
            <a:extLst>
              <a:ext uri="{FF2B5EF4-FFF2-40B4-BE49-F238E27FC236}">
                <a16:creationId xmlns:a16="http://schemas.microsoft.com/office/drawing/2014/main" id="{F3627657-2168-E99B-6008-5921C5F1458C}"/>
              </a:ext>
            </a:extLst>
          </p:cNvPr>
          <p:cNvSpPr>
            <a:spLocks noGrp="1"/>
          </p:cNvSpPr>
          <p:nvPr/>
        </p:nvSpPr>
        <p:spPr>
          <a:xfrm>
            <a:off x="3817581" y="2817909"/>
            <a:ext cx="20" cy="116943"/>
          </a:xfrm>
          <a:custGeom>
            <a:avLst/>
            <a:gdLst/>
            <a:ahLst/>
            <a:cxnLst/>
            <a:rect l="0" t="0" r="0" b="0"/>
            <a:pathLst>
              <a:path w="9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07" name="Label 54 K, V">
            <a:extLst>
              <a:ext uri="{FF2B5EF4-FFF2-40B4-BE49-F238E27FC236}">
                <a16:creationId xmlns:a16="http://schemas.microsoft.com/office/drawing/2014/main" id="{58B4240A-BF47-B045-8F48-6439DC6FC05A}"/>
              </a:ext>
            </a:extLst>
          </p:cNvPr>
          <p:cNvSpPr>
            <a:spLocks noGrp="1"/>
          </p:cNvSpPr>
          <p:nvPr/>
        </p:nvSpPr>
        <p:spPr>
          <a:xfrm>
            <a:off x="3840061" y="2827340"/>
            <a:ext cx="130792" cy="11685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108" name="Arrow 55">
            <a:extLst>
              <a:ext uri="{FF2B5EF4-FFF2-40B4-BE49-F238E27FC236}">
                <a16:creationId xmlns:a16="http://schemas.microsoft.com/office/drawing/2014/main" id="{484305CF-18F5-01FF-92C1-745A9CEA16A6}"/>
              </a:ext>
            </a:extLst>
          </p:cNvPr>
          <p:cNvSpPr>
            <a:spLocks noGrp="1"/>
          </p:cNvSpPr>
          <p:nvPr/>
        </p:nvSpPr>
        <p:spPr>
          <a:xfrm>
            <a:off x="4287616" y="2689649"/>
            <a:ext cx="20" cy="281985"/>
          </a:xfrm>
          <a:custGeom>
            <a:avLst/>
            <a:gdLst/>
            <a:ahLst/>
            <a:cxnLst/>
            <a:rect l="0" t="0" r="0" b="0"/>
            <a:pathLst>
              <a:path w="95" h="933450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09" name="Arrow 56">
            <a:extLst>
              <a:ext uri="{FF2B5EF4-FFF2-40B4-BE49-F238E27FC236}">
                <a16:creationId xmlns:a16="http://schemas.microsoft.com/office/drawing/2014/main" id="{C948A762-8A8C-E431-BEE9-2DC218B4416B}"/>
              </a:ext>
            </a:extLst>
          </p:cNvPr>
          <p:cNvSpPr>
            <a:spLocks noGrp="1"/>
          </p:cNvSpPr>
          <p:nvPr/>
        </p:nvSpPr>
        <p:spPr>
          <a:xfrm>
            <a:off x="4757652" y="2689649"/>
            <a:ext cx="20" cy="30651"/>
          </a:xfrm>
          <a:custGeom>
            <a:avLst/>
            <a:gdLst/>
            <a:ahLst/>
            <a:cxnLst/>
            <a:rect l="0" t="0" r="0" b="0"/>
            <a:pathLst>
              <a:path w="9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10" name="Label 57 1">
            <a:extLst>
              <a:ext uri="{FF2B5EF4-FFF2-40B4-BE49-F238E27FC236}">
                <a16:creationId xmlns:a16="http://schemas.microsoft.com/office/drawing/2014/main" id="{E9FBC214-80FC-9830-A738-A1577D3C5E61}"/>
              </a:ext>
            </a:extLst>
          </p:cNvPr>
          <p:cNvSpPr>
            <a:spLocks noGrp="1"/>
          </p:cNvSpPr>
          <p:nvPr/>
        </p:nvSpPr>
        <p:spPr>
          <a:xfrm>
            <a:off x="4575768" y="2726429"/>
            <a:ext cx="40873" cy="469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5D83A8"/>
                </a:solidFill>
                <a:latin typeface="Arial"/>
                <a:ea typeface="Arial"/>
                <a:cs typeface="Arial"/>
              </a:defRPr>
            </a:pPr>
            <a:r>
              <a:rPr sz="400" b="0" dirty="0">
                <a:solidFill>
                  <a:srgbClr val="5D83A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1" name="Label 58 2">
            <a:extLst>
              <a:ext uri="{FF2B5EF4-FFF2-40B4-BE49-F238E27FC236}">
                <a16:creationId xmlns:a16="http://schemas.microsoft.com/office/drawing/2014/main" id="{96CAE005-E910-E9D7-8741-274A97D77171}"/>
              </a:ext>
            </a:extLst>
          </p:cNvPr>
          <p:cNvSpPr>
            <a:spLocks noGrp="1"/>
          </p:cNvSpPr>
          <p:nvPr/>
        </p:nvSpPr>
        <p:spPr>
          <a:xfrm>
            <a:off x="4575768" y="2763210"/>
            <a:ext cx="40873" cy="52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AC844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AC844C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2" name="Label 59 K">
            <a:extLst>
              <a:ext uri="{FF2B5EF4-FFF2-40B4-BE49-F238E27FC236}">
                <a16:creationId xmlns:a16="http://schemas.microsoft.com/office/drawing/2014/main" id="{014BCA9F-A880-5687-FFE9-96D99890FE2A}"/>
              </a:ext>
            </a:extLst>
          </p:cNvPr>
          <p:cNvSpPr>
            <a:spLocks noGrp="1"/>
          </p:cNvSpPr>
          <p:nvPr/>
        </p:nvSpPr>
        <p:spPr>
          <a:xfrm>
            <a:off x="4575768" y="2803763"/>
            <a:ext cx="40873" cy="750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9580A8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9580A8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113" name="Arrow 60">
            <a:extLst>
              <a:ext uri="{FF2B5EF4-FFF2-40B4-BE49-F238E27FC236}">
                <a16:creationId xmlns:a16="http://schemas.microsoft.com/office/drawing/2014/main" id="{95C980F5-0951-5492-B4F9-8F1CE9970C88}"/>
              </a:ext>
            </a:extLst>
          </p:cNvPr>
          <p:cNvSpPr>
            <a:spLocks noGrp="1"/>
          </p:cNvSpPr>
          <p:nvPr/>
        </p:nvSpPr>
        <p:spPr>
          <a:xfrm>
            <a:off x="4757652" y="2860124"/>
            <a:ext cx="20" cy="74729"/>
          </a:xfrm>
          <a:custGeom>
            <a:avLst/>
            <a:gdLst/>
            <a:ahLst/>
            <a:cxnLst/>
            <a:rect l="0" t="0" r="0" b="0"/>
            <a:pathLst>
              <a:path w="95" h="152400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14" name="Label 61 K, V">
            <a:extLst>
              <a:ext uri="{FF2B5EF4-FFF2-40B4-BE49-F238E27FC236}">
                <a16:creationId xmlns:a16="http://schemas.microsoft.com/office/drawing/2014/main" id="{EB9E2BB1-4DCA-3431-378B-AD9C088C239A}"/>
              </a:ext>
            </a:extLst>
          </p:cNvPr>
          <p:cNvSpPr>
            <a:spLocks noGrp="1"/>
          </p:cNvSpPr>
          <p:nvPr/>
        </p:nvSpPr>
        <p:spPr>
          <a:xfrm>
            <a:off x="4780132" y="2836771"/>
            <a:ext cx="132836" cy="126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2B887C"/>
                </a:solidFill>
                <a:latin typeface="Arial"/>
                <a:ea typeface="Arial"/>
                <a:cs typeface="Arial"/>
              </a:rPr>
              <a:t>K, V</a:t>
            </a:r>
          </a:p>
        </p:txBody>
      </p:sp>
      <p:sp>
        <p:nvSpPr>
          <p:cNvPr id="115" name="Operator Graph attention">
            <a:extLst>
              <a:ext uri="{FF2B5EF4-FFF2-40B4-BE49-F238E27FC236}">
                <a16:creationId xmlns:a16="http://schemas.microsoft.com/office/drawing/2014/main" id="{45862160-521F-2636-BF59-8913BC2A6A7E}"/>
              </a:ext>
            </a:extLst>
          </p:cNvPr>
          <p:cNvSpPr>
            <a:spLocks noGrp="1"/>
          </p:cNvSpPr>
          <p:nvPr/>
        </p:nvSpPr>
        <p:spPr>
          <a:xfrm>
            <a:off x="3597890" y="2967547"/>
            <a:ext cx="439381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Graph attention</a:t>
            </a:r>
          </a:p>
        </p:txBody>
      </p:sp>
      <p:sp>
        <p:nvSpPr>
          <p:cNvPr id="116" name="Operator Context attention">
            <a:extLst>
              <a:ext uri="{FF2B5EF4-FFF2-40B4-BE49-F238E27FC236}">
                <a16:creationId xmlns:a16="http://schemas.microsoft.com/office/drawing/2014/main" id="{0986BA87-B3D8-E361-473F-F19987D8757B}"/>
              </a:ext>
            </a:extLst>
          </p:cNvPr>
          <p:cNvSpPr>
            <a:spLocks noGrp="1"/>
          </p:cNvSpPr>
          <p:nvPr/>
        </p:nvSpPr>
        <p:spPr>
          <a:xfrm>
            <a:off x="4537961" y="2967547"/>
            <a:ext cx="439381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Context attention</a:t>
            </a:r>
          </a:p>
        </p:txBody>
      </p:sp>
      <p:sp>
        <p:nvSpPr>
          <p:cNvPr id="117" name="Operator ">
            <a:extLst>
              <a:ext uri="{FF2B5EF4-FFF2-40B4-BE49-F238E27FC236}">
                <a16:creationId xmlns:a16="http://schemas.microsoft.com/office/drawing/2014/main" id="{CAECD7E3-2F51-98D2-A452-93C177558ED1}"/>
              </a:ext>
            </a:extLst>
          </p:cNvPr>
          <p:cNvSpPr>
            <a:spLocks noGrp="1"/>
          </p:cNvSpPr>
          <p:nvPr/>
        </p:nvSpPr>
        <p:spPr>
          <a:xfrm>
            <a:off x="4152736" y="2985937"/>
            <a:ext cx="269760" cy="65388"/>
          </a:xfrm>
          <a:prstGeom prst="roundRect">
            <a:avLst>
              <a:gd name="adj" fmla="val 21875"/>
            </a:avLst>
          </a:prstGeom>
          <a:solidFill>
            <a:srgbClr val="F7FBF8"/>
          </a:solidFill>
          <a:ln w="3270">
            <a:solidFill>
              <a:srgbClr val="8AB9AB"/>
            </a:solidFill>
          </a:ln>
        </p:spPr>
      </p:sp>
      <p:sp>
        <p:nvSpPr>
          <p:cNvPr id="118" name="Arrow 62">
            <a:extLst>
              <a:ext uri="{FF2B5EF4-FFF2-40B4-BE49-F238E27FC236}">
                <a16:creationId xmlns:a16="http://schemas.microsoft.com/office/drawing/2014/main" id="{86502F14-5EDB-19DF-7465-62CDD89BF59B}"/>
              </a:ext>
            </a:extLst>
          </p:cNvPr>
          <p:cNvSpPr>
            <a:spLocks noGrp="1"/>
          </p:cNvSpPr>
          <p:nvPr/>
        </p:nvSpPr>
        <p:spPr>
          <a:xfrm>
            <a:off x="4048511" y="3018631"/>
            <a:ext cx="91963" cy="20"/>
          </a:xfrm>
          <a:custGeom>
            <a:avLst/>
            <a:gdLst/>
            <a:ahLst/>
            <a:cxnLst/>
            <a:rect l="0" t="0" r="0" b="0"/>
            <a:pathLst>
              <a:path w="428625" h="95">
                <a:moveTo>
                  <a:pt x="428625" y="0"/>
                </a:moveTo>
                <a:lnTo>
                  <a:pt x="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19" name="Arrow 63">
            <a:extLst>
              <a:ext uri="{FF2B5EF4-FFF2-40B4-BE49-F238E27FC236}">
                <a16:creationId xmlns:a16="http://schemas.microsoft.com/office/drawing/2014/main" id="{F64D0815-CA02-CF7F-842F-6CF18C49B885}"/>
              </a:ext>
            </a:extLst>
          </p:cNvPr>
          <p:cNvSpPr>
            <a:spLocks noGrp="1"/>
          </p:cNvSpPr>
          <p:nvPr/>
        </p:nvSpPr>
        <p:spPr>
          <a:xfrm>
            <a:off x="4434758" y="3018631"/>
            <a:ext cx="91963" cy="20"/>
          </a:xfrm>
          <a:custGeom>
            <a:avLst/>
            <a:gdLst/>
            <a:ahLst/>
            <a:cxnLst/>
            <a:rect l="0" t="0" r="0" b="0"/>
            <a:pathLst>
              <a:path w="428625" h="95">
                <a:moveTo>
                  <a:pt x="0" y="0"/>
                </a:moveTo>
                <a:lnTo>
                  <a:pt x="428625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20" name="Label 64 Q">
            <a:extLst>
              <a:ext uri="{FF2B5EF4-FFF2-40B4-BE49-F238E27FC236}">
                <a16:creationId xmlns:a16="http://schemas.microsoft.com/office/drawing/2014/main" id="{5EF18B64-250E-C92E-9F18-6DC535008F55}"/>
              </a:ext>
            </a:extLst>
          </p:cNvPr>
          <p:cNvSpPr>
            <a:spLocks noGrp="1"/>
          </p:cNvSpPr>
          <p:nvPr/>
        </p:nvSpPr>
        <p:spPr>
          <a:xfrm>
            <a:off x="4065882" y="2930182"/>
            <a:ext cx="57222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1" name="Label 65 Q">
            <a:extLst>
              <a:ext uri="{FF2B5EF4-FFF2-40B4-BE49-F238E27FC236}">
                <a16:creationId xmlns:a16="http://schemas.microsoft.com/office/drawing/2014/main" id="{C9672941-7A86-0A34-C752-00290DA1EC17}"/>
              </a:ext>
            </a:extLst>
          </p:cNvPr>
          <p:cNvSpPr>
            <a:spLocks noGrp="1"/>
          </p:cNvSpPr>
          <p:nvPr/>
        </p:nvSpPr>
        <p:spPr>
          <a:xfrm>
            <a:off x="4452129" y="2930182"/>
            <a:ext cx="57222" cy="7823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2" name="Arrow 66">
            <a:extLst>
              <a:ext uri="{FF2B5EF4-FFF2-40B4-BE49-F238E27FC236}">
                <a16:creationId xmlns:a16="http://schemas.microsoft.com/office/drawing/2014/main" id="{1BA103FF-DBD8-BFC1-D02E-0CC2D6FB52B6}"/>
              </a:ext>
            </a:extLst>
          </p:cNvPr>
          <p:cNvSpPr>
            <a:spLocks noGrp="1"/>
          </p:cNvSpPr>
          <p:nvPr/>
        </p:nvSpPr>
        <p:spPr>
          <a:xfrm>
            <a:off x="3817581" y="3067672"/>
            <a:ext cx="322894" cy="157339"/>
          </a:xfrm>
          <a:custGeom>
            <a:avLst/>
            <a:gdLst/>
            <a:ahLst/>
            <a:cxnLst/>
            <a:rect l="0" t="0" r="0" b="0"/>
            <a:pathLst>
              <a:path w="1504950" h="638175">
                <a:moveTo>
                  <a:pt x="0" y="0"/>
                </a:moveTo>
                <a:lnTo>
                  <a:pt x="0" y="638175"/>
                </a:lnTo>
                <a:lnTo>
                  <a:pt x="1504950" y="6381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3" name="Arrow 67">
            <a:extLst>
              <a:ext uri="{FF2B5EF4-FFF2-40B4-BE49-F238E27FC236}">
                <a16:creationId xmlns:a16="http://schemas.microsoft.com/office/drawing/2014/main" id="{6022DAD3-D200-0BE5-F8A9-F84111EF44E3}"/>
              </a:ext>
            </a:extLst>
          </p:cNvPr>
          <p:cNvSpPr>
            <a:spLocks noGrp="1"/>
          </p:cNvSpPr>
          <p:nvPr/>
        </p:nvSpPr>
        <p:spPr>
          <a:xfrm>
            <a:off x="4434758" y="3067672"/>
            <a:ext cx="322894" cy="157339"/>
          </a:xfrm>
          <a:custGeom>
            <a:avLst/>
            <a:gdLst/>
            <a:ahLst/>
            <a:cxnLst/>
            <a:rect l="0" t="0" r="0" b="0"/>
            <a:pathLst>
              <a:path w="1504950" h="638175">
                <a:moveTo>
                  <a:pt x="1504950" y="0"/>
                </a:moveTo>
                <a:lnTo>
                  <a:pt x="1504950" y="638175"/>
                </a:lnTo>
                <a:lnTo>
                  <a:pt x="0" y="6381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4" name="Arrow 68">
            <a:extLst>
              <a:ext uri="{FF2B5EF4-FFF2-40B4-BE49-F238E27FC236}">
                <a16:creationId xmlns:a16="http://schemas.microsoft.com/office/drawing/2014/main" id="{B50DAD2C-198E-5DF3-361A-A521F1FD2720}"/>
              </a:ext>
            </a:extLst>
          </p:cNvPr>
          <p:cNvSpPr>
            <a:spLocks noGrp="1"/>
          </p:cNvSpPr>
          <p:nvPr/>
        </p:nvSpPr>
        <p:spPr>
          <a:xfrm>
            <a:off x="4287616" y="3039065"/>
            <a:ext cx="20" cy="117153"/>
          </a:xfrm>
          <a:custGeom>
            <a:avLst/>
            <a:gdLst/>
            <a:ahLst/>
            <a:cxnLst/>
            <a:rect l="0" t="0" r="0" b="0"/>
            <a:pathLst>
              <a:path w="95" h="466725">
                <a:moveTo>
                  <a:pt x="0" y="0"/>
                </a:moveTo>
                <a:lnTo>
                  <a:pt x="0" y="4667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25" name="Operator Fusion">
            <a:extLst>
              <a:ext uri="{FF2B5EF4-FFF2-40B4-BE49-F238E27FC236}">
                <a16:creationId xmlns:a16="http://schemas.microsoft.com/office/drawing/2014/main" id="{8DF3CDA5-486E-FCFB-2E37-85FF0141FA37}"/>
              </a:ext>
            </a:extLst>
          </p:cNvPr>
          <p:cNvSpPr>
            <a:spLocks noGrp="1"/>
          </p:cNvSpPr>
          <p:nvPr/>
        </p:nvSpPr>
        <p:spPr>
          <a:xfrm>
            <a:off x="4160911" y="3173927"/>
            <a:ext cx="253410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Fusion</a:t>
            </a:r>
          </a:p>
        </p:txBody>
      </p:sp>
      <p:sp>
        <p:nvSpPr>
          <p:cNvPr id="126" name="Arrow 69">
            <a:extLst>
              <a:ext uri="{FF2B5EF4-FFF2-40B4-BE49-F238E27FC236}">
                <a16:creationId xmlns:a16="http://schemas.microsoft.com/office/drawing/2014/main" id="{A1E840CA-D0DB-1C8E-74D8-40D4E822C41E}"/>
              </a:ext>
            </a:extLst>
          </p:cNvPr>
          <p:cNvSpPr>
            <a:spLocks noGrp="1"/>
          </p:cNvSpPr>
          <p:nvPr/>
        </p:nvSpPr>
        <p:spPr>
          <a:xfrm>
            <a:off x="4287616" y="3274052"/>
            <a:ext cx="20" cy="75605"/>
          </a:xfrm>
          <a:custGeom>
            <a:avLst/>
            <a:gdLst/>
            <a:ahLst/>
            <a:cxnLst/>
            <a:rect l="0" t="0" r="0" b="0"/>
            <a:pathLst>
              <a:path w="95" h="352425">
                <a:moveTo>
                  <a:pt x="0" y="0"/>
                </a:moveTo>
                <a:lnTo>
                  <a:pt x="0" y="35242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Label 70 g">
                <a:extLst>
                  <a:ext uri="{FF2B5EF4-FFF2-40B4-BE49-F238E27FC236}">
                    <a16:creationId xmlns:a16="http://schemas.microsoft.com/office/drawing/2014/main" id="{95039D09-D019-DE45-D974-F91B50B8EF0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324402" y="3284269"/>
                <a:ext cx="106269" cy="69474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28" name="Label 70 g">
                <a:extLst>
                  <a:ext uri="{FF2B5EF4-FFF2-40B4-BE49-F238E27FC236}">
                    <a16:creationId xmlns:a16="http://schemas.microsoft.com/office/drawing/2014/main" id="{95039D09-D019-DE45-D974-F91B50B8EF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4402" y="3284269"/>
                <a:ext cx="106269" cy="69474"/>
              </a:xfrm>
              <a:prstGeom prst="rect">
                <a:avLst/>
              </a:prstGeom>
              <a:blipFill>
                <a:blip r:embed="rId6"/>
                <a:stretch>
                  <a:fillRect l="-22222" b="-3636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Arrow 71">
            <a:extLst>
              <a:ext uri="{FF2B5EF4-FFF2-40B4-BE49-F238E27FC236}">
                <a16:creationId xmlns:a16="http://schemas.microsoft.com/office/drawing/2014/main" id="{9019090D-BD08-F4E9-D2BD-52F8CD9A2219}"/>
              </a:ext>
            </a:extLst>
          </p:cNvPr>
          <p:cNvSpPr>
            <a:spLocks noGrp="1"/>
          </p:cNvSpPr>
          <p:nvPr/>
        </p:nvSpPr>
        <p:spPr>
          <a:xfrm>
            <a:off x="2464696" y="3390524"/>
            <a:ext cx="747970" cy="131549"/>
          </a:xfrm>
          <a:custGeom>
            <a:avLst/>
            <a:gdLst/>
            <a:ahLst/>
            <a:cxnLst/>
            <a:rect l="0" t="0" r="0" b="0"/>
            <a:pathLst>
              <a:path w="3486150" h="800100">
                <a:moveTo>
                  <a:pt x="3486150" y="0"/>
                </a:moveTo>
                <a:lnTo>
                  <a:pt x="0" y="0"/>
                </a:lnTo>
                <a:lnTo>
                  <a:pt x="0" y="80010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0" name="Operator Foreground head">
            <a:extLst>
              <a:ext uri="{FF2B5EF4-FFF2-40B4-BE49-F238E27FC236}">
                <a16:creationId xmlns:a16="http://schemas.microsoft.com/office/drawing/2014/main" id="{1D8A515A-8554-E8D2-DFC3-6BF9C7766DB8}"/>
              </a:ext>
            </a:extLst>
          </p:cNvPr>
          <p:cNvSpPr>
            <a:spLocks noGrp="1"/>
          </p:cNvSpPr>
          <p:nvPr/>
        </p:nvSpPr>
        <p:spPr>
          <a:xfrm>
            <a:off x="2241940" y="3535603"/>
            <a:ext cx="470036" cy="100125"/>
          </a:xfrm>
          <a:prstGeom prst="roundRect">
            <a:avLst>
              <a:gd name="adj" fmla="val 14286"/>
            </a:avLst>
          </a:prstGeom>
          <a:solidFill>
            <a:srgbClr val="F7FAFC"/>
          </a:solidFill>
          <a:ln w="3270">
            <a:solidFill>
              <a:srgbClr val="397FA6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Foreground head</a:t>
            </a:r>
          </a:p>
        </p:txBody>
      </p:sp>
      <p:sp>
        <p:nvSpPr>
          <p:cNvPr id="131" name="Arrow 72">
            <a:extLst>
              <a:ext uri="{FF2B5EF4-FFF2-40B4-BE49-F238E27FC236}">
                <a16:creationId xmlns:a16="http://schemas.microsoft.com/office/drawing/2014/main" id="{E7069013-050E-EF95-8793-5951E35D91A9}"/>
              </a:ext>
            </a:extLst>
          </p:cNvPr>
          <p:cNvSpPr>
            <a:spLocks noGrp="1"/>
          </p:cNvSpPr>
          <p:nvPr/>
        </p:nvSpPr>
        <p:spPr>
          <a:xfrm>
            <a:off x="2711975" y="3584644"/>
            <a:ext cx="85833" cy="20"/>
          </a:xfrm>
          <a:custGeom>
            <a:avLst/>
            <a:gdLst/>
            <a:ahLst/>
            <a:cxnLst/>
            <a:rect l="0" t="0" r="0" b="0"/>
            <a:pathLst>
              <a:path w="400050" h="95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2" name="Label 73 Foreground probability">
            <a:extLst>
              <a:ext uri="{FF2B5EF4-FFF2-40B4-BE49-F238E27FC236}">
                <a16:creationId xmlns:a16="http://schemas.microsoft.com/office/drawing/2014/main" id="{424FB3D7-22E3-704A-9BF5-DDD5487EFA10}"/>
              </a:ext>
            </a:extLst>
          </p:cNvPr>
          <p:cNvSpPr>
            <a:spLocks noGrp="1"/>
          </p:cNvSpPr>
          <p:nvPr/>
        </p:nvSpPr>
        <p:spPr>
          <a:xfrm>
            <a:off x="2250114" y="3666378"/>
            <a:ext cx="633526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Foreground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Label 74 p">
                <a:extLst>
                  <a:ext uri="{FF2B5EF4-FFF2-40B4-BE49-F238E27FC236}">
                    <a16:creationId xmlns:a16="http://schemas.microsoft.com/office/drawing/2014/main" id="{0DBD01DD-97A5-9934-A8AF-B7DF40A73A1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828462" y="3543776"/>
                <a:ext cx="153272" cy="8786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Sup>
                        <m:sSubSup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Sup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fg</m:t>
                          </m:r>
                        </m:sup>
                      </m:sSubSup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34" name="Label 74 p">
                <a:extLst>
                  <a:ext uri="{FF2B5EF4-FFF2-40B4-BE49-F238E27FC236}">
                    <a16:creationId xmlns:a16="http://schemas.microsoft.com/office/drawing/2014/main" id="{0DBD01DD-97A5-9934-A8AF-B7DF40A73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462" y="3543776"/>
                <a:ext cx="153272" cy="87865"/>
              </a:xfrm>
              <a:prstGeom prst="rect">
                <a:avLst/>
              </a:prstGeom>
              <a:blipFill>
                <a:blip r:embed="rId7"/>
                <a:stretch>
                  <a:fillRect l="-16000" t="-13333" b="-3333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" name="Arrow 75">
            <a:extLst>
              <a:ext uri="{FF2B5EF4-FFF2-40B4-BE49-F238E27FC236}">
                <a16:creationId xmlns:a16="http://schemas.microsoft.com/office/drawing/2014/main" id="{3E3D9597-2220-958C-5A86-5B4EE49EC1A1}"/>
              </a:ext>
            </a:extLst>
          </p:cNvPr>
          <p:cNvSpPr>
            <a:spLocks noGrp="1"/>
          </p:cNvSpPr>
          <p:nvPr/>
        </p:nvSpPr>
        <p:spPr>
          <a:xfrm>
            <a:off x="3347545" y="3417088"/>
            <a:ext cx="286109" cy="167556"/>
          </a:xfrm>
          <a:custGeom>
            <a:avLst/>
            <a:gdLst/>
            <a:ahLst/>
            <a:cxnLst/>
            <a:rect l="0" t="0" r="0" b="0"/>
            <a:pathLst>
              <a:path w="1333500" h="971550">
                <a:moveTo>
                  <a:pt x="0" y="0"/>
                </a:moveTo>
                <a:lnTo>
                  <a:pt x="0" y="971550"/>
                </a:lnTo>
                <a:lnTo>
                  <a:pt x="1333500" y="97155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sp>
        <p:nvSpPr>
          <p:cNvPr id="136" name="Arrow 76">
            <a:extLst>
              <a:ext uri="{FF2B5EF4-FFF2-40B4-BE49-F238E27FC236}">
                <a16:creationId xmlns:a16="http://schemas.microsoft.com/office/drawing/2014/main" id="{62E6D500-3AC0-70E4-6C20-9CBF72052708}"/>
              </a:ext>
            </a:extLst>
          </p:cNvPr>
          <p:cNvSpPr>
            <a:spLocks noGrp="1"/>
          </p:cNvSpPr>
          <p:nvPr/>
        </p:nvSpPr>
        <p:spPr>
          <a:xfrm>
            <a:off x="3850279" y="3417088"/>
            <a:ext cx="437337" cy="106918"/>
          </a:xfrm>
          <a:custGeom>
            <a:avLst/>
            <a:gdLst/>
            <a:ahLst/>
            <a:cxnLst/>
            <a:rect l="0" t="0" r="0" b="0"/>
            <a:pathLst>
              <a:path w="2038350" h="685800">
                <a:moveTo>
                  <a:pt x="2038350" y="0"/>
                </a:moveTo>
                <a:lnTo>
                  <a:pt x="2038350" y="390525"/>
                </a:lnTo>
                <a:lnTo>
                  <a:pt x="0" y="390525"/>
                </a:lnTo>
                <a:lnTo>
                  <a:pt x="0" y="68580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137" name="Operator Cosine score">
            <a:extLst>
              <a:ext uri="{FF2B5EF4-FFF2-40B4-BE49-F238E27FC236}">
                <a16:creationId xmlns:a16="http://schemas.microsoft.com/office/drawing/2014/main" id="{7D68BEBD-7530-F35C-9298-CA6AD212CF9E}"/>
              </a:ext>
            </a:extLst>
          </p:cNvPr>
          <p:cNvSpPr>
            <a:spLocks noGrp="1"/>
          </p:cNvSpPr>
          <p:nvPr/>
        </p:nvSpPr>
        <p:spPr>
          <a:xfrm>
            <a:off x="3645915" y="3535603"/>
            <a:ext cx="408727" cy="10012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270">
            <a:solidFill>
              <a:srgbClr val="2B887C"/>
            </a:solidFill>
          </a:ln>
        </p:spPr>
        <p:txBody>
          <a:bodyPr wrap="none" lIns="28575" tIns="9525" rIns="28575" bIns="9525" anchor="ctr">
            <a:noAutofit/>
          </a:bodyPr>
          <a:lstStyle/>
          <a:p>
            <a:pPr algn="ctr">
              <a:defRPr sz="417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17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Cosine score</a:t>
            </a:r>
          </a:p>
        </p:txBody>
      </p:sp>
      <p:sp>
        <p:nvSpPr>
          <p:cNvPr id="138" name="Label 77 Learned projections">
            <a:extLst>
              <a:ext uri="{FF2B5EF4-FFF2-40B4-BE49-F238E27FC236}">
                <a16:creationId xmlns:a16="http://schemas.microsoft.com/office/drawing/2014/main" id="{BDEF934F-272E-4362-A308-0800A799CA44}"/>
              </a:ext>
            </a:extLst>
          </p:cNvPr>
          <p:cNvSpPr>
            <a:spLocks noGrp="1"/>
          </p:cNvSpPr>
          <p:nvPr/>
        </p:nvSpPr>
        <p:spPr>
          <a:xfrm>
            <a:off x="3617305" y="3666378"/>
            <a:ext cx="465948" cy="592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Learned projections</a:t>
            </a:r>
          </a:p>
        </p:txBody>
      </p:sp>
      <p:sp>
        <p:nvSpPr>
          <p:cNvPr id="139" name="Arrow 78">
            <a:extLst>
              <a:ext uri="{FF2B5EF4-FFF2-40B4-BE49-F238E27FC236}">
                <a16:creationId xmlns:a16="http://schemas.microsoft.com/office/drawing/2014/main" id="{1693717B-FB48-9D75-B0C5-CB111549EBBE}"/>
              </a:ext>
            </a:extLst>
          </p:cNvPr>
          <p:cNvSpPr>
            <a:spLocks noGrp="1"/>
          </p:cNvSpPr>
          <p:nvPr/>
        </p:nvSpPr>
        <p:spPr>
          <a:xfrm>
            <a:off x="4054642" y="3584644"/>
            <a:ext cx="314719" cy="20"/>
          </a:xfrm>
          <a:custGeom>
            <a:avLst/>
            <a:gdLst/>
            <a:ahLst/>
            <a:cxnLst/>
            <a:rect l="0" t="0" r="0" b="0"/>
            <a:pathLst>
              <a:path w="1466850" h="95">
                <a:moveTo>
                  <a:pt x="0" y="0"/>
                </a:moveTo>
                <a:lnTo>
                  <a:pt x="1466850" y="0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Label 79 s">
                <a:extLst>
                  <a:ext uri="{FF2B5EF4-FFF2-40B4-BE49-F238E27FC236}">
                    <a16:creationId xmlns:a16="http://schemas.microsoft.com/office/drawing/2014/main" id="{DA75BA9B-BD58-4E9A-233D-9FDD9E904C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4167042" y="3491146"/>
                <a:ext cx="159403" cy="71021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wrap="non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𝑗</m:t>
                          </m:r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a:rPr lang="en-US" sz="486">
                              <a:solidFill>
                                <a:srgbClr val="203646"/>
                              </a:solidFill>
                              <a:latin typeface="Cambria Math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486"/>
              </a:p>
            </p:txBody>
          </p:sp>
        </mc:Choice>
        <mc:Fallback xmlns="">
          <p:sp>
            <p:nvSpPr>
              <p:cNvPr id="141" name="Label 79 s">
                <a:extLst>
                  <a:ext uri="{FF2B5EF4-FFF2-40B4-BE49-F238E27FC236}">
                    <a16:creationId xmlns:a16="http://schemas.microsoft.com/office/drawing/2014/main" id="{DA75BA9B-BD58-4E9A-233D-9FDD9E904C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7042" y="3491146"/>
                <a:ext cx="159403" cy="71021"/>
              </a:xfrm>
              <a:prstGeom prst="rect">
                <a:avLst/>
              </a:prstGeom>
              <a:blipFill>
                <a:blip r:embed="rId8"/>
                <a:stretch>
                  <a:fillRect l="-11538" b="-5454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Label 80 Identity scores">
            <a:extLst>
              <a:ext uri="{FF2B5EF4-FFF2-40B4-BE49-F238E27FC236}">
                <a16:creationId xmlns:a16="http://schemas.microsoft.com/office/drawing/2014/main" id="{E543B700-3761-8516-4C83-15515D9A3604}"/>
              </a:ext>
            </a:extLst>
          </p:cNvPr>
          <p:cNvSpPr>
            <a:spLocks noGrp="1"/>
          </p:cNvSpPr>
          <p:nvPr/>
        </p:nvSpPr>
        <p:spPr>
          <a:xfrm>
            <a:off x="4385711" y="3408914"/>
            <a:ext cx="506821" cy="368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0364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03646"/>
                </a:solidFill>
                <a:latin typeface="Arial"/>
                <a:ea typeface="Arial"/>
                <a:cs typeface="Arial"/>
              </a:rPr>
              <a:t>Identity scores</a:t>
            </a:r>
          </a:p>
        </p:txBody>
      </p:sp>
      <p:sp>
        <p:nvSpPr>
          <p:cNvPr id="143" name="Highlighted identity column k">
            <a:extLst>
              <a:ext uri="{FF2B5EF4-FFF2-40B4-BE49-F238E27FC236}">
                <a16:creationId xmlns:a16="http://schemas.microsoft.com/office/drawing/2014/main" id="{7345592F-318B-CAE0-3CCB-9E05E52833DA}"/>
              </a:ext>
            </a:extLst>
          </p:cNvPr>
          <p:cNvSpPr>
            <a:spLocks noGrp="1"/>
          </p:cNvSpPr>
          <p:nvPr/>
        </p:nvSpPr>
        <p:spPr>
          <a:xfrm>
            <a:off x="4553288" y="3502743"/>
            <a:ext cx="91963" cy="218806"/>
          </a:xfrm>
          <a:prstGeom prst="rect">
            <a:avLst/>
          </a:prstGeom>
          <a:solidFill>
            <a:srgbClr val="EDF6F1"/>
          </a:solidFill>
          <a:ln w="0">
            <a:noFill/>
          </a:ln>
        </p:spPr>
      </p:sp>
      <p:sp>
        <p:nvSpPr>
          <p:cNvPr id="144" name="Current pair score j,k">
            <a:extLst>
              <a:ext uri="{FF2B5EF4-FFF2-40B4-BE49-F238E27FC236}">
                <a16:creationId xmlns:a16="http://schemas.microsoft.com/office/drawing/2014/main" id="{00899EEE-8E68-EA8E-882E-15700BBB7534}"/>
              </a:ext>
            </a:extLst>
          </p:cNvPr>
          <p:cNvSpPr>
            <a:spLocks noGrp="1"/>
          </p:cNvSpPr>
          <p:nvPr/>
        </p:nvSpPr>
        <p:spPr>
          <a:xfrm>
            <a:off x="4553288" y="3556037"/>
            <a:ext cx="91963" cy="55171"/>
          </a:xfrm>
          <a:prstGeom prst="rect">
            <a:avLst/>
          </a:prstGeom>
          <a:solidFill>
            <a:srgbClr val="4C9D8F"/>
          </a:solidFill>
          <a:ln w="0">
            <a:noFill/>
          </a:ln>
        </p:spPr>
      </p:sp>
      <p:sp>
        <p:nvSpPr>
          <p:cNvPr id="145" name="Line 81">
            <a:extLst>
              <a:ext uri="{FF2B5EF4-FFF2-40B4-BE49-F238E27FC236}">
                <a16:creationId xmlns:a16="http://schemas.microsoft.com/office/drawing/2014/main" id="{37F92E9C-61A8-8C34-B10E-7D4D59007431}"/>
              </a:ext>
            </a:extLst>
          </p:cNvPr>
          <p:cNvSpPr>
            <a:spLocks noGrp="1"/>
          </p:cNvSpPr>
          <p:nvPr/>
        </p:nvSpPr>
        <p:spPr>
          <a:xfrm>
            <a:off x="4461325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6" name="Line 82">
            <a:extLst>
              <a:ext uri="{FF2B5EF4-FFF2-40B4-BE49-F238E27FC236}">
                <a16:creationId xmlns:a16="http://schemas.microsoft.com/office/drawing/2014/main" id="{4A3ADE88-CE92-DAA4-C291-98A609BE20E7}"/>
              </a:ext>
            </a:extLst>
          </p:cNvPr>
          <p:cNvSpPr>
            <a:spLocks noGrp="1"/>
          </p:cNvSpPr>
          <p:nvPr/>
        </p:nvSpPr>
        <p:spPr>
          <a:xfrm>
            <a:off x="4553288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7" name="Line 83">
            <a:extLst>
              <a:ext uri="{FF2B5EF4-FFF2-40B4-BE49-F238E27FC236}">
                <a16:creationId xmlns:a16="http://schemas.microsoft.com/office/drawing/2014/main" id="{B1F41B2C-C4C6-8853-4DB6-EDA15436F89F}"/>
              </a:ext>
            </a:extLst>
          </p:cNvPr>
          <p:cNvSpPr>
            <a:spLocks noGrp="1"/>
          </p:cNvSpPr>
          <p:nvPr/>
        </p:nvSpPr>
        <p:spPr>
          <a:xfrm>
            <a:off x="4645252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8" name="Line 84">
            <a:extLst>
              <a:ext uri="{FF2B5EF4-FFF2-40B4-BE49-F238E27FC236}">
                <a16:creationId xmlns:a16="http://schemas.microsoft.com/office/drawing/2014/main" id="{FDDEC517-C595-3646-39D9-A172B8995DB6}"/>
              </a:ext>
            </a:extLst>
          </p:cNvPr>
          <p:cNvSpPr>
            <a:spLocks noGrp="1"/>
          </p:cNvSpPr>
          <p:nvPr/>
        </p:nvSpPr>
        <p:spPr>
          <a:xfrm>
            <a:off x="4737215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49" name="Line 85">
            <a:extLst>
              <a:ext uri="{FF2B5EF4-FFF2-40B4-BE49-F238E27FC236}">
                <a16:creationId xmlns:a16="http://schemas.microsoft.com/office/drawing/2014/main" id="{F6AE34E6-EB46-D3EB-CF33-8B77C03355A1}"/>
              </a:ext>
            </a:extLst>
          </p:cNvPr>
          <p:cNvSpPr>
            <a:spLocks noGrp="1"/>
          </p:cNvSpPr>
          <p:nvPr/>
        </p:nvSpPr>
        <p:spPr>
          <a:xfrm>
            <a:off x="4829179" y="3502743"/>
            <a:ext cx="20" cy="218806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0" name="Line 86">
            <a:extLst>
              <a:ext uri="{FF2B5EF4-FFF2-40B4-BE49-F238E27FC236}">
                <a16:creationId xmlns:a16="http://schemas.microsoft.com/office/drawing/2014/main" id="{F869626D-CA7F-2466-6BD7-DF95905567E8}"/>
              </a:ext>
            </a:extLst>
          </p:cNvPr>
          <p:cNvSpPr>
            <a:spLocks noGrp="1"/>
          </p:cNvSpPr>
          <p:nvPr/>
        </p:nvSpPr>
        <p:spPr>
          <a:xfrm>
            <a:off x="4461325" y="3502743"/>
            <a:ext cx="367854" cy="19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1" name="Line 87">
            <a:extLst>
              <a:ext uri="{FF2B5EF4-FFF2-40B4-BE49-F238E27FC236}">
                <a16:creationId xmlns:a16="http://schemas.microsoft.com/office/drawing/2014/main" id="{66D1BB76-B1CD-320A-E37A-6507AAFB8943}"/>
              </a:ext>
            </a:extLst>
          </p:cNvPr>
          <p:cNvSpPr>
            <a:spLocks noGrp="1"/>
          </p:cNvSpPr>
          <p:nvPr/>
        </p:nvSpPr>
        <p:spPr>
          <a:xfrm>
            <a:off x="4461325" y="3556037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2" name="Line 88">
            <a:extLst>
              <a:ext uri="{FF2B5EF4-FFF2-40B4-BE49-F238E27FC236}">
                <a16:creationId xmlns:a16="http://schemas.microsoft.com/office/drawing/2014/main" id="{D1740987-881C-C836-A7B1-081C50B1481E}"/>
              </a:ext>
            </a:extLst>
          </p:cNvPr>
          <p:cNvSpPr>
            <a:spLocks noGrp="1"/>
          </p:cNvSpPr>
          <p:nvPr/>
        </p:nvSpPr>
        <p:spPr>
          <a:xfrm>
            <a:off x="4461325" y="3611207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3" name="Line 89">
            <a:extLst>
              <a:ext uri="{FF2B5EF4-FFF2-40B4-BE49-F238E27FC236}">
                <a16:creationId xmlns:a16="http://schemas.microsoft.com/office/drawing/2014/main" id="{ED72388D-2E87-8C78-DFB1-8F34D51BFC9E}"/>
              </a:ext>
            </a:extLst>
          </p:cNvPr>
          <p:cNvSpPr>
            <a:spLocks noGrp="1"/>
          </p:cNvSpPr>
          <p:nvPr/>
        </p:nvSpPr>
        <p:spPr>
          <a:xfrm>
            <a:off x="4461325" y="3666378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4" name="Line 90">
            <a:extLst>
              <a:ext uri="{FF2B5EF4-FFF2-40B4-BE49-F238E27FC236}">
                <a16:creationId xmlns:a16="http://schemas.microsoft.com/office/drawing/2014/main" id="{B97FA063-1452-26AD-19FA-772701C95A53}"/>
              </a:ext>
            </a:extLst>
          </p:cNvPr>
          <p:cNvSpPr>
            <a:spLocks noGrp="1"/>
          </p:cNvSpPr>
          <p:nvPr/>
        </p:nvSpPr>
        <p:spPr>
          <a:xfrm>
            <a:off x="4461325" y="3721549"/>
            <a:ext cx="367854" cy="20"/>
          </a:xfrm>
          <a:custGeom>
            <a:avLst/>
            <a:gdLst/>
            <a:ahLst/>
            <a:cxnLst/>
            <a:rect l="0" t="0" r="0" b="0"/>
            <a:pathLst>
              <a:path w="1714500" h="95">
                <a:moveTo>
                  <a:pt x="0" y="0"/>
                </a:moveTo>
                <a:lnTo>
                  <a:pt x="1714500" y="0"/>
                </a:lnTo>
              </a:path>
            </a:pathLst>
          </a:custGeom>
          <a:noFill/>
          <a:ln w="2452">
            <a:solidFill>
              <a:srgbClr val="A7C4BD"/>
            </a:solidFill>
            <a:prstDash val="solid"/>
          </a:ln>
        </p:spPr>
      </p:sp>
      <p:sp>
        <p:nvSpPr>
          <p:cNvPr id="155" name="Label 91 k">
            <a:extLst>
              <a:ext uri="{FF2B5EF4-FFF2-40B4-BE49-F238E27FC236}">
                <a16:creationId xmlns:a16="http://schemas.microsoft.com/office/drawing/2014/main" id="{E6CAFB7F-54C5-DA10-9165-EBF15690BE17}"/>
              </a:ext>
            </a:extLst>
          </p:cNvPr>
          <p:cNvSpPr>
            <a:spLocks noGrp="1"/>
          </p:cNvSpPr>
          <p:nvPr/>
        </p:nvSpPr>
        <p:spPr>
          <a:xfrm>
            <a:off x="4573725" y="3458354"/>
            <a:ext cx="51091" cy="424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2B887C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2B887C"/>
                </a:solidFill>
                <a:latin typeface="Arial"/>
                <a:ea typeface="Arial"/>
                <a:cs typeface="Arial"/>
              </a:rPr>
              <a:t>k</a:t>
            </a:r>
          </a:p>
        </p:txBody>
      </p:sp>
      <p:sp>
        <p:nvSpPr>
          <p:cNvPr id="156" name="Label 92 j">
            <a:extLst>
              <a:ext uri="{FF2B5EF4-FFF2-40B4-BE49-F238E27FC236}">
                <a16:creationId xmlns:a16="http://schemas.microsoft.com/office/drawing/2014/main" id="{9C7137D5-1F94-2106-B1CB-0CDFB89AC6FE}"/>
              </a:ext>
            </a:extLst>
          </p:cNvPr>
          <p:cNvSpPr>
            <a:spLocks noGrp="1"/>
          </p:cNvSpPr>
          <p:nvPr/>
        </p:nvSpPr>
        <p:spPr>
          <a:xfrm>
            <a:off x="4404103" y="3556037"/>
            <a:ext cx="42916" cy="5517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1">
                <a:solidFill>
                  <a:srgbClr val="397FA6"/>
                </a:solidFill>
                <a:latin typeface="Arial"/>
                <a:ea typeface="Arial"/>
                <a:cs typeface="Arial"/>
              </a:defRPr>
            </a:pPr>
            <a:r>
              <a:rPr sz="400" b="1">
                <a:solidFill>
                  <a:srgbClr val="397FA6"/>
                </a:solidFill>
                <a:latin typeface="Arial"/>
                <a:ea typeface="Arial"/>
                <a:cs typeface="Arial"/>
              </a:rPr>
              <a:t>j</a:t>
            </a:r>
          </a:p>
        </p:txBody>
      </p:sp>
      <p:sp>
        <p:nvSpPr>
          <p:cNvPr id="157" name="Label 93 J × K">
            <a:extLst>
              <a:ext uri="{FF2B5EF4-FFF2-40B4-BE49-F238E27FC236}">
                <a16:creationId xmlns:a16="http://schemas.microsoft.com/office/drawing/2014/main" id="{0B9F65FC-5EAE-FBC4-FAE5-9938AF1EA42B}"/>
              </a:ext>
            </a:extLst>
          </p:cNvPr>
          <p:cNvSpPr>
            <a:spLocks noGrp="1"/>
          </p:cNvSpPr>
          <p:nvPr/>
        </p:nvSpPr>
        <p:spPr>
          <a:xfrm>
            <a:off x="4506285" y="3742494"/>
            <a:ext cx="279978" cy="4444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00" b="0">
                <a:solidFill>
                  <a:srgbClr val="6F8290"/>
                </a:solidFill>
                <a:latin typeface="Arial"/>
                <a:ea typeface="Arial"/>
                <a:cs typeface="Arial"/>
              </a:defRPr>
            </a:pPr>
            <a:r>
              <a:rPr sz="400" b="0">
                <a:solidFill>
                  <a:srgbClr val="6F8290"/>
                </a:solidFill>
                <a:latin typeface="Arial"/>
                <a:ea typeface="Arial"/>
                <a:cs typeface="Arial"/>
              </a:rPr>
              <a:t>J × K</a:t>
            </a:r>
          </a:p>
        </p:txBody>
      </p:sp>
      <p:sp>
        <p:nvSpPr>
          <p:cNvPr id="158" name="c | shared input to candidate crop">
            <a:extLst>
              <a:ext uri="{FF2B5EF4-FFF2-40B4-BE49-F238E27FC236}">
                <a16:creationId xmlns:a16="http://schemas.microsoft.com/office/drawing/2014/main" id="{CAE56C1C-0D87-AB59-F11F-77F9F30289FE}"/>
              </a:ext>
            </a:extLst>
          </p:cNvPr>
          <p:cNvSpPr>
            <a:spLocks noGrp="1"/>
          </p:cNvSpPr>
          <p:nvPr/>
        </p:nvSpPr>
        <p:spPr>
          <a:xfrm>
            <a:off x="2045751" y="2215588"/>
            <a:ext cx="188014" cy="0"/>
          </a:xfrm>
          <a:custGeom>
            <a:avLst/>
            <a:gdLst/>
            <a:ahLst/>
            <a:cxnLst/>
            <a:rect l="0" t="0" r="0" b="0"/>
            <a:pathLst>
              <a:path w="876300" h="1">
                <a:moveTo>
                  <a:pt x="0" y="0"/>
                </a:moveTo>
                <a:lnTo>
                  <a:pt x="876300" y="0"/>
                </a:lnTo>
              </a:path>
            </a:pathLst>
          </a:custGeom>
          <a:noFill/>
          <a:ln w="3474">
            <a:solidFill>
              <a:srgbClr val="397FA6"/>
            </a:solidFill>
            <a:prstDash val="solid"/>
          </a:ln>
        </p:spPr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D58FD75F-EABE-3EF1-ABA7-ED372EDC1C8F}"/>
              </a:ext>
            </a:extLst>
          </p:cNvPr>
          <p:cNvGrpSpPr/>
          <p:nvPr/>
        </p:nvGrpSpPr>
        <p:grpSpPr>
          <a:xfrm>
            <a:off x="2215373" y="2129766"/>
            <a:ext cx="2668984" cy="1462030"/>
            <a:chOff x="2215373" y="2129766"/>
            <a:chExt cx="2668984" cy="1462030"/>
          </a:xfrm>
        </p:grpSpPr>
        <p:grpSp>
          <p:nvGrpSpPr>
            <p:cNvPr id="160" name="Density voxel illustration | exp">
              <a:extLst>
                <a:ext uri="{FF2B5EF4-FFF2-40B4-BE49-F238E27FC236}">
                  <a16:creationId xmlns:a16="http://schemas.microsoft.com/office/drawing/2014/main" id="{7554C1AE-7DBA-4B37-62A9-A160A0276FA0}"/>
                </a:ext>
              </a:extLst>
            </p:cNvPr>
            <p:cNvGrpSpPr/>
            <p:nvPr/>
          </p:nvGrpSpPr>
          <p:grpSpPr>
            <a:xfrm>
              <a:off x="2250114" y="2129766"/>
              <a:ext cx="194145" cy="171643"/>
              <a:chOff x="1179315" y="2886201"/>
              <a:chExt cx="295650" cy="262800"/>
            </a:xfrm>
          </p:grpSpPr>
          <p:sp>
            <p:nvSpPr>
              <p:cNvPr id="161" name="path_2370">
                <a:extLst>
                  <a:ext uri="{FF2B5EF4-FFF2-40B4-BE49-F238E27FC236}">
                    <a16:creationId xmlns:a16="http://schemas.microsoft.com/office/drawing/2014/main" id="{A64C28A7-1BD2-CDFC-89EB-2BF0078AA2E6}"/>
                  </a:ext>
                </a:extLst>
              </p:cNvPr>
              <p:cNvSpPr/>
              <p:nvPr/>
            </p:nvSpPr>
            <p:spPr>
              <a:xfrm>
                <a:off x="1179315" y="2886201"/>
                <a:ext cx="295650" cy="47304"/>
              </a:xfrm>
              <a:custGeom>
                <a:avLst/>
                <a:gdLst/>
                <a:ahLst/>
                <a:cxnLst/>
                <a:rect l="0" t="0" r="w" b="h"/>
                <a:pathLst>
                  <a:path w="295650" h="47304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295650" y="0"/>
                    </a:lnTo>
                    <a:lnTo>
                      <a:pt x="248346" y="47304"/>
                    </a:lnTo>
                    <a:close/>
                  </a:path>
                </a:pathLst>
              </a:custGeom>
              <a:solidFill>
                <a:srgbClr val="EEF6FB">
                  <a:alpha val="70000"/>
                </a:srgbClr>
              </a:solidFill>
              <a:ln w="1202" cap="rnd" cmpd="sng" algn="ctr">
                <a:solidFill>
                  <a:srgbClr val="367FB7">
                    <a:alpha val="7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2" name="path_2371">
                <a:extLst>
                  <a:ext uri="{FF2B5EF4-FFF2-40B4-BE49-F238E27FC236}">
                    <a16:creationId xmlns:a16="http://schemas.microsoft.com/office/drawing/2014/main" id="{151E8809-B54E-8473-66BA-4EB96EC2EA92}"/>
                  </a:ext>
                </a:extLst>
              </p:cNvPr>
              <p:cNvSpPr/>
              <p:nvPr/>
            </p:nvSpPr>
            <p:spPr>
              <a:xfrm>
                <a:off x="1427661" y="2886201"/>
                <a:ext cx="47304" cy="262800"/>
              </a:xfrm>
              <a:custGeom>
                <a:avLst/>
                <a:gdLst/>
                <a:ahLst/>
                <a:cxnLst/>
                <a:rect l="0" t="0" r="w" b="h"/>
                <a:pathLst>
                  <a:path w="47304" h="262800" extrusionOk="0">
                    <a:moveTo>
                      <a:pt x="0" y="47304"/>
                    </a:moveTo>
                    <a:lnTo>
                      <a:pt x="47304" y="0"/>
                    </a:lnTo>
                    <a:lnTo>
                      <a:pt x="47304" y="215496"/>
                    </a:lnTo>
                    <a:lnTo>
                      <a:pt x="0" y="262800"/>
                    </a:lnTo>
                    <a:close/>
                  </a:path>
                </a:pathLst>
              </a:custGeom>
              <a:solidFill>
                <a:srgbClr val="E1EEF6">
                  <a:alpha val="60000"/>
                </a:srgbClr>
              </a:solidFill>
              <a:ln w="1202" cap="rnd" cmpd="sng" algn="ctr">
                <a:solidFill>
                  <a:srgbClr val="367FB7">
                    <a:alpha val="60000"/>
                  </a:srgb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3" name="rect_2372">
                <a:extLst>
                  <a:ext uri="{FF2B5EF4-FFF2-40B4-BE49-F238E27FC236}">
                    <a16:creationId xmlns:a16="http://schemas.microsoft.com/office/drawing/2014/main" id="{54391157-1F86-371C-F583-96C9AB94A647}"/>
                  </a:ext>
                </a:extLst>
              </p:cNvPr>
              <p:cNvSpPr/>
              <p:nvPr/>
            </p:nvSpPr>
            <p:spPr>
              <a:xfrm>
                <a:off x="1179315" y="2933505"/>
                <a:ext cx="248346" cy="215496"/>
              </a:xfrm>
              <a:prstGeom prst="rect">
                <a:avLst/>
              </a:prstGeom>
              <a:solidFill>
                <a:srgbClr val="F7FBFE"/>
              </a:solidFill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4" name="Density voxel cell">
                <a:extLst>
                  <a:ext uri="{FF2B5EF4-FFF2-40B4-BE49-F238E27FC236}">
                    <a16:creationId xmlns:a16="http://schemas.microsoft.com/office/drawing/2014/main" id="{B3562BCD-67E1-A7FA-5AE0-641D575C2F2A}"/>
                  </a:ext>
                </a:extLst>
              </p:cNvPr>
              <p:cNvSpPr/>
              <p:nvPr/>
            </p:nvSpPr>
            <p:spPr>
              <a:xfrm>
                <a:off x="1180465" y="2934655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5" name="Density voxel cell">
                <a:extLst>
                  <a:ext uri="{FF2B5EF4-FFF2-40B4-BE49-F238E27FC236}">
                    <a16:creationId xmlns:a16="http://schemas.microsoft.com/office/drawing/2014/main" id="{857C78D2-EEDE-4F74-289C-B523B3DCB75C}"/>
                  </a:ext>
                </a:extLst>
              </p:cNvPr>
              <p:cNvSpPr/>
              <p:nvPr/>
            </p:nvSpPr>
            <p:spPr>
              <a:xfrm>
                <a:off x="1203042" y="2934655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6" name="Density voxel cell">
                <a:extLst>
                  <a:ext uri="{FF2B5EF4-FFF2-40B4-BE49-F238E27FC236}">
                    <a16:creationId xmlns:a16="http://schemas.microsoft.com/office/drawing/2014/main" id="{BCC92039-EBB8-E95B-5463-FE47131E2E14}"/>
                  </a:ext>
                </a:extLst>
              </p:cNvPr>
              <p:cNvSpPr/>
              <p:nvPr/>
            </p:nvSpPr>
            <p:spPr>
              <a:xfrm>
                <a:off x="1225619" y="2934655"/>
                <a:ext cx="20277" cy="17291"/>
              </a:xfrm>
              <a:prstGeom prst="rect">
                <a:avLst/>
              </a:prstGeom>
              <a:solidFill>
                <a:srgbClr val="D3E5F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7" name="Density voxel cell">
                <a:extLst>
                  <a:ext uri="{FF2B5EF4-FFF2-40B4-BE49-F238E27FC236}">
                    <a16:creationId xmlns:a16="http://schemas.microsoft.com/office/drawing/2014/main" id="{9FC4C503-0ACF-69B5-6E4B-2B92F49315FC}"/>
                  </a:ext>
                </a:extLst>
              </p:cNvPr>
              <p:cNvSpPr/>
              <p:nvPr/>
            </p:nvSpPr>
            <p:spPr>
              <a:xfrm>
                <a:off x="1248195" y="2934655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8" name="Density voxel cell">
                <a:extLst>
                  <a:ext uri="{FF2B5EF4-FFF2-40B4-BE49-F238E27FC236}">
                    <a16:creationId xmlns:a16="http://schemas.microsoft.com/office/drawing/2014/main" id="{B011FE1A-F200-AB66-2DC6-9A7D08FD72D4}"/>
                  </a:ext>
                </a:extLst>
              </p:cNvPr>
              <p:cNvSpPr/>
              <p:nvPr/>
            </p:nvSpPr>
            <p:spPr>
              <a:xfrm>
                <a:off x="1270772" y="2934655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69" name="Density voxel cell">
                <a:extLst>
                  <a:ext uri="{FF2B5EF4-FFF2-40B4-BE49-F238E27FC236}">
                    <a16:creationId xmlns:a16="http://schemas.microsoft.com/office/drawing/2014/main" id="{2E9E5D18-341D-EBCE-F636-4DA4332F9303}"/>
                  </a:ext>
                </a:extLst>
              </p:cNvPr>
              <p:cNvSpPr/>
              <p:nvPr/>
            </p:nvSpPr>
            <p:spPr>
              <a:xfrm>
                <a:off x="1293349" y="2934655"/>
                <a:ext cx="20277" cy="17291"/>
              </a:xfrm>
              <a:prstGeom prst="rect">
                <a:avLst/>
              </a:prstGeom>
              <a:solidFill>
                <a:srgbClr val="D9E8F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0" name="Density voxel cell">
                <a:extLst>
                  <a:ext uri="{FF2B5EF4-FFF2-40B4-BE49-F238E27FC236}">
                    <a16:creationId xmlns:a16="http://schemas.microsoft.com/office/drawing/2014/main" id="{0D6193D7-9E92-74CC-7484-ADAF187396E8}"/>
                  </a:ext>
                </a:extLst>
              </p:cNvPr>
              <p:cNvSpPr/>
              <p:nvPr/>
            </p:nvSpPr>
            <p:spPr>
              <a:xfrm>
                <a:off x="1315926" y="2934655"/>
                <a:ext cx="20277" cy="17291"/>
              </a:xfrm>
              <a:prstGeom prst="rect">
                <a:avLst/>
              </a:prstGeom>
              <a:solidFill>
                <a:srgbClr val="E9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1" name="Density voxel cell">
                <a:extLst>
                  <a:ext uri="{FF2B5EF4-FFF2-40B4-BE49-F238E27FC236}">
                    <a16:creationId xmlns:a16="http://schemas.microsoft.com/office/drawing/2014/main" id="{45E669EE-B6B0-1DF7-D5FB-64B83F3EAD8D}"/>
                  </a:ext>
                </a:extLst>
              </p:cNvPr>
              <p:cNvSpPr/>
              <p:nvPr/>
            </p:nvSpPr>
            <p:spPr>
              <a:xfrm>
                <a:off x="1338503" y="2934655"/>
                <a:ext cx="20277" cy="17291"/>
              </a:xfrm>
              <a:prstGeom prst="rect">
                <a:avLst/>
              </a:prstGeom>
              <a:solidFill>
                <a:srgbClr val="F3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2" name="Density voxel cell">
                <a:extLst>
                  <a:ext uri="{FF2B5EF4-FFF2-40B4-BE49-F238E27FC236}">
                    <a16:creationId xmlns:a16="http://schemas.microsoft.com/office/drawing/2014/main" id="{BD5835EE-CAEB-31AD-0BB2-73CD62677858}"/>
                  </a:ext>
                </a:extLst>
              </p:cNvPr>
              <p:cNvSpPr/>
              <p:nvPr/>
            </p:nvSpPr>
            <p:spPr>
              <a:xfrm>
                <a:off x="1361080" y="2934655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3" name="Density voxel cell">
                <a:extLst>
                  <a:ext uri="{FF2B5EF4-FFF2-40B4-BE49-F238E27FC236}">
                    <a16:creationId xmlns:a16="http://schemas.microsoft.com/office/drawing/2014/main" id="{7F3A22F1-B2C9-E3CC-5EA2-D529C18D2B46}"/>
                  </a:ext>
                </a:extLst>
              </p:cNvPr>
              <p:cNvSpPr/>
              <p:nvPr/>
            </p:nvSpPr>
            <p:spPr>
              <a:xfrm>
                <a:off x="1383657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4" name="Density voxel cell">
                <a:extLst>
                  <a:ext uri="{FF2B5EF4-FFF2-40B4-BE49-F238E27FC236}">
                    <a16:creationId xmlns:a16="http://schemas.microsoft.com/office/drawing/2014/main" id="{A528C46E-7AA1-7A77-E07A-A5CB931BE752}"/>
                  </a:ext>
                </a:extLst>
              </p:cNvPr>
              <p:cNvSpPr/>
              <p:nvPr/>
            </p:nvSpPr>
            <p:spPr>
              <a:xfrm>
                <a:off x="1406234" y="293465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5" name="Density voxel cell">
                <a:extLst>
                  <a:ext uri="{FF2B5EF4-FFF2-40B4-BE49-F238E27FC236}">
                    <a16:creationId xmlns:a16="http://schemas.microsoft.com/office/drawing/2014/main" id="{C40E175C-75CF-D68A-50D0-67650A30C0E5}"/>
                  </a:ext>
                </a:extLst>
              </p:cNvPr>
              <p:cNvSpPr/>
              <p:nvPr/>
            </p:nvSpPr>
            <p:spPr>
              <a:xfrm>
                <a:off x="1180465" y="2954245"/>
                <a:ext cx="20277" cy="17291"/>
              </a:xfrm>
              <a:prstGeom prst="rect">
                <a:avLst/>
              </a:prstGeom>
              <a:solidFill>
                <a:srgbClr val="EBF3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6" name="Density voxel cell">
                <a:extLst>
                  <a:ext uri="{FF2B5EF4-FFF2-40B4-BE49-F238E27FC236}">
                    <a16:creationId xmlns:a16="http://schemas.microsoft.com/office/drawing/2014/main" id="{35B57B64-CEC2-0E58-C1DB-E5B2AFB0C977}"/>
                  </a:ext>
                </a:extLst>
              </p:cNvPr>
              <p:cNvSpPr/>
              <p:nvPr/>
            </p:nvSpPr>
            <p:spPr>
              <a:xfrm>
                <a:off x="1203042" y="2954245"/>
                <a:ext cx="20277" cy="17291"/>
              </a:xfrm>
              <a:prstGeom prst="rect">
                <a:avLst/>
              </a:prstGeom>
              <a:solidFill>
                <a:srgbClr val="D4E5F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7" name="Density voxel cell">
                <a:extLst>
                  <a:ext uri="{FF2B5EF4-FFF2-40B4-BE49-F238E27FC236}">
                    <a16:creationId xmlns:a16="http://schemas.microsoft.com/office/drawing/2014/main" id="{A43D2A87-A2C8-11A3-49CC-978867E85EF9}"/>
                  </a:ext>
                </a:extLst>
              </p:cNvPr>
              <p:cNvSpPr/>
              <p:nvPr/>
            </p:nvSpPr>
            <p:spPr>
              <a:xfrm>
                <a:off x="1225619" y="2954245"/>
                <a:ext cx="20277" cy="17291"/>
              </a:xfrm>
              <a:prstGeom prst="rect">
                <a:avLst/>
              </a:prstGeom>
              <a:solidFill>
                <a:srgbClr val="B1D0E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8" name="Density voxel cell">
                <a:extLst>
                  <a:ext uri="{FF2B5EF4-FFF2-40B4-BE49-F238E27FC236}">
                    <a16:creationId xmlns:a16="http://schemas.microsoft.com/office/drawing/2014/main" id="{85DB840F-FB00-6D55-5049-7EEF2C085E38}"/>
                  </a:ext>
                </a:extLst>
              </p:cNvPr>
              <p:cNvSpPr/>
              <p:nvPr/>
            </p:nvSpPr>
            <p:spPr>
              <a:xfrm>
                <a:off x="1248195" y="2954245"/>
                <a:ext cx="20277" cy="17291"/>
              </a:xfrm>
              <a:prstGeom prst="rect">
                <a:avLst/>
              </a:prstGeom>
              <a:solidFill>
                <a:srgbClr val="98C0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79" name="Density voxel cell">
                <a:extLst>
                  <a:ext uri="{FF2B5EF4-FFF2-40B4-BE49-F238E27FC236}">
                    <a16:creationId xmlns:a16="http://schemas.microsoft.com/office/drawing/2014/main" id="{C4A03D4C-CEF5-6FE6-6909-EA143610AA15}"/>
                  </a:ext>
                </a:extLst>
              </p:cNvPr>
              <p:cNvSpPr/>
              <p:nvPr/>
            </p:nvSpPr>
            <p:spPr>
              <a:xfrm>
                <a:off x="1270772" y="2954245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0" name="Density voxel cell">
                <a:extLst>
                  <a:ext uri="{FF2B5EF4-FFF2-40B4-BE49-F238E27FC236}">
                    <a16:creationId xmlns:a16="http://schemas.microsoft.com/office/drawing/2014/main" id="{3B1E108E-D7E5-3573-BE4D-FEBD1A7EBC77}"/>
                  </a:ext>
                </a:extLst>
              </p:cNvPr>
              <p:cNvSpPr/>
              <p:nvPr/>
            </p:nvSpPr>
            <p:spPr>
              <a:xfrm>
                <a:off x="1293349" y="2954245"/>
                <a:ext cx="20277" cy="17291"/>
              </a:xfrm>
              <a:prstGeom prst="rect">
                <a:avLst/>
              </a:prstGeom>
              <a:solidFill>
                <a:srgbClr val="BCD6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1" name="Density voxel cell">
                <a:extLst>
                  <a:ext uri="{FF2B5EF4-FFF2-40B4-BE49-F238E27FC236}">
                    <a16:creationId xmlns:a16="http://schemas.microsoft.com/office/drawing/2014/main" id="{08F9BCDB-C50D-D26F-D76B-94EC2D1B9270}"/>
                  </a:ext>
                </a:extLst>
              </p:cNvPr>
              <p:cNvSpPr/>
              <p:nvPr/>
            </p:nvSpPr>
            <p:spPr>
              <a:xfrm>
                <a:off x="1315926" y="2954245"/>
                <a:ext cx="20277" cy="17291"/>
              </a:xfrm>
              <a:prstGeom prst="rect">
                <a:avLst/>
              </a:prstGeom>
              <a:solidFill>
                <a:srgbClr val="DCEAF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2" name="Density voxel cell">
                <a:extLst>
                  <a:ext uri="{FF2B5EF4-FFF2-40B4-BE49-F238E27FC236}">
                    <a16:creationId xmlns:a16="http://schemas.microsoft.com/office/drawing/2014/main" id="{1193F7BB-8FE9-EA07-81C4-EE358FFDF6A5}"/>
                  </a:ext>
                </a:extLst>
              </p:cNvPr>
              <p:cNvSpPr/>
              <p:nvPr/>
            </p:nvSpPr>
            <p:spPr>
              <a:xfrm>
                <a:off x="1338503" y="2954245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3" name="Density voxel cell">
                <a:extLst>
                  <a:ext uri="{FF2B5EF4-FFF2-40B4-BE49-F238E27FC236}">
                    <a16:creationId xmlns:a16="http://schemas.microsoft.com/office/drawing/2014/main" id="{E0416E94-AEF1-2D84-F1FE-80C85A776D39}"/>
                  </a:ext>
                </a:extLst>
              </p:cNvPr>
              <p:cNvSpPr/>
              <p:nvPr/>
            </p:nvSpPr>
            <p:spPr>
              <a:xfrm>
                <a:off x="1361080" y="2954245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4" name="Density voxel cell">
                <a:extLst>
                  <a:ext uri="{FF2B5EF4-FFF2-40B4-BE49-F238E27FC236}">
                    <a16:creationId xmlns:a16="http://schemas.microsoft.com/office/drawing/2014/main" id="{F064FF9A-6946-2021-5A26-9F0BA3448131}"/>
                  </a:ext>
                </a:extLst>
              </p:cNvPr>
              <p:cNvSpPr/>
              <p:nvPr/>
            </p:nvSpPr>
            <p:spPr>
              <a:xfrm>
                <a:off x="1383657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5" name="Density voxel cell">
                <a:extLst>
                  <a:ext uri="{FF2B5EF4-FFF2-40B4-BE49-F238E27FC236}">
                    <a16:creationId xmlns:a16="http://schemas.microsoft.com/office/drawing/2014/main" id="{B04AF741-E365-4266-2827-122DF6405388}"/>
                  </a:ext>
                </a:extLst>
              </p:cNvPr>
              <p:cNvSpPr/>
              <p:nvPr/>
            </p:nvSpPr>
            <p:spPr>
              <a:xfrm>
                <a:off x="1406234" y="2954245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6" name="Density voxel cell">
                <a:extLst>
                  <a:ext uri="{FF2B5EF4-FFF2-40B4-BE49-F238E27FC236}">
                    <a16:creationId xmlns:a16="http://schemas.microsoft.com/office/drawing/2014/main" id="{07A1C081-EF49-FA92-3255-66597910F766}"/>
                  </a:ext>
                </a:extLst>
              </p:cNvPr>
              <p:cNvSpPr/>
              <p:nvPr/>
            </p:nvSpPr>
            <p:spPr>
              <a:xfrm>
                <a:off x="1180465" y="2973836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7" name="Density voxel cell">
                <a:extLst>
                  <a:ext uri="{FF2B5EF4-FFF2-40B4-BE49-F238E27FC236}">
                    <a16:creationId xmlns:a16="http://schemas.microsoft.com/office/drawing/2014/main" id="{FE22F421-92E3-BE7A-1152-3165E1201F60}"/>
                  </a:ext>
                </a:extLst>
              </p:cNvPr>
              <p:cNvSpPr/>
              <p:nvPr/>
            </p:nvSpPr>
            <p:spPr>
              <a:xfrm>
                <a:off x="1203042" y="2973836"/>
                <a:ext cx="20277" cy="17291"/>
              </a:xfrm>
              <a:prstGeom prst="rect">
                <a:avLst/>
              </a:prstGeom>
              <a:solidFill>
                <a:srgbClr val="C0D9E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8" name="Density voxel cell">
                <a:extLst>
                  <a:ext uri="{FF2B5EF4-FFF2-40B4-BE49-F238E27FC236}">
                    <a16:creationId xmlns:a16="http://schemas.microsoft.com/office/drawing/2014/main" id="{8B865566-CB91-7E15-5018-ABAB975BF254}"/>
                  </a:ext>
                </a:extLst>
              </p:cNvPr>
              <p:cNvSpPr/>
              <p:nvPr/>
            </p:nvSpPr>
            <p:spPr>
              <a:xfrm>
                <a:off x="1225619" y="2973836"/>
                <a:ext cx="20277" cy="17291"/>
              </a:xfrm>
              <a:prstGeom prst="rect">
                <a:avLst/>
              </a:prstGeom>
              <a:solidFill>
                <a:srgbClr val="8BB8D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89" name="Density voxel cell">
                <a:extLst>
                  <a:ext uri="{FF2B5EF4-FFF2-40B4-BE49-F238E27FC236}">
                    <a16:creationId xmlns:a16="http://schemas.microsoft.com/office/drawing/2014/main" id="{979D7DBD-152B-6CBB-9DD1-ADBD084C88B6}"/>
                  </a:ext>
                </a:extLst>
              </p:cNvPr>
              <p:cNvSpPr/>
              <p:nvPr/>
            </p:nvSpPr>
            <p:spPr>
              <a:xfrm>
                <a:off x="1248195" y="2973836"/>
                <a:ext cx="20277" cy="17291"/>
              </a:xfrm>
              <a:prstGeom prst="rect">
                <a:avLst/>
              </a:prstGeom>
              <a:solidFill>
                <a:srgbClr val="64A0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0" name="Density voxel cell">
                <a:extLst>
                  <a:ext uri="{FF2B5EF4-FFF2-40B4-BE49-F238E27FC236}">
                    <a16:creationId xmlns:a16="http://schemas.microsoft.com/office/drawing/2014/main" id="{D0973FE3-4EEA-001E-E7E8-C4E3F08A6AE2}"/>
                  </a:ext>
                </a:extLst>
              </p:cNvPr>
              <p:cNvSpPr/>
              <p:nvPr/>
            </p:nvSpPr>
            <p:spPr>
              <a:xfrm>
                <a:off x="1270772" y="2973836"/>
                <a:ext cx="20277" cy="17291"/>
              </a:xfrm>
              <a:prstGeom prst="rect">
                <a:avLst/>
              </a:prstGeom>
              <a:solidFill>
                <a:srgbClr val="6BA4C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1" name="Density voxel cell">
                <a:extLst>
                  <a:ext uri="{FF2B5EF4-FFF2-40B4-BE49-F238E27FC236}">
                    <a16:creationId xmlns:a16="http://schemas.microsoft.com/office/drawing/2014/main" id="{4CEF3BBF-F82F-2500-99FA-FABB2E3BAB48}"/>
                  </a:ext>
                </a:extLst>
              </p:cNvPr>
              <p:cNvSpPr/>
              <p:nvPr/>
            </p:nvSpPr>
            <p:spPr>
              <a:xfrm>
                <a:off x="1293349" y="2973836"/>
                <a:ext cx="20277" cy="17291"/>
              </a:xfrm>
              <a:prstGeom prst="rect">
                <a:avLst/>
              </a:prstGeom>
              <a:solidFill>
                <a:srgbClr val="9CC2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2" name="Density voxel cell">
                <a:extLst>
                  <a:ext uri="{FF2B5EF4-FFF2-40B4-BE49-F238E27FC236}">
                    <a16:creationId xmlns:a16="http://schemas.microsoft.com/office/drawing/2014/main" id="{A0FA66FE-E6D5-06A9-1665-1F856CE7EE6F}"/>
                  </a:ext>
                </a:extLst>
              </p:cNvPr>
              <p:cNvSpPr/>
              <p:nvPr/>
            </p:nvSpPr>
            <p:spPr>
              <a:xfrm>
                <a:off x="1315926" y="2973836"/>
                <a:ext cx="20277" cy="17291"/>
              </a:xfrm>
              <a:prstGeom prst="rect">
                <a:avLst/>
              </a:prstGeom>
              <a:solidFill>
                <a:srgbClr val="CDE1E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3" name="Density voxel cell">
                <a:extLst>
                  <a:ext uri="{FF2B5EF4-FFF2-40B4-BE49-F238E27FC236}">
                    <a16:creationId xmlns:a16="http://schemas.microsoft.com/office/drawing/2014/main" id="{927E81B2-C52B-3914-5002-491C794F45B5}"/>
                  </a:ext>
                </a:extLst>
              </p:cNvPr>
              <p:cNvSpPr/>
              <p:nvPr/>
            </p:nvSpPr>
            <p:spPr>
              <a:xfrm>
                <a:off x="1338503" y="2973836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4" name="Density voxel cell">
                <a:extLst>
                  <a:ext uri="{FF2B5EF4-FFF2-40B4-BE49-F238E27FC236}">
                    <a16:creationId xmlns:a16="http://schemas.microsoft.com/office/drawing/2014/main" id="{E3E91A75-36DC-348A-8A02-814F6437475D}"/>
                  </a:ext>
                </a:extLst>
              </p:cNvPr>
              <p:cNvSpPr/>
              <p:nvPr/>
            </p:nvSpPr>
            <p:spPr>
              <a:xfrm>
                <a:off x="1361080" y="2973836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5" name="Density voxel cell">
                <a:extLst>
                  <a:ext uri="{FF2B5EF4-FFF2-40B4-BE49-F238E27FC236}">
                    <a16:creationId xmlns:a16="http://schemas.microsoft.com/office/drawing/2014/main" id="{B732C9D7-6C9D-2C8A-9428-88F17F863BB0}"/>
                  </a:ext>
                </a:extLst>
              </p:cNvPr>
              <p:cNvSpPr/>
              <p:nvPr/>
            </p:nvSpPr>
            <p:spPr>
              <a:xfrm>
                <a:off x="1383657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6" name="Density voxel cell">
                <a:extLst>
                  <a:ext uri="{FF2B5EF4-FFF2-40B4-BE49-F238E27FC236}">
                    <a16:creationId xmlns:a16="http://schemas.microsoft.com/office/drawing/2014/main" id="{84A5015C-A135-14CF-4010-C281DD9C5597}"/>
                  </a:ext>
                </a:extLst>
              </p:cNvPr>
              <p:cNvSpPr/>
              <p:nvPr/>
            </p:nvSpPr>
            <p:spPr>
              <a:xfrm>
                <a:off x="1406234" y="297383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7" name="Density voxel cell">
                <a:extLst>
                  <a:ext uri="{FF2B5EF4-FFF2-40B4-BE49-F238E27FC236}">
                    <a16:creationId xmlns:a16="http://schemas.microsoft.com/office/drawing/2014/main" id="{DC31AEFE-9F4A-6213-8926-0953F2EDCD60}"/>
                  </a:ext>
                </a:extLst>
              </p:cNvPr>
              <p:cNvSpPr/>
              <p:nvPr/>
            </p:nvSpPr>
            <p:spPr>
              <a:xfrm>
                <a:off x="1180465" y="2993426"/>
                <a:ext cx="20277" cy="17291"/>
              </a:xfrm>
              <a:prstGeom prst="rect">
                <a:avLst/>
              </a:prstGeom>
              <a:solidFill>
                <a:srgbClr val="E0EC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8" name="Density voxel cell">
                <a:extLst>
                  <a:ext uri="{FF2B5EF4-FFF2-40B4-BE49-F238E27FC236}">
                    <a16:creationId xmlns:a16="http://schemas.microsoft.com/office/drawing/2014/main" id="{4836DC28-DC4A-BFDC-7398-7BBD8F4A54AC}"/>
                  </a:ext>
                </a:extLst>
              </p:cNvPr>
              <p:cNvSpPr/>
              <p:nvPr/>
            </p:nvSpPr>
            <p:spPr>
              <a:xfrm>
                <a:off x="1203042" y="2993426"/>
                <a:ext cx="20277" cy="17291"/>
              </a:xfrm>
              <a:prstGeom prst="rect">
                <a:avLst/>
              </a:prstGeom>
              <a:solidFill>
                <a:srgbClr val="B4D2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199" name="Density voxel cell">
                <a:extLst>
                  <a:ext uri="{FF2B5EF4-FFF2-40B4-BE49-F238E27FC236}">
                    <a16:creationId xmlns:a16="http://schemas.microsoft.com/office/drawing/2014/main" id="{9AA5D7E0-2E92-2F37-809E-685C0623A909}"/>
                  </a:ext>
                </a:extLst>
              </p:cNvPr>
              <p:cNvSpPr/>
              <p:nvPr/>
            </p:nvSpPr>
            <p:spPr>
              <a:xfrm>
                <a:off x="1225619" y="2993426"/>
                <a:ext cx="20277" cy="17291"/>
              </a:xfrm>
              <a:prstGeom prst="rect">
                <a:avLst/>
              </a:prstGeom>
              <a:solidFill>
                <a:srgbClr val="73A9C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0" name="Density voxel cell">
                <a:extLst>
                  <a:ext uri="{FF2B5EF4-FFF2-40B4-BE49-F238E27FC236}">
                    <a16:creationId xmlns:a16="http://schemas.microsoft.com/office/drawing/2014/main" id="{85F4B038-D667-F5C4-D34E-6FC408C58ED5}"/>
                  </a:ext>
                </a:extLst>
              </p:cNvPr>
              <p:cNvSpPr/>
              <p:nvPr/>
            </p:nvSpPr>
            <p:spPr>
              <a:xfrm>
                <a:off x="1248195" y="2993426"/>
                <a:ext cx="20277" cy="17291"/>
              </a:xfrm>
              <a:prstGeom prst="rect">
                <a:avLst/>
              </a:prstGeom>
              <a:solidFill>
                <a:srgbClr val="458DB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1" name="Density voxel cell">
                <a:extLst>
                  <a:ext uri="{FF2B5EF4-FFF2-40B4-BE49-F238E27FC236}">
                    <a16:creationId xmlns:a16="http://schemas.microsoft.com/office/drawing/2014/main" id="{CEBDC04B-4E04-1DDA-30DF-6A45FA0A1B01}"/>
                  </a:ext>
                </a:extLst>
              </p:cNvPr>
              <p:cNvSpPr/>
              <p:nvPr/>
            </p:nvSpPr>
            <p:spPr>
              <a:xfrm>
                <a:off x="1270772" y="2993426"/>
                <a:ext cx="20277" cy="17291"/>
              </a:xfrm>
              <a:prstGeom prst="rect">
                <a:avLst/>
              </a:prstGeom>
              <a:solidFill>
                <a:srgbClr val="4C91C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2" name="Density voxel cell">
                <a:extLst>
                  <a:ext uri="{FF2B5EF4-FFF2-40B4-BE49-F238E27FC236}">
                    <a16:creationId xmlns:a16="http://schemas.microsoft.com/office/drawing/2014/main" id="{7F950873-4C2B-3FC3-576D-1219E865F656}"/>
                  </a:ext>
                </a:extLst>
              </p:cNvPr>
              <p:cNvSpPr/>
              <p:nvPr/>
            </p:nvSpPr>
            <p:spPr>
              <a:xfrm>
                <a:off x="1293349" y="2993426"/>
                <a:ext cx="20277" cy="17291"/>
              </a:xfrm>
              <a:prstGeom prst="rect">
                <a:avLst/>
              </a:prstGeom>
              <a:solidFill>
                <a:srgbClr val="87B6D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3" name="Density voxel cell">
                <a:extLst>
                  <a:ext uri="{FF2B5EF4-FFF2-40B4-BE49-F238E27FC236}">
                    <a16:creationId xmlns:a16="http://schemas.microsoft.com/office/drawing/2014/main" id="{F9B723B7-EC98-B4AE-4EB5-707EE2FBA3AD}"/>
                  </a:ext>
                </a:extLst>
              </p:cNvPr>
              <p:cNvSpPr/>
              <p:nvPr/>
            </p:nvSpPr>
            <p:spPr>
              <a:xfrm>
                <a:off x="1315926" y="2993426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4" name="Density voxel cell">
                <a:extLst>
                  <a:ext uri="{FF2B5EF4-FFF2-40B4-BE49-F238E27FC236}">
                    <a16:creationId xmlns:a16="http://schemas.microsoft.com/office/drawing/2014/main" id="{FFCE638D-AE74-178B-755F-9B03C0BBAA8D}"/>
                  </a:ext>
                </a:extLst>
              </p:cNvPr>
              <p:cNvSpPr/>
              <p:nvPr/>
            </p:nvSpPr>
            <p:spPr>
              <a:xfrm>
                <a:off x="1338503" y="2993426"/>
                <a:ext cx="20277" cy="17291"/>
              </a:xfrm>
              <a:prstGeom prst="rect">
                <a:avLst/>
              </a:prstGeom>
              <a:solidFill>
                <a:srgbClr val="E7F1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5" name="Density voxel cell">
                <a:extLst>
                  <a:ext uri="{FF2B5EF4-FFF2-40B4-BE49-F238E27FC236}">
                    <a16:creationId xmlns:a16="http://schemas.microsoft.com/office/drawing/2014/main" id="{1E63B371-78D5-95C8-E98D-ACC0A772305B}"/>
                  </a:ext>
                </a:extLst>
              </p:cNvPr>
              <p:cNvSpPr/>
              <p:nvPr/>
            </p:nvSpPr>
            <p:spPr>
              <a:xfrm>
                <a:off x="1361080" y="2993426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6" name="Density voxel cell">
                <a:extLst>
                  <a:ext uri="{FF2B5EF4-FFF2-40B4-BE49-F238E27FC236}">
                    <a16:creationId xmlns:a16="http://schemas.microsoft.com/office/drawing/2014/main" id="{CEE853DD-E525-4C28-5D64-6F3763967E33}"/>
                  </a:ext>
                </a:extLst>
              </p:cNvPr>
              <p:cNvSpPr/>
              <p:nvPr/>
            </p:nvSpPr>
            <p:spPr>
              <a:xfrm>
                <a:off x="1383657" y="2993426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7" name="Density voxel cell">
                <a:extLst>
                  <a:ext uri="{FF2B5EF4-FFF2-40B4-BE49-F238E27FC236}">
                    <a16:creationId xmlns:a16="http://schemas.microsoft.com/office/drawing/2014/main" id="{660C34B6-2A7B-43C8-4D5F-B27ED83CFD3B}"/>
                  </a:ext>
                </a:extLst>
              </p:cNvPr>
              <p:cNvSpPr/>
              <p:nvPr/>
            </p:nvSpPr>
            <p:spPr>
              <a:xfrm>
                <a:off x="1406234" y="2993426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8" name="Density voxel cell">
                <a:extLst>
                  <a:ext uri="{FF2B5EF4-FFF2-40B4-BE49-F238E27FC236}">
                    <a16:creationId xmlns:a16="http://schemas.microsoft.com/office/drawing/2014/main" id="{97B45E87-DEA0-0AA5-42A8-A3D3382E5984}"/>
                  </a:ext>
                </a:extLst>
              </p:cNvPr>
              <p:cNvSpPr/>
              <p:nvPr/>
            </p:nvSpPr>
            <p:spPr>
              <a:xfrm>
                <a:off x="1180465" y="3013017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09" name="Density voxel cell">
                <a:extLst>
                  <a:ext uri="{FF2B5EF4-FFF2-40B4-BE49-F238E27FC236}">
                    <a16:creationId xmlns:a16="http://schemas.microsoft.com/office/drawing/2014/main" id="{C85B627B-77A0-D4ED-53DA-3EB262C81E10}"/>
                  </a:ext>
                </a:extLst>
              </p:cNvPr>
              <p:cNvSpPr/>
              <p:nvPr/>
            </p:nvSpPr>
            <p:spPr>
              <a:xfrm>
                <a:off x="1203042" y="3013017"/>
                <a:ext cx="20277" cy="17291"/>
              </a:xfrm>
              <a:prstGeom prst="rect">
                <a:avLst/>
              </a:prstGeom>
              <a:solidFill>
                <a:srgbClr val="B6D3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0" name="Density voxel cell">
                <a:extLst>
                  <a:ext uri="{FF2B5EF4-FFF2-40B4-BE49-F238E27FC236}">
                    <a16:creationId xmlns:a16="http://schemas.microsoft.com/office/drawing/2014/main" id="{636B1B51-58A6-FD0F-1A22-4DF72DAE9105}"/>
                  </a:ext>
                </a:extLst>
              </p:cNvPr>
              <p:cNvSpPr/>
              <p:nvPr/>
            </p:nvSpPr>
            <p:spPr>
              <a:xfrm>
                <a:off x="1225619" y="301301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1" name="Density voxel cell">
                <a:extLst>
                  <a:ext uri="{FF2B5EF4-FFF2-40B4-BE49-F238E27FC236}">
                    <a16:creationId xmlns:a16="http://schemas.microsoft.com/office/drawing/2014/main" id="{FBEE5BD5-4A9E-7DF8-408A-E92F0C3373FB}"/>
                  </a:ext>
                </a:extLst>
              </p:cNvPr>
              <p:cNvSpPr/>
              <p:nvPr/>
            </p:nvSpPr>
            <p:spPr>
              <a:xfrm>
                <a:off x="1248195" y="3013017"/>
                <a:ext cx="20277" cy="17291"/>
              </a:xfrm>
              <a:prstGeom prst="rect">
                <a:avLst/>
              </a:prstGeom>
              <a:solidFill>
                <a:srgbClr val="498FC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2" name="Density voxel cell">
                <a:extLst>
                  <a:ext uri="{FF2B5EF4-FFF2-40B4-BE49-F238E27FC236}">
                    <a16:creationId xmlns:a16="http://schemas.microsoft.com/office/drawing/2014/main" id="{FC99B672-3F4F-C319-45C2-B67E0953AAEB}"/>
                  </a:ext>
                </a:extLst>
              </p:cNvPr>
              <p:cNvSpPr/>
              <p:nvPr/>
            </p:nvSpPr>
            <p:spPr>
              <a:xfrm>
                <a:off x="1270772" y="3013017"/>
                <a:ext cx="20277" cy="17291"/>
              </a:xfrm>
              <a:prstGeom prst="rect">
                <a:avLst/>
              </a:prstGeom>
              <a:solidFill>
                <a:srgbClr val="5295C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3" name="Density voxel cell">
                <a:extLst>
                  <a:ext uri="{FF2B5EF4-FFF2-40B4-BE49-F238E27FC236}">
                    <a16:creationId xmlns:a16="http://schemas.microsoft.com/office/drawing/2014/main" id="{237AC6E3-9A4E-6D26-0D95-5909F5548CA6}"/>
                  </a:ext>
                </a:extLst>
              </p:cNvPr>
              <p:cNvSpPr/>
              <p:nvPr/>
            </p:nvSpPr>
            <p:spPr>
              <a:xfrm>
                <a:off x="1293349" y="3013017"/>
                <a:ext cx="20277" cy="17291"/>
              </a:xfrm>
              <a:prstGeom prst="rect">
                <a:avLst/>
              </a:prstGeom>
              <a:solidFill>
                <a:srgbClr val="8AB7D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4" name="Density voxel cell">
                <a:extLst>
                  <a:ext uri="{FF2B5EF4-FFF2-40B4-BE49-F238E27FC236}">
                    <a16:creationId xmlns:a16="http://schemas.microsoft.com/office/drawing/2014/main" id="{7B5D9E32-132F-C2F0-114B-58E7C7A96AE5}"/>
                  </a:ext>
                </a:extLst>
              </p:cNvPr>
              <p:cNvSpPr/>
              <p:nvPr/>
            </p:nvSpPr>
            <p:spPr>
              <a:xfrm>
                <a:off x="1315926" y="3013017"/>
                <a:ext cx="20277" cy="17291"/>
              </a:xfrm>
              <a:prstGeom prst="rect">
                <a:avLst/>
              </a:prstGeom>
              <a:solidFill>
                <a:srgbClr val="C3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5" name="Density voxel cell">
                <a:extLst>
                  <a:ext uri="{FF2B5EF4-FFF2-40B4-BE49-F238E27FC236}">
                    <a16:creationId xmlns:a16="http://schemas.microsoft.com/office/drawing/2014/main" id="{F9D2F5D8-E3DA-300A-55B0-533727D65406}"/>
                  </a:ext>
                </a:extLst>
              </p:cNvPr>
              <p:cNvSpPr/>
              <p:nvPr/>
            </p:nvSpPr>
            <p:spPr>
              <a:xfrm>
                <a:off x="1338503" y="3013017"/>
                <a:ext cx="20277" cy="17291"/>
              </a:xfrm>
              <a:prstGeom prst="rect">
                <a:avLst/>
              </a:prstGeom>
              <a:solidFill>
                <a:srgbClr val="E4EFF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6" name="Density voxel cell">
                <a:extLst>
                  <a:ext uri="{FF2B5EF4-FFF2-40B4-BE49-F238E27FC236}">
                    <a16:creationId xmlns:a16="http://schemas.microsoft.com/office/drawing/2014/main" id="{528D86D7-652E-AF3E-D589-25864DD282ED}"/>
                  </a:ext>
                </a:extLst>
              </p:cNvPr>
              <p:cNvSpPr/>
              <p:nvPr/>
            </p:nvSpPr>
            <p:spPr>
              <a:xfrm>
                <a:off x="1361080" y="3013017"/>
                <a:ext cx="20277" cy="17291"/>
              </a:xfrm>
              <a:prstGeom prst="rect">
                <a:avLst/>
              </a:prstGeom>
              <a:solidFill>
                <a:srgbClr val="F1F7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7" name="Density voxel cell">
                <a:extLst>
                  <a:ext uri="{FF2B5EF4-FFF2-40B4-BE49-F238E27FC236}">
                    <a16:creationId xmlns:a16="http://schemas.microsoft.com/office/drawing/2014/main" id="{681FAFCC-1A68-2DFA-75C8-4F2468518FB3}"/>
                  </a:ext>
                </a:extLst>
              </p:cNvPr>
              <p:cNvSpPr/>
              <p:nvPr/>
            </p:nvSpPr>
            <p:spPr>
              <a:xfrm>
                <a:off x="1383657" y="3013017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8" name="Density voxel cell">
                <a:extLst>
                  <a:ext uri="{FF2B5EF4-FFF2-40B4-BE49-F238E27FC236}">
                    <a16:creationId xmlns:a16="http://schemas.microsoft.com/office/drawing/2014/main" id="{D7CC0FC5-56DE-A8F0-9EF2-DAB7518394ED}"/>
                  </a:ext>
                </a:extLst>
              </p:cNvPr>
              <p:cNvSpPr/>
              <p:nvPr/>
            </p:nvSpPr>
            <p:spPr>
              <a:xfrm>
                <a:off x="1406234" y="3013017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19" name="Density voxel cell">
                <a:extLst>
                  <a:ext uri="{FF2B5EF4-FFF2-40B4-BE49-F238E27FC236}">
                    <a16:creationId xmlns:a16="http://schemas.microsoft.com/office/drawing/2014/main" id="{574E3DC4-5E44-8DD0-F780-FB75D5756559}"/>
                  </a:ext>
                </a:extLst>
              </p:cNvPr>
              <p:cNvSpPr/>
              <p:nvPr/>
            </p:nvSpPr>
            <p:spPr>
              <a:xfrm>
                <a:off x="1180465" y="3032607"/>
                <a:ext cx="20277" cy="17291"/>
              </a:xfrm>
              <a:prstGeom prst="rect">
                <a:avLst/>
              </a:prstGeom>
              <a:solidFill>
                <a:srgbClr val="E6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0" name="Density voxel cell">
                <a:extLst>
                  <a:ext uri="{FF2B5EF4-FFF2-40B4-BE49-F238E27FC236}">
                    <a16:creationId xmlns:a16="http://schemas.microsoft.com/office/drawing/2014/main" id="{059F871D-6A56-E8E5-652D-437585DC26BF}"/>
                  </a:ext>
                </a:extLst>
              </p:cNvPr>
              <p:cNvSpPr/>
              <p:nvPr/>
            </p:nvSpPr>
            <p:spPr>
              <a:xfrm>
                <a:off x="1203042" y="3032607"/>
                <a:ext cx="20277" cy="17291"/>
              </a:xfrm>
              <a:prstGeom prst="rect">
                <a:avLst/>
              </a:prstGeom>
              <a:solidFill>
                <a:srgbClr val="C6DC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1" name="Density voxel cell">
                <a:extLst>
                  <a:ext uri="{FF2B5EF4-FFF2-40B4-BE49-F238E27FC236}">
                    <a16:creationId xmlns:a16="http://schemas.microsoft.com/office/drawing/2014/main" id="{93CCB7C1-DDE3-075C-B3C1-3AC9AC53EB41}"/>
                  </a:ext>
                </a:extLst>
              </p:cNvPr>
              <p:cNvSpPr/>
              <p:nvPr/>
            </p:nvSpPr>
            <p:spPr>
              <a:xfrm>
                <a:off x="1225619" y="3032607"/>
                <a:ext cx="20277" cy="17291"/>
              </a:xfrm>
              <a:prstGeom prst="rect">
                <a:avLst/>
              </a:prstGeom>
              <a:solidFill>
                <a:srgbClr val="96BF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2" name="Density voxel cell">
                <a:extLst>
                  <a:ext uri="{FF2B5EF4-FFF2-40B4-BE49-F238E27FC236}">
                    <a16:creationId xmlns:a16="http://schemas.microsoft.com/office/drawing/2014/main" id="{49ADA5D1-26E9-95E5-E177-88A1AC833CEB}"/>
                  </a:ext>
                </a:extLst>
              </p:cNvPr>
              <p:cNvSpPr/>
              <p:nvPr/>
            </p:nvSpPr>
            <p:spPr>
              <a:xfrm>
                <a:off x="1248195" y="3032607"/>
                <a:ext cx="20277" cy="17291"/>
              </a:xfrm>
              <a:prstGeom prst="rect">
                <a:avLst/>
              </a:prstGeom>
              <a:solidFill>
                <a:srgbClr val="72A9C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3" name="Density voxel cell">
                <a:extLst>
                  <a:ext uri="{FF2B5EF4-FFF2-40B4-BE49-F238E27FC236}">
                    <a16:creationId xmlns:a16="http://schemas.microsoft.com/office/drawing/2014/main" id="{E22925A7-0CF2-A29A-D058-6940CA10E4B3}"/>
                  </a:ext>
                </a:extLst>
              </p:cNvPr>
              <p:cNvSpPr/>
              <p:nvPr/>
            </p:nvSpPr>
            <p:spPr>
              <a:xfrm>
                <a:off x="1270772" y="3032607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4" name="Density voxel cell">
                <a:extLst>
                  <a:ext uri="{FF2B5EF4-FFF2-40B4-BE49-F238E27FC236}">
                    <a16:creationId xmlns:a16="http://schemas.microsoft.com/office/drawing/2014/main" id="{F6244290-BFA6-23EB-98EB-FF4400DF5CB2}"/>
                  </a:ext>
                </a:extLst>
              </p:cNvPr>
              <p:cNvSpPr/>
              <p:nvPr/>
            </p:nvSpPr>
            <p:spPr>
              <a:xfrm>
                <a:off x="1293349" y="3032607"/>
                <a:ext cx="20277" cy="17291"/>
              </a:xfrm>
              <a:prstGeom prst="rect">
                <a:avLst/>
              </a:prstGeom>
              <a:solidFill>
                <a:srgbClr val="9C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5" name="Density voxel cell">
                <a:extLst>
                  <a:ext uri="{FF2B5EF4-FFF2-40B4-BE49-F238E27FC236}">
                    <a16:creationId xmlns:a16="http://schemas.microsoft.com/office/drawing/2014/main" id="{7C7B0021-84CF-0AD9-63B2-1769B11B08F3}"/>
                  </a:ext>
                </a:extLst>
              </p:cNvPr>
              <p:cNvSpPr/>
              <p:nvPr/>
            </p:nvSpPr>
            <p:spPr>
              <a:xfrm>
                <a:off x="1315926" y="3032607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6" name="Density voxel cell">
                <a:extLst>
                  <a:ext uri="{FF2B5EF4-FFF2-40B4-BE49-F238E27FC236}">
                    <a16:creationId xmlns:a16="http://schemas.microsoft.com/office/drawing/2014/main" id="{65A38201-95D2-E414-31E6-9966A70DFE06}"/>
                  </a:ext>
                </a:extLst>
              </p:cNvPr>
              <p:cNvSpPr/>
              <p:nvPr/>
            </p:nvSpPr>
            <p:spPr>
              <a:xfrm>
                <a:off x="1338503" y="3032607"/>
                <a:ext cx="20277" cy="17291"/>
              </a:xfrm>
              <a:prstGeom prst="rect">
                <a:avLst/>
              </a:prstGeom>
              <a:solidFill>
                <a:srgbClr val="D2E4F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7" name="Density voxel cell">
                <a:extLst>
                  <a:ext uri="{FF2B5EF4-FFF2-40B4-BE49-F238E27FC236}">
                    <a16:creationId xmlns:a16="http://schemas.microsoft.com/office/drawing/2014/main" id="{AF51E881-1468-17B4-5BD2-77DC9BE367C8}"/>
                  </a:ext>
                </a:extLst>
              </p:cNvPr>
              <p:cNvSpPr/>
              <p:nvPr/>
            </p:nvSpPr>
            <p:spPr>
              <a:xfrm>
                <a:off x="1361080" y="3032607"/>
                <a:ext cx="20277" cy="17291"/>
              </a:xfrm>
              <a:prstGeom prst="rect">
                <a:avLst/>
              </a:prstGeom>
              <a:solidFill>
                <a:srgbClr val="E5F0F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8" name="Density voxel cell">
                <a:extLst>
                  <a:ext uri="{FF2B5EF4-FFF2-40B4-BE49-F238E27FC236}">
                    <a16:creationId xmlns:a16="http://schemas.microsoft.com/office/drawing/2014/main" id="{50C78A58-9C16-F5E5-13B2-15FB37E9926D}"/>
                  </a:ext>
                </a:extLst>
              </p:cNvPr>
              <p:cNvSpPr/>
              <p:nvPr/>
            </p:nvSpPr>
            <p:spPr>
              <a:xfrm>
                <a:off x="1383657" y="3032607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29" name="Density voxel cell">
                <a:extLst>
                  <a:ext uri="{FF2B5EF4-FFF2-40B4-BE49-F238E27FC236}">
                    <a16:creationId xmlns:a16="http://schemas.microsoft.com/office/drawing/2014/main" id="{7C11EF6C-10F8-744F-1262-CD786B11AB8A}"/>
                  </a:ext>
                </a:extLst>
              </p:cNvPr>
              <p:cNvSpPr/>
              <p:nvPr/>
            </p:nvSpPr>
            <p:spPr>
              <a:xfrm>
                <a:off x="1406234" y="3032607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0" name="Density voxel cell">
                <a:extLst>
                  <a:ext uri="{FF2B5EF4-FFF2-40B4-BE49-F238E27FC236}">
                    <a16:creationId xmlns:a16="http://schemas.microsoft.com/office/drawing/2014/main" id="{E9554859-B6CA-158C-8C0F-DD68180C2588}"/>
                  </a:ext>
                </a:extLst>
              </p:cNvPr>
              <p:cNvSpPr/>
              <p:nvPr/>
            </p:nvSpPr>
            <p:spPr>
              <a:xfrm>
                <a:off x="1180465" y="3052198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1" name="Density voxel cell">
                <a:extLst>
                  <a:ext uri="{FF2B5EF4-FFF2-40B4-BE49-F238E27FC236}">
                    <a16:creationId xmlns:a16="http://schemas.microsoft.com/office/drawing/2014/main" id="{C7D6AA3D-64A4-6DCE-30C7-6D2642B1969B}"/>
                  </a:ext>
                </a:extLst>
              </p:cNvPr>
              <p:cNvSpPr/>
              <p:nvPr/>
            </p:nvSpPr>
            <p:spPr>
              <a:xfrm>
                <a:off x="1203042" y="3052198"/>
                <a:ext cx="20277" cy="17291"/>
              </a:xfrm>
              <a:prstGeom prst="rect">
                <a:avLst/>
              </a:prstGeom>
              <a:solidFill>
                <a:srgbClr val="D9E9F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2" name="Density voxel cell">
                <a:extLst>
                  <a:ext uri="{FF2B5EF4-FFF2-40B4-BE49-F238E27FC236}">
                    <a16:creationId xmlns:a16="http://schemas.microsoft.com/office/drawing/2014/main" id="{D6C01435-004F-EDC3-12C0-AB1BFF0F5D82}"/>
                  </a:ext>
                </a:extLst>
              </p:cNvPr>
              <p:cNvSpPr/>
              <p:nvPr/>
            </p:nvSpPr>
            <p:spPr>
              <a:xfrm>
                <a:off x="1225619" y="3052198"/>
                <a:ext cx="20277" cy="17291"/>
              </a:xfrm>
              <a:prstGeom prst="rect">
                <a:avLst/>
              </a:prstGeom>
              <a:solidFill>
                <a:srgbClr val="BDD7E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3" name="Density voxel cell">
                <a:extLst>
                  <a:ext uri="{FF2B5EF4-FFF2-40B4-BE49-F238E27FC236}">
                    <a16:creationId xmlns:a16="http://schemas.microsoft.com/office/drawing/2014/main" id="{0719D4EA-44BB-E5F1-F020-2BB4D3664CA2}"/>
                  </a:ext>
                </a:extLst>
              </p:cNvPr>
              <p:cNvSpPr/>
              <p:nvPr/>
            </p:nvSpPr>
            <p:spPr>
              <a:xfrm>
                <a:off x="1248195" y="3052198"/>
                <a:ext cx="20277" cy="17291"/>
              </a:xfrm>
              <a:prstGeom prst="rect">
                <a:avLst/>
              </a:prstGeom>
              <a:solidFill>
                <a:srgbClr val="A7C9E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4" name="Density voxel cell">
                <a:extLst>
                  <a:ext uri="{FF2B5EF4-FFF2-40B4-BE49-F238E27FC236}">
                    <a16:creationId xmlns:a16="http://schemas.microsoft.com/office/drawing/2014/main" id="{D2C8C5FA-8281-C82F-BDED-02DA543313C3}"/>
                  </a:ext>
                </a:extLst>
              </p:cNvPr>
              <p:cNvSpPr/>
              <p:nvPr/>
            </p:nvSpPr>
            <p:spPr>
              <a:xfrm>
                <a:off x="1270772" y="3052198"/>
                <a:ext cx="20277" cy="17291"/>
              </a:xfrm>
              <a:prstGeom prst="rect">
                <a:avLst/>
              </a:prstGeom>
              <a:solidFill>
                <a:srgbClr val="A5C8E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5" name="Density voxel cell">
                <a:extLst>
                  <a:ext uri="{FF2B5EF4-FFF2-40B4-BE49-F238E27FC236}">
                    <a16:creationId xmlns:a16="http://schemas.microsoft.com/office/drawing/2014/main" id="{C6D81F29-08CC-BA05-3212-CBBBC83CBBFF}"/>
                  </a:ext>
                </a:extLst>
              </p:cNvPr>
              <p:cNvSpPr/>
              <p:nvPr/>
            </p:nvSpPr>
            <p:spPr>
              <a:xfrm>
                <a:off x="1293349" y="3052198"/>
                <a:ext cx="20277" cy="17291"/>
              </a:xfrm>
              <a:prstGeom prst="rect">
                <a:avLst/>
              </a:prstGeom>
              <a:solidFill>
                <a:srgbClr val="A8CAE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6" name="Density voxel cell">
                <a:extLst>
                  <a:ext uri="{FF2B5EF4-FFF2-40B4-BE49-F238E27FC236}">
                    <a16:creationId xmlns:a16="http://schemas.microsoft.com/office/drawing/2014/main" id="{60BE34D8-DD52-D71A-BCCD-570A5567A81B}"/>
                  </a:ext>
                </a:extLst>
              </p:cNvPr>
              <p:cNvSpPr/>
              <p:nvPr/>
            </p:nvSpPr>
            <p:spPr>
              <a:xfrm>
                <a:off x="1315926" y="3052198"/>
                <a:ext cx="20277" cy="17291"/>
              </a:xfrm>
              <a:prstGeom prst="rect">
                <a:avLst/>
              </a:prstGeom>
              <a:solidFill>
                <a:srgbClr val="9BC2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7" name="Density voxel cell">
                <a:extLst>
                  <a:ext uri="{FF2B5EF4-FFF2-40B4-BE49-F238E27FC236}">
                    <a16:creationId xmlns:a16="http://schemas.microsoft.com/office/drawing/2014/main" id="{A69869E9-753C-D98E-6B1D-D7274B8C0461}"/>
                  </a:ext>
                </a:extLst>
              </p:cNvPr>
              <p:cNvSpPr/>
              <p:nvPr/>
            </p:nvSpPr>
            <p:spPr>
              <a:xfrm>
                <a:off x="1338503" y="3052198"/>
                <a:ext cx="20277" cy="17291"/>
              </a:xfrm>
              <a:prstGeom prst="rect">
                <a:avLst/>
              </a:prstGeom>
              <a:solidFill>
                <a:srgbClr val="9DC3D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8" name="Density voxel cell">
                <a:extLst>
                  <a:ext uri="{FF2B5EF4-FFF2-40B4-BE49-F238E27FC236}">
                    <a16:creationId xmlns:a16="http://schemas.microsoft.com/office/drawing/2014/main" id="{2ABB63F7-26F8-0396-2145-0183D0241583}"/>
                  </a:ext>
                </a:extLst>
              </p:cNvPr>
              <p:cNvSpPr/>
              <p:nvPr/>
            </p:nvSpPr>
            <p:spPr>
              <a:xfrm>
                <a:off x="1361080" y="3052198"/>
                <a:ext cx="20277" cy="17291"/>
              </a:xfrm>
              <a:prstGeom prst="rect">
                <a:avLst/>
              </a:prstGeom>
              <a:solidFill>
                <a:srgbClr val="C4DBE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39" name="Density voxel cell">
                <a:extLst>
                  <a:ext uri="{FF2B5EF4-FFF2-40B4-BE49-F238E27FC236}">
                    <a16:creationId xmlns:a16="http://schemas.microsoft.com/office/drawing/2014/main" id="{F856EFE2-91E8-F016-0D10-5FB8C8EFC1BB}"/>
                  </a:ext>
                </a:extLst>
              </p:cNvPr>
              <p:cNvSpPr/>
              <p:nvPr/>
            </p:nvSpPr>
            <p:spPr>
              <a:xfrm>
                <a:off x="1383657" y="3052198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0" name="Density voxel cell">
                <a:extLst>
                  <a:ext uri="{FF2B5EF4-FFF2-40B4-BE49-F238E27FC236}">
                    <a16:creationId xmlns:a16="http://schemas.microsoft.com/office/drawing/2014/main" id="{C9C4BA42-DB08-89D9-442B-7455DC398D59}"/>
                  </a:ext>
                </a:extLst>
              </p:cNvPr>
              <p:cNvSpPr/>
              <p:nvPr/>
            </p:nvSpPr>
            <p:spPr>
              <a:xfrm>
                <a:off x="1406234" y="3052198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1" name="Density voxel cell">
                <a:extLst>
                  <a:ext uri="{FF2B5EF4-FFF2-40B4-BE49-F238E27FC236}">
                    <a16:creationId xmlns:a16="http://schemas.microsoft.com/office/drawing/2014/main" id="{CD125B0F-990F-7FBE-FF89-5CBE399634D9}"/>
                  </a:ext>
                </a:extLst>
              </p:cNvPr>
              <p:cNvSpPr/>
              <p:nvPr/>
            </p:nvSpPr>
            <p:spPr>
              <a:xfrm>
                <a:off x="1180465" y="307178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2" name="Density voxel cell">
                <a:extLst>
                  <a:ext uri="{FF2B5EF4-FFF2-40B4-BE49-F238E27FC236}">
                    <a16:creationId xmlns:a16="http://schemas.microsoft.com/office/drawing/2014/main" id="{BCE74C19-1CEF-5CE6-3D23-CB6CB7524269}"/>
                  </a:ext>
                </a:extLst>
              </p:cNvPr>
              <p:cNvSpPr/>
              <p:nvPr/>
            </p:nvSpPr>
            <p:spPr>
              <a:xfrm>
                <a:off x="1203042" y="3071789"/>
                <a:ext cx="20277" cy="17291"/>
              </a:xfrm>
              <a:prstGeom prst="rect">
                <a:avLst/>
              </a:prstGeom>
              <a:solidFill>
                <a:srgbClr val="E9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3" name="Density voxel cell">
                <a:extLst>
                  <a:ext uri="{FF2B5EF4-FFF2-40B4-BE49-F238E27FC236}">
                    <a16:creationId xmlns:a16="http://schemas.microsoft.com/office/drawing/2014/main" id="{1B51DDE4-E8C5-F703-69B3-F8CB6C9693E5}"/>
                  </a:ext>
                </a:extLst>
              </p:cNvPr>
              <p:cNvSpPr/>
              <p:nvPr/>
            </p:nvSpPr>
            <p:spPr>
              <a:xfrm>
                <a:off x="1225619" y="3071789"/>
                <a:ext cx="20277" cy="17291"/>
              </a:xfrm>
              <a:prstGeom prst="rect">
                <a:avLst/>
              </a:prstGeom>
              <a:solidFill>
                <a:srgbClr val="DBEAF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4" name="Density voxel cell">
                <a:extLst>
                  <a:ext uri="{FF2B5EF4-FFF2-40B4-BE49-F238E27FC236}">
                    <a16:creationId xmlns:a16="http://schemas.microsoft.com/office/drawing/2014/main" id="{EADAC848-BA41-3291-DC6D-C5F4756A4447}"/>
                  </a:ext>
                </a:extLst>
              </p:cNvPr>
              <p:cNvSpPr/>
              <p:nvPr/>
            </p:nvSpPr>
            <p:spPr>
              <a:xfrm>
                <a:off x="1248195" y="3071789"/>
                <a:ext cx="20277" cy="17291"/>
              </a:xfrm>
              <a:prstGeom prst="rect">
                <a:avLst/>
              </a:prstGeom>
              <a:solidFill>
                <a:srgbClr val="D0E3F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5" name="Density voxel cell">
                <a:extLst>
                  <a:ext uri="{FF2B5EF4-FFF2-40B4-BE49-F238E27FC236}">
                    <a16:creationId xmlns:a16="http://schemas.microsoft.com/office/drawing/2014/main" id="{8705B9C5-4922-B9D5-F58E-42710BA7346B}"/>
                  </a:ext>
                </a:extLst>
              </p:cNvPr>
              <p:cNvSpPr/>
              <p:nvPr/>
            </p:nvSpPr>
            <p:spPr>
              <a:xfrm>
                <a:off x="1270772" y="3071789"/>
                <a:ext cx="20277" cy="17291"/>
              </a:xfrm>
              <a:prstGeom prst="rect">
                <a:avLst/>
              </a:prstGeom>
              <a:solidFill>
                <a:srgbClr val="C9DEE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6" name="Density voxel cell">
                <a:extLst>
                  <a:ext uri="{FF2B5EF4-FFF2-40B4-BE49-F238E27FC236}">
                    <a16:creationId xmlns:a16="http://schemas.microsoft.com/office/drawing/2014/main" id="{B45F2FA5-9261-6BE7-7736-339393DD6A85}"/>
                  </a:ext>
                </a:extLst>
              </p:cNvPr>
              <p:cNvSpPr/>
              <p:nvPr/>
            </p:nvSpPr>
            <p:spPr>
              <a:xfrm>
                <a:off x="1293349" y="3071789"/>
                <a:ext cx="20277" cy="17291"/>
              </a:xfrm>
              <a:prstGeom prst="rect">
                <a:avLst/>
              </a:prstGeom>
              <a:solidFill>
                <a:srgbClr val="AECDE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7" name="Density voxel cell">
                <a:extLst>
                  <a:ext uri="{FF2B5EF4-FFF2-40B4-BE49-F238E27FC236}">
                    <a16:creationId xmlns:a16="http://schemas.microsoft.com/office/drawing/2014/main" id="{65399441-47AA-A22C-0A0E-53B679B0A944}"/>
                  </a:ext>
                </a:extLst>
              </p:cNvPr>
              <p:cNvSpPr/>
              <p:nvPr/>
            </p:nvSpPr>
            <p:spPr>
              <a:xfrm>
                <a:off x="1315926" y="3071789"/>
                <a:ext cx="20277" cy="17291"/>
              </a:xfrm>
              <a:prstGeom prst="rect">
                <a:avLst/>
              </a:prstGeom>
              <a:solidFill>
                <a:srgbClr val="76AB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8" name="Density voxel cell">
                <a:extLst>
                  <a:ext uri="{FF2B5EF4-FFF2-40B4-BE49-F238E27FC236}">
                    <a16:creationId xmlns:a16="http://schemas.microsoft.com/office/drawing/2014/main" id="{951AF83B-B033-DB3F-7391-115C648DF7D5}"/>
                  </a:ext>
                </a:extLst>
              </p:cNvPr>
              <p:cNvSpPr/>
              <p:nvPr/>
            </p:nvSpPr>
            <p:spPr>
              <a:xfrm>
                <a:off x="1338503" y="3071789"/>
                <a:ext cx="20277" cy="17291"/>
              </a:xfrm>
              <a:prstGeom prst="rect">
                <a:avLst/>
              </a:prstGeom>
              <a:solidFill>
                <a:srgbClr val="66A1C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49" name="Density voxel cell">
                <a:extLst>
                  <a:ext uri="{FF2B5EF4-FFF2-40B4-BE49-F238E27FC236}">
                    <a16:creationId xmlns:a16="http://schemas.microsoft.com/office/drawing/2014/main" id="{3918A26E-E009-5646-17E0-61396E0EA10B}"/>
                  </a:ext>
                </a:extLst>
              </p:cNvPr>
              <p:cNvSpPr/>
              <p:nvPr/>
            </p:nvSpPr>
            <p:spPr>
              <a:xfrm>
                <a:off x="1361080" y="3071789"/>
                <a:ext cx="20277" cy="17291"/>
              </a:xfrm>
              <a:prstGeom prst="rect">
                <a:avLst/>
              </a:prstGeom>
              <a:solidFill>
                <a:srgbClr val="A1C6E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0" name="Density voxel cell">
                <a:extLst>
                  <a:ext uri="{FF2B5EF4-FFF2-40B4-BE49-F238E27FC236}">
                    <a16:creationId xmlns:a16="http://schemas.microsoft.com/office/drawing/2014/main" id="{F4BA6155-50C4-3EAA-5313-71B8F01A014C}"/>
                  </a:ext>
                </a:extLst>
              </p:cNvPr>
              <p:cNvSpPr/>
              <p:nvPr/>
            </p:nvSpPr>
            <p:spPr>
              <a:xfrm>
                <a:off x="1383657" y="3071789"/>
                <a:ext cx="20277" cy="17291"/>
              </a:xfrm>
              <a:prstGeom prst="rect">
                <a:avLst/>
              </a:prstGeom>
              <a:solidFill>
                <a:srgbClr val="DDEBF5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1" name="Density voxel cell">
                <a:extLst>
                  <a:ext uri="{FF2B5EF4-FFF2-40B4-BE49-F238E27FC236}">
                    <a16:creationId xmlns:a16="http://schemas.microsoft.com/office/drawing/2014/main" id="{065233E7-95A3-B205-BE8A-05AB9FF1193B}"/>
                  </a:ext>
                </a:extLst>
              </p:cNvPr>
              <p:cNvSpPr/>
              <p:nvPr/>
            </p:nvSpPr>
            <p:spPr>
              <a:xfrm>
                <a:off x="1406234" y="3071789"/>
                <a:ext cx="20277" cy="17291"/>
              </a:xfrm>
              <a:prstGeom prst="rect">
                <a:avLst/>
              </a:prstGeom>
              <a:solidFill>
                <a:srgbClr val="F3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2" name="Density voxel cell">
                <a:extLst>
                  <a:ext uri="{FF2B5EF4-FFF2-40B4-BE49-F238E27FC236}">
                    <a16:creationId xmlns:a16="http://schemas.microsoft.com/office/drawing/2014/main" id="{DD574E9B-1FD8-9B6F-295A-E96DEACA2400}"/>
                  </a:ext>
                </a:extLst>
              </p:cNvPr>
              <p:cNvSpPr/>
              <p:nvPr/>
            </p:nvSpPr>
            <p:spPr>
              <a:xfrm>
                <a:off x="1180465" y="3091379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3" name="Density voxel cell">
                <a:extLst>
                  <a:ext uri="{FF2B5EF4-FFF2-40B4-BE49-F238E27FC236}">
                    <a16:creationId xmlns:a16="http://schemas.microsoft.com/office/drawing/2014/main" id="{71E9CFFC-319E-6086-551D-8B2BA5D8CA79}"/>
                  </a:ext>
                </a:extLst>
              </p:cNvPr>
              <p:cNvSpPr/>
              <p:nvPr/>
            </p:nvSpPr>
            <p:spPr>
              <a:xfrm>
                <a:off x="1203042" y="3091379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4" name="Density voxel cell">
                <a:extLst>
                  <a:ext uri="{FF2B5EF4-FFF2-40B4-BE49-F238E27FC236}">
                    <a16:creationId xmlns:a16="http://schemas.microsoft.com/office/drawing/2014/main" id="{417A06B7-2D14-8D2F-6310-7DA1561B37ED}"/>
                  </a:ext>
                </a:extLst>
              </p:cNvPr>
              <p:cNvSpPr/>
              <p:nvPr/>
            </p:nvSpPr>
            <p:spPr>
              <a:xfrm>
                <a:off x="1225619" y="3091379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5" name="Density voxel cell">
                <a:extLst>
                  <a:ext uri="{FF2B5EF4-FFF2-40B4-BE49-F238E27FC236}">
                    <a16:creationId xmlns:a16="http://schemas.microsoft.com/office/drawing/2014/main" id="{9FEFA80D-2C42-163C-4684-7838205F413E}"/>
                  </a:ext>
                </a:extLst>
              </p:cNvPr>
              <p:cNvSpPr/>
              <p:nvPr/>
            </p:nvSpPr>
            <p:spPr>
              <a:xfrm>
                <a:off x="1248195" y="3091379"/>
                <a:ext cx="20277" cy="17291"/>
              </a:xfrm>
              <a:prstGeom prst="rect">
                <a:avLst/>
              </a:prstGeom>
              <a:solidFill>
                <a:srgbClr val="E8F2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6" name="Density voxel cell">
                <a:extLst>
                  <a:ext uri="{FF2B5EF4-FFF2-40B4-BE49-F238E27FC236}">
                    <a16:creationId xmlns:a16="http://schemas.microsoft.com/office/drawing/2014/main" id="{DCE103E5-FFC9-02EF-0001-8F8260EF6307}"/>
                  </a:ext>
                </a:extLst>
              </p:cNvPr>
              <p:cNvSpPr/>
              <p:nvPr/>
            </p:nvSpPr>
            <p:spPr>
              <a:xfrm>
                <a:off x="1270772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7" name="Density voxel cell">
                <a:extLst>
                  <a:ext uri="{FF2B5EF4-FFF2-40B4-BE49-F238E27FC236}">
                    <a16:creationId xmlns:a16="http://schemas.microsoft.com/office/drawing/2014/main" id="{C3CFBC16-3D4F-88BA-79C8-5216BC1B344D}"/>
                  </a:ext>
                </a:extLst>
              </p:cNvPr>
              <p:cNvSpPr/>
              <p:nvPr/>
            </p:nvSpPr>
            <p:spPr>
              <a:xfrm>
                <a:off x="1293349" y="3091379"/>
                <a:ext cx="20277" cy="17291"/>
              </a:xfrm>
              <a:prstGeom prst="rect">
                <a:avLst/>
              </a:prstGeom>
              <a:solidFill>
                <a:srgbClr val="C2DAE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8" name="Density voxel cell">
                <a:extLst>
                  <a:ext uri="{FF2B5EF4-FFF2-40B4-BE49-F238E27FC236}">
                    <a16:creationId xmlns:a16="http://schemas.microsoft.com/office/drawing/2014/main" id="{EFCC9018-C595-2266-16D8-4A025A59E28C}"/>
                  </a:ext>
                </a:extLst>
              </p:cNvPr>
              <p:cNvSpPr/>
              <p:nvPr/>
            </p:nvSpPr>
            <p:spPr>
              <a:xfrm>
                <a:off x="1315926" y="3091379"/>
                <a:ext cx="20277" cy="17291"/>
              </a:xfrm>
              <a:prstGeom prst="rect">
                <a:avLst/>
              </a:prstGeom>
              <a:solidFill>
                <a:srgbClr val="8AB8D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59" name="Density voxel cell">
                <a:extLst>
                  <a:ext uri="{FF2B5EF4-FFF2-40B4-BE49-F238E27FC236}">
                    <a16:creationId xmlns:a16="http://schemas.microsoft.com/office/drawing/2014/main" id="{A9613D8D-25B2-E802-83EF-FB8B21218DC4}"/>
                  </a:ext>
                </a:extLst>
              </p:cNvPr>
              <p:cNvSpPr/>
              <p:nvPr/>
            </p:nvSpPr>
            <p:spPr>
              <a:xfrm>
                <a:off x="1338503" y="3091379"/>
                <a:ext cx="20277" cy="17291"/>
              </a:xfrm>
              <a:prstGeom prst="rect">
                <a:avLst/>
              </a:prstGeom>
              <a:solidFill>
                <a:srgbClr val="78AC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0" name="Density voxel cell">
                <a:extLst>
                  <a:ext uri="{FF2B5EF4-FFF2-40B4-BE49-F238E27FC236}">
                    <a16:creationId xmlns:a16="http://schemas.microsoft.com/office/drawing/2014/main" id="{DBF337D0-BB5E-F696-66A6-54A2998BF002}"/>
                  </a:ext>
                </a:extLst>
              </p:cNvPr>
              <p:cNvSpPr/>
              <p:nvPr/>
            </p:nvSpPr>
            <p:spPr>
              <a:xfrm>
                <a:off x="1361080" y="3091379"/>
                <a:ext cx="20277" cy="17291"/>
              </a:xfrm>
              <a:prstGeom prst="rect">
                <a:avLst/>
              </a:prstGeom>
              <a:solidFill>
                <a:srgbClr val="ABCCE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1" name="Density voxel cell">
                <a:extLst>
                  <a:ext uri="{FF2B5EF4-FFF2-40B4-BE49-F238E27FC236}">
                    <a16:creationId xmlns:a16="http://schemas.microsoft.com/office/drawing/2014/main" id="{6DE9F248-7B09-C0E1-AB98-7A74D58C4F33}"/>
                  </a:ext>
                </a:extLst>
              </p:cNvPr>
              <p:cNvSpPr/>
              <p:nvPr/>
            </p:nvSpPr>
            <p:spPr>
              <a:xfrm>
                <a:off x="1383657" y="3091379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2" name="Density voxel cell">
                <a:extLst>
                  <a:ext uri="{FF2B5EF4-FFF2-40B4-BE49-F238E27FC236}">
                    <a16:creationId xmlns:a16="http://schemas.microsoft.com/office/drawing/2014/main" id="{88A944B0-D635-5C5C-CDD6-8151E8A18D92}"/>
                  </a:ext>
                </a:extLst>
              </p:cNvPr>
              <p:cNvSpPr/>
              <p:nvPr/>
            </p:nvSpPr>
            <p:spPr>
              <a:xfrm>
                <a:off x="1406234" y="3091379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3" name="Density voxel cell">
                <a:extLst>
                  <a:ext uri="{FF2B5EF4-FFF2-40B4-BE49-F238E27FC236}">
                    <a16:creationId xmlns:a16="http://schemas.microsoft.com/office/drawing/2014/main" id="{82606119-5631-D0EC-6D7E-DE683D5F1ECF}"/>
                  </a:ext>
                </a:extLst>
              </p:cNvPr>
              <p:cNvSpPr/>
              <p:nvPr/>
            </p:nvSpPr>
            <p:spPr>
              <a:xfrm>
                <a:off x="1180465" y="311097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4" name="Density voxel cell">
                <a:extLst>
                  <a:ext uri="{FF2B5EF4-FFF2-40B4-BE49-F238E27FC236}">
                    <a16:creationId xmlns:a16="http://schemas.microsoft.com/office/drawing/2014/main" id="{F35D5F07-44E4-6B91-6317-512BC24797C6}"/>
                  </a:ext>
                </a:extLst>
              </p:cNvPr>
              <p:cNvSpPr/>
              <p:nvPr/>
            </p:nvSpPr>
            <p:spPr>
              <a:xfrm>
                <a:off x="1203042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5" name="Density voxel cell">
                <a:extLst>
                  <a:ext uri="{FF2B5EF4-FFF2-40B4-BE49-F238E27FC236}">
                    <a16:creationId xmlns:a16="http://schemas.microsoft.com/office/drawing/2014/main" id="{F71B59B8-ACD7-2572-AB4A-EF18C523A03F}"/>
                  </a:ext>
                </a:extLst>
              </p:cNvPr>
              <p:cNvSpPr/>
              <p:nvPr/>
            </p:nvSpPr>
            <p:spPr>
              <a:xfrm>
                <a:off x="1225619" y="3110970"/>
                <a:ext cx="20277" cy="17291"/>
              </a:xfrm>
              <a:prstGeom prst="rect">
                <a:avLst/>
              </a:prstGeom>
              <a:solidFill>
                <a:srgbClr val="F4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6" name="Density voxel cell">
                <a:extLst>
                  <a:ext uri="{FF2B5EF4-FFF2-40B4-BE49-F238E27FC236}">
                    <a16:creationId xmlns:a16="http://schemas.microsoft.com/office/drawing/2014/main" id="{C2AB1D26-2C02-A286-222A-068AE34D978F}"/>
                  </a:ext>
                </a:extLst>
              </p:cNvPr>
              <p:cNvSpPr/>
              <p:nvPr/>
            </p:nvSpPr>
            <p:spPr>
              <a:xfrm>
                <a:off x="1248195" y="311097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7" name="Density voxel cell">
                <a:extLst>
                  <a:ext uri="{FF2B5EF4-FFF2-40B4-BE49-F238E27FC236}">
                    <a16:creationId xmlns:a16="http://schemas.microsoft.com/office/drawing/2014/main" id="{2BC2A296-879F-B359-FC2B-C3A0A6D16A17}"/>
                  </a:ext>
                </a:extLst>
              </p:cNvPr>
              <p:cNvSpPr/>
              <p:nvPr/>
            </p:nvSpPr>
            <p:spPr>
              <a:xfrm>
                <a:off x="1270772" y="311097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8" name="Density voxel cell">
                <a:extLst>
                  <a:ext uri="{FF2B5EF4-FFF2-40B4-BE49-F238E27FC236}">
                    <a16:creationId xmlns:a16="http://schemas.microsoft.com/office/drawing/2014/main" id="{EC97580B-A87E-0F51-3FE4-CA1431E34BC9}"/>
                  </a:ext>
                </a:extLst>
              </p:cNvPr>
              <p:cNvSpPr/>
              <p:nvPr/>
            </p:nvSpPr>
            <p:spPr>
              <a:xfrm>
                <a:off x="1293349" y="3110970"/>
                <a:ext cx="20277" cy="17291"/>
              </a:xfrm>
              <a:prstGeom prst="rect">
                <a:avLst/>
              </a:prstGeom>
              <a:solidFill>
                <a:srgbClr val="E0EDF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69" name="Density voxel cell">
                <a:extLst>
                  <a:ext uri="{FF2B5EF4-FFF2-40B4-BE49-F238E27FC236}">
                    <a16:creationId xmlns:a16="http://schemas.microsoft.com/office/drawing/2014/main" id="{6AF277FC-11FE-2497-516B-877E7BE69D27}"/>
                  </a:ext>
                </a:extLst>
              </p:cNvPr>
              <p:cNvSpPr/>
              <p:nvPr/>
            </p:nvSpPr>
            <p:spPr>
              <a:xfrm>
                <a:off x="1315926" y="3110970"/>
                <a:ext cx="20277" cy="17291"/>
              </a:xfrm>
              <a:prstGeom prst="rect">
                <a:avLst/>
              </a:prstGeom>
              <a:solidFill>
                <a:srgbClr val="C6DDE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0" name="Density voxel cell">
                <a:extLst>
                  <a:ext uri="{FF2B5EF4-FFF2-40B4-BE49-F238E27FC236}">
                    <a16:creationId xmlns:a16="http://schemas.microsoft.com/office/drawing/2014/main" id="{96625F37-4C2F-CDFB-4B9F-02875D8BBAD4}"/>
                  </a:ext>
                </a:extLst>
              </p:cNvPr>
              <p:cNvSpPr/>
              <p:nvPr/>
            </p:nvSpPr>
            <p:spPr>
              <a:xfrm>
                <a:off x="1338503" y="3110970"/>
                <a:ext cx="20277" cy="17291"/>
              </a:xfrm>
              <a:prstGeom prst="rect">
                <a:avLst/>
              </a:prstGeom>
              <a:solidFill>
                <a:srgbClr val="BED7E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1" name="Density voxel cell">
                <a:extLst>
                  <a:ext uri="{FF2B5EF4-FFF2-40B4-BE49-F238E27FC236}">
                    <a16:creationId xmlns:a16="http://schemas.microsoft.com/office/drawing/2014/main" id="{F00452C1-8A05-4900-40ED-477441789F21}"/>
                  </a:ext>
                </a:extLst>
              </p:cNvPr>
              <p:cNvSpPr/>
              <p:nvPr/>
            </p:nvSpPr>
            <p:spPr>
              <a:xfrm>
                <a:off x="1361080" y="3110970"/>
                <a:ext cx="20277" cy="17291"/>
              </a:xfrm>
              <a:prstGeom prst="rect">
                <a:avLst/>
              </a:prstGeom>
              <a:solidFill>
                <a:srgbClr val="D5E6F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2" name="Density voxel cell">
                <a:extLst>
                  <a:ext uri="{FF2B5EF4-FFF2-40B4-BE49-F238E27FC236}">
                    <a16:creationId xmlns:a16="http://schemas.microsoft.com/office/drawing/2014/main" id="{EE19F27B-877F-8A96-2194-5AE94BE4D862}"/>
                  </a:ext>
                </a:extLst>
              </p:cNvPr>
              <p:cNvSpPr/>
              <p:nvPr/>
            </p:nvSpPr>
            <p:spPr>
              <a:xfrm>
                <a:off x="1383657" y="3110970"/>
                <a:ext cx="20277" cy="17291"/>
              </a:xfrm>
              <a:prstGeom prst="rect">
                <a:avLst/>
              </a:prstGeom>
              <a:solidFill>
                <a:srgbClr val="EDF5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3" name="Density voxel cell">
                <a:extLst>
                  <a:ext uri="{FF2B5EF4-FFF2-40B4-BE49-F238E27FC236}">
                    <a16:creationId xmlns:a16="http://schemas.microsoft.com/office/drawing/2014/main" id="{5931B554-5657-F945-1E1F-628E9FA885FF}"/>
                  </a:ext>
                </a:extLst>
              </p:cNvPr>
              <p:cNvSpPr/>
              <p:nvPr/>
            </p:nvSpPr>
            <p:spPr>
              <a:xfrm>
                <a:off x="1406234" y="311097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4" name="Density voxel cell">
                <a:extLst>
                  <a:ext uri="{FF2B5EF4-FFF2-40B4-BE49-F238E27FC236}">
                    <a16:creationId xmlns:a16="http://schemas.microsoft.com/office/drawing/2014/main" id="{574525B3-E099-FB1C-9F24-81AD935A1B5E}"/>
                  </a:ext>
                </a:extLst>
              </p:cNvPr>
              <p:cNvSpPr/>
              <p:nvPr/>
            </p:nvSpPr>
            <p:spPr>
              <a:xfrm>
                <a:off x="1180465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5" name="Density voxel cell">
                <a:extLst>
                  <a:ext uri="{FF2B5EF4-FFF2-40B4-BE49-F238E27FC236}">
                    <a16:creationId xmlns:a16="http://schemas.microsoft.com/office/drawing/2014/main" id="{28358FD8-DA7F-3924-5D56-5F9007267517}"/>
                  </a:ext>
                </a:extLst>
              </p:cNvPr>
              <p:cNvSpPr/>
              <p:nvPr/>
            </p:nvSpPr>
            <p:spPr>
              <a:xfrm>
                <a:off x="1203042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6" name="Density voxel cell">
                <a:extLst>
                  <a:ext uri="{FF2B5EF4-FFF2-40B4-BE49-F238E27FC236}">
                    <a16:creationId xmlns:a16="http://schemas.microsoft.com/office/drawing/2014/main" id="{C72E4518-95E9-BE94-3C0F-49E605FCF17F}"/>
                  </a:ext>
                </a:extLst>
              </p:cNvPr>
              <p:cNvSpPr/>
              <p:nvPr/>
            </p:nvSpPr>
            <p:spPr>
              <a:xfrm>
                <a:off x="1225619" y="3130560"/>
                <a:ext cx="20277" cy="17291"/>
              </a:xfrm>
              <a:prstGeom prst="rect">
                <a:avLst/>
              </a:prstGeom>
              <a:solidFill>
                <a:srgbClr val="F6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7" name="Density voxel cell">
                <a:extLst>
                  <a:ext uri="{FF2B5EF4-FFF2-40B4-BE49-F238E27FC236}">
                    <a16:creationId xmlns:a16="http://schemas.microsoft.com/office/drawing/2014/main" id="{ABC21B7F-DABF-25EC-3041-AB0BDA6EB49A}"/>
                  </a:ext>
                </a:extLst>
              </p:cNvPr>
              <p:cNvSpPr/>
              <p:nvPr/>
            </p:nvSpPr>
            <p:spPr>
              <a:xfrm>
                <a:off x="1248195" y="3130560"/>
                <a:ext cx="20277" cy="17291"/>
              </a:xfrm>
              <a:prstGeom prst="rect">
                <a:avLst/>
              </a:prstGeom>
              <a:solidFill>
                <a:srgbClr val="F6FA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8" name="Density voxel cell">
                <a:extLst>
                  <a:ext uri="{FF2B5EF4-FFF2-40B4-BE49-F238E27FC236}">
                    <a16:creationId xmlns:a16="http://schemas.microsoft.com/office/drawing/2014/main" id="{AE390074-BFC2-A872-9175-D7EF4160BBFF}"/>
                  </a:ext>
                </a:extLst>
              </p:cNvPr>
              <p:cNvSpPr/>
              <p:nvPr/>
            </p:nvSpPr>
            <p:spPr>
              <a:xfrm>
                <a:off x="1270772" y="3130560"/>
                <a:ext cx="20277" cy="17291"/>
              </a:xfrm>
              <a:prstGeom prst="rect">
                <a:avLst/>
              </a:prstGeom>
              <a:solidFill>
                <a:srgbClr val="F5FA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79" name="Density voxel cell">
                <a:extLst>
                  <a:ext uri="{FF2B5EF4-FFF2-40B4-BE49-F238E27FC236}">
                    <a16:creationId xmlns:a16="http://schemas.microsoft.com/office/drawing/2014/main" id="{7C90B549-6DDA-9033-46BB-4EECE088A672}"/>
                  </a:ext>
                </a:extLst>
              </p:cNvPr>
              <p:cNvSpPr/>
              <p:nvPr/>
            </p:nvSpPr>
            <p:spPr>
              <a:xfrm>
                <a:off x="1293349" y="3130560"/>
                <a:ext cx="20277" cy="17291"/>
              </a:xfrm>
              <a:prstGeom prst="rect">
                <a:avLst/>
              </a:prstGeom>
              <a:solidFill>
                <a:srgbClr val="F2F8F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0" name="Density voxel cell">
                <a:extLst>
                  <a:ext uri="{FF2B5EF4-FFF2-40B4-BE49-F238E27FC236}">
                    <a16:creationId xmlns:a16="http://schemas.microsoft.com/office/drawing/2014/main" id="{5C5B87F2-9065-1CD5-8835-B7F817AED9AD}"/>
                  </a:ext>
                </a:extLst>
              </p:cNvPr>
              <p:cNvSpPr/>
              <p:nvPr/>
            </p:nvSpPr>
            <p:spPr>
              <a:xfrm>
                <a:off x="1315926" y="3130560"/>
                <a:ext cx="20277" cy="17291"/>
              </a:xfrm>
              <a:prstGeom prst="rect">
                <a:avLst/>
              </a:prstGeom>
              <a:solidFill>
                <a:srgbClr val="ECF4F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1" name="Density voxel cell">
                <a:extLst>
                  <a:ext uri="{FF2B5EF4-FFF2-40B4-BE49-F238E27FC236}">
                    <a16:creationId xmlns:a16="http://schemas.microsoft.com/office/drawing/2014/main" id="{9D714E6E-66EB-191D-C460-48EBC395CAE8}"/>
                  </a:ext>
                </a:extLst>
              </p:cNvPr>
              <p:cNvSpPr/>
              <p:nvPr/>
            </p:nvSpPr>
            <p:spPr>
              <a:xfrm>
                <a:off x="1338503" y="3130560"/>
                <a:ext cx="20277" cy="17291"/>
              </a:xfrm>
              <a:prstGeom prst="rect">
                <a:avLst/>
              </a:prstGeom>
              <a:solidFill>
                <a:srgbClr val="EAF3F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2" name="Density voxel cell">
                <a:extLst>
                  <a:ext uri="{FF2B5EF4-FFF2-40B4-BE49-F238E27FC236}">
                    <a16:creationId xmlns:a16="http://schemas.microsoft.com/office/drawing/2014/main" id="{703B2B7C-0A28-6C61-F2C2-CFD2FC1F46D8}"/>
                  </a:ext>
                </a:extLst>
              </p:cNvPr>
              <p:cNvSpPr/>
              <p:nvPr/>
            </p:nvSpPr>
            <p:spPr>
              <a:xfrm>
                <a:off x="1361080" y="3130560"/>
                <a:ext cx="20277" cy="17291"/>
              </a:xfrm>
              <a:prstGeom prst="rect">
                <a:avLst/>
              </a:prstGeom>
              <a:solidFill>
                <a:srgbClr val="EFF6F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3" name="Density voxel cell">
                <a:extLst>
                  <a:ext uri="{FF2B5EF4-FFF2-40B4-BE49-F238E27FC236}">
                    <a16:creationId xmlns:a16="http://schemas.microsoft.com/office/drawing/2014/main" id="{A1791CCE-968A-E006-06AD-DA06442AC92B}"/>
                  </a:ext>
                </a:extLst>
              </p:cNvPr>
              <p:cNvSpPr/>
              <p:nvPr/>
            </p:nvSpPr>
            <p:spPr>
              <a:xfrm>
                <a:off x="1383657" y="3130560"/>
                <a:ext cx="20277" cy="17291"/>
              </a:xfrm>
              <a:prstGeom prst="rect">
                <a:avLst/>
              </a:prstGeom>
              <a:solidFill>
                <a:srgbClr val="F5F9FD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4" name="Density voxel cell">
                <a:extLst>
                  <a:ext uri="{FF2B5EF4-FFF2-40B4-BE49-F238E27FC236}">
                    <a16:creationId xmlns:a16="http://schemas.microsoft.com/office/drawing/2014/main" id="{AEB1D9E4-E67A-6B29-3770-8C7A481B1F6F}"/>
                  </a:ext>
                </a:extLst>
              </p:cNvPr>
              <p:cNvSpPr/>
              <p:nvPr/>
            </p:nvSpPr>
            <p:spPr>
              <a:xfrm>
                <a:off x="1406234" y="3130560"/>
                <a:ext cx="20277" cy="17291"/>
              </a:xfrm>
              <a:prstGeom prst="rect">
                <a:avLst/>
              </a:prstGeom>
              <a:solidFill>
                <a:srgbClr val="F7FBFE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cxnSp>
            <p:nvCxnSpPr>
              <p:cNvPr id="285" name="path_2494">
                <a:extLst>
                  <a:ext uri="{FF2B5EF4-FFF2-40B4-BE49-F238E27FC236}">
                    <a16:creationId xmlns:a16="http://schemas.microsoft.com/office/drawing/2014/main" id="{F2F4C377-0F72-D0B3-6AB8-BD87CF195013}"/>
                  </a:ext>
                </a:extLst>
              </p:cNvPr>
              <p:cNvCxnSpPr/>
              <p:nvPr/>
            </p:nvCxnSpPr>
            <p:spPr>
              <a:xfrm>
                <a:off x="1179315" y="2933505"/>
                <a:ext cx="248346" cy="0"/>
              </a:xfrm>
              <a:prstGeom prst="line">
                <a:avLst/>
              </a:prstGeom>
              <a:noFill/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86" name="path_2495">
                <a:extLst>
                  <a:ext uri="{FF2B5EF4-FFF2-40B4-BE49-F238E27FC236}">
                    <a16:creationId xmlns:a16="http://schemas.microsoft.com/office/drawing/2014/main" id="{15CC456B-6D89-1A29-D607-3ACA3C55C8C7}"/>
                  </a:ext>
                </a:extLst>
              </p:cNvPr>
              <p:cNvCxnSpPr/>
              <p:nvPr/>
            </p:nvCxnSpPr>
            <p:spPr>
              <a:xfrm>
                <a:off x="1427661" y="2933505"/>
                <a:ext cx="0" cy="215496"/>
              </a:xfrm>
              <a:prstGeom prst="line">
                <a:avLst/>
              </a:prstGeom>
              <a:noFill/>
              <a:ln w="1202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287" name="Match | compact U-Net operator">
              <a:extLst>
                <a:ext uri="{FF2B5EF4-FFF2-40B4-BE49-F238E27FC236}">
                  <a16:creationId xmlns:a16="http://schemas.microsoft.com/office/drawing/2014/main" id="{E4F205C8-0DFF-1C20-342C-4C6944BADBDB}"/>
                </a:ext>
              </a:extLst>
            </p:cNvPr>
            <p:cNvGrpSpPr/>
            <p:nvPr/>
          </p:nvGrpSpPr>
          <p:grpSpPr>
            <a:xfrm>
              <a:off x="2711975" y="2144070"/>
              <a:ext cx="212538" cy="143036"/>
              <a:chOff x="1680559" y="2920365"/>
              <a:chExt cx="333146" cy="216810"/>
            </a:xfrm>
          </p:grpSpPr>
          <p:sp>
            <p:nvSpPr>
              <p:cNvPr id="288" name="rect_2499">
                <a:extLst>
                  <a:ext uri="{FF2B5EF4-FFF2-40B4-BE49-F238E27FC236}">
                    <a16:creationId xmlns:a16="http://schemas.microsoft.com/office/drawing/2014/main" id="{07A911C8-0CC8-0E56-4E41-8A855FABD105}"/>
                  </a:ext>
                </a:extLst>
              </p:cNvPr>
              <p:cNvSpPr/>
              <p:nvPr/>
            </p:nvSpPr>
            <p:spPr>
              <a:xfrm>
                <a:off x="1757475" y="292036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89" name="rect_2500">
                <a:extLst>
                  <a:ext uri="{FF2B5EF4-FFF2-40B4-BE49-F238E27FC236}">
                    <a16:creationId xmlns:a16="http://schemas.microsoft.com/office/drawing/2014/main" id="{C491F4FC-BFBB-1987-FE68-CCD83D5BAF71}"/>
                  </a:ext>
                </a:extLst>
              </p:cNvPr>
              <p:cNvSpPr/>
              <p:nvPr/>
            </p:nvSpPr>
            <p:spPr>
              <a:xfrm>
                <a:off x="1731195" y="2936790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0" name="rect_2501">
                <a:extLst>
                  <a:ext uri="{FF2B5EF4-FFF2-40B4-BE49-F238E27FC236}">
                    <a16:creationId xmlns:a16="http://schemas.microsoft.com/office/drawing/2014/main" id="{2CFE6F70-E6AB-26A8-D37D-896790A5027F}"/>
                  </a:ext>
                </a:extLst>
              </p:cNvPr>
              <p:cNvSpPr/>
              <p:nvPr/>
            </p:nvSpPr>
            <p:spPr>
              <a:xfrm>
                <a:off x="1704915" y="2953215"/>
                <a:ext cx="256230" cy="183960"/>
              </a:xfrm>
              <a:prstGeom prst="roundRect">
                <a:avLst>
                  <a:gd name="adj" fmla="val 5357"/>
                </a:avLst>
              </a:prstGeom>
              <a:solidFill>
                <a:srgbClr val="E3EFF7"/>
              </a:solidFill>
              <a:ln w="1953" cap="rnd" cmpd="sng" algn="ctr">
                <a:solidFill>
                  <a:srgbClr val="367FB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1" name="Text | U-Net">
                <a:extLst>
                  <a:ext uri="{FF2B5EF4-FFF2-40B4-BE49-F238E27FC236}">
                    <a16:creationId xmlns:a16="http://schemas.microsoft.com/office/drawing/2014/main" id="{FBD650CC-7773-4358-CB66-C21F2C886801}"/>
                  </a:ext>
                </a:extLst>
              </p:cNvPr>
              <p:cNvSpPr txBox="1"/>
              <p:nvPr/>
            </p:nvSpPr>
            <p:spPr>
              <a:xfrm>
                <a:off x="1680559" y="2989350"/>
                <a:ext cx="304942" cy="1212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pPr marL="0" marR="0" indent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400" b="1" i="0" baseline="0" dirty="0">
                    <a:solidFill>
                      <a:srgbClr val="367FB7"/>
                    </a:solidFill>
                    <a:latin typeface="Arial"/>
                    <a:ea typeface="Arial"/>
                    <a:cs typeface="Arial"/>
                  </a:rPr>
                  <a:t>U-Net</a:t>
                </a:r>
                <a:endParaRPr lang="en-US" sz="400"/>
              </a:p>
            </p:txBody>
          </p:sp>
        </p:grpSp>
        <p:grpSp>
          <p:nvGrpSpPr>
            <p:cNvPr id="292" name="Base voxel summary h_j^vox">
              <a:extLst>
                <a:ext uri="{FF2B5EF4-FFF2-40B4-BE49-F238E27FC236}">
                  <a16:creationId xmlns:a16="http://schemas.microsoft.com/office/drawing/2014/main" id="{28DC8127-588E-C2F3-D281-4C6DA608EB57}"/>
                </a:ext>
              </a:extLst>
            </p:cNvPr>
            <p:cNvGrpSpPr/>
            <p:nvPr/>
          </p:nvGrpSpPr>
          <p:grpSpPr>
            <a:xfrm>
              <a:off x="3212665" y="2191067"/>
              <a:ext cx="269760" cy="51084"/>
              <a:chOff x="2375055" y="3012345"/>
              <a:chExt cx="400770" cy="78840"/>
            </a:xfrm>
          </p:grpSpPr>
          <p:sp>
            <p:nvSpPr>
              <p:cNvPr id="293" name="feature_1">
                <a:extLst>
                  <a:ext uri="{FF2B5EF4-FFF2-40B4-BE49-F238E27FC236}">
                    <a16:creationId xmlns:a16="http://schemas.microsoft.com/office/drawing/2014/main" id="{453B4F01-CBE3-C61B-496B-E91B4BAE62A6}"/>
                  </a:ext>
                </a:extLst>
              </p:cNvPr>
              <p:cNvSpPr/>
              <p:nvPr/>
            </p:nvSpPr>
            <p:spPr>
              <a:xfrm>
                <a:off x="2375055" y="3012345"/>
                <a:ext cx="54437" cy="7884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4" name="feature_2">
                <a:extLst>
                  <a:ext uri="{FF2B5EF4-FFF2-40B4-BE49-F238E27FC236}">
                    <a16:creationId xmlns:a16="http://schemas.microsoft.com/office/drawing/2014/main" id="{4DB75A89-6ABE-7C19-F8CA-BB2794FAC0F8}"/>
                  </a:ext>
                </a:extLst>
              </p:cNvPr>
              <p:cNvSpPr/>
              <p:nvPr/>
            </p:nvSpPr>
            <p:spPr>
              <a:xfrm>
                <a:off x="2432777" y="3012345"/>
                <a:ext cx="54437" cy="7884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5" name="feature_3">
                <a:extLst>
                  <a:ext uri="{FF2B5EF4-FFF2-40B4-BE49-F238E27FC236}">
                    <a16:creationId xmlns:a16="http://schemas.microsoft.com/office/drawing/2014/main" id="{5FA5AACE-3B3B-9D0D-F271-541283FE216F}"/>
                  </a:ext>
                </a:extLst>
              </p:cNvPr>
              <p:cNvSpPr/>
              <p:nvPr/>
            </p:nvSpPr>
            <p:spPr>
              <a:xfrm>
                <a:off x="2490499" y="3012345"/>
                <a:ext cx="54437" cy="7884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6" name="feature_4">
                <a:extLst>
                  <a:ext uri="{FF2B5EF4-FFF2-40B4-BE49-F238E27FC236}">
                    <a16:creationId xmlns:a16="http://schemas.microsoft.com/office/drawing/2014/main" id="{629C8DBF-87C8-1764-E6BD-48BDDFF09C0F}"/>
                  </a:ext>
                </a:extLst>
              </p:cNvPr>
              <p:cNvSpPr/>
              <p:nvPr/>
            </p:nvSpPr>
            <p:spPr>
              <a:xfrm>
                <a:off x="2548221" y="3012345"/>
                <a:ext cx="54437" cy="7884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7" name="feature_5">
                <a:extLst>
                  <a:ext uri="{FF2B5EF4-FFF2-40B4-BE49-F238E27FC236}">
                    <a16:creationId xmlns:a16="http://schemas.microsoft.com/office/drawing/2014/main" id="{5573C2D4-9CED-C77C-3555-D03F54416591}"/>
                  </a:ext>
                </a:extLst>
              </p:cNvPr>
              <p:cNvSpPr/>
              <p:nvPr/>
            </p:nvSpPr>
            <p:spPr>
              <a:xfrm>
                <a:off x="2605944" y="3012345"/>
                <a:ext cx="54437" cy="7884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8" name="feature_6">
                <a:extLst>
                  <a:ext uri="{FF2B5EF4-FFF2-40B4-BE49-F238E27FC236}">
                    <a16:creationId xmlns:a16="http://schemas.microsoft.com/office/drawing/2014/main" id="{212CA7CE-48A0-ADEA-5C92-18B82746E515}"/>
                  </a:ext>
                </a:extLst>
              </p:cNvPr>
              <p:cNvSpPr/>
              <p:nvPr/>
            </p:nvSpPr>
            <p:spPr>
              <a:xfrm>
                <a:off x="2663666" y="3012345"/>
                <a:ext cx="54437" cy="7884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299" name="feature_7">
                <a:extLst>
                  <a:ext uri="{FF2B5EF4-FFF2-40B4-BE49-F238E27FC236}">
                    <a16:creationId xmlns:a16="http://schemas.microsoft.com/office/drawing/2014/main" id="{4E71EE6C-86CB-F369-2775-7FCC14C26089}"/>
                  </a:ext>
                </a:extLst>
              </p:cNvPr>
              <p:cNvSpPr/>
              <p:nvPr/>
            </p:nvSpPr>
            <p:spPr>
              <a:xfrm>
                <a:off x="2721388" y="3012345"/>
                <a:ext cx="54437" cy="7884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300" name="Local receptor pocket | atom environment">
              <a:extLst>
                <a:ext uri="{FF2B5EF4-FFF2-40B4-BE49-F238E27FC236}">
                  <a16:creationId xmlns:a16="http://schemas.microsoft.com/office/drawing/2014/main" id="{4890165B-A692-AB6F-2976-F0615EC93AA8}"/>
                </a:ext>
              </a:extLst>
            </p:cNvPr>
            <p:cNvGrpSpPr/>
            <p:nvPr/>
          </p:nvGrpSpPr>
          <p:grpSpPr>
            <a:xfrm>
              <a:off x="2340034" y="2577264"/>
              <a:ext cx="179840" cy="136906"/>
              <a:chOff x="1295748" y="3525328"/>
              <a:chExt cx="304113" cy="219890"/>
            </a:xfrm>
          </p:grpSpPr>
          <p:sp>
            <p:nvSpPr>
              <p:cNvPr id="301" name="ellipse_2517">
                <a:extLst>
                  <a:ext uri="{FF2B5EF4-FFF2-40B4-BE49-F238E27FC236}">
                    <a16:creationId xmlns:a16="http://schemas.microsoft.com/office/drawing/2014/main" id="{5AB9A354-B215-3EDF-7BFA-EE4AE0BECEFD}"/>
                  </a:ext>
                </a:extLst>
              </p:cNvPr>
              <p:cNvSpPr/>
              <p:nvPr/>
            </p:nvSpPr>
            <p:spPr>
              <a:xfrm>
                <a:off x="1343499" y="3569364"/>
                <a:ext cx="20494" cy="204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2" name="ellipse_2518">
                <a:extLst>
                  <a:ext uri="{FF2B5EF4-FFF2-40B4-BE49-F238E27FC236}">
                    <a16:creationId xmlns:a16="http://schemas.microsoft.com/office/drawing/2014/main" id="{9677F1C3-6089-4307-CC40-3350752C8468}"/>
                  </a:ext>
                </a:extLst>
              </p:cNvPr>
              <p:cNvSpPr/>
              <p:nvPr/>
            </p:nvSpPr>
            <p:spPr>
              <a:xfrm>
                <a:off x="1296724" y="3594466"/>
                <a:ext cx="19197" cy="1919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3" name="ellipse_2519">
                <a:extLst>
                  <a:ext uri="{FF2B5EF4-FFF2-40B4-BE49-F238E27FC236}">
                    <a16:creationId xmlns:a16="http://schemas.microsoft.com/office/drawing/2014/main" id="{1B8B3594-7F84-C94D-DCBF-8B9CBA88F213}"/>
                  </a:ext>
                </a:extLst>
              </p:cNvPr>
              <p:cNvSpPr/>
              <p:nvPr/>
            </p:nvSpPr>
            <p:spPr>
              <a:xfrm>
                <a:off x="1438834" y="3720705"/>
                <a:ext cx="24513" cy="245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4" name="ellipse_2520">
                <a:extLst>
                  <a:ext uri="{FF2B5EF4-FFF2-40B4-BE49-F238E27FC236}">
                    <a16:creationId xmlns:a16="http://schemas.microsoft.com/office/drawing/2014/main" id="{7D1E9BF4-0445-209A-3AC8-9500BBCF7B55}"/>
                  </a:ext>
                </a:extLst>
              </p:cNvPr>
              <p:cNvSpPr/>
              <p:nvPr/>
            </p:nvSpPr>
            <p:spPr>
              <a:xfrm>
                <a:off x="1501618" y="3664422"/>
                <a:ext cx="25439" cy="2543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5" name="ellipse_2521">
                <a:extLst>
                  <a:ext uri="{FF2B5EF4-FFF2-40B4-BE49-F238E27FC236}">
                    <a16:creationId xmlns:a16="http://schemas.microsoft.com/office/drawing/2014/main" id="{9CCCA5C3-C535-A333-1BF3-D688E76B3E79}"/>
                  </a:ext>
                </a:extLst>
              </p:cNvPr>
              <p:cNvSpPr/>
              <p:nvPr/>
            </p:nvSpPr>
            <p:spPr>
              <a:xfrm>
                <a:off x="1321281" y="3628338"/>
                <a:ext cx="23115" cy="23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6" name="ellipse_2522">
                <a:extLst>
                  <a:ext uri="{FF2B5EF4-FFF2-40B4-BE49-F238E27FC236}">
                    <a16:creationId xmlns:a16="http://schemas.microsoft.com/office/drawing/2014/main" id="{68BEF63C-A80C-CE61-02E8-A85D73BB331D}"/>
                  </a:ext>
                </a:extLst>
              </p:cNvPr>
              <p:cNvSpPr/>
              <p:nvPr/>
            </p:nvSpPr>
            <p:spPr>
              <a:xfrm>
                <a:off x="1295748" y="3626085"/>
                <a:ext cx="19345" cy="1934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7" name="ellipse_2523">
                <a:extLst>
                  <a:ext uri="{FF2B5EF4-FFF2-40B4-BE49-F238E27FC236}">
                    <a16:creationId xmlns:a16="http://schemas.microsoft.com/office/drawing/2014/main" id="{23C31A58-B5BF-B0BD-FD64-AC6A4EC8AF45}"/>
                  </a:ext>
                </a:extLst>
              </p:cNvPr>
              <p:cNvSpPr/>
              <p:nvPr/>
            </p:nvSpPr>
            <p:spPr>
              <a:xfrm>
                <a:off x="1338176" y="3604570"/>
                <a:ext cx="23202" cy="232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8" name="ellipse_2524">
                <a:extLst>
                  <a:ext uri="{FF2B5EF4-FFF2-40B4-BE49-F238E27FC236}">
                    <a16:creationId xmlns:a16="http://schemas.microsoft.com/office/drawing/2014/main" id="{5094DC8C-4ABE-D3E7-B3E4-AA20FAEF0AAB}"/>
                  </a:ext>
                </a:extLst>
              </p:cNvPr>
              <p:cNvSpPr/>
              <p:nvPr/>
            </p:nvSpPr>
            <p:spPr>
              <a:xfrm>
                <a:off x="1349937" y="3578135"/>
                <a:ext cx="25593" cy="2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09" name="ellipse_2525">
                <a:extLst>
                  <a:ext uri="{FF2B5EF4-FFF2-40B4-BE49-F238E27FC236}">
                    <a16:creationId xmlns:a16="http://schemas.microsoft.com/office/drawing/2014/main" id="{849ABD7C-774A-E050-2E5B-FD6B7BE4AE3C}"/>
                  </a:ext>
                </a:extLst>
              </p:cNvPr>
              <p:cNvSpPr/>
              <p:nvPr/>
            </p:nvSpPr>
            <p:spPr>
              <a:xfrm>
                <a:off x="1391990" y="3698653"/>
                <a:ext cx="18941" cy="189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0" name="ellipse_2526">
                <a:extLst>
                  <a:ext uri="{FF2B5EF4-FFF2-40B4-BE49-F238E27FC236}">
                    <a16:creationId xmlns:a16="http://schemas.microsoft.com/office/drawing/2014/main" id="{095BA61D-8F81-127F-E062-F9EB0409BABC}"/>
                  </a:ext>
                </a:extLst>
              </p:cNvPr>
              <p:cNvSpPr/>
              <p:nvPr/>
            </p:nvSpPr>
            <p:spPr>
              <a:xfrm>
                <a:off x="1335383" y="3592607"/>
                <a:ext cx="16783" cy="167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1" name="ellipse_2527">
                <a:extLst>
                  <a:ext uri="{FF2B5EF4-FFF2-40B4-BE49-F238E27FC236}">
                    <a16:creationId xmlns:a16="http://schemas.microsoft.com/office/drawing/2014/main" id="{54375CC0-A6C6-97D4-5DCF-BCD35E1DF197}"/>
                  </a:ext>
                </a:extLst>
              </p:cNvPr>
              <p:cNvSpPr/>
              <p:nvPr/>
            </p:nvSpPr>
            <p:spPr>
              <a:xfrm>
                <a:off x="1421016" y="3723168"/>
                <a:ext cx="20110" cy="201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2" name="ellipse_2528">
                <a:extLst>
                  <a:ext uri="{FF2B5EF4-FFF2-40B4-BE49-F238E27FC236}">
                    <a16:creationId xmlns:a16="http://schemas.microsoft.com/office/drawing/2014/main" id="{D024554C-8ED3-99FE-BB03-F1BE7F2A29EF}"/>
                  </a:ext>
                </a:extLst>
              </p:cNvPr>
              <p:cNvSpPr/>
              <p:nvPr/>
            </p:nvSpPr>
            <p:spPr>
              <a:xfrm>
                <a:off x="1366273" y="3564666"/>
                <a:ext cx="21791" cy="217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3" name="ellipse_2529">
                <a:extLst>
                  <a:ext uri="{FF2B5EF4-FFF2-40B4-BE49-F238E27FC236}">
                    <a16:creationId xmlns:a16="http://schemas.microsoft.com/office/drawing/2014/main" id="{C5A430AA-FC1E-5559-4C25-6D9A2DFD2044}"/>
                  </a:ext>
                </a:extLst>
              </p:cNvPr>
              <p:cNvSpPr/>
              <p:nvPr/>
            </p:nvSpPr>
            <p:spPr>
              <a:xfrm>
                <a:off x="1327790" y="3609446"/>
                <a:ext cx="20508" cy="205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4" name="ellipse_2530">
                <a:extLst>
                  <a:ext uri="{FF2B5EF4-FFF2-40B4-BE49-F238E27FC236}">
                    <a16:creationId xmlns:a16="http://schemas.microsoft.com/office/drawing/2014/main" id="{0DFAF9F3-47A7-BD89-8071-46631F033FE3}"/>
                  </a:ext>
                </a:extLst>
              </p:cNvPr>
              <p:cNvSpPr/>
              <p:nvPr/>
            </p:nvSpPr>
            <p:spPr>
              <a:xfrm>
                <a:off x="1408118" y="3688755"/>
                <a:ext cx="22554" cy="2255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5" name="ellipse_2531">
                <a:extLst>
                  <a:ext uri="{FF2B5EF4-FFF2-40B4-BE49-F238E27FC236}">
                    <a16:creationId xmlns:a16="http://schemas.microsoft.com/office/drawing/2014/main" id="{883BB5E8-DD7D-725D-D4D9-69A15DDC89EC}"/>
                  </a:ext>
                </a:extLst>
              </p:cNvPr>
              <p:cNvSpPr/>
              <p:nvPr/>
            </p:nvSpPr>
            <p:spPr>
              <a:xfrm>
                <a:off x="1428373" y="3713303"/>
                <a:ext cx="24738" cy="2473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6" name="ellipse_2532">
                <a:extLst>
                  <a:ext uri="{FF2B5EF4-FFF2-40B4-BE49-F238E27FC236}">
                    <a16:creationId xmlns:a16="http://schemas.microsoft.com/office/drawing/2014/main" id="{D785FFA9-423E-FE04-C4FB-0790808F6F0C}"/>
                  </a:ext>
                </a:extLst>
              </p:cNvPr>
              <p:cNvSpPr/>
              <p:nvPr/>
            </p:nvSpPr>
            <p:spPr>
              <a:xfrm>
                <a:off x="1547670" y="3653309"/>
                <a:ext cx="21842" cy="2184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7" name="ellipse_2533">
                <a:extLst>
                  <a:ext uri="{FF2B5EF4-FFF2-40B4-BE49-F238E27FC236}">
                    <a16:creationId xmlns:a16="http://schemas.microsoft.com/office/drawing/2014/main" id="{7B0416A8-46A8-14B4-602A-FC5002AA0E1B}"/>
                  </a:ext>
                </a:extLst>
              </p:cNvPr>
              <p:cNvSpPr/>
              <p:nvPr/>
            </p:nvSpPr>
            <p:spPr>
              <a:xfrm>
                <a:off x="1517557" y="3700982"/>
                <a:ext cx="20964" cy="2096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8" name="ellipse_2534">
                <a:extLst>
                  <a:ext uri="{FF2B5EF4-FFF2-40B4-BE49-F238E27FC236}">
                    <a16:creationId xmlns:a16="http://schemas.microsoft.com/office/drawing/2014/main" id="{4C3E21BE-59FD-C0B2-0ECF-1A2CDEB738E7}"/>
                  </a:ext>
                </a:extLst>
              </p:cNvPr>
              <p:cNvSpPr/>
              <p:nvPr/>
            </p:nvSpPr>
            <p:spPr>
              <a:xfrm>
                <a:off x="1535521" y="3630252"/>
                <a:ext cx="17917" cy="179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19" name="ellipse_2535">
                <a:extLst>
                  <a:ext uri="{FF2B5EF4-FFF2-40B4-BE49-F238E27FC236}">
                    <a16:creationId xmlns:a16="http://schemas.microsoft.com/office/drawing/2014/main" id="{FB0DF82F-1DB6-2CAD-F83D-E11EF8A1AC67}"/>
                  </a:ext>
                </a:extLst>
              </p:cNvPr>
              <p:cNvSpPr/>
              <p:nvPr/>
            </p:nvSpPr>
            <p:spPr>
              <a:xfrm>
                <a:off x="1344039" y="3678107"/>
                <a:ext cx="21719" cy="217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0" name="ellipse_2536">
                <a:extLst>
                  <a:ext uri="{FF2B5EF4-FFF2-40B4-BE49-F238E27FC236}">
                    <a16:creationId xmlns:a16="http://schemas.microsoft.com/office/drawing/2014/main" id="{7F364414-03DD-8731-F3E7-0CF992E0686A}"/>
                  </a:ext>
                </a:extLst>
              </p:cNvPr>
              <p:cNvSpPr/>
              <p:nvPr/>
            </p:nvSpPr>
            <p:spPr>
              <a:xfrm>
                <a:off x="1486134" y="3678415"/>
                <a:ext cx="22120" cy="221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1" name="ellipse_2537">
                <a:extLst>
                  <a:ext uri="{FF2B5EF4-FFF2-40B4-BE49-F238E27FC236}">
                    <a16:creationId xmlns:a16="http://schemas.microsoft.com/office/drawing/2014/main" id="{16FD03B5-7AD3-2E06-E816-DB8DC3DFDAF5}"/>
                  </a:ext>
                </a:extLst>
              </p:cNvPr>
              <p:cNvSpPr/>
              <p:nvPr/>
            </p:nvSpPr>
            <p:spPr>
              <a:xfrm>
                <a:off x="1538537" y="3597777"/>
                <a:ext cx="22828" cy="22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2" name="ellipse_2538">
                <a:extLst>
                  <a:ext uri="{FF2B5EF4-FFF2-40B4-BE49-F238E27FC236}">
                    <a16:creationId xmlns:a16="http://schemas.microsoft.com/office/drawing/2014/main" id="{319C342C-87AA-E215-5CD8-20B98AB23EB7}"/>
                  </a:ext>
                </a:extLst>
              </p:cNvPr>
              <p:cNvSpPr/>
              <p:nvPr/>
            </p:nvSpPr>
            <p:spPr>
              <a:xfrm>
                <a:off x="1401131" y="3720374"/>
                <a:ext cx="16876" cy="168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3" name="ellipse_2539">
                <a:extLst>
                  <a:ext uri="{FF2B5EF4-FFF2-40B4-BE49-F238E27FC236}">
                    <a16:creationId xmlns:a16="http://schemas.microsoft.com/office/drawing/2014/main" id="{27C42EE6-9973-285F-3BB4-5A173F147BA7}"/>
                  </a:ext>
                </a:extLst>
              </p:cNvPr>
              <p:cNvSpPr/>
              <p:nvPr/>
            </p:nvSpPr>
            <p:spPr>
              <a:xfrm>
                <a:off x="1525941" y="3593109"/>
                <a:ext cx="21620" cy="216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4" name="ellipse_2540">
                <a:extLst>
                  <a:ext uri="{FF2B5EF4-FFF2-40B4-BE49-F238E27FC236}">
                    <a16:creationId xmlns:a16="http://schemas.microsoft.com/office/drawing/2014/main" id="{F5D40E47-247B-6CB7-116F-280D8389FDE5}"/>
                  </a:ext>
                </a:extLst>
              </p:cNvPr>
              <p:cNvSpPr/>
              <p:nvPr/>
            </p:nvSpPr>
            <p:spPr>
              <a:xfrm>
                <a:off x="1462052" y="3689103"/>
                <a:ext cx="24723" cy="247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5" name="ellipse_2541">
                <a:extLst>
                  <a:ext uri="{FF2B5EF4-FFF2-40B4-BE49-F238E27FC236}">
                    <a16:creationId xmlns:a16="http://schemas.microsoft.com/office/drawing/2014/main" id="{1EB4F816-0647-D617-6171-D411934F5AE5}"/>
                  </a:ext>
                </a:extLst>
              </p:cNvPr>
              <p:cNvSpPr/>
              <p:nvPr/>
            </p:nvSpPr>
            <p:spPr>
              <a:xfrm>
                <a:off x="1338003" y="3621442"/>
                <a:ext cx="17209" cy="172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6" name="ellipse_2542">
                <a:extLst>
                  <a:ext uri="{FF2B5EF4-FFF2-40B4-BE49-F238E27FC236}">
                    <a16:creationId xmlns:a16="http://schemas.microsoft.com/office/drawing/2014/main" id="{946EE4F1-B9AE-9DF3-F09A-322BB1ABF3BA}"/>
                  </a:ext>
                </a:extLst>
              </p:cNvPr>
              <p:cNvSpPr/>
              <p:nvPr/>
            </p:nvSpPr>
            <p:spPr>
              <a:xfrm>
                <a:off x="1436611" y="3687896"/>
                <a:ext cx="16365" cy="1636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7" name="ellipse_2543">
                <a:extLst>
                  <a:ext uri="{FF2B5EF4-FFF2-40B4-BE49-F238E27FC236}">
                    <a16:creationId xmlns:a16="http://schemas.microsoft.com/office/drawing/2014/main" id="{7AC7E3E3-4FA7-42CB-D655-F4FE60222F4B}"/>
                  </a:ext>
                </a:extLst>
              </p:cNvPr>
              <p:cNvSpPr/>
              <p:nvPr/>
            </p:nvSpPr>
            <p:spPr>
              <a:xfrm>
                <a:off x="1387354" y="3566640"/>
                <a:ext cx="17190" cy="171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8" name="ellipse_2544">
                <a:extLst>
                  <a:ext uri="{FF2B5EF4-FFF2-40B4-BE49-F238E27FC236}">
                    <a16:creationId xmlns:a16="http://schemas.microsoft.com/office/drawing/2014/main" id="{463C3517-A95E-D51B-C9A5-7E8B5AC12E57}"/>
                  </a:ext>
                </a:extLst>
              </p:cNvPr>
              <p:cNvSpPr/>
              <p:nvPr/>
            </p:nvSpPr>
            <p:spPr>
              <a:xfrm>
                <a:off x="1453977" y="3540995"/>
                <a:ext cx="18775" cy="18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29" name="ellipse_2545">
                <a:extLst>
                  <a:ext uri="{FF2B5EF4-FFF2-40B4-BE49-F238E27FC236}">
                    <a16:creationId xmlns:a16="http://schemas.microsoft.com/office/drawing/2014/main" id="{04F85B43-DC9A-BD4A-A924-2A76F4F82AC0}"/>
                  </a:ext>
                </a:extLst>
              </p:cNvPr>
              <p:cNvSpPr/>
              <p:nvPr/>
            </p:nvSpPr>
            <p:spPr>
              <a:xfrm>
                <a:off x="1487168" y="3548389"/>
                <a:ext cx="16148" cy="1614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0" name="ellipse_2546">
                <a:extLst>
                  <a:ext uri="{FF2B5EF4-FFF2-40B4-BE49-F238E27FC236}">
                    <a16:creationId xmlns:a16="http://schemas.microsoft.com/office/drawing/2014/main" id="{3D5DA356-E38A-3640-A6BD-216A9CCD6056}"/>
                  </a:ext>
                </a:extLst>
              </p:cNvPr>
              <p:cNvSpPr/>
              <p:nvPr/>
            </p:nvSpPr>
            <p:spPr>
              <a:xfrm>
                <a:off x="1536436" y="3643342"/>
                <a:ext cx="21862" cy="218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1" name="ellipse_2547">
                <a:extLst>
                  <a:ext uri="{FF2B5EF4-FFF2-40B4-BE49-F238E27FC236}">
                    <a16:creationId xmlns:a16="http://schemas.microsoft.com/office/drawing/2014/main" id="{FB6B99CE-FC14-EDD7-DFE4-AFD9E4BAB7CD}"/>
                  </a:ext>
                </a:extLst>
              </p:cNvPr>
              <p:cNvSpPr/>
              <p:nvPr/>
            </p:nvSpPr>
            <p:spPr>
              <a:xfrm>
                <a:off x="1542031" y="3603619"/>
                <a:ext cx="25264" cy="252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2" name="ellipse_2548">
                <a:extLst>
                  <a:ext uri="{FF2B5EF4-FFF2-40B4-BE49-F238E27FC236}">
                    <a16:creationId xmlns:a16="http://schemas.microsoft.com/office/drawing/2014/main" id="{8868EF83-A53B-349C-9FCC-5146D97C3A3B}"/>
                  </a:ext>
                </a:extLst>
              </p:cNvPr>
              <p:cNvSpPr/>
              <p:nvPr/>
            </p:nvSpPr>
            <p:spPr>
              <a:xfrm>
                <a:off x="1434762" y="3711046"/>
                <a:ext cx="16788" cy="167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3" name="ellipse_2549">
                <a:extLst>
                  <a:ext uri="{FF2B5EF4-FFF2-40B4-BE49-F238E27FC236}">
                    <a16:creationId xmlns:a16="http://schemas.microsoft.com/office/drawing/2014/main" id="{7594C95B-348D-B7CD-6AD0-384852721750}"/>
                  </a:ext>
                </a:extLst>
              </p:cNvPr>
              <p:cNvSpPr/>
              <p:nvPr/>
            </p:nvSpPr>
            <p:spPr>
              <a:xfrm>
                <a:off x="1543438" y="3672057"/>
                <a:ext cx="23717" cy="2371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4" name="ellipse_2550">
                <a:extLst>
                  <a:ext uri="{FF2B5EF4-FFF2-40B4-BE49-F238E27FC236}">
                    <a16:creationId xmlns:a16="http://schemas.microsoft.com/office/drawing/2014/main" id="{62616016-A45E-8644-08BC-0629A2D01B7C}"/>
                  </a:ext>
                </a:extLst>
              </p:cNvPr>
              <p:cNvSpPr/>
              <p:nvPr/>
            </p:nvSpPr>
            <p:spPr>
              <a:xfrm>
                <a:off x="1529817" y="3654293"/>
                <a:ext cx="15593" cy="15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5" name="ellipse_2551">
                <a:extLst>
                  <a:ext uri="{FF2B5EF4-FFF2-40B4-BE49-F238E27FC236}">
                    <a16:creationId xmlns:a16="http://schemas.microsoft.com/office/drawing/2014/main" id="{24C76BDC-34F5-D3B9-E0FC-1DD5CD243015}"/>
                  </a:ext>
                </a:extLst>
              </p:cNvPr>
              <p:cNvSpPr/>
              <p:nvPr/>
            </p:nvSpPr>
            <p:spPr>
              <a:xfrm>
                <a:off x="1550063" y="3626271"/>
                <a:ext cx="18725" cy="187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6" name="ellipse_2552">
                <a:extLst>
                  <a:ext uri="{FF2B5EF4-FFF2-40B4-BE49-F238E27FC236}">
                    <a16:creationId xmlns:a16="http://schemas.microsoft.com/office/drawing/2014/main" id="{89406954-0357-DABF-D257-21052610237A}"/>
                  </a:ext>
                </a:extLst>
              </p:cNvPr>
              <p:cNvSpPr/>
              <p:nvPr/>
            </p:nvSpPr>
            <p:spPr>
              <a:xfrm>
                <a:off x="1395088" y="3533435"/>
                <a:ext cx="15948" cy="1594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7" name="ellipse_2553">
                <a:extLst>
                  <a:ext uri="{FF2B5EF4-FFF2-40B4-BE49-F238E27FC236}">
                    <a16:creationId xmlns:a16="http://schemas.microsoft.com/office/drawing/2014/main" id="{101FB40A-98C7-DFAA-B97E-AD1A483A2493}"/>
                  </a:ext>
                </a:extLst>
              </p:cNvPr>
              <p:cNvSpPr/>
              <p:nvPr/>
            </p:nvSpPr>
            <p:spPr>
              <a:xfrm>
                <a:off x="1313742" y="3573420"/>
                <a:ext cx="15496" cy="154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8" name="ellipse_2554">
                <a:extLst>
                  <a:ext uri="{FF2B5EF4-FFF2-40B4-BE49-F238E27FC236}">
                    <a16:creationId xmlns:a16="http://schemas.microsoft.com/office/drawing/2014/main" id="{FC9C5030-A50E-C2D2-6504-FDEE0DFA0581}"/>
                  </a:ext>
                </a:extLst>
              </p:cNvPr>
              <p:cNvSpPr/>
              <p:nvPr/>
            </p:nvSpPr>
            <p:spPr>
              <a:xfrm>
                <a:off x="1329291" y="3672157"/>
                <a:ext cx="23375" cy="2337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39" name="ellipse_2555">
                <a:extLst>
                  <a:ext uri="{FF2B5EF4-FFF2-40B4-BE49-F238E27FC236}">
                    <a16:creationId xmlns:a16="http://schemas.microsoft.com/office/drawing/2014/main" id="{C9485613-FDAF-671A-52F4-9799F2D2EEBD}"/>
                  </a:ext>
                </a:extLst>
              </p:cNvPr>
              <p:cNvSpPr/>
              <p:nvPr/>
            </p:nvSpPr>
            <p:spPr>
              <a:xfrm>
                <a:off x="1307786" y="3621846"/>
                <a:ext cx="22071" cy="2207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0" name="ellipse_2556">
                <a:extLst>
                  <a:ext uri="{FF2B5EF4-FFF2-40B4-BE49-F238E27FC236}">
                    <a16:creationId xmlns:a16="http://schemas.microsoft.com/office/drawing/2014/main" id="{A97D7B03-8D8E-96D6-BD28-F477EA56D03A}"/>
                  </a:ext>
                </a:extLst>
              </p:cNvPr>
              <p:cNvSpPr/>
              <p:nvPr/>
            </p:nvSpPr>
            <p:spPr>
              <a:xfrm>
                <a:off x="1584475" y="3627694"/>
                <a:ext cx="15386" cy="15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1" name="ellipse_2557">
                <a:extLst>
                  <a:ext uri="{FF2B5EF4-FFF2-40B4-BE49-F238E27FC236}">
                    <a16:creationId xmlns:a16="http://schemas.microsoft.com/office/drawing/2014/main" id="{FCE65566-E661-7F5E-0E83-6DFB5EB32576}"/>
                  </a:ext>
                </a:extLst>
              </p:cNvPr>
              <p:cNvSpPr/>
              <p:nvPr/>
            </p:nvSpPr>
            <p:spPr>
              <a:xfrm>
                <a:off x="1453895" y="3558216"/>
                <a:ext cx="24625" cy="246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2" name="ellipse_2558">
                <a:extLst>
                  <a:ext uri="{FF2B5EF4-FFF2-40B4-BE49-F238E27FC236}">
                    <a16:creationId xmlns:a16="http://schemas.microsoft.com/office/drawing/2014/main" id="{AD03D06D-6FEC-9D40-149D-3B5654162ED4}"/>
                  </a:ext>
                </a:extLst>
              </p:cNvPr>
              <p:cNvSpPr/>
              <p:nvPr/>
            </p:nvSpPr>
            <p:spPr>
              <a:xfrm>
                <a:off x="1514397" y="3669171"/>
                <a:ext cx="15296" cy="1529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3" name="ellipse_2559">
                <a:extLst>
                  <a:ext uri="{FF2B5EF4-FFF2-40B4-BE49-F238E27FC236}">
                    <a16:creationId xmlns:a16="http://schemas.microsoft.com/office/drawing/2014/main" id="{270FE031-9417-EAB9-6822-A06FED6985F5}"/>
                  </a:ext>
                </a:extLst>
              </p:cNvPr>
              <p:cNvSpPr/>
              <p:nvPr/>
            </p:nvSpPr>
            <p:spPr>
              <a:xfrm>
                <a:off x="1502877" y="3686988"/>
                <a:ext cx="19310" cy="19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4" name="ellipse_2560">
                <a:extLst>
                  <a:ext uri="{FF2B5EF4-FFF2-40B4-BE49-F238E27FC236}">
                    <a16:creationId xmlns:a16="http://schemas.microsoft.com/office/drawing/2014/main" id="{18C238AD-7716-3FF6-2269-44CCDB1D43DA}"/>
                  </a:ext>
                </a:extLst>
              </p:cNvPr>
              <p:cNvSpPr/>
              <p:nvPr/>
            </p:nvSpPr>
            <p:spPr>
              <a:xfrm>
                <a:off x="1507745" y="3695631"/>
                <a:ext cx="15466" cy="154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5" name="ellipse_2561">
                <a:extLst>
                  <a:ext uri="{FF2B5EF4-FFF2-40B4-BE49-F238E27FC236}">
                    <a16:creationId xmlns:a16="http://schemas.microsoft.com/office/drawing/2014/main" id="{9405A538-874A-4105-8647-750D5CF44478}"/>
                  </a:ext>
                </a:extLst>
              </p:cNvPr>
              <p:cNvSpPr/>
              <p:nvPr/>
            </p:nvSpPr>
            <p:spPr>
              <a:xfrm>
                <a:off x="1432818" y="3538051"/>
                <a:ext cx="19094" cy="19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6" name="ellipse_2562">
                <a:extLst>
                  <a:ext uri="{FF2B5EF4-FFF2-40B4-BE49-F238E27FC236}">
                    <a16:creationId xmlns:a16="http://schemas.microsoft.com/office/drawing/2014/main" id="{AB6DD45A-394C-226C-4203-02069C65ABE9}"/>
                  </a:ext>
                </a:extLst>
              </p:cNvPr>
              <p:cNvSpPr/>
              <p:nvPr/>
            </p:nvSpPr>
            <p:spPr>
              <a:xfrm>
                <a:off x="1511410" y="3670510"/>
                <a:ext cx="18124" cy="1812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7" name="ellipse_2563">
                <a:extLst>
                  <a:ext uri="{FF2B5EF4-FFF2-40B4-BE49-F238E27FC236}">
                    <a16:creationId xmlns:a16="http://schemas.microsoft.com/office/drawing/2014/main" id="{85D2B242-5E55-4BE1-C171-948A2B78EA51}"/>
                  </a:ext>
                </a:extLst>
              </p:cNvPr>
              <p:cNvSpPr/>
              <p:nvPr/>
            </p:nvSpPr>
            <p:spPr>
              <a:xfrm>
                <a:off x="1465959" y="3697582"/>
                <a:ext cx="20714" cy="2071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8" name="ellipse_2564">
                <a:extLst>
                  <a:ext uri="{FF2B5EF4-FFF2-40B4-BE49-F238E27FC236}">
                    <a16:creationId xmlns:a16="http://schemas.microsoft.com/office/drawing/2014/main" id="{BB9FAB09-37CB-08B1-F690-3D09C0B07D21}"/>
                  </a:ext>
                </a:extLst>
              </p:cNvPr>
              <p:cNvSpPr/>
              <p:nvPr/>
            </p:nvSpPr>
            <p:spPr>
              <a:xfrm>
                <a:off x="1421039" y="3688264"/>
                <a:ext cx="20580" cy="2058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49" name="ellipse_2565">
                <a:extLst>
                  <a:ext uri="{FF2B5EF4-FFF2-40B4-BE49-F238E27FC236}">
                    <a16:creationId xmlns:a16="http://schemas.microsoft.com/office/drawing/2014/main" id="{007E50C1-DCB7-4106-A139-F5F340532AF8}"/>
                  </a:ext>
                </a:extLst>
              </p:cNvPr>
              <p:cNvSpPr/>
              <p:nvPr/>
            </p:nvSpPr>
            <p:spPr>
              <a:xfrm>
                <a:off x="1317547" y="3643031"/>
                <a:ext cx="24656" cy="246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0" name="ellipse_2566">
                <a:extLst>
                  <a:ext uri="{FF2B5EF4-FFF2-40B4-BE49-F238E27FC236}">
                    <a16:creationId xmlns:a16="http://schemas.microsoft.com/office/drawing/2014/main" id="{F821AC24-AA97-7151-D36D-167AB45E476D}"/>
                  </a:ext>
                </a:extLst>
              </p:cNvPr>
              <p:cNvSpPr/>
              <p:nvPr/>
            </p:nvSpPr>
            <p:spPr>
              <a:xfrm>
                <a:off x="1490146" y="3564893"/>
                <a:ext cx="23114" cy="231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1" name="ellipse_2567">
                <a:extLst>
                  <a:ext uri="{FF2B5EF4-FFF2-40B4-BE49-F238E27FC236}">
                    <a16:creationId xmlns:a16="http://schemas.microsoft.com/office/drawing/2014/main" id="{14DCD964-0AEB-D486-4DB4-AB2A4E56E82F}"/>
                  </a:ext>
                </a:extLst>
              </p:cNvPr>
              <p:cNvSpPr/>
              <p:nvPr/>
            </p:nvSpPr>
            <p:spPr>
              <a:xfrm>
                <a:off x="1318021" y="3588334"/>
                <a:ext cx="19866" cy="1986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2" name="ellipse_2568">
                <a:extLst>
                  <a:ext uri="{FF2B5EF4-FFF2-40B4-BE49-F238E27FC236}">
                    <a16:creationId xmlns:a16="http://schemas.microsoft.com/office/drawing/2014/main" id="{20EB1A75-F5A8-2A3D-0D0F-122CB2AEC2EF}"/>
                  </a:ext>
                </a:extLst>
              </p:cNvPr>
              <p:cNvSpPr/>
              <p:nvPr/>
            </p:nvSpPr>
            <p:spPr>
              <a:xfrm>
                <a:off x="1478242" y="3571021"/>
                <a:ext cx="21106" cy="2110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3" name="ellipse_2569">
                <a:extLst>
                  <a:ext uri="{FF2B5EF4-FFF2-40B4-BE49-F238E27FC236}">
                    <a16:creationId xmlns:a16="http://schemas.microsoft.com/office/drawing/2014/main" id="{754B837D-1845-6C6C-1F5E-F809D73EE589}"/>
                  </a:ext>
                </a:extLst>
              </p:cNvPr>
              <p:cNvSpPr/>
              <p:nvPr/>
            </p:nvSpPr>
            <p:spPr>
              <a:xfrm>
                <a:off x="1317612" y="3652314"/>
                <a:ext cx="17900" cy="179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4" name="ellipse_2570">
                <a:extLst>
                  <a:ext uri="{FF2B5EF4-FFF2-40B4-BE49-F238E27FC236}">
                    <a16:creationId xmlns:a16="http://schemas.microsoft.com/office/drawing/2014/main" id="{C324DF67-2F67-0B86-EF54-4990C5E3E8CD}"/>
                  </a:ext>
                </a:extLst>
              </p:cNvPr>
              <p:cNvSpPr/>
              <p:nvPr/>
            </p:nvSpPr>
            <p:spPr>
              <a:xfrm>
                <a:off x="1437620" y="3709822"/>
                <a:ext cx="15418" cy="154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5" name="ellipse_2571">
                <a:extLst>
                  <a:ext uri="{FF2B5EF4-FFF2-40B4-BE49-F238E27FC236}">
                    <a16:creationId xmlns:a16="http://schemas.microsoft.com/office/drawing/2014/main" id="{4C577383-0E75-CDBD-D89B-151A381E4BC6}"/>
                  </a:ext>
                </a:extLst>
              </p:cNvPr>
              <p:cNvSpPr/>
              <p:nvPr/>
            </p:nvSpPr>
            <p:spPr>
              <a:xfrm>
                <a:off x="1482151" y="3682518"/>
                <a:ext cx="16703" cy="1670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6" name="ellipse_2572">
                <a:extLst>
                  <a:ext uri="{FF2B5EF4-FFF2-40B4-BE49-F238E27FC236}">
                    <a16:creationId xmlns:a16="http://schemas.microsoft.com/office/drawing/2014/main" id="{5102E4EF-E168-7012-9066-AB4C25F91B59}"/>
                  </a:ext>
                </a:extLst>
              </p:cNvPr>
              <p:cNvSpPr/>
              <p:nvPr/>
            </p:nvSpPr>
            <p:spPr>
              <a:xfrm>
                <a:off x="1411116" y="3562784"/>
                <a:ext cx="21423" cy="2142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7" name="ellipse_2573">
                <a:extLst>
                  <a:ext uri="{FF2B5EF4-FFF2-40B4-BE49-F238E27FC236}">
                    <a16:creationId xmlns:a16="http://schemas.microsoft.com/office/drawing/2014/main" id="{508914C5-FC67-8369-67DC-39659E525E61}"/>
                  </a:ext>
                </a:extLst>
              </p:cNvPr>
              <p:cNvSpPr/>
              <p:nvPr/>
            </p:nvSpPr>
            <p:spPr>
              <a:xfrm>
                <a:off x="1454564" y="3537748"/>
                <a:ext cx="19763" cy="19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8" name="ellipse_2574">
                <a:extLst>
                  <a:ext uri="{FF2B5EF4-FFF2-40B4-BE49-F238E27FC236}">
                    <a16:creationId xmlns:a16="http://schemas.microsoft.com/office/drawing/2014/main" id="{5065479A-E91D-E737-708A-C448DB71915B}"/>
                  </a:ext>
                </a:extLst>
              </p:cNvPr>
              <p:cNvSpPr/>
              <p:nvPr/>
            </p:nvSpPr>
            <p:spPr>
              <a:xfrm>
                <a:off x="1516785" y="3654731"/>
                <a:ext cx="21578" cy="2157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59" name="ellipse_2575">
                <a:extLst>
                  <a:ext uri="{FF2B5EF4-FFF2-40B4-BE49-F238E27FC236}">
                    <a16:creationId xmlns:a16="http://schemas.microsoft.com/office/drawing/2014/main" id="{C76FBF98-0935-B95C-3D90-C81E07BAEDED}"/>
                  </a:ext>
                </a:extLst>
              </p:cNvPr>
              <p:cNvSpPr/>
              <p:nvPr/>
            </p:nvSpPr>
            <p:spPr>
              <a:xfrm>
                <a:off x="1410634" y="3697683"/>
                <a:ext cx="24162" cy="241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0" name="ellipse_2576">
                <a:extLst>
                  <a:ext uri="{FF2B5EF4-FFF2-40B4-BE49-F238E27FC236}">
                    <a16:creationId xmlns:a16="http://schemas.microsoft.com/office/drawing/2014/main" id="{DDC02891-3416-0787-F1A8-CE1AB68BF839}"/>
                  </a:ext>
                </a:extLst>
              </p:cNvPr>
              <p:cNvSpPr/>
              <p:nvPr/>
            </p:nvSpPr>
            <p:spPr>
              <a:xfrm>
                <a:off x="1425946" y="3562304"/>
                <a:ext cx="17525" cy="17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1" name="ellipse_2577">
                <a:extLst>
                  <a:ext uri="{FF2B5EF4-FFF2-40B4-BE49-F238E27FC236}">
                    <a16:creationId xmlns:a16="http://schemas.microsoft.com/office/drawing/2014/main" id="{2949A6B9-455F-0D1B-CCD9-6E801E59B2EE}"/>
                  </a:ext>
                </a:extLst>
              </p:cNvPr>
              <p:cNvSpPr/>
              <p:nvPr/>
            </p:nvSpPr>
            <p:spPr>
              <a:xfrm>
                <a:off x="1355269" y="3594031"/>
                <a:ext cx="21133" cy="21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2" name="ellipse_2578">
                <a:extLst>
                  <a:ext uri="{FF2B5EF4-FFF2-40B4-BE49-F238E27FC236}">
                    <a16:creationId xmlns:a16="http://schemas.microsoft.com/office/drawing/2014/main" id="{D88F38A9-350B-BBC9-9E19-2BDDEDC858EA}"/>
                  </a:ext>
                </a:extLst>
              </p:cNvPr>
              <p:cNvSpPr/>
              <p:nvPr/>
            </p:nvSpPr>
            <p:spPr>
              <a:xfrm>
                <a:off x="1506719" y="3690770"/>
                <a:ext cx="17358" cy="1735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3" name="ellipse_2579">
                <a:extLst>
                  <a:ext uri="{FF2B5EF4-FFF2-40B4-BE49-F238E27FC236}">
                    <a16:creationId xmlns:a16="http://schemas.microsoft.com/office/drawing/2014/main" id="{7F617450-0490-C192-3617-99620FC52AA6}"/>
                  </a:ext>
                </a:extLst>
              </p:cNvPr>
              <p:cNvSpPr/>
              <p:nvPr/>
            </p:nvSpPr>
            <p:spPr>
              <a:xfrm>
                <a:off x="1349195" y="3647004"/>
                <a:ext cx="22300" cy="2230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4" name="ellipse_2580">
                <a:extLst>
                  <a:ext uri="{FF2B5EF4-FFF2-40B4-BE49-F238E27FC236}">
                    <a16:creationId xmlns:a16="http://schemas.microsoft.com/office/drawing/2014/main" id="{885F72BD-11CF-85F5-E689-28A5BD947C68}"/>
                  </a:ext>
                </a:extLst>
              </p:cNvPr>
              <p:cNvSpPr/>
              <p:nvPr/>
            </p:nvSpPr>
            <p:spPr>
              <a:xfrm>
                <a:off x="1577404" y="3601425"/>
                <a:ext cx="20206" cy="202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5" name="ellipse_2581">
                <a:extLst>
                  <a:ext uri="{FF2B5EF4-FFF2-40B4-BE49-F238E27FC236}">
                    <a16:creationId xmlns:a16="http://schemas.microsoft.com/office/drawing/2014/main" id="{064FE336-CB35-4F5D-E790-5120820F0EC4}"/>
                  </a:ext>
                </a:extLst>
              </p:cNvPr>
              <p:cNvSpPr/>
              <p:nvPr/>
            </p:nvSpPr>
            <p:spPr>
              <a:xfrm>
                <a:off x="1509076" y="3554975"/>
                <a:ext cx="15762" cy="15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6" name="ellipse_2582">
                <a:extLst>
                  <a:ext uri="{FF2B5EF4-FFF2-40B4-BE49-F238E27FC236}">
                    <a16:creationId xmlns:a16="http://schemas.microsoft.com/office/drawing/2014/main" id="{50C78ED0-6C33-D06C-BE6E-AF920610ED09}"/>
                  </a:ext>
                </a:extLst>
              </p:cNvPr>
              <p:cNvSpPr/>
              <p:nvPr/>
            </p:nvSpPr>
            <p:spPr>
              <a:xfrm>
                <a:off x="1462460" y="3706007"/>
                <a:ext cx="22750" cy="227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7" name="ellipse_2583">
                <a:extLst>
                  <a:ext uri="{FF2B5EF4-FFF2-40B4-BE49-F238E27FC236}">
                    <a16:creationId xmlns:a16="http://schemas.microsoft.com/office/drawing/2014/main" id="{3AE79113-50C5-24D8-6DC9-F088EAF979B9}"/>
                  </a:ext>
                </a:extLst>
              </p:cNvPr>
              <p:cNvSpPr/>
              <p:nvPr/>
            </p:nvSpPr>
            <p:spPr>
              <a:xfrm>
                <a:off x="1439477" y="3526920"/>
                <a:ext cx="21290" cy="2129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8" name="ellipse_2584">
                <a:extLst>
                  <a:ext uri="{FF2B5EF4-FFF2-40B4-BE49-F238E27FC236}">
                    <a16:creationId xmlns:a16="http://schemas.microsoft.com/office/drawing/2014/main" id="{6126C327-060F-90BA-B70D-CC8A6F775F90}"/>
                  </a:ext>
                </a:extLst>
              </p:cNvPr>
              <p:cNvSpPr/>
              <p:nvPr/>
            </p:nvSpPr>
            <p:spPr>
              <a:xfrm>
                <a:off x="1310268" y="3672453"/>
                <a:ext cx="21000" cy="210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69" name="ellipse_2585">
                <a:extLst>
                  <a:ext uri="{FF2B5EF4-FFF2-40B4-BE49-F238E27FC236}">
                    <a16:creationId xmlns:a16="http://schemas.microsoft.com/office/drawing/2014/main" id="{CCE1E7B1-7A86-B8A4-079C-5E97975F9506}"/>
                  </a:ext>
                </a:extLst>
              </p:cNvPr>
              <p:cNvSpPr/>
              <p:nvPr/>
            </p:nvSpPr>
            <p:spPr>
              <a:xfrm>
                <a:off x="1552938" y="3621802"/>
                <a:ext cx="15605" cy="1560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0" name="ellipse_2586">
                <a:extLst>
                  <a:ext uri="{FF2B5EF4-FFF2-40B4-BE49-F238E27FC236}">
                    <a16:creationId xmlns:a16="http://schemas.microsoft.com/office/drawing/2014/main" id="{58A54C3A-0297-BE20-BF99-865A0D745127}"/>
                  </a:ext>
                </a:extLst>
              </p:cNvPr>
              <p:cNvSpPr/>
              <p:nvPr/>
            </p:nvSpPr>
            <p:spPr>
              <a:xfrm>
                <a:off x="1558418" y="3676011"/>
                <a:ext cx="22184" cy="221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1" name="ellipse_2587">
                <a:extLst>
                  <a:ext uri="{FF2B5EF4-FFF2-40B4-BE49-F238E27FC236}">
                    <a16:creationId xmlns:a16="http://schemas.microsoft.com/office/drawing/2014/main" id="{18407E9C-F7D7-3EDE-19E9-8F76EFCCEA79}"/>
                  </a:ext>
                </a:extLst>
              </p:cNvPr>
              <p:cNvSpPr/>
              <p:nvPr/>
            </p:nvSpPr>
            <p:spPr>
              <a:xfrm>
                <a:off x="1456866" y="3525328"/>
                <a:ext cx="23606" cy="23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2" name="ellipse_2588">
                <a:extLst>
                  <a:ext uri="{FF2B5EF4-FFF2-40B4-BE49-F238E27FC236}">
                    <a16:creationId xmlns:a16="http://schemas.microsoft.com/office/drawing/2014/main" id="{410F8829-6FEF-DBAB-C44F-9F0D77A00D23}"/>
                  </a:ext>
                </a:extLst>
              </p:cNvPr>
              <p:cNvSpPr/>
              <p:nvPr/>
            </p:nvSpPr>
            <p:spPr>
              <a:xfrm>
                <a:off x="1364561" y="3569140"/>
                <a:ext cx="22851" cy="2285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3" name="ellipse_2589">
                <a:extLst>
                  <a:ext uri="{FF2B5EF4-FFF2-40B4-BE49-F238E27FC236}">
                    <a16:creationId xmlns:a16="http://schemas.microsoft.com/office/drawing/2014/main" id="{85744CA8-D51B-DC10-E4EC-8DD0EC23DC84}"/>
                  </a:ext>
                </a:extLst>
              </p:cNvPr>
              <p:cNvSpPr/>
              <p:nvPr/>
            </p:nvSpPr>
            <p:spPr>
              <a:xfrm>
                <a:off x="1539847" y="3619786"/>
                <a:ext cx="18619" cy="186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4" name="ellipse_2590">
                <a:extLst>
                  <a:ext uri="{FF2B5EF4-FFF2-40B4-BE49-F238E27FC236}">
                    <a16:creationId xmlns:a16="http://schemas.microsoft.com/office/drawing/2014/main" id="{95C2B63B-1B23-A60C-773F-BC2DA31201C5}"/>
                  </a:ext>
                </a:extLst>
              </p:cNvPr>
              <p:cNvSpPr/>
              <p:nvPr/>
            </p:nvSpPr>
            <p:spPr>
              <a:xfrm>
                <a:off x="1298635" y="3654692"/>
                <a:ext cx="18927" cy="189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5" name="ellipse_2591">
                <a:extLst>
                  <a:ext uri="{FF2B5EF4-FFF2-40B4-BE49-F238E27FC236}">
                    <a16:creationId xmlns:a16="http://schemas.microsoft.com/office/drawing/2014/main" id="{4320C766-1F15-05A4-FAF1-83ACABDA0A30}"/>
                  </a:ext>
                </a:extLst>
              </p:cNvPr>
              <p:cNvSpPr/>
              <p:nvPr/>
            </p:nvSpPr>
            <p:spPr>
              <a:xfrm>
                <a:off x="1319712" y="3686409"/>
                <a:ext cx="23715" cy="237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6" name="ellipse_2592">
                <a:extLst>
                  <a:ext uri="{FF2B5EF4-FFF2-40B4-BE49-F238E27FC236}">
                    <a16:creationId xmlns:a16="http://schemas.microsoft.com/office/drawing/2014/main" id="{B3F9F72E-A854-C7B8-A12A-73FCC83E2B1B}"/>
                  </a:ext>
                </a:extLst>
              </p:cNvPr>
              <p:cNvSpPr/>
              <p:nvPr/>
            </p:nvSpPr>
            <p:spPr>
              <a:xfrm>
                <a:off x="1501588" y="3562901"/>
                <a:ext cx="22327" cy="2232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7" name="ellipse_2593">
                <a:extLst>
                  <a:ext uri="{FF2B5EF4-FFF2-40B4-BE49-F238E27FC236}">
                    <a16:creationId xmlns:a16="http://schemas.microsoft.com/office/drawing/2014/main" id="{46DB1900-8DAA-6D56-C7AA-EE052F9430E4}"/>
                  </a:ext>
                </a:extLst>
              </p:cNvPr>
              <p:cNvSpPr/>
              <p:nvPr/>
            </p:nvSpPr>
            <p:spPr>
              <a:xfrm>
                <a:off x="1466525" y="3529327"/>
                <a:ext cx="15101" cy="1510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8" name="ellipse_2594">
                <a:extLst>
                  <a:ext uri="{FF2B5EF4-FFF2-40B4-BE49-F238E27FC236}">
                    <a16:creationId xmlns:a16="http://schemas.microsoft.com/office/drawing/2014/main" id="{ACD248C3-0CAA-7D10-6220-3348CED24B21}"/>
                  </a:ext>
                </a:extLst>
              </p:cNvPr>
              <p:cNvSpPr/>
              <p:nvPr/>
            </p:nvSpPr>
            <p:spPr>
              <a:xfrm>
                <a:off x="1333290" y="3551629"/>
                <a:ext cx="21303" cy="2130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79" name="ellipse_2595">
                <a:extLst>
                  <a:ext uri="{FF2B5EF4-FFF2-40B4-BE49-F238E27FC236}">
                    <a16:creationId xmlns:a16="http://schemas.microsoft.com/office/drawing/2014/main" id="{460E05BA-EA6C-23F4-7A83-8BAA7476A969}"/>
                  </a:ext>
                </a:extLst>
              </p:cNvPr>
              <p:cNvSpPr/>
              <p:nvPr/>
            </p:nvSpPr>
            <p:spPr>
              <a:xfrm>
                <a:off x="1339812" y="3618696"/>
                <a:ext cx="23994" cy="2399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0" name="ellipse_2596">
                <a:extLst>
                  <a:ext uri="{FF2B5EF4-FFF2-40B4-BE49-F238E27FC236}">
                    <a16:creationId xmlns:a16="http://schemas.microsoft.com/office/drawing/2014/main" id="{A40A8162-3BE0-BF87-BC08-362AE911A451}"/>
                  </a:ext>
                </a:extLst>
              </p:cNvPr>
              <p:cNvSpPr/>
              <p:nvPr/>
            </p:nvSpPr>
            <p:spPr>
              <a:xfrm>
                <a:off x="1322053" y="3616233"/>
                <a:ext cx="19417" cy="1941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1" name="ellipse_2597">
                <a:extLst>
                  <a:ext uri="{FF2B5EF4-FFF2-40B4-BE49-F238E27FC236}">
                    <a16:creationId xmlns:a16="http://schemas.microsoft.com/office/drawing/2014/main" id="{90B38FB8-27CF-A538-49E7-F26802678DF6}"/>
                  </a:ext>
                </a:extLst>
              </p:cNvPr>
              <p:cNvSpPr/>
              <p:nvPr/>
            </p:nvSpPr>
            <p:spPr>
              <a:xfrm>
                <a:off x="1442627" y="3702519"/>
                <a:ext cx="16815" cy="168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2" name="ellipse_2598">
                <a:extLst>
                  <a:ext uri="{FF2B5EF4-FFF2-40B4-BE49-F238E27FC236}">
                    <a16:creationId xmlns:a16="http://schemas.microsoft.com/office/drawing/2014/main" id="{20158C28-3FBC-D7A2-213D-7E385F345E2F}"/>
                  </a:ext>
                </a:extLst>
              </p:cNvPr>
              <p:cNvSpPr/>
              <p:nvPr/>
            </p:nvSpPr>
            <p:spPr>
              <a:xfrm>
                <a:off x="1359926" y="3695336"/>
                <a:ext cx="19088" cy="190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3" name="ellipse_2599">
                <a:extLst>
                  <a:ext uri="{FF2B5EF4-FFF2-40B4-BE49-F238E27FC236}">
                    <a16:creationId xmlns:a16="http://schemas.microsoft.com/office/drawing/2014/main" id="{8BA565CD-B1D1-BED8-C8ED-9201E06A6015}"/>
                  </a:ext>
                </a:extLst>
              </p:cNvPr>
              <p:cNvSpPr/>
              <p:nvPr/>
            </p:nvSpPr>
            <p:spPr>
              <a:xfrm>
                <a:off x="1316114" y="3579850"/>
                <a:ext cx="19778" cy="1977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4" name="ellipse_2600">
                <a:extLst>
                  <a:ext uri="{FF2B5EF4-FFF2-40B4-BE49-F238E27FC236}">
                    <a16:creationId xmlns:a16="http://schemas.microsoft.com/office/drawing/2014/main" id="{DB64E33A-99D4-0ADB-DE21-FC899E3E2EBD}"/>
                  </a:ext>
                </a:extLst>
              </p:cNvPr>
              <p:cNvSpPr/>
              <p:nvPr/>
            </p:nvSpPr>
            <p:spPr>
              <a:xfrm>
                <a:off x="1434798" y="3553542"/>
                <a:ext cx="17285" cy="172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5" name="ellipse_2601">
                <a:extLst>
                  <a:ext uri="{FF2B5EF4-FFF2-40B4-BE49-F238E27FC236}">
                    <a16:creationId xmlns:a16="http://schemas.microsoft.com/office/drawing/2014/main" id="{FD327BF5-F8EE-E9B6-7CFE-B818D9ADF745}"/>
                  </a:ext>
                </a:extLst>
              </p:cNvPr>
              <p:cNvSpPr/>
              <p:nvPr/>
            </p:nvSpPr>
            <p:spPr>
              <a:xfrm>
                <a:off x="1494855" y="3573622"/>
                <a:ext cx="23632" cy="236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386" name="Feature vector">
              <a:extLst>
                <a:ext uri="{FF2B5EF4-FFF2-40B4-BE49-F238E27FC236}">
                  <a16:creationId xmlns:a16="http://schemas.microsoft.com/office/drawing/2014/main" id="{7D23C273-CDD8-84BD-E756-E860D0353FD5}"/>
                </a:ext>
              </a:extLst>
            </p:cNvPr>
            <p:cNvGrpSpPr/>
            <p:nvPr/>
          </p:nvGrpSpPr>
          <p:grpSpPr>
            <a:xfrm>
              <a:off x="2335947" y="2728473"/>
              <a:ext cx="190058" cy="26564"/>
              <a:chOff x="1274580" y="3787605"/>
              <a:chExt cx="338355" cy="49275"/>
            </a:xfrm>
          </p:grpSpPr>
          <p:sp>
            <p:nvSpPr>
              <p:cNvPr id="387" name="feature_1">
                <a:extLst>
                  <a:ext uri="{FF2B5EF4-FFF2-40B4-BE49-F238E27FC236}">
                    <a16:creationId xmlns:a16="http://schemas.microsoft.com/office/drawing/2014/main" id="{EC382B06-B28B-0AB2-4725-43A54F2C15B6}"/>
                  </a:ext>
                </a:extLst>
              </p:cNvPr>
              <p:cNvSpPr/>
              <p:nvPr/>
            </p:nvSpPr>
            <p:spPr>
              <a:xfrm>
                <a:off x="1274580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8" name="feature_2">
                <a:extLst>
                  <a:ext uri="{FF2B5EF4-FFF2-40B4-BE49-F238E27FC236}">
                    <a16:creationId xmlns:a16="http://schemas.microsoft.com/office/drawing/2014/main" id="{128E7607-C89C-8AE6-70D8-124F0C907FE5}"/>
                  </a:ext>
                </a:extLst>
              </p:cNvPr>
              <p:cNvSpPr/>
              <p:nvPr/>
            </p:nvSpPr>
            <p:spPr>
              <a:xfrm>
                <a:off x="1323386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89" name="feature_3">
                <a:extLst>
                  <a:ext uri="{FF2B5EF4-FFF2-40B4-BE49-F238E27FC236}">
                    <a16:creationId xmlns:a16="http://schemas.microsoft.com/office/drawing/2014/main" id="{2A5B5007-13E6-E72F-52C6-386ACF38D1DA}"/>
                  </a:ext>
                </a:extLst>
              </p:cNvPr>
              <p:cNvSpPr/>
              <p:nvPr/>
            </p:nvSpPr>
            <p:spPr>
              <a:xfrm>
                <a:off x="1372191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0" name="feature_4">
                <a:extLst>
                  <a:ext uri="{FF2B5EF4-FFF2-40B4-BE49-F238E27FC236}">
                    <a16:creationId xmlns:a16="http://schemas.microsoft.com/office/drawing/2014/main" id="{1948AEA7-89A9-1115-45B0-5D84B76182D6}"/>
                  </a:ext>
                </a:extLst>
              </p:cNvPr>
              <p:cNvSpPr/>
              <p:nvPr/>
            </p:nvSpPr>
            <p:spPr>
              <a:xfrm>
                <a:off x="1420997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1" name="feature_5">
                <a:extLst>
                  <a:ext uri="{FF2B5EF4-FFF2-40B4-BE49-F238E27FC236}">
                    <a16:creationId xmlns:a16="http://schemas.microsoft.com/office/drawing/2014/main" id="{04104FBC-11A7-297D-AE01-AAA00A244540}"/>
                  </a:ext>
                </a:extLst>
              </p:cNvPr>
              <p:cNvSpPr/>
              <p:nvPr/>
            </p:nvSpPr>
            <p:spPr>
              <a:xfrm>
                <a:off x="1469803" y="3787605"/>
                <a:ext cx="45521" cy="49275"/>
              </a:xfrm>
              <a:prstGeom prst="rect">
                <a:avLst/>
              </a:prstGeom>
              <a:solidFill>
                <a:srgbClr val="B9DBD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2" name="feature_6">
                <a:extLst>
                  <a:ext uri="{FF2B5EF4-FFF2-40B4-BE49-F238E27FC236}">
                    <a16:creationId xmlns:a16="http://schemas.microsoft.com/office/drawing/2014/main" id="{36A6A1C4-4E08-985E-0F3C-F5C242D1798B}"/>
                  </a:ext>
                </a:extLst>
              </p:cNvPr>
              <p:cNvSpPr/>
              <p:nvPr/>
            </p:nvSpPr>
            <p:spPr>
              <a:xfrm>
                <a:off x="1518609" y="3787605"/>
                <a:ext cx="45521" cy="49275"/>
              </a:xfrm>
              <a:prstGeom prst="rect">
                <a:avLst/>
              </a:prstGeom>
              <a:solidFill>
                <a:srgbClr val="4EAA9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3" name="feature_7">
                <a:extLst>
                  <a:ext uri="{FF2B5EF4-FFF2-40B4-BE49-F238E27FC236}">
                    <a16:creationId xmlns:a16="http://schemas.microsoft.com/office/drawing/2014/main" id="{25A70172-50B4-B255-CCD5-062D2CA13F9F}"/>
                  </a:ext>
                </a:extLst>
              </p:cNvPr>
              <p:cNvSpPr/>
              <p:nvPr/>
            </p:nvSpPr>
            <p:spPr>
              <a:xfrm>
                <a:off x="1567414" y="3787605"/>
                <a:ext cx="45521" cy="49275"/>
              </a:xfrm>
              <a:prstGeom prst="rect">
                <a:avLst/>
              </a:prstGeom>
              <a:solidFill>
                <a:srgbClr val="90C4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394" name="Candidate blob | editable contour">
              <a:extLst>
                <a:ext uri="{FF2B5EF4-FFF2-40B4-BE49-F238E27FC236}">
                  <a16:creationId xmlns:a16="http://schemas.microsoft.com/office/drawing/2014/main" id="{D4133630-6457-1A92-8F3C-A382376AE168}"/>
                </a:ext>
              </a:extLst>
            </p:cNvPr>
            <p:cNvSpPr/>
            <p:nvPr/>
          </p:nvSpPr>
          <p:spPr>
            <a:xfrm>
              <a:off x="2697084" y="2595654"/>
              <a:ext cx="155316" cy="100125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1502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395" name="ellipse_2612">
              <a:extLst>
                <a:ext uri="{FF2B5EF4-FFF2-40B4-BE49-F238E27FC236}">
                  <a16:creationId xmlns:a16="http://schemas.microsoft.com/office/drawing/2014/main" id="{3F872C11-AB73-B0BA-C9CB-0DE746E05FFE}"/>
                </a:ext>
              </a:extLst>
            </p:cNvPr>
            <p:cNvSpPr/>
            <p:nvPr/>
          </p:nvSpPr>
          <p:spPr>
            <a:xfrm>
              <a:off x="2726281" y="2603827"/>
              <a:ext cx="81745" cy="3473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502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grpSp>
          <p:nvGrpSpPr>
            <p:cNvPr id="396" name="Pseudo-atom sampling points; no chemical bonds">
              <a:extLst>
                <a:ext uri="{FF2B5EF4-FFF2-40B4-BE49-F238E27FC236}">
                  <a16:creationId xmlns:a16="http://schemas.microsoft.com/office/drawing/2014/main" id="{5A1DFE96-A8C7-AD86-6D6A-1913B3422C89}"/>
                </a:ext>
              </a:extLst>
            </p:cNvPr>
            <p:cNvGrpSpPr/>
            <p:nvPr/>
          </p:nvGrpSpPr>
          <p:grpSpPr>
            <a:xfrm>
              <a:off x="2982859" y="2593611"/>
              <a:ext cx="132836" cy="100125"/>
              <a:chOff x="2356083" y="3581646"/>
              <a:chExt cx="132815" cy="121377"/>
            </a:xfrm>
          </p:grpSpPr>
          <p:sp>
            <p:nvSpPr>
              <p:cNvPr id="397" name="Pseudo atom | small solid diamond">
                <a:extLst>
                  <a:ext uri="{FF2B5EF4-FFF2-40B4-BE49-F238E27FC236}">
                    <a16:creationId xmlns:a16="http://schemas.microsoft.com/office/drawing/2014/main" id="{7D201F4A-9E65-793A-D032-8276D5F80DBB}"/>
                  </a:ext>
                </a:extLst>
              </p:cNvPr>
              <p:cNvSpPr/>
              <p:nvPr/>
            </p:nvSpPr>
            <p:spPr>
              <a:xfrm>
                <a:off x="2470337" y="365792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8" name="Pseudo atom | small solid diamond">
                <a:extLst>
                  <a:ext uri="{FF2B5EF4-FFF2-40B4-BE49-F238E27FC236}">
                    <a16:creationId xmlns:a16="http://schemas.microsoft.com/office/drawing/2014/main" id="{CC7F86F5-EE3C-A3E5-856F-3CAC3E0A67D3}"/>
                  </a:ext>
                </a:extLst>
              </p:cNvPr>
              <p:cNvSpPr/>
              <p:nvPr/>
            </p:nvSpPr>
            <p:spPr>
              <a:xfrm>
                <a:off x="2367832" y="358164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399" name="Pseudo atom | small solid diamond">
                <a:extLst>
                  <a:ext uri="{FF2B5EF4-FFF2-40B4-BE49-F238E27FC236}">
                    <a16:creationId xmlns:a16="http://schemas.microsoft.com/office/drawing/2014/main" id="{38EF4C65-C290-52C0-447A-923E11938EB3}"/>
                  </a:ext>
                </a:extLst>
              </p:cNvPr>
              <p:cNvSpPr/>
              <p:nvPr/>
            </p:nvSpPr>
            <p:spPr>
              <a:xfrm>
                <a:off x="2462977" y="3688569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0" name="Pseudo atom | small solid diamond">
                <a:extLst>
                  <a:ext uri="{FF2B5EF4-FFF2-40B4-BE49-F238E27FC236}">
                    <a16:creationId xmlns:a16="http://schemas.microsoft.com/office/drawing/2014/main" id="{225D7F66-5C9F-7DBA-C241-59A79A43F2C9}"/>
                  </a:ext>
                </a:extLst>
              </p:cNvPr>
              <p:cNvSpPr/>
              <p:nvPr/>
            </p:nvSpPr>
            <p:spPr>
              <a:xfrm>
                <a:off x="2381094" y="3596723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1" name="Pseudo atom | small solid diamond">
                <a:extLst>
                  <a:ext uri="{FF2B5EF4-FFF2-40B4-BE49-F238E27FC236}">
                    <a16:creationId xmlns:a16="http://schemas.microsoft.com/office/drawing/2014/main" id="{7AB75D92-E75C-CD76-34AB-CF527A0CAEEF}"/>
                  </a:ext>
                </a:extLst>
              </p:cNvPr>
              <p:cNvSpPr/>
              <p:nvPr/>
            </p:nvSpPr>
            <p:spPr>
              <a:xfrm>
                <a:off x="2474444" y="3633245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2" name="Pseudo atom | small solid diamond">
                <a:extLst>
                  <a:ext uri="{FF2B5EF4-FFF2-40B4-BE49-F238E27FC236}">
                    <a16:creationId xmlns:a16="http://schemas.microsoft.com/office/drawing/2014/main" id="{30F8F9F2-23EA-EAE3-240E-840DEE71BD54}"/>
                  </a:ext>
                </a:extLst>
              </p:cNvPr>
              <p:cNvSpPr/>
              <p:nvPr/>
            </p:nvSpPr>
            <p:spPr>
              <a:xfrm>
                <a:off x="2419798" y="3615676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3" name="Pseudo atom | small solid diamond">
                <a:extLst>
                  <a:ext uri="{FF2B5EF4-FFF2-40B4-BE49-F238E27FC236}">
                    <a16:creationId xmlns:a16="http://schemas.microsoft.com/office/drawing/2014/main" id="{C001A4AB-55AC-7E19-8417-1673B1CCD688}"/>
                  </a:ext>
                </a:extLst>
              </p:cNvPr>
              <p:cNvSpPr/>
              <p:nvPr/>
            </p:nvSpPr>
            <p:spPr>
              <a:xfrm>
                <a:off x="2356083" y="363092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4" name="Pseudo atom | small solid diamond">
                <a:extLst>
                  <a:ext uri="{FF2B5EF4-FFF2-40B4-BE49-F238E27FC236}">
                    <a16:creationId xmlns:a16="http://schemas.microsoft.com/office/drawing/2014/main" id="{FE196410-CC33-81BF-EB84-F075E0A6EF25}"/>
                  </a:ext>
                </a:extLst>
              </p:cNvPr>
              <p:cNvSpPr/>
              <p:nvPr/>
            </p:nvSpPr>
            <p:spPr>
              <a:xfrm>
                <a:off x="2399168" y="3621448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5" name="Pseudo atom | small solid diamond">
                <a:extLst>
                  <a:ext uri="{FF2B5EF4-FFF2-40B4-BE49-F238E27FC236}">
                    <a16:creationId xmlns:a16="http://schemas.microsoft.com/office/drawing/2014/main" id="{EFE8C116-2B94-FCCB-F944-D9BFD58C3872}"/>
                  </a:ext>
                </a:extLst>
              </p:cNvPr>
              <p:cNvSpPr/>
              <p:nvPr/>
            </p:nvSpPr>
            <p:spPr>
              <a:xfrm>
                <a:off x="2442478" y="3664017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6" name="Pseudo atom | small solid diamond">
                <a:extLst>
                  <a:ext uri="{FF2B5EF4-FFF2-40B4-BE49-F238E27FC236}">
                    <a16:creationId xmlns:a16="http://schemas.microsoft.com/office/drawing/2014/main" id="{63DA1393-B1D1-AEA4-3854-012BC1C76FCA}"/>
                  </a:ext>
                </a:extLst>
              </p:cNvPr>
              <p:cNvSpPr/>
              <p:nvPr/>
            </p:nvSpPr>
            <p:spPr>
              <a:xfrm>
                <a:off x="2457792" y="3672561"/>
                <a:ext cx="14454" cy="14454"/>
              </a:xfrm>
              <a:custGeom>
                <a:avLst/>
                <a:gdLst/>
                <a:ahLst/>
                <a:cxnLst/>
                <a:rect l="0" t="0" r="w" b="h"/>
                <a:pathLst>
                  <a:path w="14454" h="14454" extrusionOk="0">
                    <a:moveTo>
                      <a:pt x="7227" y="0"/>
                    </a:moveTo>
                    <a:lnTo>
                      <a:pt x="14454" y="7227"/>
                    </a:lnTo>
                    <a:lnTo>
                      <a:pt x="7227" y="14454"/>
                    </a:lnTo>
                    <a:lnTo>
                      <a:pt x="0" y="7227"/>
                    </a:lnTo>
                    <a:close/>
                  </a:path>
                </a:pathLst>
              </a:custGeom>
              <a:solidFill>
                <a:srgbClr val="D6800B"/>
              </a:solidFill>
              <a:ln w="976" cap="rnd" cmpd="sng" algn="ctr">
                <a:solidFill>
                  <a:srgbClr val="AE6104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07" name="Candidate representation h_j">
              <a:extLst>
                <a:ext uri="{FF2B5EF4-FFF2-40B4-BE49-F238E27FC236}">
                  <a16:creationId xmlns:a16="http://schemas.microsoft.com/office/drawing/2014/main" id="{4FC49635-CD7E-E7EC-5FAF-23825DFF0A67}"/>
                </a:ext>
              </a:extLst>
            </p:cNvPr>
            <p:cNvGrpSpPr/>
            <p:nvPr/>
          </p:nvGrpSpPr>
          <p:grpSpPr>
            <a:xfrm>
              <a:off x="3212665" y="3366003"/>
              <a:ext cx="269760" cy="51084"/>
              <a:chOff x="2641140" y="4746825"/>
              <a:chExt cx="397485" cy="72270"/>
            </a:xfrm>
          </p:grpSpPr>
          <p:sp>
            <p:nvSpPr>
              <p:cNvPr id="408" name="feature_1">
                <a:extLst>
                  <a:ext uri="{FF2B5EF4-FFF2-40B4-BE49-F238E27FC236}">
                    <a16:creationId xmlns:a16="http://schemas.microsoft.com/office/drawing/2014/main" id="{98C3172D-D5D5-072E-B62C-0D1B38DDFFA9}"/>
                  </a:ext>
                </a:extLst>
              </p:cNvPr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09" name="feature_2">
                <a:extLst>
                  <a:ext uri="{FF2B5EF4-FFF2-40B4-BE49-F238E27FC236}">
                    <a16:creationId xmlns:a16="http://schemas.microsoft.com/office/drawing/2014/main" id="{FEE9123E-01B4-6D22-0669-0616E6B3C95E}"/>
                  </a:ext>
                </a:extLst>
              </p:cNvPr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0" name="feature_3">
                <a:extLst>
                  <a:ext uri="{FF2B5EF4-FFF2-40B4-BE49-F238E27FC236}">
                    <a16:creationId xmlns:a16="http://schemas.microsoft.com/office/drawing/2014/main" id="{8A669B8B-F887-C77B-D369-93ACFBC6CF34}"/>
                  </a:ext>
                </a:extLst>
              </p:cNvPr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1" name="feature_4">
                <a:extLst>
                  <a:ext uri="{FF2B5EF4-FFF2-40B4-BE49-F238E27FC236}">
                    <a16:creationId xmlns:a16="http://schemas.microsoft.com/office/drawing/2014/main" id="{F911A19E-CDAA-597D-7450-14C9F9D9B77B}"/>
                  </a:ext>
                </a:extLst>
              </p:cNvPr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2" name="feature_5">
                <a:extLst>
                  <a:ext uri="{FF2B5EF4-FFF2-40B4-BE49-F238E27FC236}">
                    <a16:creationId xmlns:a16="http://schemas.microsoft.com/office/drawing/2014/main" id="{803B2D6D-BDB6-4236-CD21-501ADD6BCCC9}"/>
                  </a:ext>
                </a:extLst>
              </p:cNvPr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3" name="feature_6">
                <a:extLst>
                  <a:ext uri="{FF2B5EF4-FFF2-40B4-BE49-F238E27FC236}">
                    <a16:creationId xmlns:a16="http://schemas.microsoft.com/office/drawing/2014/main" id="{E75A176D-38DB-153A-227A-7A66D758D675}"/>
                  </a:ext>
                </a:extLst>
              </p:cNvPr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14" name="feature_7">
                <a:extLst>
                  <a:ext uri="{FF2B5EF4-FFF2-40B4-BE49-F238E27FC236}">
                    <a16:creationId xmlns:a16="http://schemas.microsoft.com/office/drawing/2014/main" id="{167A841C-7CBF-81E7-092C-F8EAAC5D53AD}"/>
                  </a:ext>
                </a:extLst>
              </p:cNvPr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15" name="Own molecular graph | preserved original">
              <a:extLst>
                <a:ext uri="{FF2B5EF4-FFF2-40B4-BE49-F238E27FC236}">
                  <a16:creationId xmlns:a16="http://schemas.microsoft.com/office/drawing/2014/main" id="{42CBFBDB-49D3-918E-5441-3206387548EB}"/>
                </a:ext>
              </a:extLst>
            </p:cNvPr>
            <p:cNvGrpSpPr/>
            <p:nvPr/>
          </p:nvGrpSpPr>
          <p:grpSpPr>
            <a:xfrm>
              <a:off x="3727661" y="2491442"/>
              <a:ext cx="181883" cy="124645"/>
              <a:chOff x="2933657" y="2962431"/>
              <a:chExt cx="311024" cy="187573"/>
            </a:xfrm>
          </p:grpSpPr>
          <p:cxnSp>
            <p:nvCxnSpPr>
              <p:cNvPr id="416" name="path_2698">
                <a:extLst>
                  <a:ext uri="{FF2B5EF4-FFF2-40B4-BE49-F238E27FC236}">
                    <a16:creationId xmlns:a16="http://schemas.microsoft.com/office/drawing/2014/main" id="{58B6D982-F8B2-9F23-024F-D89811E7C149}"/>
                  </a:ext>
                </a:extLst>
              </p:cNvPr>
              <p:cNvCxnSpPr/>
              <p:nvPr/>
            </p:nvCxnSpPr>
            <p:spPr>
              <a:xfrm flipV="1">
                <a:off x="2948439" y="2977214"/>
                <a:ext cx="63663" cy="70463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7" name="path_2699">
                <a:extLst>
                  <a:ext uri="{FF2B5EF4-FFF2-40B4-BE49-F238E27FC236}">
                    <a16:creationId xmlns:a16="http://schemas.microsoft.com/office/drawing/2014/main" id="{89A94D45-E950-5A21-E2AF-6D426CD82376}"/>
                  </a:ext>
                </a:extLst>
              </p:cNvPr>
              <p:cNvCxnSpPr/>
              <p:nvPr/>
            </p:nvCxnSpPr>
            <p:spPr>
              <a:xfrm>
                <a:off x="3012103" y="2977214"/>
                <a:ext cx="113924" cy="14947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8" name="path_2700">
                <a:extLst>
                  <a:ext uri="{FF2B5EF4-FFF2-40B4-BE49-F238E27FC236}">
                    <a16:creationId xmlns:a16="http://schemas.microsoft.com/office/drawing/2014/main" id="{C043E0EE-087E-D187-AD9C-2AE818146ABE}"/>
                  </a:ext>
                </a:extLst>
              </p:cNvPr>
              <p:cNvCxnSpPr/>
              <p:nvPr/>
            </p:nvCxnSpPr>
            <p:spPr>
              <a:xfrm>
                <a:off x="3126026" y="2992160"/>
                <a:ext cx="73715" cy="64058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19" name="path_2701">
                <a:extLst>
                  <a:ext uri="{FF2B5EF4-FFF2-40B4-BE49-F238E27FC236}">
                    <a16:creationId xmlns:a16="http://schemas.microsoft.com/office/drawing/2014/main" id="{B11C0879-A4F0-8ACD-214F-3B540A848B71}"/>
                  </a:ext>
                </a:extLst>
              </p:cNvPr>
              <p:cNvCxnSpPr/>
              <p:nvPr/>
            </p:nvCxnSpPr>
            <p:spPr>
              <a:xfrm flipH="1">
                <a:off x="3129377" y="3056218"/>
                <a:ext cx="70365" cy="79004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0" name="path_2702">
                <a:extLst>
                  <a:ext uri="{FF2B5EF4-FFF2-40B4-BE49-F238E27FC236}">
                    <a16:creationId xmlns:a16="http://schemas.microsoft.com/office/drawing/2014/main" id="{441B2E1D-AB8F-45EF-9B48-3838978CE97F}"/>
                  </a:ext>
                </a:extLst>
              </p:cNvPr>
              <p:cNvCxnSpPr/>
              <p:nvPr/>
            </p:nvCxnSpPr>
            <p:spPr>
              <a:xfrm flipH="1" flipV="1">
                <a:off x="3012103" y="3116005"/>
                <a:ext cx="117275" cy="19217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1" name="path_2703">
                <a:extLst>
                  <a:ext uri="{FF2B5EF4-FFF2-40B4-BE49-F238E27FC236}">
                    <a16:creationId xmlns:a16="http://schemas.microsoft.com/office/drawing/2014/main" id="{5FEC3A50-D597-4F8E-EF1E-3F43266B20DF}"/>
                  </a:ext>
                </a:extLst>
              </p:cNvPr>
              <p:cNvCxnSpPr/>
              <p:nvPr/>
            </p:nvCxnSpPr>
            <p:spPr>
              <a:xfrm flipH="1" flipV="1">
                <a:off x="2948439" y="3047677"/>
                <a:ext cx="63663" cy="68328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22" name="path_2704">
                <a:extLst>
                  <a:ext uri="{FF2B5EF4-FFF2-40B4-BE49-F238E27FC236}">
                    <a16:creationId xmlns:a16="http://schemas.microsoft.com/office/drawing/2014/main" id="{4F54284B-9E16-E40E-6D75-34E56E75D9CB}"/>
                  </a:ext>
                </a:extLst>
              </p:cNvPr>
              <p:cNvCxnSpPr/>
              <p:nvPr/>
            </p:nvCxnSpPr>
            <p:spPr>
              <a:xfrm flipV="1">
                <a:off x="3126026" y="2985754"/>
                <a:ext cx="103872" cy="6406"/>
              </a:xfrm>
              <a:prstGeom prst="line">
                <a:avLst/>
              </a:prstGeom>
              <a:noFill/>
              <a:ln w="2404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423" name="ellipse_2705">
                <a:extLst>
                  <a:ext uri="{FF2B5EF4-FFF2-40B4-BE49-F238E27FC236}">
                    <a16:creationId xmlns:a16="http://schemas.microsoft.com/office/drawing/2014/main" id="{8C895A67-0A11-2D6F-2CB3-7AF48286DCB2}"/>
                  </a:ext>
                </a:extLst>
              </p:cNvPr>
              <p:cNvSpPr/>
              <p:nvPr/>
            </p:nvSpPr>
            <p:spPr>
              <a:xfrm>
                <a:off x="2933657" y="3032894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4" name="ellipse_2706">
                <a:extLst>
                  <a:ext uri="{FF2B5EF4-FFF2-40B4-BE49-F238E27FC236}">
                    <a16:creationId xmlns:a16="http://schemas.microsoft.com/office/drawing/2014/main" id="{31ED1791-7B1A-1AA0-0B8E-E9E16C1A71EB}"/>
                  </a:ext>
                </a:extLst>
              </p:cNvPr>
              <p:cNvSpPr/>
              <p:nvPr/>
            </p:nvSpPr>
            <p:spPr>
              <a:xfrm>
                <a:off x="2997320" y="2962431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5" name="ellipse_2707">
                <a:extLst>
                  <a:ext uri="{FF2B5EF4-FFF2-40B4-BE49-F238E27FC236}">
                    <a16:creationId xmlns:a16="http://schemas.microsoft.com/office/drawing/2014/main" id="{71620213-ABAA-4D0E-CCEF-7745B5DF8BF3}"/>
                  </a:ext>
                </a:extLst>
              </p:cNvPr>
              <p:cNvSpPr/>
              <p:nvPr/>
            </p:nvSpPr>
            <p:spPr>
              <a:xfrm>
                <a:off x="3111244" y="2977378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6" name="ellipse_2708">
                <a:extLst>
                  <a:ext uri="{FF2B5EF4-FFF2-40B4-BE49-F238E27FC236}">
                    <a16:creationId xmlns:a16="http://schemas.microsoft.com/office/drawing/2014/main" id="{F7C3A412-E448-353C-CBBE-746A90BF96E5}"/>
                  </a:ext>
                </a:extLst>
              </p:cNvPr>
              <p:cNvSpPr/>
              <p:nvPr/>
            </p:nvSpPr>
            <p:spPr>
              <a:xfrm>
                <a:off x="3184959" y="3041435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7" name="ellipse_2709">
                <a:extLst>
                  <a:ext uri="{FF2B5EF4-FFF2-40B4-BE49-F238E27FC236}">
                    <a16:creationId xmlns:a16="http://schemas.microsoft.com/office/drawing/2014/main" id="{417040C1-3347-2F34-D80B-888AB541C278}"/>
                  </a:ext>
                </a:extLst>
              </p:cNvPr>
              <p:cNvSpPr/>
              <p:nvPr/>
            </p:nvSpPr>
            <p:spPr>
              <a:xfrm>
                <a:off x="3114595" y="3120439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8" name="ellipse_2710">
                <a:extLst>
                  <a:ext uri="{FF2B5EF4-FFF2-40B4-BE49-F238E27FC236}">
                    <a16:creationId xmlns:a16="http://schemas.microsoft.com/office/drawing/2014/main" id="{4B6822BA-B5DA-F9E4-0112-D7A6F053B34D}"/>
                  </a:ext>
                </a:extLst>
              </p:cNvPr>
              <p:cNvSpPr/>
              <p:nvPr/>
            </p:nvSpPr>
            <p:spPr>
              <a:xfrm>
                <a:off x="2997320" y="3101222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29" name="ellipse_2711">
                <a:extLst>
                  <a:ext uri="{FF2B5EF4-FFF2-40B4-BE49-F238E27FC236}">
                    <a16:creationId xmlns:a16="http://schemas.microsoft.com/office/drawing/2014/main" id="{394CCD00-DB7A-B976-D763-8B4141060831}"/>
                  </a:ext>
                </a:extLst>
              </p:cNvPr>
              <p:cNvSpPr/>
              <p:nvPr/>
            </p:nvSpPr>
            <p:spPr>
              <a:xfrm>
                <a:off x="3215116" y="2970972"/>
                <a:ext cx="29565" cy="29565"/>
              </a:xfrm>
              <a:prstGeom prst="ellipse">
                <a:avLst/>
              </a:prstGeom>
              <a:gradFill flip="none" rotWithShape="1">
                <a:gsLst>
                  <a:gs pos="0">
                    <a:srgbClr val="DEEDEB"/>
                  </a:gs>
                  <a:gs pos="43000">
                    <a:srgbClr val="61A99D"/>
                  </a:gs>
                  <a:gs pos="100000">
                    <a:srgbClr val="267D72"/>
                  </a:gs>
                </a:gsLst>
                <a:lin ang="2700000" scaled="1"/>
                <a:tileRect/>
              </a:gradFill>
              <a:ln w="826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30" name="Language vector v_k">
              <a:extLst>
                <a:ext uri="{FF2B5EF4-FFF2-40B4-BE49-F238E27FC236}">
                  <a16:creationId xmlns:a16="http://schemas.microsoft.com/office/drawing/2014/main" id="{4A5A1330-31CF-726F-ECC5-F3E1055C2739}"/>
                </a:ext>
              </a:extLst>
            </p:cNvPr>
            <p:cNvGrpSpPr/>
            <p:nvPr/>
          </p:nvGrpSpPr>
          <p:grpSpPr>
            <a:xfrm>
              <a:off x="4630947" y="2736646"/>
              <a:ext cx="253410" cy="28800"/>
              <a:chOff x="3942000" y="3774465"/>
              <a:chExt cx="338355" cy="75555"/>
            </a:xfrm>
          </p:grpSpPr>
          <p:sp>
            <p:nvSpPr>
              <p:cNvPr id="431" name="feature_1">
                <a:extLst>
                  <a:ext uri="{FF2B5EF4-FFF2-40B4-BE49-F238E27FC236}">
                    <a16:creationId xmlns:a16="http://schemas.microsoft.com/office/drawing/2014/main" id="{C074293D-C5D5-57FE-B191-74F5C11C1105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88AAC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2" name="feature_2">
                <a:extLst>
                  <a:ext uri="{FF2B5EF4-FFF2-40B4-BE49-F238E27FC236}">
                    <a16:creationId xmlns:a16="http://schemas.microsoft.com/office/drawing/2014/main" id="{15B581F3-9878-A49D-AD1A-8E32BD598CA5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98BB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3" name="feature_3">
                <a:extLst>
                  <a:ext uri="{FF2B5EF4-FFF2-40B4-BE49-F238E27FC236}">
                    <a16:creationId xmlns:a16="http://schemas.microsoft.com/office/drawing/2014/main" id="{B76C73DC-2E73-70B3-44FF-604D015E76C2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AC2D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4" name="feature_4">
                <a:extLst>
                  <a:ext uri="{FF2B5EF4-FFF2-40B4-BE49-F238E27FC236}">
                    <a16:creationId xmlns:a16="http://schemas.microsoft.com/office/drawing/2014/main" id="{75BA6B96-9C08-1A1B-0176-A8714B917584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507FA8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5" name="feature_5">
                <a:extLst>
                  <a:ext uri="{FF2B5EF4-FFF2-40B4-BE49-F238E27FC236}">
                    <a16:creationId xmlns:a16="http://schemas.microsoft.com/office/drawing/2014/main" id="{C99DD340-D5D6-A09D-9555-47740A2082D2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BFD2E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6" name="feature_6">
                <a:extLst>
                  <a:ext uri="{FF2B5EF4-FFF2-40B4-BE49-F238E27FC236}">
                    <a16:creationId xmlns:a16="http://schemas.microsoft.com/office/drawing/2014/main" id="{A932DF92-B221-06AE-2DF4-80B4463D46E8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739DB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37" name="feature_7">
                <a:extLst>
                  <a:ext uri="{FF2B5EF4-FFF2-40B4-BE49-F238E27FC236}">
                    <a16:creationId xmlns:a16="http://schemas.microsoft.com/office/drawing/2014/main" id="{449FAB91-1CCD-D0B5-7BD1-9E11DD613202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96B8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38" name="Language vector v_k">
              <a:extLst>
                <a:ext uri="{FF2B5EF4-FFF2-40B4-BE49-F238E27FC236}">
                  <a16:creationId xmlns:a16="http://schemas.microsoft.com/office/drawing/2014/main" id="{1B50249C-BE92-5998-A18F-FE7E9716C35D}"/>
                </a:ext>
              </a:extLst>
            </p:cNvPr>
            <p:cNvGrpSpPr/>
            <p:nvPr/>
          </p:nvGrpSpPr>
          <p:grpSpPr>
            <a:xfrm>
              <a:off x="4630947" y="2775015"/>
              <a:ext cx="253410" cy="27978"/>
              <a:chOff x="3942000" y="3774465"/>
              <a:chExt cx="338355" cy="75555"/>
            </a:xfrm>
          </p:grpSpPr>
          <p:sp>
            <p:nvSpPr>
              <p:cNvPr id="439" name="feature_1">
                <a:extLst>
                  <a:ext uri="{FF2B5EF4-FFF2-40B4-BE49-F238E27FC236}">
                    <a16:creationId xmlns:a16="http://schemas.microsoft.com/office/drawing/2014/main" id="{A4D85E6E-E915-5C78-7FFD-13E209965EDF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C6A56F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0" name="feature_2">
                <a:extLst>
                  <a:ext uri="{FF2B5EF4-FFF2-40B4-BE49-F238E27FC236}">
                    <a16:creationId xmlns:a16="http://schemas.microsoft.com/office/drawing/2014/main" id="{4F4E8DCF-292D-1411-05B7-F639788ACEAB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AF8A5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1" name="feature_3">
                <a:extLst>
                  <a:ext uri="{FF2B5EF4-FFF2-40B4-BE49-F238E27FC236}">
                    <a16:creationId xmlns:a16="http://schemas.microsoft.com/office/drawing/2014/main" id="{96254444-0525-1B3D-4315-0094988240F7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DDC6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2" name="feature_4">
                <a:extLst>
                  <a:ext uri="{FF2B5EF4-FFF2-40B4-BE49-F238E27FC236}">
                    <a16:creationId xmlns:a16="http://schemas.microsoft.com/office/drawing/2014/main" id="{257B7A0B-327C-E4E8-5D22-71160897A032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BF9A62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3" name="feature_5">
                <a:extLst>
                  <a:ext uri="{FF2B5EF4-FFF2-40B4-BE49-F238E27FC236}">
                    <a16:creationId xmlns:a16="http://schemas.microsoft.com/office/drawing/2014/main" id="{52C4DF2A-6282-FC5D-40D3-C46F3A84B2D1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E5D4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4" name="feature_6">
                <a:extLst>
                  <a:ext uri="{FF2B5EF4-FFF2-40B4-BE49-F238E27FC236}">
                    <a16:creationId xmlns:a16="http://schemas.microsoft.com/office/drawing/2014/main" id="{D9BD651B-C6B8-FA55-F283-496396F7502B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AD824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5" name="feature_7">
                <a:extLst>
                  <a:ext uri="{FF2B5EF4-FFF2-40B4-BE49-F238E27FC236}">
                    <a16:creationId xmlns:a16="http://schemas.microsoft.com/office/drawing/2014/main" id="{04CC6CEF-E041-8564-C3D7-BC0318E6AFC4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D5B88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46" name="Language vector v_k">
              <a:extLst>
                <a:ext uri="{FF2B5EF4-FFF2-40B4-BE49-F238E27FC236}">
                  <a16:creationId xmlns:a16="http://schemas.microsoft.com/office/drawing/2014/main" id="{33CE17CC-C2CF-A51E-2A64-CA526AC3E199}"/>
                </a:ext>
              </a:extLst>
            </p:cNvPr>
            <p:cNvGrpSpPr/>
            <p:nvPr/>
          </p:nvGrpSpPr>
          <p:grpSpPr>
            <a:xfrm>
              <a:off x="4630947" y="2815552"/>
              <a:ext cx="253410" cy="28800"/>
              <a:chOff x="3942000" y="3774465"/>
              <a:chExt cx="338355" cy="75555"/>
            </a:xfrm>
          </p:grpSpPr>
          <p:sp>
            <p:nvSpPr>
              <p:cNvPr id="447" name="feature_1">
                <a:extLst>
                  <a:ext uri="{FF2B5EF4-FFF2-40B4-BE49-F238E27FC236}">
                    <a16:creationId xmlns:a16="http://schemas.microsoft.com/office/drawing/2014/main" id="{9ACC648C-54EF-E325-F705-EA19C3A47D5B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A796B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8" name="feature_2">
                <a:extLst>
                  <a:ext uri="{FF2B5EF4-FFF2-40B4-BE49-F238E27FC236}">
                    <a16:creationId xmlns:a16="http://schemas.microsoft.com/office/drawing/2014/main" id="{4A3987D0-F9F7-FA26-7FDA-6F10E3BB6C6E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C4B5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49" name="feature_3">
                <a:extLst>
                  <a:ext uri="{FF2B5EF4-FFF2-40B4-BE49-F238E27FC236}">
                    <a16:creationId xmlns:a16="http://schemas.microsoft.com/office/drawing/2014/main" id="{C60B5707-7E9C-B2B6-FDE7-B7D8D5A2B369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8F79A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0" name="feature_4">
                <a:extLst>
                  <a:ext uri="{FF2B5EF4-FFF2-40B4-BE49-F238E27FC236}">
                    <a16:creationId xmlns:a16="http://schemas.microsoft.com/office/drawing/2014/main" id="{04D4309C-9E7E-844E-16FD-7E406E76274C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B2A0C1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1" name="feature_5">
                <a:extLst>
                  <a:ext uri="{FF2B5EF4-FFF2-40B4-BE49-F238E27FC236}">
                    <a16:creationId xmlns:a16="http://schemas.microsoft.com/office/drawing/2014/main" id="{C5F18FCD-12E1-88B0-DA10-BE5761EC6A5F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D6CBE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2" name="feature_6">
                <a:extLst>
                  <a:ext uri="{FF2B5EF4-FFF2-40B4-BE49-F238E27FC236}">
                    <a16:creationId xmlns:a16="http://schemas.microsoft.com/office/drawing/2014/main" id="{90518D61-E456-E269-7C70-0C6DC9CDF4F3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A68AB9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3" name="feature_7">
                <a:extLst>
                  <a:ext uri="{FF2B5EF4-FFF2-40B4-BE49-F238E27FC236}">
                    <a16:creationId xmlns:a16="http://schemas.microsoft.com/office/drawing/2014/main" id="{8577F2CF-3E20-2788-89E6-A0CB27E6D861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BBA8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54" name="Language vector v_k">
              <a:extLst>
                <a:ext uri="{FF2B5EF4-FFF2-40B4-BE49-F238E27FC236}">
                  <a16:creationId xmlns:a16="http://schemas.microsoft.com/office/drawing/2014/main" id="{60F5E395-D9A0-285D-C9CF-3BDF6835EFA8}"/>
                </a:ext>
              </a:extLst>
            </p:cNvPr>
            <p:cNvGrpSpPr/>
            <p:nvPr/>
          </p:nvGrpSpPr>
          <p:grpSpPr>
            <a:xfrm>
              <a:off x="4164998" y="2998197"/>
              <a:ext cx="245236" cy="40867"/>
              <a:chOff x="3942000" y="3774465"/>
              <a:chExt cx="338355" cy="75555"/>
            </a:xfrm>
          </p:grpSpPr>
          <p:sp>
            <p:nvSpPr>
              <p:cNvPr id="455" name="feature_1">
                <a:extLst>
                  <a:ext uri="{FF2B5EF4-FFF2-40B4-BE49-F238E27FC236}">
                    <a16:creationId xmlns:a16="http://schemas.microsoft.com/office/drawing/2014/main" id="{FC356B20-4E51-F215-B176-8142CBBB119E}"/>
                  </a:ext>
                </a:extLst>
              </p:cNvPr>
              <p:cNvSpPr/>
              <p:nvPr/>
            </p:nvSpPr>
            <p:spPr>
              <a:xfrm>
                <a:off x="3942000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6" name="feature_2">
                <a:extLst>
                  <a:ext uri="{FF2B5EF4-FFF2-40B4-BE49-F238E27FC236}">
                    <a16:creationId xmlns:a16="http://schemas.microsoft.com/office/drawing/2014/main" id="{6B9E0D98-ECD8-F0FC-B184-570D51C4F839}"/>
                  </a:ext>
                </a:extLst>
              </p:cNvPr>
              <p:cNvSpPr/>
              <p:nvPr/>
            </p:nvSpPr>
            <p:spPr>
              <a:xfrm>
                <a:off x="3990806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7" name="feature_3">
                <a:extLst>
                  <a:ext uri="{FF2B5EF4-FFF2-40B4-BE49-F238E27FC236}">
                    <a16:creationId xmlns:a16="http://schemas.microsoft.com/office/drawing/2014/main" id="{ACA14842-79EB-EA7F-31E1-30A1C93DCCF7}"/>
                  </a:ext>
                </a:extLst>
              </p:cNvPr>
              <p:cNvSpPr/>
              <p:nvPr/>
            </p:nvSpPr>
            <p:spPr>
              <a:xfrm>
                <a:off x="4039611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8" name="feature_4">
                <a:extLst>
                  <a:ext uri="{FF2B5EF4-FFF2-40B4-BE49-F238E27FC236}">
                    <a16:creationId xmlns:a16="http://schemas.microsoft.com/office/drawing/2014/main" id="{7E86172C-9246-95EC-E773-ECE1CCB04C7E}"/>
                  </a:ext>
                </a:extLst>
              </p:cNvPr>
              <p:cNvSpPr/>
              <p:nvPr/>
            </p:nvSpPr>
            <p:spPr>
              <a:xfrm>
                <a:off x="4088417" y="3774465"/>
                <a:ext cx="45521" cy="75555"/>
              </a:xfrm>
              <a:prstGeom prst="rect">
                <a:avLst/>
              </a:prstGeom>
              <a:solidFill>
                <a:srgbClr val="CBE7D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59" name="feature_5">
                <a:extLst>
                  <a:ext uri="{FF2B5EF4-FFF2-40B4-BE49-F238E27FC236}">
                    <a16:creationId xmlns:a16="http://schemas.microsoft.com/office/drawing/2014/main" id="{86F3F00E-0B51-877B-82BF-DE51E8AB7136}"/>
                  </a:ext>
                </a:extLst>
              </p:cNvPr>
              <p:cNvSpPr/>
              <p:nvPr/>
            </p:nvSpPr>
            <p:spPr>
              <a:xfrm>
                <a:off x="4137223" y="3774465"/>
                <a:ext cx="45521" cy="75555"/>
              </a:xfrm>
              <a:prstGeom prst="rect">
                <a:avLst/>
              </a:prstGeom>
              <a:solidFill>
                <a:srgbClr val="3C9B8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0" name="feature_6">
                <a:extLst>
                  <a:ext uri="{FF2B5EF4-FFF2-40B4-BE49-F238E27FC236}">
                    <a16:creationId xmlns:a16="http://schemas.microsoft.com/office/drawing/2014/main" id="{4652F87B-A8E8-4E7C-28D8-8D3AA2C2F7FD}"/>
                  </a:ext>
                </a:extLst>
              </p:cNvPr>
              <p:cNvSpPr/>
              <p:nvPr/>
            </p:nvSpPr>
            <p:spPr>
              <a:xfrm>
                <a:off x="4186029" y="3774465"/>
                <a:ext cx="45521" cy="75555"/>
              </a:xfrm>
              <a:prstGeom prst="rect">
                <a:avLst/>
              </a:prstGeom>
              <a:solidFill>
                <a:srgbClr val="6FB9A3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1" name="feature_7">
                <a:extLst>
                  <a:ext uri="{FF2B5EF4-FFF2-40B4-BE49-F238E27FC236}">
                    <a16:creationId xmlns:a16="http://schemas.microsoft.com/office/drawing/2014/main" id="{6A925CD1-ACF0-9BED-08DB-C6F46AF60C3A}"/>
                  </a:ext>
                </a:extLst>
              </p:cNvPr>
              <p:cNvSpPr/>
              <p:nvPr/>
            </p:nvSpPr>
            <p:spPr>
              <a:xfrm>
                <a:off x="4234834" y="3774465"/>
                <a:ext cx="45521" cy="75555"/>
              </a:xfrm>
              <a:prstGeom prst="rect">
                <a:avLst/>
              </a:prstGeom>
              <a:solidFill>
                <a:srgbClr val="ADD8CA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grpSp>
          <p:nvGrpSpPr>
            <p:cNvPr id="462" name="Candidate representation h_j">
              <a:extLst>
                <a:ext uri="{FF2B5EF4-FFF2-40B4-BE49-F238E27FC236}">
                  <a16:creationId xmlns:a16="http://schemas.microsoft.com/office/drawing/2014/main" id="{49E0E358-B68C-79E6-C91D-EDD6ADEC693B}"/>
                </a:ext>
              </a:extLst>
            </p:cNvPr>
            <p:cNvGrpSpPr/>
            <p:nvPr/>
          </p:nvGrpSpPr>
          <p:grpSpPr>
            <a:xfrm>
              <a:off x="4152736" y="3366003"/>
              <a:ext cx="269760" cy="51084"/>
              <a:chOff x="2641140" y="4746825"/>
              <a:chExt cx="397485" cy="72270"/>
            </a:xfrm>
          </p:grpSpPr>
          <p:sp>
            <p:nvSpPr>
              <p:cNvPr id="463" name="feature_1">
                <a:extLst>
                  <a:ext uri="{FF2B5EF4-FFF2-40B4-BE49-F238E27FC236}">
                    <a16:creationId xmlns:a16="http://schemas.microsoft.com/office/drawing/2014/main" id="{F14B8775-F6B2-EFAF-3B70-636459AF5059}"/>
                  </a:ext>
                </a:extLst>
              </p:cNvPr>
              <p:cNvSpPr/>
              <p:nvPr/>
            </p:nvSpPr>
            <p:spPr>
              <a:xfrm>
                <a:off x="2641140" y="4746825"/>
                <a:ext cx="53968" cy="72270"/>
              </a:xfrm>
              <a:prstGeom prst="rect">
                <a:avLst/>
              </a:prstGeom>
              <a:solidFill>
                <a:srgbClr val="367FB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4" name="feature_2">
                <a:extLst>
                  <a:ext uri="{FF2B5EF4-FFF2-40B4-BE49-F238E27FC236}">
                    <a16:creationId xmlns:a16="http://schemas.microsoft.com/office/drawing/2014/main" id="{C3CFBD15-37A1-9433-1A7B-DC6156EC17C1}"/>
                  </a:ext>
                </a:extLst>
              </p:cNvPr>
              <p:cNvSpPr/>
              <p:nvPr/>
            </p:nvSpPr>
            <p:spPr>
              <a:xfrm>
                <a:off x="2698393" y="4746825"/>
                <a:ext cx="53968" cy="72270"/>
              </a:xfrm>
              <a:prstGeom prst="rect">
                <a:avLst/>
              </a:prstGeom>
              <a:solidFill>
                <a:srgbClr val="7EAED0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5" name="feature_3">
                <a:extLst>
                  <a:ext uri="{FF2B5EF4-FFF2-40B4-BE49-F238E27FC236}">
                    <a16:creationId xmlns:a16="http://schemas.microsoft.com/office/drawing/2014/main" id="{3DAA6F3B-2FE1-E9E0-8A3C-DB21F04104BA}"/>
                  </a:ext>
                </a:extLst>
              </p:cNvPr>
              <p:cNvSpPr/>
              <p:nvPr/>
            </p:nvSpPr>
            <p:spPr>
              <a:xfrm>
                <a:off x="2755646" y="4746825"/>
                <a:ext cx="53968" cy="72270"/>
              </a:xfrm>
              <a:prstGeom prst="rect">
                <a:avLst/>
              </a:prstGeom>
              <a:solidFill>
                <a:srgbClr val="BCD8E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6" name="feature_4">
                <a:extLst>
                  <a:ext uri="{FF2B5EF4-FFF2-40B4-BE49-F238E27FC236}">
                    <a16:creationId xmlns:a16="http://schemas.microsoft.com/office/drawing/2014/main" id="{0CCA9839-DC57-7B24-132F-4AFCC8EB0592}"/>
                  </a:ext>
                </a:extLst>
              </p:cNvPr>
              <p:cNvSpPr/>
              <p:nvPr/>
            </p:nvSpPr>
            <p:spPr>
              <a:xfrm>
                <a:off x="2812899" y="4746825"/>
                <a:ext cx="53968" cy="72270"/>
              </a:xfrm>
              <a:prstGeom prst="rect">
                <a:avLst/>
              </a:prstGeom>
              <a:solidFill>
                <a:srgbClr val="88C3B4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7" name="feature_5">
                <a:extLst>
                  <a:ext uri="{FF2B5EF4-FFF2-40B4-BE49-F238E27FC236}">
                    <a16:creationId xmlns:a16="http://schemas.microsoft.com/office/drawing/2014/main" id="{DEC7E748-3E36-74EE-6AAB-B88F261684A6}"/>
                  </a:ext>
                </a:extLst>
              </p:cNvPr>
              <p:cNvSpPr/>
              <p:nvPr/>
            </p:nvSpPr>
            <p:spPr>
              <a:xfrm>
                <a:off x="2870151" y="4746825"/>
                <a:ext cx="53968" cy="72270"/>
              </a:xfrm>
              <a:prstGeom prst="rect">
                <a:avLst/>
              </a:prstGeom>
              <a:solidFill>
                <a:srgbClr val="238777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8" name="feature_6">
                <a:extLst>
                  <a:ext uri="{FF2B5EF4-FFF2-40B4-BE49-F238E27FC236}">
                    <a16:creationId xmlns:a16="http://schemas.microsoft.com/office/drawing/2014/main" id="{57B48838-48A3-0F05-2510-D3BF00C0CE4E}"/>
                  </a:ext>
                </a:extLst>
              </p:cNvPr>
              <p:cNvSpPr/>
              <p:nvPr/>
            </p:nvSpPr>
            <p:spPr>
              <a:xfrm>
                <a:off x="2927404" y="4746825"/>
                <a:ext cx="53968" cy="72270"/>
              </a:xfrm>
              <a:prstGeom prst="rect">
                <a:avLst/>
              </a:prstGeom>
              <a:solidFill>
                <a:srgbClr val="B1A4CC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469" name="feature_7">
                <a:extLst>
                  <a:ext uri="{FF2B5EF4-FFF2-40B4-BE49-F238E27FC236}">
                    <a16:creationId xmlns:a16="http://schemas.microsoft.com/office/drawing/2014/main" id="{A7975602-492B-DCA8-0AE0-020309198033}"/>
                  </a:ext>
                </a:extLst>
              </p:cNvPr>
              <p:cNvSpPr/>
              <p:nvPr/>
            </p:nvSpPr>
            <p:spPr>
              <a:xfrm>
                <a:off x="2984657" y="4746825"/>
                <a:ext cx="53968" cy="72270"/>
              </a:xfrm>
              <a:prstGeom prst="rect">
                <a:avLst/>
              </a:prstGeom>
              <a:solidFill>
                <a:srgbClr val="D4CBE6"/>
              </a:solidFill>
              <a:ln w="2103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470" name="Arrow 10 | proportional arrowhead">
              <a:extLst>
                <a:ext uri="{FF2B5EF4-FFF2-40B4-BE49-F238E27FC236}">
                  <a16:creationId xmlns:a16="http://schemas.microsoft.com/office/drawing/2014/main" id="{883E7E39-7E16-05BD-7BAB-7BCE5A9CFE72}"/>
                </a:ext>
              </a:extLst>
            </p:cNvPr>
            <p:cNvSpPr/>
            <p:nvPr/>
          </p:nvSpPr>
          <p:spPr>
            <a:xfrm>
              <a:off x="2677234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1" name="Arrow 11 | proportional arrowhead">
              <a:extLst>
                <a:ext uri="{FF2B5EF4-FFF2-40B4-BE49-F238E27FC236}">
                  <a16:creationId xmlns:a16="http://schemas.microsoft.com/office/drawing/2014/main" id="{9192CB90-8213-C8A2-7754-B054936E2F0A}"/>
                </a:ext>
              </a:extLst>
            </p:cNvPr>
            <p:cNvSpPr/>
            <p:nvPr/>
          </p:nvSpPr>
          <p:spPr>
            <a:xfrm>
              <a:off x="3173836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2" name="Arrow 12 | proportional arrowhead">
              <a:extLst>
                <a:ext uri="{FF2B5EF4-FFF2-40B4-BE49-F238E27FC236}">
                  <a16:creationId xmlns:a16="http://schemas.microsoft.com/office/drawing/2014/main" id="{5721A005-A0A2-B62E-2CE0-A47A79B9A5AA}"/>
                </a:ext>
              </a:extLst>
            </p:cNvPr>
            <p:cNvSpPr/>
            <p:nvPr/>
          </p:nvSpPr>
          <p:spPr>
            <a:xfrm>
              <a:off x="3340392" y="313782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3" name="Arrow 20 | proportional arrowhead">
              <a:extLst>
                <a:ext uri="{FF2B5EF4-FFF2-40B4-BE49-F238E27FC236}">
                  <a16:creationId xmlns:a16="http://schemas.microsoft.com/office/drawing/2014/main" id="{1679209D-BBE7-9DEA-8621-76C125EE1E3C}"/>
                </a:ext>
              </a:extLst>
            </p:cNvPr>
            <p:cNvSpPr/>
            <p:nvPr/>
          </p:nvSpPr>
          <p:spPr>
            <a:xfrm>
              <a:off x="2457543" y="292113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4" name="Arrow 21 | proportional arrowhead">
              <a:extLst>
                <a:ext uri="{FF2B5EF4-FFF2-40B4-BE49-F238E27FC236}">
                  <a16:creationId xmlns:a16="http://schemas.microsoft.com/office/drawing/2014/main" id="{CE5DDA9A-11DB-D381-053B-7D00CE05E375}"/>
                </a:ext>
              </a:extLst>
            </p:cNvPr>
            <p:cNvSpPr/>
            <p:nvPr/>
          </p:nvSpPr>
          <p:spPr>
            <a:xfrm>
              <a:off x="3005237" y="292113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5" name="Arrow 23 | proportional arrowhead">
              <a:extLst>
                <a:ext uri="{FF2B5EF4-FFF2-40B4-BE49-F238E27FC236}">
                  <a16:creationId xmlns:a16="http://schemas.microsoft.com/office/drawing/2014/main" id="{F3C5EAFC-0593-24CE-3655-C0F1621DAC8B}"/>
                </a:ext>
              </a:extLst>
            </p:cNvPr>
            <p:cNvSpPr/>
            <p:nvPr/>
          </p:nvSpPr>
          <p:spPr>
            <a:xfrm>
              <a:off x="3237189" y="3009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76" name="Arrow 26 | proportional arrowhead">
              <a:extLst>
                <a:ext uri="{FF2B5EF4-FFF2-40B4-BE49-F238E27FC236}">
                  <a16:creationId xmlns:a16="http://schemas.microsoft.com/office/drawing/2014/main" id="{809DD83A-7C9D-C0AA-13D3-AF73204FCA24}"/>
                </a:ext>
              </a:extLst>
            </p:cNvPr>
            <p:cNvSpPr/>
            <p:nvPr/>
          </p:nvSpPr>
          <p:spPr>
            <a:xfrm>
              <a:off x="2731390" y="315553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7" name="Arrow 28 | proportional arrowhead">
              <a:extLst>
                <a:ext uri="{FF2B5EF4-FFF2-40B4-BE49-F238E27FC236}">
                  <a16:creationId xmlns:a16="http://schemas.microsoft.com/office/drawing/2014/main" id="{21101AFA-F39D-D4C2-E87D-2D478E7FF700}"/>
                </a:ext>
              </a:extLst>
            </p:cNvPr>
            <p:cNvSpPr/>
            <p:nvPr/>
          </p:nvSpPr>
          <p:spPr>
            <a:xfrm>
              <a:off x="3218796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8" name="Arrow 29 | proportional arrowhead">
              <a:extLst>
                <a:ext uri="{FF2B5EF4-FFF2-40B4-BE49-F238E27FC236}">
                  <a16:creationId xmlns:a16="http://schemas.microsoft.com/office/drawing/2014/main" id="{A17B75CD-A091-EC92-103A-759DE86F2C7F}"/>
                </a:ext>
              </a:extLst>
            </p:cNvPr>
            <p:cNvSpPr/>
            <p:nvPr/>
          </p:nvSpPr>
          <p:spPr>
            <a:xfrm>
              <a:off x="3340392" y="3331266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79" name="Arrow 42 | proportional arrowhead">
              <a:extLst>
                <a:ext uri="{FF2B5EF4-FFF2-40B4-BE49-F238E27FC236}">
                  <a16:creationId xmlns:a16="http://schemas.microsoft.com/office/drawing/2014/main" id="{12790B2D-B35F-FA69-2FB2-769245F8A6C5}"/>
                </a:ext>
              </a:extLst>
            </p:cNvPr>
            <p:cNvSpPr/>
            <p:nvPr/>
          </p:nvSpPr>
          <p:spPr>
            <a:xfrm>
              <a:off x="3810428" y="2447089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0" name="Arrow 44 | proportional arrowhead">
              <a:extLst>
                <a:ext uri="{FF2B5EF4-FFF2-40B4-BE49-F238E27FC236}">
                  <a16:creationId xmlns:a16="http://schemas.microsoft.com/office/drawing/2014/main" id="{8BC8B86D-63A5-DA30-924F-F930090A43BF}"/>
                </a:ext>
              </a:extLst>
            </p:cNvPr>
            <p:cNvSpPr/>
            <p:nvPr/>
          </p:nvSpPr>
          <p:spPr>
            <a:xfrm>
              <a:off x="4280464" y="2481225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1" name="Arrow 45 | proportional arrowhead">
              <a:extLst>
                <a:ext uri="{FF2B5EF4-FFF2-40B4-BE49-F238E27FC236}">
                  <a16:creationId xmlns:a16="http://schemas.microsoft.com/office/drawing/2014/main" id="{D962DB06-7960-4086-0C20-C211CAD67AC5}"/>
                </a:ext>
              </a:extLst>
            </p:cNvPr>
            <p:cNvSpPr/>
            <p:nvPr/>
          </p:nvSpPr>
          <p:spPr>
            <a:xfrm>
              <a:off x="4750499" y="2479182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2" name="Arrow 53 | proportional arrowhead">
              <a:extLst>
                <a:ext uri="{FF2B5EF4-FFF2-40B4-BE49-F238E27FC236}">
                  <a16:creationId xmlns:a16="http://schemas.microsoft.com/office/drawing/2014/main" id="{4A4D91BF-7DEB-CD55-03B1-AA09B38F7443}"/>
                </a:ext>
              </a:extLst>
            </p:cNvPr>
            <p:cNvSpPr/>
            <p:nvPr/>
          </p:nvSpPr>
          <p:spPr>
            <a:xfrm>
              <a:off x="3810428" y="291646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3" name="Arrow 55 | proportional arrowhead">
              <a:extLst>
                <a:ext uri="{FF2B5EF4-FFF2-40B4-BE49-F238E27FC236}">
                  <a16:creationId xmlns:a16="http://schemas.microsoft.com/office/drawing/2014/main" id="{C3252B6C-0611-DB24-BD50-A0FD415F7BE7}"/>
                </a:ext>
              </a:extLst>
            </p:cNvPr>
            <p:cNvSpPr/>
            <p:nvPr/>
          </p:nvSpPr>
          <p:spPr>
            <a:xfrm>
              <a:off x="4280464" y="295324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4" name="Arrow 56 | proportional arrowhead">
              <a:extLst>
                <a:ext uri="{FF2B5EF4-FFF2-40B4-BE49-F238E27FC236}">
                  <a16:creationId xmlns:a16="http://schemas.microsoft.com/office/drawing/2014/main" id="{3B25EE88-7A08-EDA7-73C4-A52A6B739D5A}"/>
                </a:ext>
              </a:extLst>
            </p:cNvPr>
            <p:cNvSpPr/>
            <p:nvPr/>
          </p:nvSpPr>
          <p:spPr>
            <a:xfrm>
              <a:off x="4750499" y="2701909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5" name="Arrow 60 | proportional arrowhead">
              <a:extLst>
                <a:ext uri="{FF2B5EF4-FFF2-40B4-BE49-F238E27FC236}">
                  <a16:creationId xmlns:a16="http://schemas.microsoft.com/office/drawing/2014/main" id="{0D6B0C82-AA42-CE76-2BF3-6C333E64243A}"/>
                </a:ext>
              </a:extLst>
            </p:cNvPr>
            <p:cNvSpPr/>
            <p:nvPr/>
          </p:nvSpPr>
          <p:spPr>
            <a:xfrm>
              <a:off x="4750499" y="2916463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6" name="Arrow 62 | proportional arrowhead">
              <a:extLst>
                <a:ext uri="{FF2B5EF4-FFF2-40B4-BE49-F238E27FC236}">
                  <a16:creationId xmlns:a16="http://schemas.microsoft.com/office/drawing/2014/main" id="{870B8169-109A-EFC4-DE6B-6C53F8E184A8}"/>
                </a:ext>
              </a:extLst>
            </p:cNvPr>
            <p:cNvSpPr/>
            <p:nvPr/>
          </p:nvSpPr>
          <p:spPr>
            <a:xfrm>
              <a:off x="4048511" y="301147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87" name="Arrow 63 | proportional arrowhead">
              <a:extLst>
                <a:ext uri="{FF2B5EF4-FFF2-40B4-BE49-F238E27FC236}">
                  <a16:creationId xmlns:a16="http://schemas.microsoft.com/office/drawing/2014/main" id="{AAD6CDC8-DFC3-EC61-11CB-0AACC6968247}"/>
                </a:ext>
              </a:extLst>
            </p:cNvPr>
            <p:cNvSpPr/>
            <p:nvPr/>
          </p:nvSpPr>
          <p:spPr>
            <a:xfrm>
              <a:off x="4508329" y="301147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88" name="Arrow 66 | proportional arrowhead">
              <a:extLst>
                <a:ext uri="{FF2B5EF4-FFF2-40B4-BE49-F238E27FC236}">
                  <a16:creationId xmlns:a16="http://schemas.microsoft.com/office/drawing/2014/main" id="{85574A67-AF70-D63E-A2D3-E8A04E07668F}"/>
                </a:ext>
              </a:extLst>
            </p:cNvPr>
            <p:cNvSpPr/>
            <p:nvPr/>
          </p:nvSpPr>
          <p:spPr>
            <a:xfrm>
              <a:off x="4122082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89" name="Arrow 67 | proportional arrowhead">
              <a:extLst>
                <a:ext uri="{FF2B5EF4-FFF2-40B4-BE49-F238E27FC236}">
                  <a16:creationId xmlns:a16="http://schemas.microsoft.com/office/drawing/2014/main" id="{FC61A5F7-5A0B-C74D-6DD8-5576EA21E9D0}"/>
                </a:ext>
              </a:extLst>
            </p:cNvPr>
            <p:cNvSpPr/>
            <p:nvPr/>
          </p:nvSpPr>
          <p:spPr>
            <a:xfrm>
              <a:off x="4434758" y="3217859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0" y="33338"/>
                  </a:moveTo>
                  <a:lnTo>
                    <a:pt x="85725" y="66675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0" name="Arrow 68 | proportional arrowhead">
              <a:extLst>
                <a:ext uri="{FF2B5EF4-FFF2-40B4-BE49-F238E27FC236}">
                  <a16:creationId xmlns:a16="http://schemas.microsoft.com/office/drawing/2014/main" id="{65DEC0D0-18A5-924D-9734-9607FD44BDE1}"/>
                </a:ext>
              </a:extLst>
            </p:cNvPr>
            <p:cNvSpPr/>
            <p:nvPr/>
          </p:nvSpPr>
          <p:spPr>
            <a:xfrm>
              <a:off x="4280464" y="3137827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1" name="Arrow 69 | proportional arrowhead">
              <a:extLst>
                <a:ext uri="{FF2B5EF4-FFF2-40B4-BE49-F238E27FC236}">
                  <a16:creationId xmlns:a16="http://schemas.microsoft.com/office/drawing/2014/main" id="{93CC0263-CBA4-2BB2-1B30-E8A0CE82BDC6}"/>
                </a:ext>
              </a:extLst>
            </p:cNvPr>
            <p:cNvSpPr/>
            <p:nvPr/>
          </p:nvSpPr>
          <p:spPr>
            <a:xfrm>
              <a:off x="4280464" y="3331266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2" name="Arrow 71 | proportional arrowhead">
              <a:extLst>
                <a:ext uri="{FF2B5EF4-FFF2-40B4-BE49-F238E27FC236}">
                  <a16:creationId xmlns:a16="http://schemas.microsoft.com/office/drawing/2014/main" id="{42756275-3D3A-0E05-99FC-DD3E4E7A2AC8}"/>
                </a:ext>
              </a:extLst>
            </p:cNvPr>
            <p:cNvSpPr/>
            <p:nvPr/>
          </p:nvSpPr>
          <p:spPr>
            <a:xfrm>
              <a:off x="2457543" y="3503682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3" name="Arrow 72 | proportional arrowhead">
              <a:extLst>
                <a:ext uri="{FF2B5EF4-FFF2-40B4-BE49-F238E27FC236}">
                  <a16:creationId xmlns:a16="http://schemas.microsoft.com/office/drawing/2014/main" id="{AE0C9CC2-716E-E252-45E1-50FB6E1913B8}"/>
                </a:ext>
              </a:extLst>
            </p:cNvPr>
            <p:cNvSpPr/>
            <p:nvPr/>
          </p:nvSpPr>
          <p:spPr>
            <a:xfrm>
              <a:off x="2779415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4" name="Arrow 75 | proportional arrowhead">
              <a:extLst>
                <a:ext uri="{FF2B5EF4-FFF2-40B4-BE49-F238E27FC236}">
                  <a16:creationId xmlns:a16="http://schemas.microsoft.com/office/drawing/2014/main" id="{EDE80604-4A02-F96E-C5FA-C7049FDB9DF0}"/>
                </a:ext>
              </a:extLst>
            </p:cNvPr>
            <p:cNvSpPr/>
            <p:nvPr/>
          </p:nvSpPr>
          <p:spPr>
            <a:xfrm>
              <a:off x="3615261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  <p:sp>
          <p:nvSpPr>
            <p:cNvPr id="495" name="Arrow 76 | proportional arrowhead">
              <a:extLst>
                <a:ext uri="{FF2B5EF4-FFF2-40B4-BE49-F238E27FC236}">
                  <a16:creationId xmlns:a16="http://schemas.microsoft.com/office/drawing/2014/main" id="{1B18E344-F400-1D6B-1687-E690D036022D}"/>
                </a:ext>
              </a:extLst>
            </p:cNvPr>
            <p:cNvSpPr/>
            <p:nvPr/>
          </p:nvSpPr>
          <p:spPr>
            <a:xfrm>
              <a:off x="3843126" y="3505615"/>
              <a:ext cx="14305" cy="18390"/>
            </a:xfrm>
            <a:custGeom>
              <a:avLst/>
              <a:gdLst/>
              <a:ahLst/>
              <a:cxnLst/>
              <a:rect l="0" t="0" r="0" b="0"/>
              <a:pathLst>
                <a:path w="66675" h="85725">
                  <a:moveTo>
                    <a:pt x="33338" y="85725"/>
                  </a:moveTo>
                  <a:lnTo>
                    <a:pt x="6667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6" name="Arrow 78 | proportional arrowhead">
              <a:extLst>
                <a:ext uri="{FF2B5EF4-FFF2-40B4-BE49-F238E27FC236}">
                  <a16:creationId xmlns:a16="http://schemas.microsoft.com/office/drawing/2014/main" id="{80DBBCC4-29A1-23CD-DE20-3BC8543961CD}"/>
                </a:ext>
              </a:extLst>
            </p:cNvPr>
            <p:cNvSpPr/>
            <p:nvPr/>
          </p:nvSpPr>
          <p:spPr>
            <a:xfrm>
              <a:off x="4350969" y="3577492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2B887C"/>
            </a:solidFill>
            <a:ln w="1">
              <a:noFill/>
            </a:ln>
          </p:spPr>
        </p:sp>
        <p:sp>
          <p:nvSpPr>
            <p:cNvPr id="497" name="c | shared input to candidate crop | proportional arrowhead">
              <a:extLst>
                <a:ext uri="{FF2B5EF4-FFF2-40B4-BE49-F238E27FC236}">
                  <a16:creationId xmlns:a16="http://schemas.microsoft.com/office/drawing/2014/main" id="{2D012B36-D3F9-4373-C0B3-2638B06AB565}"/>
                </a:ext>
              </a:extLst>
            </p:cNvPr>
            <p:cNvSpPr/>
            <p:nvPr/>
          </p:nvSpPr>
          <p:spPr>
            <a:xfrm>
              <a:off x="2215373" y="2208436"/>
              <a:ext cx="18393" cy="14304"/>
            </a:xfrm>
            <a:custGeom>
              <a:avLst/>
              <a:gdLst/>
              <a:ahLst/>
              <a:cxnLst/>
              <a:rect l="0" t="0" r="0" b="0"/>
              <a:pathLst>
                <a:path w="85725" h="66675">
                  <a:moveTo>
                    <a:pt x="85725" y="33338"/>
                  </a:move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solidFill>
              <a:srgbClr val="397FA6"/>
            </a:solidFill>
            <a:ln w="1">
              <a:noFill/>
            </a:ln>
          </p:spPr>
        </p:sp>
      </p:grpSp>
      <p:grpSp>
        <p:nvGrpSpPr>
          <p:cNvPr id="498" name="d | Build: downstream pose reconstruction">
            <a:extLst>
              <a:ext uri="{FF2B5EF4-FFF2-40B4-BE49-F238E27FC236}">
                <a16:creationId xmlns:a16="http://schemas.microsoft.com/office/drawing/2014/main" id="{4C922834-3692-0CDF-71DC-143D30C4E581}"/>
              </a:ext>
            </a:extLst>
          </p:cNvPr>
          <p:cNvGrpSpPr/>
          <p:nvPr/>
        </p:nvGrpSpPr>
        <p:grpSpPr>
          <a:xfrm>
            <a:off x="1405608" y="3880469"/>
            <a:ext cx="3668807" cy="544065"/>
            <a:chOff x="65700" y="5420250"/>
            <a:chExt cx="5124600" cy="759952"/>
          </a:xfrm>
        </p:grpSpPr>
        <p:sp>
          <p:nvSpPr>
            <p:cNvPr id="499" name="d | panel background">
              <a:extLst>
                <a:ext uri="{FF2B5EF4-FFF2-40B4-BE49-F238E27FC236}">
                  <a16:creationId xmlns:a16="http://schemas.microsoft.com/office/drawing/2014/main" id="{5594094E-42EA-E149-D908-CEE5401AD661}"/>
                </a:ext>
              </a:extLst>
            </p:cNvPr>
            <p:cNvSpPr/>
            <p:nvPr/>
          </p:nvSpPr>
          <p:spPr>
            <a:xfrm>
              <a:off x="65700" y="5420250"/>
              <a:ext cx="5124600" cy="748980"/>
            </a:xfrm>
            <a:prstGeom prst="roundRect">
              <a:avLst>
                <a:gd name="adj" fmla="val 5263"/>
              </a:avLst>
            </a:prstGeom>
            <a:solidFill>
              <a:srgbClr val="FCFAF5"/>
            </a:solidFill>
            <a:ln w="6480" cap="rnd" cmpd="sng" algn="ctr">
              <a:solidFill>
                <a:srgbClr val="D8CAB6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00" name="Text | d">
              <a:extLst>
                <a:ext uri="{FF2B5EF4-FFF2-40B4-BE49-F238E27FC236}">
                  <a16:creationId xmlns:a16="http://schemas.microsoft.com/office/drawing/2014/main" id="{16BACAC9-90BF-03E9-8FF6-4CAAC6E4BE9B}"/>
                </a:ext>
              </a:extLst>
            </p:cNvPr>
            <p:cNvSpPr txBox="1"/>
            <p:nvPr/>
          </p:nvSpPr>
          <p:spPr>
            <a:xfrm>
              <a:off x="137970" y="5426820"/>
              <a:ext cx="143553" cy="1912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76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</a:t>
              </a:r>
              <a:endParaRPr lang="en-US" sz="760"/>
            </a:p>
          </p:txBody>
        </p:sp>
        <p:sp>
          <p:nvSpPr>
            <p:cNvPr id="501" name="Text | Build: downstream pose reconstruction">
              <a:extLst>
                <a:ext uri="{FF2B5EF4-FFF2-40B4-BE49-F238E27FC236}">
                  <a16:creationId xmlns:a16="http://schemas.microsoft.com/office/drawing/2014/main" id="{01B1EFEF-31A9-1CB4-313F-169835B6E8EB}"/>
                </a:ext>
              </a:extLst>
            </p:cNvPr>
            <p:cNvSpPr txBox="1"/>
            <p:nvPr/>
          </p:nvSpPr>
          <p:spPr>
            <a:xfrm>
              <a:off x="279225" y="5446530"/>
              <a:ext cx="2524252" cy="1586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629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Build: downstream pose reconstruction</a:t>
              </a:r>
              <a:endParaRPr lang="en-US" sz="629"/>
            </a:p>
          </p:txBody>
        </p:sp>
        <p:grpSp>
          <p:nvGrpSpPr>
            <p:cNvPr id="502" name="d | Site p: local receptor environment">
              <a:extLst>
                <a:ext uri="{FF2B5EF4-FFF2-40B4-BE49-F238E27FC236}">
                  <a16:creationId xmlns:a16="http://schemas.microsoft.com/office/drawing/2014/main" id="{6CB62F54-6EFF-A2E3-75EB-2BC5B0A75748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503" name="ellipse_2785">
                <a:extLst>
                  <a:ext uri="{FF2B5EF4-FFF2-40B4-BE49-F238E27FC236}">
                    <a16:creationId xmlns:a16="http://schemas.microsoft.com/office/drawing/2014/main" id="{A12DCA60-B043-6023-979B-C3B6B083B57A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4" name="ellipse_2786">
                <a:extLst>
                  <a:ext uri="{FF2B5EF4-FFF2-40B4-BE49-F238E27FC236}">
                    <a16:creationId xmlns:a16="http://schemas.microsoft.com/office/drawing/2014/main" id="{51F028FF-7688-878D-4612-817C67FD091B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5" name="ellipse_2787">
                <a:extLst>
                  <a:ext uri="{FF2B5EF4-FFF2-40B4-BE49-F238E27FC236}">
                    <a16:creationId xmlns:a16="http://schemas.microsoft.com/office/drawing/2014/main" id="{CAD72E91-244A-CB0D-60AD-B647477A7C41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6" name="ellipse_2788">
                <a:extLst>
                  <a:ext uri="{FF2B5EF4-FFF2-40B4-BE49-F238E27FC236}">
                    <a16:creationId xmlns:a16="http://schemas.microsoft.com/office/drawing/2014/main" id="{ADA92AAE-1702-16A3-2EEA-774271D640B4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7" name="ellipse_2789">
                <a:extLst>
                  <a:ext uri="{FF2B5EF4-FFF2-40B4-BE49-F238E27FC236}">
                    <a16:creationId xmlns:a16="http://schemas.microsoft.com/office/drawing/2014/main" id="{594792D1-925D-D998-ADDE-BD491ACEFEB5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8" name="ellipse_2790">
                <a:extLst>
                  <a:ext uri="{FF2B5EF4-FFF2-40B4-BE49-F238E27FC236}">
                    <a16:creationId xmlns:a16="http://schemas.microsoft.com/office/drawing/2014/main" id="{B9DBBBD2-80AD-D3F3-4E78-EAA70928CDE7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09" name="ellipse_2791">
                <a:extLst>
                  <a:ext uri="{FF2B5EF4-FFF2-40B4-BE49-F238E27FC236}">
                    <a16:creationId xmlns:a16="http://schemas.microsoft.com/office/drawing/2014/main" id="{1A0D6CBC-EBF0-C846-97C9-2B0755CF669A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0" name="ellipse_2792">
                <a:extLst>
                  <a:ext uri="{FF2B5EF4-FFF2-40B4-BE49-F238E27FC236}">
                    <a16:creationId xmlns:a16="http://schemas.microsoft.com/office/drawing/2014/main" id="{D86C228B-9715-013B-1372-E9C632AA0C69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1" name="ellipse_2793">
                <a:extLst>
                  <a:ext uri="{FF2B5EF4-FFF2-40B4-BE49-F238E27FC236}">
                    <a16:creationId xmlns:a16="http://schemas.microsoft.com/office/drawing/2014/main" id="{3A1B6AF3-5148-60FF-787B-428B60C4104C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2" name="ellipse_2794">
                <a:extLst>
                  <a:ext uri="{FF2B5EF4-FFF2-40B4-BE49-F238E27FC236}">
                    <a16:creationId xmlns:a16="http://schemas.microsoft.com/office/drawing/2014/main" id="{A7A7E497-9ACA-727C-B6FE-FDC945ADFE5A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3" name="ellipse_2795">
                <a:extLst>
                  <a:ext uri="{FF2B5EF4-FFF2-40B4-BE49-F238E27FC236}">
                    <a16:creationId xmlns:a16="http://schemas.microsoft.com/office/drawing/2014/main" id="{EDC068A5-FFD8-7C85-C5EE-449528339038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4" name="ellipse_2796">
                <a:extLst>
                  <a:ext uri="{FF2B5EF4-FFF2-40B4-BE49-F238E27FC236}">
                    <a16:creationId xmlns:a16="http://schemas.microsoft.com/office/drawing/2014/main" id="{BA5D1445-CCBF-AD18-5195-7CFACAD7137E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5" name="ellipse_2797">
                <a:extLst>
                  <a:ext uri="{FF2B5EF4-FFF2-40B4-BE49-F238E27FC236}">
                    <a16:creationId xmlns:a16="http://schemas.microsoft.com/office/drawing/2014/main" id="{515BA9A2-BDF3-57B1-B418-C94097B7AE80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6" name="ellipse_2798">
                <a:extLst>
                  <a:ext uri="{FF2B5EF4-FFF2-40B4-BE49-F238E27FC236}">
                    <a16:creationId xmlns:a16="http://schemas.microsoft.com/office/drawing/2014/main" id="{2B4CBFD0-73C3-6605-0083-7DF46224C668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7" name="ellipse_2799">
                <a:extLst>
                  <a:ext uri="{FF2B5EF4-FFF2-40B4-BE49-F238E27FC236}">
                    <a16:creationId xmlns:a16="http://schemas.microsoft.com/office/drawing/2014/main" id="{2A9BC2F7-88FC-537D-2761-AFE3D3D3200E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8" name="ellipse_2800">
                <a:extLst>
                  <a:ext uri="{FF2B5EF4-FFF2-40B4-BE49-F238E27FC236}">
                    <a16:creationId xmlns:a16="http://schemas.microsoft.com/office/drawing/2014/main" id="{19A3CE69-1564-E07F-C6A2-ED4211D156F3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19" name="ellipse_2801">
                <a:extLst>
                  <a:ext uri="{FF2B5EF4-FFF2-40B4-BE49-F238E27FC236}">
                    <a16:creationId xmlns:a16="http://schemas.microsoft.com/office/drawing/2014/main" id="{0CE88042-6130-A0AC-D34C-6EDE538A15C0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0" name="ellipse_2802">
                <a:extLst>
                  <a:ext uri="{FF2B5EF4-FFF2-40B4-BE49-F238E27FC236}">
                    <a16:creationId xmlns:a16="http://schemas.microsoft.com/office/drawing/2014/main" id="{363002B6-D4CA-2A9E-299A-65312E69323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1" name="ellipse_2803">
                <a:extLst>
                  <a:ext uri="{FF2B5EF4-FFF2-40B4-BE49-F238E27FC236}">
                    <a16:creationId xmlns:a16="http://schemas.microsoft.com/office/drawing/2014/main" id="{F7B99FE0-23EE-89CE-101D-26DEF67E4BCC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2" name="ellipse_2804">
                <a:extLst>
                  <a:ext uri="{FF2B5EF4-FFF2-40B4-BE49-F238E27FC236}">
                    <a16:creationId xmlns:a16="http://schemas.microsoft.com/office/drawing/2014/main" id="{E43407AF-3BBF-6BED-5776-DCAFD3A5C6CD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3" name="ellipse_2805">
                <a:extLst>
                  <a:ext uri="{FF2B5EF4-FFF2-40B4-BE49-F238E27FC236}">
                    <a16:creationId xmlns:a16="http://schemas.microsoft.com/office/drawing/2014/main" id="{FB6E9BF8-EDD9-C4BB-DBC9-8EA711C786E5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4" name="ellipse_2806">
                <a:extLst>
                  <a:ext uri="{FF2B5EF4-FFF2-40B4-BE49-F238E27FC236}">
                    <a16:creationId xmlns:a16="http://schemas.microsoft.com/office/drawing/2014/main" id="{505D5B54-BA61-B1B3-3704-848C17D96BFB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5" name="ellipse_2807">
                <a:extLst>
                  <a:ext uri="{FF2B5EF4-FFF2-40B4-BE49-F238E27FC236}">
                    <a16:creationId xmlns:a16="http://schemas.microsoft.com/office/drawing/2014/main" id="{5078FD94-FACF-AEAB-981A-1C425E8A9488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6" name="ellipse_2808">
                <a:extLst>
                  <a:ext uri="{FF2B5EF4-FFF2-40B4-BE49-F238E27FC236}">
                    <a16:creationId xmlns:a16="http://schemas.microsoft.com/office/drawing/2014/main" id="{694F1E2C-FC22-8D28-3530-07FD0E8AF95A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7" name="ellipse_2809">
                <a:extLst>
                  <a:ext uri="{FF2B5EF4-FFF2-40B4-BE49-F238E27FC236}">
                    <a16:creationId xmlns:a16="http://schemas.microsoft.com/office/drawing/2014/main" id="{3077695A-3B4F-C2FA-CF76-534AE8019AA2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8" name="ellipse_2810">
                <a:extLst>
                  <a:ext uri="{FF2B5EF4-FFF2-40B4-BE49-F238E27FC236}">
                    <a16:creationId xmlns:a16="http://schemas.microsoft.com/office/drawing/2014/main" id="{5A6DFB49-DB6F-3F6E-9F5A-6C526F9CE43A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29" name="ellipse_2811">
                <a:extLst>
                  <a:ext uri="{FF2B5EF4-FFF2-40B4-BE49-F238E27FC236}">
                    <a16:creationId xmlns:a16="http://schemas.microsoft.com/office/drawing/2014/main" id="{183AC548-6193-3383-59F2-FFD8D2D62502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0" name="ellipse_2812">
                <a:extLst>
                  <a:ext uri="{FF2B5EF4-FFF2-40B4-BE49-F238E27FC236}">
                    <a16:creationId xmlns:a16="http://schemas.microsoft.com/office/drawing/2014/main" id="{7A4CBBB3-8BAE-FE82-41DA-59393A2A42E4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1" name="ellipse_2813">
                <a:extLst>
                  <a:ext uri="{FF2B5EF4-FFF2-40B4-BE49-F238E27FC236}">
                    <a16:creationId xmlns:a16="http://schemas.microsoft.com/office/drawing/2014/main" id="{F24C19DF-7263-D858-1A4B-0E18EB6F1934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2" name="ellipse_2814">
                <a:extLst>
                  <a:ext uri="{FF2B5EF4-FFF2-40B4-BE49-F238E27FC236}">
                    <a16:creationId xmlns:a16="http://schemas.microsoft.com/office/drawing/2014/main" id="{4DF95B6C-C81F-4D9E-CBD7-7C3041492F2E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3" name="ellipse_2815">
                <a:extLst>
                  <a:ext uri="{FF2B5EF4-FFF2-40B4-BE49-F238E27FC236}">
                    <a16:creationId xmlns:a16="http://schemas.microsoft.com/office/drawing/2014/main" id="{EAEA41C7-C674-293D-43F4-2F66F044A12F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4" name="ellipse_2816">
                <a:extLst>
                  <a:ext uri="{FF2B5EF4-FFF2-40B4-BE49-F238E27FC236}">
                    <a16:creationId xmlns:a16="http://schemas.microsoft.com/office/drawing/2014/main" id="{FE8A2A2A-5C61-D3F1-C2AC-2F96AA316691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5" name="ellipse_2817">
                <a:extLst>
                  <a:ext uri="{FF2B5EF4-FFF2-40B4-BE49-F238E27FC236}">
                    <a16:creationId xmlns:a16="http://schemas.microsoft.com/office/drawing/2014/main" id="{154171F8-CF16-A11C-A64C-30FAAC160BE1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6" name="ellipse_2818">
                <a:extLst>
                  <a:ext uri="{FF2B5EF4-FFF2-40B4-BE49-F238E27FC236}">
                    <a16:creationId xmlns:a16="http://schemas.microsoft.com/office/drawing/2014/main" id="{1005942C-00D7-8A1C-137B-E1D86938330F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7" name="ellipse_2819">
                <a:extLst>
                  <a:ext uri="{FF2B5EF4-FFF2-40B4-BE49-F238E27FC236}">
                    <a16:creationId xmlns:a16="http://schemas.microsoft.com/office/drawing/2014/main" id="{73B36372-871B-FA4B-1FCA-7A0E91EE9E36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8" name="ellipse_2820">
                <a:extLst>
                  <a:ext uri="{FF2B5EF4-FFF2-40B4-BE49-F238E27FC236}">
                    <a16:creationId xmlns:a16="http://schemas.microsoft.com/office/drawing/2014/main" id="{F7F8A5DD-DBDE-CB37-B237-9C609C1A6546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39" name="ellipse_2821">
                <a:extLst>
                  <a:ext uri="{FF2B5EF4-FFF2-40B4-BE49-F238E27FC236}">
                    <a16:creationId xmlns:a16="http://schemas.microsoft.com/office/drawing/2014/main" id="{1979733E-CB2D-7A67-5FC5-DD9627A39CD3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0" name="ellipse_2822">
                <a:extLst>
                  <a:ext uri="{FF2B5EF4-FFF2-40B4-BE49-F238E27FC236}">
                    <a16:creationId xmlns:a16="http://schemas.microsoft.com/office/drawing/2014/main" id="{C4372E0D-93CD-8E04-1985-70BFD8B50C97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1" name="ellipse_2823">
                <a:extLst>
                  <a:ext uri="{FF2B5EF4-FFF2-40B4-BE49-F238E27FC236}">
                    <a16:creationId xmlns:a16="http://schemas.microsoft.com/office/drawing/2014/main" id="{55197BFF-C785-D4CA-F15F-40A20C659306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2" name="ellipse_2824">
                <a:extLst>
                  <a:ext uri="{FF2B5EF4-FFF2-40B4-BE49-F238E27FC236}">
                    <a16:creationId xmlns:a16="http://schemas.microsoft.com/office/drawing/2014/main" id="{21C32A1E-A7BC-45B3-1FEC-E2F2866A5919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3" name="ellipse_2825">
                <a:extLst>
                  <a:ext uri="{FF2B5EF4-FFF2-40B4-BE49-F238E27FC236}">
                    <a16:creationId xmlns:a16="http://schemas.microsoft.com/office/drawing/2014/main" id="{EC818BE8-9797-8590-EB1E-BF9BCA7BD6D5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4" name="ellipse_2826">
                <a:extLst>
                  <a:ext uri="{FF2B5EF4-FFF2-40B4-BE49-F238E27FC236}">
                    <a16:creationId xmlns:a16="http://schemas.microsoft.com/office/drawing/2014/main" id="{B5CACCE6-05B2-0EA0-66A9-ED4A83A331F7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5" name="ellipse_2827">
                <a:extLst>
                  <a:ext uri="{FF2B5EF4-FFF2-40B4-BE49-F238E27FC236}">
                    <a16:creationId xmlns:a16="http://schemas.microsoft.com/office/drawing/2014/main" id="{24218C7E-A2A0-9739-FF0A-B14CE3408AA9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6" name="ellipse_2828">
                <a:extLst>
                  <a:ext uri="{FF2B5EF4-FFF2-40B4-BE49-F238E27FC236}">
                    <a16:creationId xmlns:a16="http://schemas.microsoft.com/office/drawing/2014/main" id="{17C2F170-5D38-AEEF-0C8A-0BAB13A1AFA4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7" name="ellipse_2829">
                <a:extLst>
                  <a:ext uri="{FF2B5EF4-FFF2-40B4-BE49-F238E27FC236}">
                    <a16:creationId xmlns:a16="http://schemas.microsoft.com/office/drawing/2014/main" id="{72DE01CC-7BD5-EF8A-4D5E-D4F16EBD25BA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8" name="ellipse_2830">
                <a:extLst>
                  <a:ext uri="{FF2B5EF4-FFF2-40B4-BE49-F238E27FC236}">
                    <a16:creationId xmlns:a16="http://schemas.microsoft.com/office/drawing/2014/main" id="{2D90C968-2B8D-CFCD-9A08-06CAA11205F5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49" name="ellipse_2831">
                <a:extLst>
                  <a:ext uri="{FF2B5EF4-FFF2-40B4-BE49-F238E27FC236}">
                    <a16:creationId xmlns:a16="http://schemas.microsoft.com/office/drawing/2014/main" id="{F5A64C34-4C7A-0DCB-3D64-ADAB6CB255CE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0" name="ellipse_2832">
                <a:extLst>
                  <a:ext uri="{FF2B5EF4-FFF2-40B4-BE49-F238E27FC236}">
                    <a16:creationId xmlns:a16="http://schemas.microsoft.com/office/drawing/2014/main" id="{D1FC9509-50AC-F791-4FE3-A52D3662A7C9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1" name="ellipse_2833">
                <a:extLst>
                  <a:ext uri="{FF2B5EF4-FFF2-40B4-BE49-F238E27FC236}">
                    <a16:creationId xmlns:a16="http://schemas.microsoft.com/office/drawing/2014/main" id="{83194F97-922B-C004-9A25-4BD7C7374171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2" name="ellipse_2834">
                <a:extLst>
                  <a:ext uri="{FF2B5EF4-FFF2-40B4-BE49-F238E27FC236}">
                    <a16:creationId xmlns:a16="http://schemas.microsoft.com/office/drawing/2014/main" id="{EE4A2221-0759-376C-4BA7-8DF11E3AF0E3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3" name="ellipse_2835">
                <a:extLst>
                  <a:ext uri="{FF2B5EF4-FFF2-40B4-BE49-F238E27FC236}">
                    <a16:creationId xmlns:a16="http://schemas.microsoft.com/office/drawing/2014/main" id="{6B7792C2-D2C4-D5DF-94AA-673F140B5EFF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4" name="ellipse_2836">
                <a:extLst>
                  <a:ext uri="{FF2B5EF4-FFF2-40B4-BE49-F238E27FC236}">
                    <a16:creationId xmlns:a16="http://schemas.microsoft.com/office/drawing/2014/main" id="{5234EB81-40FA-2A66-58E5-B9CDED3C4EA3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5" name="ellipse_2837">
                <a:extLst>
                  <a:ext uri="{FF2B5EF4-FFF2-40B4-BE49-F238E27FC236}">
                    <a16:creationId xmlns:a16="http://schemas.microsoft.com/office/drawing/2014/main" id="{B72A6EE8-324F-CF7B-B794-0AA1452531DB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6" name="ellipse_2838">
                <a:extLst>
                  <a:ext uri="{FF2B5EF4-FFF2-40B4-BE49-F238E27FC236}">
                    <a16:creationId xmlns:a16="http://schemas.microsoft.com/office/drawing/2014/main" id="{B3307248-9EB2-7787-61BB-CA3EBB058C60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7" name="ellipse_2839">
                <a:extLst>
                  <a:ext uri="{FF2B5EF4-FFF2-40B4-BE49-F238E27FC236}">
                    <a16:creationId xmlns:a16="http://schemas.microsoft.com/office/drawing/2014/main" id="{F539C429-6343-DDE3-C618-7EE84CD0B8A0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8" name="ellipse_2840">
                <a:extLst>
                  <a:ext uri="{FF2B5EF4-FFF2-40B4-BE49-F238E27FC236}">
                    <a16:creationId xmlns:a16="http://schemas.microsoft.com/office/drawing/2014/main" id="{177D7A64-8B69-8E10-ED95-59DC31F0EBC6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59" name="ellipse_2841">
                <a:extLst>
                  <a:ext uri="{FF2B5EF4-FFF2-40B4-BE49-F238E27FC236}">
                    <a16:creationId xmlns:a16="http://schemas.microsoft.com/office/drawing/2014/main" id="{60B6C6A4-67BC-B4D0-9836-09081FC462E6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0" name="ellipse_2842">
                <a:extLst>
                  <a:ext uri="{FF2B5EF4-FFF2-40B4-BE49-F238E27FC236}">
                    <a16:creationId xmlns:a16="http://schemas.microsoft.com/office/drawing/2014/main" id="{31992089-F0D0-883C-68B5-6E4050828402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1" name="ellipse_2843">
                <a:extLst>
                  <a:ext uri="{FF2B5EF4-FFF2-40B4-BE49-F238E27FC236}">
                    <a16:creationId xmlns:a16="http://schemas.microsoft.com/office/drawing/2014/main" id="{E04E7EC4-CD9E-FB6A-8775-40843CFEE6AE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2" name="ellipse_2844">
                <a:extLst>
                  <a:ext uri="{FF2B5EF4-FFF2-40B4-BE49-F238E27FC236}">
                    <a16:creationId xmlns:a16="http://schemas.microsoft.com/office/drawing/2014/main" id="{513C5D99-2025-FA8A-9E39-E90791CA772A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3" name="ellipse_2845">
                <a:extLst>
                  <a:ext uri="{FF2B5EF4-FFF2-40B4-BE49-F238E27FC236}">
                    <a16:creationId xmlns:a16="http://schemas.microsoft.com/office/drawing/2014/main" id="{93F19F88-F75D-9B15-0DDA-1CD55E38ECB0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4" name="ellipse_2846">
                <a:extLst>
                  <a:ext uri="{FF2B5EF4-FFF2-40B4-BE49-F238E27FC236}">
                    <a16:creationId xmlns:a16="http://schemas.microsoft.com/office/drawing/2014/main" id="{07CA20CA-32A0-3AFD-3849-DB85E56DA689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5" name="ellipse_2847">
                <a:extLst>
                  <a:ext uri="{FF2B5EF4-FFF2-40B4-BE49-F238E27FC236}">
                    <a16:creationId xmlns:a16="http://schemas.microsoft.com/office/drawing/2014/main" id="{66BD5A37-A3C6-1939-3222-D7D836D3C9B1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6" name="ellipse_2848">
                <a:extLst>
                  <a:ext uri="{FF2B5EF4-FFF2-40B4-BE49-F238E27FC236}">
                    <a16:creationId xmlns:a16="http://schemas.microsoft.com/office/drawing/2014/main" id="{A3A80ACA-D431-9B2B-C6F8-07A92B713493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7" name="ellipse_2849">
                <a:extLst>
                  <a:ext uri="{FF2B5EF4-FFF2-40B4-BE49-F238E27FC236}">
                    <a16:creationId xmlns:a16="http://schemas.microsoft.com/office/drawing/2014/main" id="{062AED4F-FC49-2E3B-F3C4-369FD1E1353B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8" name="ellipse_2850">
                <a:extLst>
                  <a:ext uri="{FF2B5EF4-FFF2-40B4-BE49-F238E27FC236}">
                    <a16:creationId xmlns:a16="http://schemas.microsoft.com/office/drawing/2014/main" id="{BF01D8C8-5BE3-5859-0052-EC79F78214E2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69" name="ellipse_2851">
                <a:extLst>
                  <a:ext uri="{FF2B5EF4-FFF2-40B4-BE49-F238E27FC236}">
                    <a16:creationId xmlns:a16="http://schemas.microsoft.com/office/drawing/2014/main" id="{BD1F77B3-E9A5-B1E8-798C-FE2AB79AF462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0" name="ellipse_2852">
                <a:extLst>
                  <a:ext uri="{FF2B5EF4-FFF2-40B4-BE49-F238E27FC236}">
                    <a16:creationId xmlns:a16="http://schemas.microsoft.com/office/drawing/2014/main" id="{2F086C12-8DDE-C0F6-0D56-9A26A94E7FEB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1" name="ellipse_2853">
                <a:extLst>
                  <a:ext uri="{FF2B5EF4-FFF2-40B4-BE49-F238E27FC236}">
                    <a16:creationId xmlns:a16="http://schemas.microsoft.com/office/drawing/2014/main" id="{C5299042-8154-F81B-BC80-9926D7B1010F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2" name="ellipse_2854">
                <a:extLst>
                  <a:ext uri="{FF2B5EF4-FFF2-40B4-BE49-F238E27FC236}">
                    <a16:creationId xmlns:a16="http://schemas.microsoft.com/office/drawing/2014/main" id="{5A5866A5-16D6-4915-6A70-1D4610C54075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3" name="ellipse_2855">
                <a:extLst>
                  <a:ext uri="{FF2B5EF4-FFF2-40B4-BE49-F238E27FC236}">
                    <a16:creationId xmlns:a16="http://schemas.microsoft.com/office/drawing/2014/main" id="{84A5AB79-7746-DE7D-E5CA-CB479053D593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4" name="ellipse_2856">
                <a:extLst>
                  <a:ext uri="{FF2B5EF4-FFF2-40B4-BE49-F238E27FC236}">
                    <a16:creationId xmlns:a16="http://schemas.microsoft.com/office/drawing/2014/main" id="{3006805B-CC43-AC71-E3ED-14A4157BB0AE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5" name="ellipse_2857">
                <a:extLst>
                  <a:ext uri="{FF2B5EF4-FFF2-40B4-BE49-F238E27FC236}">
                    <a16:creationId xmlns:a16="http://schemas.microsoft.com/office/drawing/2014/main" id="{7183CDAE-B057-404B-8CA7-DF03970F1582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6" name="ellipse_2858">
                <a:extLst>
                  <a:ext uri="{FF2B5EF4-FFF2-40B4-BE49-F238E27FC236}">
                    <a16:creationId xmlns:a16="http://schemas.microsoft.com/office/drawing/2014/main" id="{7FBA6988-9FC0-3189-B9A0-74EF644F6653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7" name="ellipse_2859">
                <a:extLst>
                  <a:ext uri="{FF2B5EF4-FFF2-40B4-BE49-F238E27FC236}">
                    <a16:creationId xmlns:a16="http://schemas.microsoft.com/office/drawing/2014/main" id="{158147E5-81CC-A751-529E-F2BCA3F20895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8" name="ellipse_2860">
                <a:extLst>
                  <a:ext uri="{FF2B5EF4-FFF2-40B4-BE49-F238E27FC236}">
                    <a16:creationId xmlns:a16="http://schemas.microsoft.com/office/drawing/2014/main" id="{91877774-5F86-DC19-8DDB-154F75FE103D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79" name="ellipse_2861">
                <a:extLst>
                  <a:ext uri="{FF2B5EF4-FFF2-40B4-BE49-F238E27FC236}">
                    <a16:creationId xmlns:a16="http://schemas.microsoft.com/office/drawing/2014/main" id="{4FE162FC-A6F9-0056-2069-0819C1BE084E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0" name="ellipse_2862">
                <a:extLst>
                  <a:ext uri="{FF2B5EF4-FFF2-40B4-BE49-F238E27FC236}">
                    <a16:creationId xmlns:a16="http://schemas.microsoft.com/office/drawing/2014/main" id="{B089793D-6A94-2173-4E2A-51DE5AD6069A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1" name="ellipse_2863">
                <a:extLst>
                  <a:ext uri="{FF2B5EF4-FFF2-40B4-BE49-F238E27FC236}">
                    <a16:creationId xmlns:a16="http://schemas.microsoft.com/office/drawing/2014/main" id="{4A20FC11-FC65-C1D5-03EE-B2EBB67FE0EC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2" name="ellipse_2864">
                <a:extLst>
                  <a:ext uri="{FF2B5EF4-FFF2-40B4-BE49-F238E27FC236}">
                    <a16:creationId xmlns:a16="http://schemas.microsoft.com/office/drawing/2014/main" id="{B62E5F49-0AFA-0EF3-2DFE-547EC040C55B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3" name="ellipse_2865">
                <a:extLst>
                  <a:ext uri="{FF2B5EF4-FFF2-40B4-BE49-F238E27FC236}">
                    <a16:creationId xmlns:a16="http://schemas.microsoft.com/office/drawing/2014/main" id="{863554B2-0D94-C6B1-427F-3E6548C1CC59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4" name="ellipse_2866">
                <a:extLst>
                  <a:ext uri="{FF2B5EF4-FFF2-40B4-BE49-F238E27FC236}">
                    <a16:creationId xmlns:a16="http://schemas.microsoft.com/office/drawing/2014/main" id="{31CC9438-277D-EDDD-C76C-E88DCC693C88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5" name="ellipse_2867">
                <a:extLst>
                  <a:ext uri="{FF2B5EF4-FFF2-40B4-BE49-F238E27FC236}">
                    <a16:creationId xmlns:a16="http://schemas.microsoft.com/office/drawing/2014/main" id="{51D6016E-2843-B907-741D-C32061392D97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6" name="ellipse_2868">
                <a:extLst>
                  <a:ext uri="{FF2B5EF4-FFF2-40B4-BE49-F238E27FC236}">
                    <a16:creationId xmlns:a16="http://schemas.microsoft.com/office/drawing/2014/main" id="{F21529B0-4618-281E-CBD5-68CAC814E8CD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587" name="ellipse_2869">
                <a:extLst>
                  <a:ext uri="{FF2B5EF4-FFF2-40B4-BE49-F238E27FC236}">
                    <a16:creationId xmlns:a16="http://schemas.microsoft.com/office/drawing/2014/main" id="{C8163A46-0633-7093-FD96-9B85AD98A9FF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588" name="Candidate blob | editable contour">
              <a:extLst>
                <a:ext uri="{FF2B5EF4-FFF2-40B4-BE49-F238E27FC236}">
                  <a16:creationId xmlns:a16="http://schemas.microsoft.com/office/drawing/2014/main" id="{A57100B0-3632-9195-D19E-AD2F7DD1CDFB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871">
              <a:extLst>
                <a:ext uri="{FF2B5EF4-FFF2-40B4-BE49-F238E27FC236}">
                  <a16:creationId xmlns:a16="http://schemas.microsoft.com/office/drawing/2014/main" id="{7A057110-7314-29E6-45BC-C940210A8C4A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Site p | geometric centre">
              <a:extLst>
                <a:ext uri="{FF2B5EF4-FFF2-40B4-BE49-F238E27FC236}">
                  <a16:creationId xmlns:a16="http://schemas.microsoft.com/office/drawing/2014/main" id="{32A2A18A-C09B-4D26-AD31-637A9EAA1519}"/>
                </a:ext>
              </a:extLst>
            </p:cNvPr>
            <p:cNvSpPr>
              <a:spLocks noGrp="1"/>
            </p:cNvSpPr>
            <p:nvPr/>
          </p:nvSpPr>
          <p:spPr>
            <a:xfrm>
              <a:off x="341982" y="5779957"/>
              <a:ext cx="30000" cy="30000"/>
            </a:xfrm>
            <a:prstGeom prst="ellipse">
              <a:avLst/>
            </a:prstGeom>
            <a:solidFill>
              <a:srgbClr val="174979"/>
            </a:solidFill>
            <a:ln w="1650">
              <a:solidFill>
                <a:srgbClr val="FFFFFF"/>
              </a:solidFill>
            </a:ln>
          </p:spPr>
        </p:sp>
        <p:sp>
          <p:nvSpPr>
            <p:cNvPr id="591" name="Text | Site p">
              <a:extLst>
                <a:ext uri="{FF2B5EF4-FFF2-40B4-BE49-F238E27FC236}">
                  <a16:creationId xmlns:a16="http://schemas.microsoft.com/office/drawing/2014/main" id="{0FB3C559-5FCF-A942-0C6F-311F77BF8BCD}"/>
                </a:ext>
              </a:extLst>
            </p:cNvPr>
            <p:cNvSpPr txBox="1"/>
            <p:nvPr/>
          </p:nvSpPr>
          <p:spPr>
            <a:xfrm>
              <a:off x="203508" y="5975415"/>
              <a:ext cx="32225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Site p</a:t>
              </a:r>
              <a:endParaRPr lang="en-US" sz="500"/>
            </a:p>
          </p:txBody>
        </p:sp>
        <p:sp>
          <p:nvSpPr>
            <p:cNvPr id="592" name="Text | from Find">
              <a:extLst>
                <a:ext uri="{FF2B5EF4-FFF2-40B4-BE49-F238E27FC236}">
                  <a16:creationId xmlns:a16="http://schemas.microsoft.com/office/drawing/2014/main" id="{A4DECEBC-C467-F49A-8903-C7BCD024299B}"/>
                </a:ext>
              </a:extLst>
            </p:cNvPr>
            <p:cNvSpPr txBox="1"/>
            <p:nvPr/>
          </p:nvSpPr>
          <p:spPr>
            <a:xfrm>
              <a:off x="181872" y="6070680"/>
              <a:ext cx="365527" cy="10262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407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from Find</a:t>
              </a:r>
              <a:endParaRPr lang="en-US" sz="407"/>
            </a:p>
          </p:txBody>
        </p:sp>
        <p:sp>
          <p:nvSpPr>
            <p:cNvPr id="593" name="Text | +">
              <a:extLst>
                <a:ext uri="{FF2B5EF4-FFF2-40B4-BE49-F238E27FC236}">
                  <a16:creationId xmlns:a16="http://schemas.microsoft.com/office/drawing/2014/main" id="{3C7BA717-4B11-7C0E-695D-F18A6BADF987}"/>
                </a:ext>
              </a:extLst>
            </p:cNvPr>
            <p:cNvSpPr txBox="1"/>
            <p:nvPr/>
          </p:nvSpPr>
          <p:spPr>
            <a:xfrm>
              <a:off x="601134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9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593"/>
            </a:p>
          </p:txBody>
        </p:sp>
        <p:grpSp>
          <p:nvGrpSpPr>
            <p:cNvPr id="594" name="d | Ligand identity: illustrative molecular graph">
              <a:extLst>
                <a:ext uri="{FF2B5EF4-FFF2-40B4-BE49-F238E27FC236}">
                  <a16:creationId xmlns:a16="http://schemas.microsoft.com/office/drawing/2014/main" id="{4B5FF03B-9939-087F-1A90-59B68227CCD0}"/>
                </a:ext>
              </a:extLst>
            </p:cNvPr>
            <p:cNvGrpSpPr/>
            <p:nvPr/>
          </p:nvGrpSpPr>
          <p:grpSpPr>
            <a:xfrm>
              <a:off x="863060" y="5744348"/>
              <a:ext cx="420988" cy="204721"/>
              <a:chOff x="863060" y="5744348"/>
              <a:chExt cx="420988" cy="204721"/>
            </a:xfrm>
          </p:grpSpPr>
          <p:cxnSp>
            <p:nvCxnSpPr>
              <p:cNvPr id="595" name="path_2875">
                <a:extLst>
                  <a:ext uri="{FF2B5EF4-FFF2-40B4-BE49-F238E27FC236}">
                    <a16:creationId xmlns:a16="http://schemas.microsoft.com/office/drawing/2014/main" id="{537C00EB-63A3-54E2-840F-755592B2D5CE}"/>
                  </a:ext>
                </a:extLst>
              </p:cNvPr>
              <p:cNvCxnSpPr/>
              <p:nvPr/>
            </p:nvCxnSpPr>
            <p:spPr>
              <a:xfrm flipH="1">
                <a:off x="956231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6" name="path_2876">
                <a:extLst>
                  <a:ext uri="{FF2B5EF4-FFF2-40B4-BE49-F238E27FC236}">
                    <a16:creationId xmlns:a16="http://schemas.microsoft.com/office/drawing/2014/main" id="{3EFCC9A4-2657-748E-3D4A-B079F987487B}"/>
                  </a:ext>
                </a:extLst>
              </p:cNvPr>
              <p:cNvCxnSpPr/>
              <p:nvPr/>
            </p:nvCxnSpPr>
            <p:spPr>
              <a:xfrm flipH="1" flipV="1">
                <a:off x="863060" y="5897889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7" name="path_2877">
                <a:extLst>
                  <a:ext uri="{FF2B5EF4-FFF2-40B4-BE49-F238E27FC236}">
                    <a16:creationId xmlns:a16="http://schemas.microsoft.com/office/drawing/2014/main" id="{4F972F5E-CC59-9166-7930-5C58B67060F6}"/>
                  </a:ext>
                </a:extLst>
              </p:cNvPr>
              <p:cNvCxnSpPr/>
              <p:nvPr/>
            </p:nvCxnSpPr>
            <p:spPr>
              <a:xfrm flipH="1" flipV="1">
                <a:off x="863060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8" name="path_2878">
                <a:extLst>
                  <a:ext uri="{FF2B5EF4-FFF2-40B4-BE49-F238E27FC236}">
                    <a16:creationId xmlns:a16="http://schemas.microsoft.com/office/drawing/2014/main" id="{09B48882-DC24-2F67-7B2F-514E25956416}"/>
                  </a:ext>
                </a:extLst>
              </p:cNvPr>
              <p:cNvCxnSpPr/>
              <p:nvPr/>
            </p:nvCxnSpPr>
            <p:spPr>
              <a:xfrm flipV="1">
                <a:off x="863060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599" name="path_2879">
                <a:extLst>
                  <a:ext uri="{FF2B5EF4-FFF2-40B4-BE49-F238E27FC236}">
                    <a16:creationId xmlns:a16="http://schemas.microsoft.com/office/drawing/2014/main" id="{216E8486-E6D3-4DF6-049A-31795B41AC78}"/>
                  </a:ext>
                </a:extLst>
              </p:cNvPr>
              <p:cNvCxnSpPr/>
              <p:nvPr/>
            </p:nvCxnSpPr>
            <p:spPr>
              <a:xfrm>
                <a:off x="956231" y="5744348"/>
                <a:ext cx="93170" cy="51180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0" name="path_2880">
                <a:extLst>
                  <a:ext uri="{FF2B5EF4-FFF2-40B4-BE49-F238E27FC236}">
                    <a16:creationId xmlns:a16="http://schemas.microsoft.com/office/drawing/2014/main" id="{50277E51-18B8-37EC-C175-BFE147D83500}"/>
                  </a:ext>
                </a:extLst>
              </p:cNvPr>
              <p:cNvCxnSpPr/>
              <p:nvPr/>
            </p:nvCxnSpPr>
            <p:spPr>
              <a:xfrm flipH="1">
                <a:off x="1049401" y="5795528"/>
                <a:ext cx="0" cy="102361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1" name="path_2881">
                <a:extLst>
                  <a:ext uri="{FF2B5EF4-FFF2-40B4-BE49-F238E27FC236}">
                    <a16:creationId xmlns:a16="http://schemas.microsoft.com/office/drawing/2014/main" id="{A3D0771C-55F6-268B-03D5-3A96173BCC16}"/>
                  </a:ext>
                </a:extLst>
              </p:cNvPr>
              <p:cNvCxnSpPr/>
              <p:nvPr/>
            </p:nvCxnSpPr>
            <p:spPr>
              <a:xfrm flipV="1">
                <a:off x="1049401" y="5768591"/>
                <a:ext cx="83267" cy="12929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2" name="path_2882">
                <a:extLst>
                  <a:ext uri="{FF2B5EF4-FFF2-40B4-BE49-F238E27FC236}">
                    <a16:creationId xmlns:a16="http://schemas.microsoft.com/office/drawing/2014/main" id="{AF0829CA-4B4E-389A-6316-16E31B819C92}"/>
                  </a:ext>
                </a:extLst>
              </p:cNvPr>
              <p:cNvCxnSpPr/>
              <p:nvPr/>
            </p:nvCxnSpPr>
            <p:spPr>
              <a:xfrm>
                <a:off x="1132668" y="5768591"/>
                <a:ext cx="60247" cy="565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3" name="path_2883">
                <a:extLst>
                  <a:ext uri="{FF2B5EF4-FFF2-40B4-BE49-F238E27FC236}">
                    <a16:creationId xmlns:a16="http://schemas.microsoft.com/office/drawing/2014/main" id="{9B328243-16B8-D8AA-964E-79E3A83A1DE6}"/>
                  </a:ext>
                </a:extLst>
              </p:cNvPr>
              <p:cNvCxnSpPr/>
              <p:nvPr/>
            </p:nvCxnSpPr>
            <p:spPr>
              <a:xfrm flipH="1">
                <a:off x="956231" y="5888677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4" name="path_2884">
                <a:extLst>
                  <a:ext uri="{FF2B5EF4-FFF2-40B4-BE49-F238E27FC236}">
                    <a16:creationId xmlns:a16="http://schemas.microsoft.com/office/drawing/2014/main" id="{49F67EEA-A26A-AEF1-5779-D2FA928CF25B}"/>
                  </a:ext>
                </a:extLst>
              </p:cNvPr>
              <p:cNvCxnSpPr/>
              <p:nvPr/>
            </p:nvCxnSpPr>
            <p:spPr>
              <a:xfrm flipH="1" flipV="1">
                <a:off x="879831" y="5804741"/>
                <a:ext cx="0" cy="83936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605" name="path_2885">
                <a:extLst>
                  <a:ext uri="{FF2B5EF4-FFF2-40B4-BE49-F238E27FC236}">
                    <a16:creationId xmlns:a16="http://schemas.microsoft.com/office/drawing/2014/main" id="{A060A7C4-ECA0-68C5-2949-F2F9F8791D23}"/>
                  </a:ext>
                </a:extLst>
              </p:cNvPr>
              <p:cNvCxnSpPr/>
              <p:nvPr/>
            </p:nvCxnSpPr>
            <p:spPr>
              <a:xfrm>
                <a:off x="956231" y="5762773"/>
                <a:ext cx="76400" cy="41968"/>
              </a:xfrm>
              <a:prstGeom prst="line">
                <a:avLst/>
              </a:prstGeom>
              <a:noFill/>
              <a:ln w="12700" cap="rnd" cmpd="sng" algn="ctr">
                <a:solidFill>
                  <a:srgbClr val="238777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606" name="Text | O">
                <a:extLst>
                  <a:ext uri="{FF2B5EF4-FFF2-40B4-BE49-F238E27FC236}">
                    <a16:creationId xmlns:a16="http://schemas.microsoft.com/office/drawing/2014/main" id="{5B538A16-1EA4-66E6-20A0-F509B303652E}"/>
                  </a:ext>
                </a:extLst>
              </p:cNvPr>
              <p:cNvSpPr txBox="1"/>
              <p:nvPr/>
            </p:nvSpPr>
            <p:spPr>
              <a:xfrm>
                <a:off x="1206055" y="5782454"/>
                <a:ext cx="77993" cy="93294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Overflow="overflow" horzOverflow="overflow" wrap="none" lIns="0" tIns="0" rIns="0" bIns="0" anchor="t" anchorCtr="0">
                <a:noAutofit/>
              </a:bodyPr>
              <a:lstStyle/>
              <a:p>
                <a:r>
                  <a:rPr lang="en-US" sz="370" dirty="0">
                    <a:solidFill>
                      <a:srgbClr val="CE4148"/>
                    </a:solidFill>
                    <a:latin typeface="Arial"/>
                    <a:ea typeface="Arial"/>
                    <a:cs typeface="Arial"/>
                  </a:rPr>
                  <a:t>O</a:t>
                </a:r>
                <a:endParaRPr lang="en-US" sz="370"/>
              </a:p>
            </p:txBody>
          </p:sp>
        </p:grpSp>
        <p:sp>
          <p:nvSpPr>
            <p:cNvPr id="607" name="Text | SMILES">
              <a:extLst>
                <a:ext uri="{FF2B5EF4-FFF2-40B4-BE49-F238E27FC236}">
                  <a16:creationId xmlns:a16="http://schemas.microsoft.com/office/drawing/2014/main" id="{6422873E-1A35-0B33-3652-5579B64B71E3}"/>
                </a:ext>
              </a:extLst>
            </p:cNvPr>
            <p:cNvSpPr txBox="1"/>
            <p:nvPr/>
          </p:nvSpPr>
          <p:spPr>
            <a:xfrm>
              <a:off x="786913" y="5975415"/>
              <a:ext cx="397173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SMILES</a:t>
              </a:r>
              <a:endParaRPr lang="en-US" sz="500"/>
            </a:p>
          </p:txBody>
        </p:sp>
        <p:sp>
          <p:nvSpPr>
            <p:cNvPr id="608" name="Text | +">
              <a:extLst>
                <a:ext uri="{FF2B5EF4-FFF2-40B4-BE49-F238E27FC236}">
                  <a16:creationId xmlns:a16="http://schemas.microsoft.com/office/drawing/2014/main" id="{D0C187C4-B554-550A-D157-BC0D8A8CD46A}"/>
                </a:ext>
              </a:extLst>
            </p:cNvPr>
            <p:cNvSpPr txBox="1"/>
            <p:nvPr/>
          </p:nvSpPr>
          <p:spPr>
            <a:xfrm>
              <a:off x="1267989" y="5745465"/>
              <a:ext cx="124871" cy="14927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9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+</a:t>
              </a:r>
              <a:endParaRPr lang="en-US" sz="593"/>
            </a:p>
          </p:txBody>
        </p:sp>
        <p:grpSp>
          <p:nvGrpSpPr>
            <p:cNvPr id="609" name="d | Pocket: local receptor environment">
              <a:extLst>
                <a:ext uri="{FF2B5EF4-FFF2-40B4-BE49-F238E27FC236}">
                  <a16:creationId xmlns:a16="http://schemas.microsoft.com/office/drawing/2014/main" id="{9AC254AC-A713-1B87-A80E-353B5730BB49}"/>
                </a:ext>
              </a:extLst>
            </p:cNvPr>
            <p:cNvGrpSpPr/>
            <p:nvPr/>
          </p:nvGrpSpPr>
          <p:grpSpPr>
            <a:xfrm>
              <a:off x="1411968" y="5662376"/>
              <a:ext cx="418007" cy="338292"/>
              <a:chOff x="1411968" y="5662376"/>
              <a:chExt cx="418007" cy="338292"/>
            </a:xfrm>
          </p:grpSpPr>
          <p:sp>
            <p:nvSpPr>
              <p:cNvPr id="610" name="ellipse_2889">
                <a:extLst>
                  <a:ext uri="{FF2B5EF4-FFF2-40B4-BE49-F238E27FC236}">
                    <a16:creationId xmlns:a16="http://schemas.microsoft.com/office/drawing/2014/main" id="{F6F42009-9F91-D84F-A7A7-1F1521BF7734}"/>
                  </a:ext>
                </a:extLst>
              </p:cNvPr>
              <p:cNvSpPr/>
              <p:nvPr/>
            </p:nvSpPr>
            <p:spPr>
              <a:xfrm>
                <a:off x="1477028" y="5730123"/>
                <a:ext cx="31529" cy="3152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1" name="ellipse_2890">
                <a:extLst>
                  <a:ext uri="{FF2B5EF4-FFF2-40B4-BE49-F238E27FC236}">
                    <a16:creationId xmlns:a16="http://schemas.microsoft.com/office/drawing/2014/main" id="{045AB32F-9C7A-C3A5-FFA2-14BEBA77A24B}"/>
                  </a:ext>
                </a:extLst>
              </p:cNvPr>
              <p:cNvSpPr/>
              <p:nvPr/>
            </p:nvSpPr>
            <p:spPr>
              <a:xfrm>
                <a:off x="1413313" y="5768742"/>
                <a:ext cx="29533" cy="29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2" name="ellipse_2891">
                <a:extLst>
                  <a:ext uri="{FF2B5EF4-FFF2-40B4-BE49-F238E27FC236}">
                    <a16:creationId xmlns:a16="http://schemas.microsoft.com/office/drawing/2014/main" id="{AFA5997E-E0A6-69AD-F436-10F198E6D7DF}"/>
                  </a:ext>
                </a:extLst>
              </p:cNvPr>
              <p:cNvSpPr/>
              <p:nvPr/>
            </p:nvSpPr>
            <p:spPr>
              <a:xfrm>
                <a:off x="1606772" y="5962955"/>
                <a:ext cx="37712" cy="3771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3" name="ellipse_2892">
                <a:extLst>
                  <a:ext uri="{FF2B5EF4-FFF2-40B4-BE49-F238E27FC236}">
                    <a16:creationId xmlns:a16="http://schemas.microsoft.com/office/drawing/2014/main" id="{D318EF96-C722-3435-32BD-E6834D0C9CC0}"/>
                  </a:ext>
                </a:extLst>
              </p:cNvPr>
              <p:cNvSpPr/>
              <p:nvPr/>
            </p:nvSpPr>
            <p:spPr>
              <a:xfrm>
                <a:off x="1692365" y="5876366"/>
                <a:ext cx="39137" cy="39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4" name="ellipse_2893">
                <a:extLst>
                  <a:ext uri="{FF2B5EF4-FFF2-40B4-BE49-F238E27FC236}">
                    <a16:creationId xmlns:a16="http://schemas.microsoft.com/office/drawing/2014/main" id="{B33AF6AB-20B1-BF22-6040-98A3D48296EC}"/>
                  </a:ext>
                </a:extLst>
              </p:cNvPr>
              <p:cNvSpPr/>
              <p:nvPr/>
            </p:nvSpPr>
            <p:spPr>
              <a:xfrm>
                <a:off x="1446482" y="5820853"/>
                <a:ext cx="35562" cy="3556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5" name="ellipse_2894">
                <a:extLst>
                  <a:ext uri="{FF2B5EF4-FFF2-40B4-BE49-F238E27FC236}">
                    <a16:creationId xmlns:a16="http://schemas.microsoft.com/office/drawing/2014/main" id="{C45B3963-6459-8745-7FD7-27B22996534E}"/>
                  </a:ext>
                </a:extLst>
              </p:cNvPr>
              <p:cNvSpPr/>
              <p:nvPr/>
            </p:nvSpPr>
            <p:spPr>
              <a:xfrm>
                <a:off x="1411968" y="5817386"/>
                <a:ext cx="29762" cy="297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6" name="ellipse_2895">
                <a:extLst>
                  <a:ext uri="{FF2B5EF4-FFF2-40B4-BE49-F238E27FC236}">
                    <a16:creationId xmlns:a16="http://schemas.microsoft.com/office/drawing/2014/main" id="{AE1EB2BA-1604-5C86-6ED2-4B22404B98F8}"/>
                  </a:ext>
                </a:extLst>
              </p:cNvPr>
              <p:cNvSpPr/>
              <p:nvPr/>
            </p:nvSpPr>
            <p:spPr>
              <a:xfrm>
                <a:off x="1469529" y="5784286"/>
                <a:ext cx="35695" cy="3569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7" name="ellipse_2896">
                <a:extLst>
                  <a:ext uri="{FF2B5EF4-FFF2-40B4-BE49-F238E27FC236}">
                    <a16:creationId xmlns:a16="http://schemas.microsoft.com/office/drawing/2014/main" id="{4FB62A94-D032-B3F6-C1DF-DCB4EC47EC3F}"/>
                  </a:ext>
                </a:extLst>
              </p:cNvPr>
              <p:cNvSpPr/>
              <p:nvPr/>
            </p:nvSpPr>
            <p:spPr>
              <a:xfrm>
                <a:off x="1485370" y="5743617"/>
                <a:ext cx="39374" cy="3937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8" name="ellipse_2897">
                <a:extLst>
                  <a:ext uri="{FF2B5EF4-FFF2-40B4-BE49-F238E27FC236}">
                    <a16:creationId xmlns:a16="http://schemas.microsoft.com/office/drawing/2014/main" id="{0FD46FB7-160E-6C5D-7685-6DDEEFDE8C14}"/>
                  </a:ext>
                </a:extLst>
              </p:cNvPr>
              <p:cNvSpPr/>
              <p:nvPr/>
            </p:nvSpPr>
            <p:spPr>
              <a:xfrm>
                <a:off x="1543334" y="5929029"/>
                <a:ext cx="29140" cy="291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19" name="ellipse_2898">
                <a:extLst>
                  <a:ext uri="{FF2B5EF4-FFF2-40B4-BE49-F238E27FC236}">
                    <a16:creationId xmlns:a16="http://schemas.microsoft.com/office/drawing/2014/main" id="{091752B4-92B8-7508-8020-9D44A88F777F}"/>
                  </a:ext>
                </a:extLst>
              </p:cNvPr>
              <p:cNvSpPr/>
              <p:nvPr/>
            </p:nvSpPr>
            <p:spPr>
              <a:xfrm>
                <a:off x="1466275" y="5765882"/>
                <a:ext cx="25820" cy="2582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0" name="ellipse_2899">
                <a:extLst>
                  <a:ext uri="{FF2B5EF4-FFF2-40B4-BE49-F238E27FC236}">
                    <a16:creationId xmlns:a16="http://schemas.microsoft.com/office/drawing/2014/main" id="{4DE6B3DF-A47F-57FD-F28D-EFC2269BF94F}"/>
                  </a:ext>
                </a:extLst>
              </p:cNvPr>
              <p:cNvSpPr/>
              <p:nvPr/>
            </p:nvSpPr>
            <p:spPr>
              <a:xfrm>
                <a:off x="1582840" y="5966745"/>
                <a:ext cx="30939" cy="3093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1" name="ellipse_2900">
                <a:extLst>
                  <a:ext uri="{FF2B5EF4-FFF2-40B4-BE49-F238E27FC236}">
                    <a16:creationId xmlns:a16="http://schemas.microsoft.com/office/drawing/2014/main" id="{62AA9303-85C8-8635-0C9B-5090E17ACDC2}"/>
                  </a:ext>
                </a:extLst>
              </p:cNvPr>
              <p:cNvSpPr/>
              <p:nvPr/>
            </p:nvSpPr>
            <p:spPr>
              <a:xfrm>
                <a:off x="1507992" y="5722896"/>
                <a:ext cx="33525" cy="3352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2" name="ellipse_2901">
                <a:extLst>
                  <a:ext uri="{FF2B5EF4-FFF2-40B4-BE49-F238E27FC236}">
                    <a16:creationId xmlns:a16="http://schemas.microsoft.com/office/drawing/2014/main" id="{814B139D-1870-EACD-85C0-03B261A5C8B5}"/>
                  </a:ext>
                </a:extLst>
              </p:cNvPr>
              <p:cNvSpPr/>
              <p:nvPr/>
            </p:nvSpPr>
            <p:spPr>
              <a:xfrm>
                <a:off x="1455591" y="5791788"/>
                <a:ext cx="31551" cy="3155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3" name="ellipse_2902">
                <a:extLst>
                  <a:ext uri="{FF2B5EF4-FFF2-40B4-BE49-F238E27FC236}">
                    <a16:creationId xmlns:a16="http://schemas.microsoft.com/office/drawing/2014/main" id="{105F774C-40DA-0AB9-F834-DAC9C6CBA535}"/>
                  </a:ext>
                </a:extLst>
              </p:cNvPr>
              <p:cNvSpPr/>
              <p:nvPr/>
            </p:nvSpPr>
            <p:spPr>
              <a:xfrm>
                <a:off x="1565027" y="5913802"/>
                <a:ext cx="34699" cy="346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4" name="ellipse_2903">
                <a:extLst>
                  <a:ext uri="{FF2B5EF4-FFF2-40B4-BE49-F238E27FC236}">
                    <a16:creationId xmlns:a16="http://schemas.microsoft.com/office/drawing/2014/main" id="{9F95DB6C-A3A9-3FAE-E70E-154CB4C5612F}"/>
                  </a:ext>
                </a:extLst>
              </p:cNvPr>
              <p:cNvSpPr/>
              <p:nvPr/>
            </p:nvSpPr>
            <p:spPr>
              <a:xfrm>
                <a:off x="1592477" y="5951568"/>
                <a:ext cx="38059" cy="38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5" name="ellipse_2904">
                <a:extLst>
                  <a:ext uri="{FF2B5EF4-FFF2-40B4-BE49-F238E27FC236}">
                    <a16:creationId xmlns:a16="http://schemas.microsoft.com/office/drawing/2014/main" id="{72D1D5B5-5E58-D72B-34B8-88C8349C8F0B}"/>
                  </a:ext>
                </a:extLst>
              </p:cNvPr>
              <p:cNvSpPr/>
              <p:nvPr/>
            </p:nvSpPr>
            <p:spPr>
              <a:xfrm>
                <a:off x="1755519" y="5859269"/>
                <a:ext cx="33604" cy="336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6" name="ellipse_2905">
                <a:extLst>
                  <a:ext uri="{FF2B5EF4-FFF2-40B4-BE49-F238E27FC236}">
                    <a16:creationId xmlns:a16="http://schemas.microsoft.com/office/drawing/2014/main" id="{42FBC5A2-A375-AF82-B9DD-98C16577EF47}"/>
                  </a:ext>
                </a:extLst>
              </p:cNvPr>
              <p:cNvSpPr/>
              <p:nvPr/>
            </p:nvSpPr>
            <p:spPr>
              <a:xfrm>
                <a:off x="1714504" y="5932612"/>
                <a:ext cx="32252" cy="3225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7" name="ellipse_2906">
                <a:extLst>
                  <a:ext uri="{FF2B5EF4-FFF2-40B4-BE49-F238E27FC236}">
                    <a16:creationId xmlns:a16="http://schemas.microsoft.com/office/drawing/2014/main" id="{F7F2B472-4F55-3640-AB61-402F08A4A605}"/>
                  </a:ext>
                </a:extLst>
              </p:cNvPr>
              <p:cNvSpPr/>
              <p:nvPr/>
            </p:nvSpPr>
            <p:spPr>
              <a:xfrm>
                <a:off x="1739282" y="5823798"/>
                <a:ext cx="27565" cy="275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8" name="ellipse_2907">
                <a:extLst>
                  <a:ext uri="{FF2B5EF4-FFF2-40B4-BE49-F238E27FC236}">
                    <a16:creationId xmlns:a16="http://schemas.microsoft.com/office/drawing/2014/main" id="{C774233C-40B5-07E7-0A55-13D4EE18021E}"/>
                  </a:ext>
                </a:extLst>
              </p:cNvPr>
              <p:cNvSpPr/>
              <p:nvPr/>
            </p:nvSpPr>
            <p:spPr>
              <a:xfrm>
                <a:off x="1477659" y="5897421"/>
                <a:ext cx="33413" cy="33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29" name="ellipse_2908">
                <a:extLst>
                  <a:ext uri="{FF2B5EF4-FFF2-40B4-BE49-F238E27FC236}">
                    <a16:creationId xmlns:a16="http://schemas.microsoft.com/office/drawing/2014/main" id="{18E561CE-C0D4-5882-4DBC-020E399CF9B9}"/>
                  </a:ext>
                </a:extLst>
              </p:cNvPr>
              <p:cNvSpPr/>
              <p:nvPr/>
            </p:nvSpPr>
            <p:spPr>
              <a:xfrm>
                <a:off x="1671524" y="5897894"/>
                <a:ext cx="34031" cy="34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0" name="ellipse_2909">
                <a:extLst>
                  <a:ext uri="{FF2B5EF4-FFF2-40B4-BE49-F238E27FC236}">
                    <a16:creationId xmlns:a16="http://schemas.microsoft.com/office/drawing/2014/main" id="{3B4AA6EE-FE09-CF47-A222-58CBF0AE7A5B}"/>
                  </a:ext>
                </a:extLst>
              </p:cNvPr>
              <p:cNvSpPr/>
              <p:nvPr/>
            </p:nvSpPr>
            <p:spPr>
              <a:xfrm>
                <a:off x="1742971" y="5773835"/>
                <a:ext cx="35121" cy="351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1" name="ellipse_2910">
                <a:extLst>
                  <a:ext uri="{FF2B5EF4-FFF2-40B4-BE49-F238E27FC236}">
                    <a16:creationId xmlns:a16="http://schemas.microsoft.com/office/drawing/2014/main" id="{440DE651-BCFE-000A-17BE-AC0E18E1CC9A}"/>
                  </a:ext>
                </a:extLst>
              </p:cNvPr>
              <p:cNvSpPr/>
              <p:nvPr/>
            </p:nvSpPr>
            <p:spPr>
              <a:xfrm>
                <a:off x="1555987" y="5962446"/>
                <a:ext cx="25963" cy="2596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2" name="ellipse_2911">
                <a:extLst>
                  <a:ext uri="{FF2B5EF4-FFF2-40B4-BE49-F238E27FC236}">
                    <a16:creationId xmlns:a16="http://schemas.microsoft.com/office/drawing/2014/main" id="{EC2FBFE7-DAE9-F29A-DD1D-84C979220963}"/>
                  </a:ext>
                </a:extLst>
              </p:cNvPr>
              <p:cNvSpPr/>
              <p:nvPr/>
            </p:nvSpPr>
            <p:spPr>
              <a:xfrm>
                <a:off x="1725888" y="5766654"/>
                <a:ext cx="33262" cy="3326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3" name="ellipse_2912">
                <a:extLst>
                  <a:ext uri="{FF2B5EF4-FFF2-40B4-BE49-F238E27FC236}">
                    <a16:creationId xmlns:a16="http://schemas.microsoft.com/office/drawing/2014/main" id="{DB9DF0BA-713A-C761-5B96-AA0C67EA8663}"/>
                  </a:ext>
                </a:extLst>
              </p:cNvPr>
              <p:cNvSpPr/>
              <p:nvPr/>
            </p:nvSpPr>
            <p:spPr>
              <a:xfrm>
                <a:off x="1638437" y="5914338"/>
                <a:ext cx="38036" cy="380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4" name="ellipse_2913">
                <a:extLst>
                  <a:ext uri="{FF2B5EF4-FFF2-40B4-BE49-F238E27FC236}">
                    <a16:creationId xmlns:a16="http://schemas.microsoft.com/office/drawing/2014/main" id="{94BAAEF8-DFDF-969A-C87E-D13B3196CE8D}"/>
                  </a:ext>
                </a:extLst>
              </p:cNvPr>
              <p:cNvSpPr/>
              <p:nvPr/>
            </p:nvSpPr>
            <p:spPr>
              <a:xfrm>
                <a:off x="1469814" y="5810243"/>
                <a:ext cx="26475" cy="2647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5" name="ellipse_2914">
                <a:extLst>
                  <a:ext uri="{FF2B5EF4-FFF2-40B4-BE49-F238E27FC236}">
                    <a16:creationId xmlns:a16="http://schemas.microsoft.com/office/drawing/2014/main" id="{8B4824DC-B5E4-95D3-8162-FF95840CF850}"/>
                  </a:ext>
                </a:extLst>
              </p:cNvPr>
              <p:cNvSpPr/>
              <p:nvPr/>
            </p:nvSpPr>
            <p:spPr>
              <a:xfrm>
                <a:off x="1604446" y="5912480"/>
                <a:ext cx="25177" cy="2517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6" name="ellipse_2915">
                <a:extLst>
                  <a:ext uri="{FF2B5EF4-FFF2-40B4-BE49-F238E27FC236}">
                    <a16:creationId xmlns:a16="http://schemas.microsoft.com/office/drawing/2014/main" id="{CFA15D71-CFCC-2A95-A285-E7717C19B74B}"/>
                  </a:ext>
                </a:extLst>
              </p:cNvPr>
              <p:cNvSpPr/>
              <p:nvPr/>
            </p:nvSpPr>
            <p:spPr>
              <a:xfrm>
                <a:off x="1537160" y="5725932"/>
                <a:ext cx="26446" cy="2644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7" name="ellipse_2916">
                <a:extLst>
                  <a:ext uri="{FF2B5EF4-FFF2-40B4-BE49-F238E27FC236}">
                    <a16:creationId xmlns:a16="http://schemas.microsoft.com/office/drawing/2014/main" id="{C2AC5A4E-F3C5-03F4-D3C1-073A3BB34E62}"/>
                  </a:ext>
                </a:extLst>
              </p:cNvPr>
              <p:cNvSpPr/>
              <p:nvPr/>
            </p:nvSpPr>
            <p:spPr>
              <a:xfrm>
                <a:off x="1627934" y="5686479"/>
                <a:ext cx="28884" cy="288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8" name="ellipse_2917">
                <a:extLst>
                  <a:ext uri="{FF2B5EF4-FFF2-40B4-BE49-F238E27FC236}">
                    <a16:creationId xmlns:a16="http://schemas.microsoft.com/office/drawing/2014/main" id="{8C256738-8E53-9CE7-A6B1-7446A23851A0}"/>
                  </a:ext>
                </a:extLst>
              </p:cNvPr>
              <p:cNvSpPr/>
              <p:nvPr/>
            </p:nvSpPr>
            <p:spPr>
              <a:xfrm>
                <a:off x="1673455" y="5697854"/>
                <a:ext cx="24843" cy="24843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39" name="ellipse_2918">
                <a:extLst>
                  <a:ext uri="{FF2B5EF4-FFF2-40B4-BE49-F238E27FC236}">
                    <a16:creationId xmlns:a16="http://schemas.microsoft.com/office/drawing/2014/main" id="{563AED87-5DE7-3766-BF3B-B96ECDE955BD}"/>
                  </a:ext>
                </a:extLst>
              </p:cNvPr>
              <p:cNvSpPr/>
              <p:nvPr/>
            </p:nvSpPr>
            <p:spPr>
              <a:xfrm>
                <a:off x="1740188" y="5843935"/>
                <a:ext cx="33634" cy="3363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0" name="ellipse_2919">
                <a:extLst>
                  <a:ext uri="{FF2B5EF4-FFF2-40B4-BE49-F238E27FC236}">
                    <a16:creationId xmlns:a16="http://schemas.microsoft.com/office/drawing/2014/main" id="{330F0537-6D89-A876-DEE5-7DDEE7627645}"/>
                  </a:ext>
                </a:extLst>
              </p:cNvPr>
              <p:cNvSpPr/>
              <p:nvPr/>
            </p:nvSpPr>
            <p:spPr>
              <a:xfrm>
                <a:off x="1747527" y="5782823"/>
                <a:ext cx="38868" cy="38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1" name="ellipse_2920">
                <a:extLst>
                  <a:ext uri="{FF2B5EF4-FFF2-40B4-BE49-F238E27FC236}">
                    <a16:creationId xmlns:a16="http://schemas.microsoft.com/office/drawing/2014/main" id="{94C757A5-D798-CBFD-6440-152BCEB3B856}"/>
                  </a:ext>
                </a:extLst>
              </p:cNvPr>
              <p:cNvSpPr/>
              <p:nvPr/>
            </p:nvSpPr>
            <p:spPr>
              <a:xfrm>
                <a:off x="1601887" y="5948096"/>
                <a:ext cx="25828" cy="2582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2" name="ellipse_2921">
                <a:extLst>
                  <a:ext uri="{FF2B5EF4-FFF2-40B4-BE49-F238E27FC236}">
                    <a16:creationId xmlns:a16="http://schemas.microsoft.com/office/drawing/2014/main" id="{EBC8D83C-ACA0-D0E0-287B-62EBDD333AE0}"/>
                  </a:ext>
                </a:extLst>
              </p:cNvPr>
              <p:cNvSpPr/>
              <p:nvPr/>
            </p:nvSpPr>
            <p:spPr>
              <a:xfrm>
                <a:off x="1749582" y="5888113"/>
                <a:ext cx="36487" cy="3648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3" name="ellipse_2922">
                <a:extLst>
                  <a:ext uri="{FF2B5EF4-FFF2-40B4-BE49-F238E27FC236}">
                    <a16:creationId xmlns:a16="http://schemas.microsoft.com/office/drawing/2014/main" id="{A7DA2629-9185-DD7B-932A-CC9039FF67E7}"/>
                  </a:ext>
                </a:extLst>
              </p:cNvPr>
              <p:cNvSpPr/>
              <p:nvPr/>
            </p:nvSpPr>
            <p:spPr>
              <a:xfrm>
                <a:off x="1731701" y="5860783"/>
                <a:ext cx="23989" cy="239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4" name="ellipse_2923">
                <a:extLst>
                  <a:ext uri="{FF2B5EF4-FFF2-40B4-BE49-F238E27FC236}">
                    <a16:creationId xmlns:a16="http://schemas.microsoft.com/office/drawing/2014/main" id="{3BBDF1A6-21C9-D7EB-729E-B25FC2DD6EB9}"/>
                  </a:ext>
                </a:extLst>
              </p:cNvPr>
              <p:cNvSpPr/>
              <p:nvPr/>
            </p:nvSpPr>
            <p:spPr>
              <a:xfrm>
                <a:off x="1759056" y="5817672"/>
                <a:ext cx="28808" cy="288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5" name="ellipse_2924">
                <a:extLst>
                  <a:ext uri="{FF2B5EF4-FFF2-40B4-BE49-F238E27FC236}">
                    <a16:creationId xmlns:a16="http://schemas.microsoft.com/office/drawing/2014/main" id="{3D08E5B1-4348-ED8A-4E1A-5DEFEF513C19}"/>
                  </a:ext>
                </a:extLst>
              </p:cNvPr>
              <p:cNvSpPr/>
              <p:nvPr/>
            </p:nvSpPr>
            <p:spPr>
              <a:xfrm>
                <a:off x="1547821" y="5674848"/>
                <a:ext cx="24536" cy="24536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6" name="ellipse_2925">
                <a:extLst>
                  <a:ext uri="{FF2B5EF4-FFF2-40B4-BE49-F238E27FC236}">
                    <a16:creationId xmlns:a16="http://schemas.microsoft.com/office/drawing/2014/main" id="{7A0A60F6-862F-BDFD-7F88-142229790E2D}"/>
                  </a:ext>
                </a:extLst>
              </p:cNvPr>
              <p:cNvSpPr/>
              <p:nvPr/>
            </p:nvSpPr>
            <p:spPr>
              <a:xfrm>
                <a:off x="1436856" y="5736363"/>
                <a:ext cx="23841" cy="238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7" name="ellipse_2926">
                <a:extLst>
                  <a:ext uri="{FF2B5EF4-FFF2-40B4-BE49-F238E27FC236}">
                    <a16:creationId xmlns:a16="http://schemas.microsoft.com/office/drawing/2014/main" id="{2028B717-AF58-0FEB-8422-CEA589F88B23}"/>
                  </a:ext>
                </a:extLst>
              </p:cNvPr>
              <p:cNvSpPr/>
              <p:nvPr/>
            </p:nvSpPr>
            <p:spPr>
              <a:xfrm>
                <a:off x="1457390" y="5888267"/>
                <a:ext cx="35961" cy="3596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8" name="ellipse_2927">
                <a:extLst>
                  <a:ext uri="{FF2B5EF4-FFF2-40B4-BE49-F238E27FC236}">
                    <a16:creationId xmlns:a16="http://schemas.microsoft.com/office/drawing/2014/main" id="{DAA61825-7DB0-0DAB-C675-8140DC25E0E1}"/>
                  </a:ext>
                </a:extLst>
              </p:cNvPr>
              <p:cNvSpPr/>
              <p:nvPr/>
            </p:nvSpPr>
            <p:spPr>
              <a:xfrm>
                <a:off x="1428158" y="5810865"/>
                <a:ext cx="33956" cy="3395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49" name="ellipse_2928">
                <a:extLst>
                  <a:ext uri="{FF2B5EF4-FFF2-40B4-BE49-F238E27FC236}">
                    <a16:creationId xmlns:a16="http://schemas.microsoft.com/office/drawing/2014/main" id="{9BCE55E4-EAC0-F05A-3021-330E38B489C2}"/>
                  </a:ext>
                </a:extLst>
              </p:cNvPr>
              <p:cNvSpPr/>
              <p:nvPr/>
            </p:nvSpPr>
            <p:spPr>
              <a:xfrm>
                <a:off x="1806304" y="5819862"/>
                <a:ext cx="23670" cy="2367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0" name="ellipse_2929">
                <a:extLst>
                  <a:ext uri="{FF2B5EF4-FFF2-40B4-BE49-F238E27FC236}">
                    <a16:creationId xmlns:a16="http://schemas.microsoft.com/office/drawing/2014/main" id="{429E55D0-D4C1-3573-3786-DDF26EF377B4}"/>
                  </a:ext>
                </a:extLst>
              </p:cNvPr>
              <p:cNvSpPr/>
              <p:nvPr/>
            </p:nvSpPr>
            <p:spPr>
              <a:xfrm>
                <a:off x="1627313" y="5712973"/>
                <a:ext cx="37885" cy="378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1" name="ellipse_2930">
                <a:extLst>
                  <a:ext uri="{FF2B5EF4-FFF2-40B4-BE49-F238E27FC236}">
                    <a16:creationId xmlns:a16="http://schemas.microsoft.com/office/drawing/2014/main" id="{5DC9C39E-63E1-4C3A-3776-DF8C4D1C1AB9}"/>
                  </a:ext>
                </a:extLst>
              </p:cNvPr>
              <p:cNvSpPr/>
              <p:nvPr/>
            </p:nvSpPr>
            <p:spPr>
              <a:xfrm>
                <a:off x="1710685" y="5883673"/>
                <a:ext cx="23533" cy="2353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2" name="ellipse_2931">
                <a:extLst>
                  <a:ext uri="{FF2B5EF4-FFF2-40B4-BE49-F238E27FC236}">
                    <a16:creationId xmlns:a16="http://schemas.microsoft.com/office/drawing/2014/main" id="{EB276664-B994-6526-C319-6B7961DC9914}"/>
                  </a:ext>
                </a:extLst>
              </p:cNvPr>
              <p:cNvSpPr/>
              <p:nvPr/>
            </p:nvSpPr>
            <p:spPr>
              <a:xfrm>
                <a:off x="1694615" y="5911084"/>
                <a:ext cx="29708" cy="2970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3" name="ellipse_2932">
                <a:extLst>
                  <a:ext uri="{FF2B5EF4-FFF2-40B4-BE49-F238E27FC236}">
                    <a16:creationId xmlns:a16="http://schemas.microsoft.com/office/drawing/2014/main" id="{3654202C-0E59-35EC-5848-001B215FA4B9}"/>
                  </a:ext>
                </a:extLst>
              </p:cNvPr>
              <p:cNvSpPr/>
              <p:nvPr/>
            </p:nvSpPr>
            <p:spPr>
              <a:xfrm>
                <a:off x="1701593" y="5924380"/>
                <a:ext cx="23793" cy="2379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4" name="ellipse_2933">
                <a:extLst>
                  <a:ext uri="{FF2B5EF4-FFF2-40B4-BE49-F238E27FC236}">
                    <a16:creationId xmlns:a16="http://schemas.microsoft.com/office/drawing/2014/main" id="{3B974907-5666-26CF-ACE4-916A13C13327}"/>
                  </a:ext>
                </a:extLst>
              </p:cNvPr>
              <p:cNvSpPr/>
              <p:nvPr/>
            </p:nvSpPr>
            <p:spPr>
              <a:xfrm>
                <a:off x="1599033" y="5681949"/>
                <a:ext cx="29376" cy="29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5" name="ellipse_2934">
                <a:extLst>
                  <a:ext uri="{FF2B5EF4-FFF2-40B4-BE49-F238E27FC236}">
                    <a16:creationId xmlns:a16="http://schemas.microsoft.com/office/drawing/2014/main" id="{C59FB2D6-1DFD-AA3B-DC85-0B82DB24C1CF}"/>
                  </a:ext>
                </a:extLst>
              </p:cNvPr>
              <p:cNvSpPr/>
              <p:nvPr/>
            </p:nvSpPr>
            <p:spPr>
              <a:xfrm>
                <a:off x="1706363" y="5885733"/>
                <a:ext cx="27882" cy="2788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6" name="ellipse_2935">
                <a:extLst>
                  <a:ext uri="{FF2B5EF4-FFF2-40B4-BE49-F238E27FC236}">
                    <a16:creationId xmlns:a16="http://schemas.microsoft.com/office/drawing/2014/main" id="{A7C3B77F-B851-4E35-BD07-0F367812EB9A}"/>
                  </a:ext>
                </a:extLst>
              </p:cNvPr>
              <p:cNvSpPr/>
              <p:nvPr/>
            </p:nvSpPr>
            <p:spPr>
              <a:xfrm>
                <a:off x="1644117" y="5927383"/>
                <a:ext cx="31868" cy="3186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7" name="ellipse_2936">
                <a:extLst>
                  <a:ext uri="{FF2B5EF4-FFF2-40B4-BE49-F238E27FC236}">
                    <a16:creationId xmlns:a16="http://schemas.microsoft.com/office/drawing/2014/main" id="{EFDFC850-01C3-50CD-A91A-EBB0588B5830}"/>
                  </a:ext>
                </a:extLst>
              </p:cNvPr>
              <p:cNvSpPr/>
              <p:nvPr/>
            </p:nvSpPr>
            <p:spPr>
              <a:xfrm>
                <a:off x="1582830" y="5913046"/>
                <a:ext cx="31662" cy="31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8" name="ellipse_2937">
                <a:extLst>
                  <a:ext uri="{FF2B5EF4-FFF2-40B4-BE49-F238E27FC236}">
                    <a16:creationId xmlns:a16="http://schemas.microsoft.com/office/drawing/2014/main" id="{2ADF6D3D-6EA4-1EE4-BAC9-3D72498294C8}"/>
                  </a:ext>
                </a:extLst>
              </p:cNvPr>
              <p:cNvSpPr/>
              <p:nvPr/>
            </p:nvSpPr>
            <p:spPr>
              <a:xfrm>
                <a:off x="1441252" y="5843458"/>
                <a:ext cx="37932" cy="3793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59" name="ellipse_2938">
                <a:extLst>
                  <a:ext uri="{FF2B5EF4-FFF2-40B4-BE49-F238E27FC236}">
                    <a16:creationId xmlns:a16="http://schemas.microsoft.com/office/drawing/2014/main" id="{605FCD02-6F70-67B1-1303-6CD8BE77DD47}"/>
                  </a:ext>
                </a:extLst>
              </p:cNvPr>
              <p:cNvSpPr/>
              <p:nvPr/>
            </p:nvSpPr>
            <p:spPr>
              <a:xfrm>
                <a:off x="1676913" y="5723244"/>
                <a:ext cx="35560" cy="3556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0" name="ellipse_2939">
                <a:extLst>
                  <a:ext uri="{FF2B5EF4-FFF2-40B4-BE49-F238E27FC236}">
                    <a16:creationId xmlns:a16="http://schemas.microsoft.com/office/drawing/2014/main" id="{179C87C2-69B7-0DD5-37C7-A0AAA4E26E00}"/>
                  </a:ext>
                </a:extLst>
              </p:cNvPr>
              <p:cNvSpPr/>
              <p:nvPr/>
            </p:nvSpPr>
            <p:spPr>
              <a:xfrm>
                <a:off x="1442316" y="5759309"/>
                <a:ext cx="30564" cy="3056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1" name="ellipse_2940">
                <a:extLst>
                  <a:ext uri="{FF2B5EF4-FFF2-40B4-BE49-F238E27FC236}">
                    <a16:creationId xmlns:a16="http://schemas.microsoft.com/office/drawing/2014/main" id="{50B5553A-2C19-58C0-3EE0-A0982B0602B5}"/>
                  </a:ext>
                </a:extLst>
              </p:cNvPr>
              <p:cNvSpPr/>
              <p:nvPr/>
            </p:nvSpPr>
            <p:spPr>
              <a:xfrm>
                <a:off x="1660843" y="5732672"/>
                <a:ext cx="32471" cy="3247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2" name="ellipse_2941">
                <a:extLst>
                  <a:ext uri="{FF2B5EF4-FFF2-40B4-BE49-F238E27FC236}">
                    <a16:creationId xmlns:a16="http://schemas.microsoft.com/office/drawing/2014/main" id="{65AA6832-2B65-A41C-E54C-B16C1908EDF4}"/>
                  </a:ext>
                </a:extLst>
              </p:cNvPr>
              <p:cNvSpPr/>
              <p:nvPr/>
            </p:nvSpPr>
            <p:spPr>
              <a:xfrm>
                <a:off x="1441929" y="5857738"/>
                <a:ext cx="27539" cy="2753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3" name="ellipse_2942">
                <a:extLst>
                  <a:ext uri="{FF2B5EF4-FFF2-40B4-BE49-F238E27FC236}">
                    <a16:creationId xmlns:a16="http://schemas.microsoft.com/office/drawing/2014/main" id="{20964C3D-B05A-C947-2C3A-16F6BB9A8F01}"/>
                  </a:ext>
                </a:extLst>
              </p:cNvPr>
              <p:cNvSpPr/>
              <p:nvPr/>
            </p:nvSpPr>
            <p:spPr>
              <a:xfrm>
                <a:off x="1605905" y="5946213"/>
                <a:ext cx="23720" cy="23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4" name="ellipse_2943">
                <a:extLst>
                  <a:ext uri="{FF2B5EF4-FFF2-40B4-BE49-F238E27FC236}">
                    <a16:creationId xmlns:a16="http://schemas.microsoft.com/office/drawing/2014/main" id="{B8EF0B59-F6B9-5ED5-1B13-9BCF93ADC380}"/>
                  </a:ext>
                </a:extLst>
              </p:cNvPr>
              <p:cNvSpPr/>
              <p:nvPr/>
            </p:nvSpPr>
            <p:spPr>
              <a:xfrm>
                <a:off x="1666560" y="5904207"/>
                <a:ext cx="25696" cy="2569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5" name="ellipse_2944">
                <a:extLst>
                  <a:ext uri="{FF2B5EF4-FFF2-40B4-BE49-F238E27FC236}">
                    <a16:creationId xmlns:a16="http://schemas.microsoft.com/office/drawing/2014/main" id="{9D3765C9-4A57-F123-369F-396698B2CC36}"/>
                  </a:ext>
                </a:extLst>
              </p:cNvPr>
              <p:cNvSpPr/>
              <p:nvPr/>
            </p:nvSpPr>
            <p:spPr>
              <a:xfrm>
                <a:off x="1569217" y="5720001"/>
                <a:ext cx="32959" cy="329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6" name="ellipse_2945">
                <a:extLst>
                  <a:ext uri="{FF2B5EF4-FFF2-40B4-BE49-F238E27FC236}">
                    <a16:creationId xmlns:a16="http://schemas.microsoft.com/office/drawing/2014/main" id="{4AFA0D5E-491C-1C7B-4276-7A65DDF8675E}"/>
                  </a:ext>
                </a:extLst>
              </p:cNvPr>
              <p:cNvSpPr/>
              <p:nvPr/>
            </p:nvSpPr>
            <p:spPr>
              <a:xfrm>
                <a:off x="1628649" y="5681483"/>
                <a:ext cx="30404" cy="304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7" name="ellipse_2946">
                <a:extLst>
                  <a:ext uri="{FF2B5EF4-FFF2-40B4-BE49-F238E27FC236}">
                    <a16:creationId xmlns:a16="http://schemas.microsoft.com/office/drawing/2014/main" id="{12473768-002C-019E-4C6E-0C14F8D916F1}"/>
                  </a:ext>
                </a:extLst>
              </p:cNvPr>
              <p:cNvSpPr/>
              <p:nvPr/>
            </p:nvSpPr>
            <p:spPr>
              <a:xfrm>
                <a:off x="1713397" y="5861457"/>
                <a:ext cx="33198" cy="3319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8" name="ellipse_2947">
                <a:extLst>
                  <a:ext uri="{FF2B5EF4-FFF2-40B4-BE49-F238E27FC236}">
                    <a16:creationId xmlns:a16="http://schemas.microsoft.com/office/drawing/2014/main" id="{C251B949-C0ED-5CD3-40F3-6DC5BC7BAE14}"/>
                  </a:ext>
                </a:extLst>
              </p:cNvPr>
              <p:cNvSpPr/>
              <p:nvPr/>
            </p:nvSpPr>
            <p:spPr>
              <a:xfrm>
                <a:off x="1568321" y="5927538"/>
                <a:ext cx="37172" cy="371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69" name="ellipse_2948">
                <a:extLst>
                  <a:ext uri="{FF2B5EF4-FFF2-40B4-BE49-F238E27FC236}">
                    <a16:creationId xmlns:a16="http://schemas.microsoft.com/office/drawing/2014/main" id="{2A7DD593-5379-AF54-0A55-6D727226C4EF}"/>
                  </a:ext>
                </a:extLst>
              </p:cNvPr>
              <p:cNvSpPr/>
              <p:nvPr/>
            </p:nvSpPr>
            <p:spPr>
              <a:xfrm>
                <a:off x="1589792" y="5719262"/>
                <a:ext cx="26962" cy="26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0" name="ellipse_2949">
                <a:extLst>
                  <a:ext uri="{FF2B5EF4-FFF2-40B4-BE49-F238E27FC236}">
                    <a16:creationId xmlns:a16="http://schemas.microsoft.com/office/drawing/2014/main" id="{C6A21056-746F-B00C-BBCD-8CF29A46C7D3}"/>
                  </a:ext>
                </a:extLst>
              </p:cNvPr>
              <p:cNvSpPr/>
              <p:nvPr/>
            </p:nvSpPr>
            <p:spPr>
              <a:xfrm>
                <a:off x="1493034" y="5768073"/>
                <a:ext cx="32512" cy="3251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1" name="ellipse_2950">
                <a:extLst>
                  <a:ext uri="{FF2B5EF4-FFF2-40B4-BE49-F238E27FC236}">
                    <a16:creationId xmlns:a16="http://schemas.microsoft.com/office/drawing/2014/main" id="{0E9E76F0-BD86-F58E-9FCB-99632E9F11B1}"/>
                  </a:ext>
                </a:extLst>
              </p:cNvPr>
              <p:cNvSpPr/>
              <p:nvPr/>
            </p:nvSpPr>
            <p:spPr>
              <a:xfrm>
                <a:off x="1700028" y="5916902"/>
                <a:ext cx="26704" cy="2670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2" name="ellipse_2951">
                <a:extLst>
                  <a:ext uri="{FF2B5EF4-FFF2-40B4-BE49-F238E27FC236}">
                    <a16:creationId xmlns:a16="http://schemas.microsoft.com/office/drawing/2014/main" id="{697CBA57-2391-38BE-7466-5C3DA30671FC}"/>
                  </a:ext>
                </a:extLst>
              </p:cNvPr>
              <p:cNvSpPr/>
              <p:nvPr/>
            </p:nvSpPr>
            <p:spPr>
              <a:xfrm>
                <a:off x="1484645" y="5849570"/>
                <a:ext cx="34307" cy="34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3" name="ellipse_2952">
                <a:extLst>
                  <a:ext uri="{FF2B5EF4-FFF2-40B4-BE49-F238E27FC236}">
                    <a16:creationId xmlns:a16="http://schemas.microsoft.com/office/drawing/2014/main" id="{EE036D8D-58EF-BC0D-A67F-2E2F0FED3454}"/>
                  </a:ext>
                </a:extLst>
              </p:cNvPr>
              <p:cNvSpPr/>
              <p:nvPr/>
            </p:nvSpPr>
            <p:spPr>
              <a:xfrm>
                <a:off x="1796236" y="5779448"/>
                <a:ext cx="31087" cy="3108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4" name="ellipse_2953">
                <a:extLst>
                  <a:ext uri="{FF2B5EF4-FFF2-40B4-BE49-F238E27FC236}">
                    <a16:creationId xmlns:a16="http://schemas.microsoft.com/office/drawing/2014/main" id="{AA0B746A-CE43-8653-6204-2F3B7057D1F0}"/>
                  </a:ext>
                </a:extLst>
              </p:cNvPr>
              <p:cNvSpPr/>
              <p:nvPr/>
            </p:nvSpPr>
            <p:spPr>
              <a:xfrm>
                <a:off x="1703383" y="5707987"/>
                <a:ext cx="24249" cy="24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5" name="ellipse_2954">
                <a:extLst>
                  <a:ext uri="{FF2B5EF4-FFF2-40B4-BE49-F238E27FC236}">
                    <a16:creationId xmlns:a16="http://schemas.microsoft.com/office/drawing/2014/main" id="{E8FC4CD6-3F92-E5E1-841A-1039670BC15D}"/>
                  </a:ext>
                </a:extLst>
              </p:cNvPr>
              <p:cNvSpPr/>
              <p:nvPr/>
            </p:nvSpPr>
            <p:spPr>
              <a:xfrm>
                <a:off x="1639165" y="5940343"/>
                <a:ext cx="34999" cy="3499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6" name="ellipse_2955">
                <a:extLst>
                  <a:ext uri="{FF2B5EF4-FFF2-40B4-BE49-F238E27FC236}">
                    <a16:creationId xmlns:a16="http://schemas.microsoft.com/office/drawing/2014/main" id="{8FB5406B-6AA0-0932-2FD9-E500CC1E6A70}"/>
                  </a:ext>
                </a:extLst>
              </p:cNvPr>
              <p:cNvSpPr/>
              <p:nvPr/>
            </p:nvSpPr>
            <p:spPr>
              <a:xfrm>
                <a:off x="1607929" y="5664825"/>
                <a:ext cx="32753" cy="327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7" name="ellipse_2956">
                <a:extLst>
                  <a:ext uri="{FF2B5EF4-FFF2-40B4-BE49-F238E27FC236}">
                    <a16:creationId xmlns:a16="http://schemas.microsoft.com/office/drawing/2014/main" id="{61915CE9-DD1C-C287-DA3D-9972B9DFD2A5}"/>
                  </a:ext>
                </a:extLst>
              </p:cNvPr>
              <p:cNvSpPr/>
              <p:nvPr/>
            </p:nvSpPr>
            <p:spPr>
              <a:xfrm>
                <a:off x="1431638" y="5888721"/>
                <a:ext cx="32307" cy="3230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8" name="ellipse_2957">
                <a:extLst>
                  <a:ext uri="{FF2B5EF4-FFF2-40B4-BE49-F238E27FC236}">
                    <a16:creationId xmlns:a16="http://schemas.microsoft.com/office/drawing/2014/main" id="{59305533-22BE-5D65-231E-BE59363CA68E}"/>
                  </a:ext>
                </a:extLst>
              </p:cNvPr>
              <p:cNvSpPr/>
              <p:nvPr/>
            </p:nvSpPr>
            <p:spPr>
              <a:xfrm>
                <a:off x="1763250" y="5810798"/>
                <a:ext cx="24008" cy="2400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79" name="ellipse_2958">
                <a:extLst>
                  <a:ext uri="{FF2B5EF4-FFF2-40B4-BE49-F238E27FC236}">
                    <a16:creationId xmlns:a16="http://schemas.microsoft.com/office/drawing/2014/main" id="{84A06EF0-EE99-7BDE-316E-563B4102A50F}"/>
                  </a:ext>
                </a:extLst>
              </p:cNvPr>
              <p:cNvSpPr/>
              <p:nvPr/>
            </p:nvSpPr>
            <p:spPr>
              <a:xfrm>
                <a:off x="1770156" y="5894195"/>
                <a:ext cx="34129" cy="3412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0" name="ellipse_2959">
                <a:extLst>
                  <a:ext uri="{FF2B5EF4-FFF2-40B4-BE49-F238E27FC236}">
                    <a16:creationId xmlns:a16="http://schemas.microsoft.com/office/drawing/2014/main" id="{D6FB5CB3-4F4F-9E4F-ACAF-13A3EB1CC144}"/>
                  </a:ext>
                </a:extLst>
              </p:cNvPr>
              <p:cNvSpPr/>
              <p:nvPr/>
            </p:nvSpPr>
            <p:spPr>
              <a:xfrm>
                <a:off x="1631456" y="5662376"/>
                <a:ext cx="36317" cy="3631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1" name="ellipse_2960">
                <a:extLst>
                  <a:ext uri="{FF2B5EF4-FFF2-40B4-BE49-F238E27FC236}">
                    <a16:creationId xmlns:a16="http://schemas.microsoft.com/office/drawing/2014/main" id="{242BA373-4835-DEF5-F9A5-C3BC1DAA6019}"/>
                  </a:ext>
                </a:extLst>
              </p:cNvPr>
              <p:cNvSpPr/>
              <p:nvPr/>
            </p:nvSpPr>
            <p:spPr>
              <a:xfrm>
                <a:off x="1505565" y="5729779"/>
                <a:ext cx="35155" cy="3515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2" name="ellipse_2961">
                <a:extLst>
                  <a:ext uri="{FF2B5EF4-FFF2-40B4-BE49-F238E27FC236}">
                    <a16:creationId xmlns:a16="http://schemas.microsoft.com/office/drawing/2014/main" id="{D10EBA65-BEA9-3BCD-528D-21EF86B6DD32}"/>
                  </a:ext>
                </a:extLst>
              </p:cNvPr>
              <p:cNvSpPr/>
              <p:nvPr/>
            </p:nvSpPr>
            <p:spPr>
              <a:xfrm>
                <a:off x="1745125" y="5807695"/>
                <a:ext cx="28645" cy="2864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3" name="ellipse_2962">
                <a:extLst>
                  <a:ext uri="{FF2B5EF4-FFF2-40B4-BE49-F238E27FC236}">
                    <a16:creationId xmlns:a16="http://schemas.microsoft.com/office/drawing/2014/main" id="{CFDDFAC2-FA54-7805-FCE5-9F52A750D51E}"/>
                  </a:ext>
                </a:extLst>
              </p:cNvPr>
              <p:cNvSpPr/>
              <p:nvPr/>
            </p:nvSpPr>
            <p:spPr>
              <a:xfrm>
                <a:off x="1415944" y="5861397"/>
                <a:ext cx="29118" cy="2911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4" name="ellipse_2963">
                <a:extLst>
                  <a:ext uri="{FF2B5EF4-FFF2-40B4-BE49-F238E27FC236}">
                    <a16:creationId xmlns:a16="http://schemas.microsoft.com/office/drawing/2014/main" id="{00941DDB-8D6B-888B-090B-9A01F7303B4E}"/>
                  </a:ext>
                </a:extLst>
              </p:cNvPr>
              <p:cNvSpPr/>
              <p:nvPr/>
            </p:nvSpPr>
            <p:spPr>
              <a:xfrm>
                <a:off x="1444289" y="5910192"/>
                <a:ext cx="36484" cy="364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5" name="ellipse_2964">
                <a:extLst>
                  <a:ext uri="{FF2B5EF4-FFF2-40B4-BE49-F238E27FC236}">
                    <a16:creationId xmlns:a16="http://schemas.microsoft.com/office/drawing/2014/main" id="{3606F7A3-E610-0C44-146E-F78340965896}"/>
                  </a:ext>
                </a:extLst>
              </p:cNvPr>
              <p:cNvSpPr/>
              <p:nvPr/>
            </p:nvSpPr>
            <p:spPr>
              <a:xfrm>
                <a:off x="1692595" y="5720180"/>
                <a:ext cx="34350" cy="3435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6" name="ellipse_2965">
                <a:extLst>
                  <a:ext uri="{FF2B5EF4-FFF2-40B4-BE49-F238E27FC236}">
                    <a16:creationId xmlns:a16="http://schemas.microsoft.com/office/drawing/2014/main" id="{0FF4397C-E4E8-99DD-BBFF-5312BC3BBE18}"/>
                  </a:ext>
                </a:extLst>
              </p:cNvPr>
              <p:cNvSpPr/>
              <p:nvPr/>
            </p:nvSpPr>
            <p:spPr>
              <a:xfrm>
                <a:off x="1645377" y="5668528"/>
                <a:ext cx="23232" cy="2323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7" name="ellipse_2966">
                <a:extLst>
                  <a:ext uri="{FF2B5EF4-FFF2-40B4-BE49-F238E27FC236}">
                    <a16:creationId xmlns:a16="http://schemas.microsoft.com/office/drawing/2014/main" id="{44C7A82C-8C55-B1FF-6945-2220AD335CD1}"/>
                  </a:ext>
                </a:extLst>
              </p:cNvPr>
              <p:cNvSpPr/>
              <p:nvPr/>
            </p:nvSpPr>
            <p:spPr>
              <a:xfrm>
                <a:off x="1463027" y="5702838"/>
                <a:ext cx="32775" cy="3277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8" name="ellipse_2967">
                <a:extLst>
                  <a:ext uri="{FF2B5EF4-FFF2-40B4-BE49-F238E27FC236}">
                    <a16:creationId xmlns:a16="http://schemas.microsoft.com/office/drawing/2014/main" id="{2FF30082-3C78-4891-567F-5FC139961089}"/>
                  </a:ext>
                </a:extLst>
              </p:cNvPr>
              <p:cNvSpPr/>
              <p:nvPr/>
            </p:nvSpPr>
            <p:spPr>
              <a:xfrm>
                <a:off x="1471693" y="5806019"/>
                <a:ext cx="36914" cy="3691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89" name="ellipse_2968">
                <a:extLst>
                  <a:ext uri="{FF2B5EF4-FFF2-40B4-BE49-F238E27FC236}">
                    <a16:creationId xmlns:a16="http://schemas.microsoft.com/office/drawing/2014/main" id="{00C9A3AD-ADF9-98B8-9DF8-98F45885891F}"/>
                  </a:ext>
                </a:extLst>
              </p:cNvPr>
              <p:cNvSpPr/>
              <p:nvPr/>
            </p:nvSpPr>
            <p:spPr>
              <a:xfrm>
                <a:off x="1447857" y="5802230"/>
                <a:ext cx="29872" cy="29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0" name="ellipse_2969">
                <a:extLst>
                  <a:ext uri="{FF2B5EF4-FFF2-40B4-BE49-F238E27FC236}">
                    <a16:creationId xmlns:a16="http://schemas.microsoft.com/office/drawing/2014/main" id="{3D7D55E8-340F-13C8-CC61-0EE8F1AC227C}"/>
                  </a:ext>
                </a:extLst>
              </p:cNvPr>
              <p:cNvSpPr/>
              <p:nvPr/>
            </p:nvSpPr>
            <p:spPr>
              <a:xfrm>
                <a:off x="1612617" y="5934978"/>
                <a:ext cx="25869" cy="2586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1" name="ellipse_2970">
                <a:extLst>
                  <a:ext uri="{FF2B5EF4-FFF2-40B4-BE49-F238E27FC236}">
                    <a16:creationId xmlns:a16="http://schemas.microsoft.com/office/drawing/2014/main" id="{B56FF0B0-D026-8AB6-2365-79D5152C557A}"/>
                  </a:ext>
                </a:extLst>
              </p:cNvPr>
              <p:cNvSpPr/>
              <p:nvPr/>
            </p:nvSpPr>
            <p:spPr>
              <a:xfrm>
                <a:off x="1499567" y="5923927"/>
                <a:ext cx="29366" cy="29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2" name="ellipse_2971">
                <a:extLst>
                  <a:ext uri="{FF2B5EF4-FFF2-40B4-BE49-F238E27FC236}">
                    <a16:creationId xmlns:a16="http://schemas.microsoft.com/office/drawing/2014/main" id="{864E7841-FF3D-2307-081D-7B08B4248B5D}"/>
                  </a:ext>
                </a:extLst>
              </p:cNvPr>
              <p:cNvSpPr/>
              <p:nvPr/>
            </p:nvSpPr>
            <p:spPr>
              <a:xfrm>
                <a:off x="1439722" y="5746255"/>
                <a:ext cx="30428" cy="30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3" name="ellipse_2972">
                <a:extLst>
                  <a:ext uri="{FF2B5EF4-FFF2-40B4-BE49-F238E27FC236}">
                    <a16:creationId xmlns:a16="http://schemas.microsoft.com/office/drawing/2014/main" id="{A696BB4A-807C-9302-4EA7-5CC88D7A93DA}"/>
                  </a:ext>
                </a:extLst>
              </p:cNvPr>
              <p:cNvSpPr/>
              <p:nvPr/>
            </p:nvSpPr>
            <p:spPr>
              <a:xfrm>
                <a:off x="1601892" y="5705782"/>
                <a:ext cx="26593" cy="265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694" name="ellipse_2973">
                <a:extLst>
                  <a:ext uri="{FF2B5EF4-FFF2-40B4-BE49-F238E27FC236}">
                    <a16:creationId xmlns:a16="http://schemas.microsoft.com/office/drawing/2014/main" id="{E15C60A0-0C10-4CAB-1AD9-47DD1A6A5631}"/>
                  </a:ext>
                </a:extLst>
              </p:cNvPr>
              <p:cNvSpPr/>
              <p:nvPr/>
            </p:nvSpPr>
            <p:spPr>
              <a:xfrm>
                <a:off x="1683294" y="5736674"/>
                <a:ext cx="36357" cy="3635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695" name="Text | Pocket">
              <a:extLst>
                <a:ext uri="{FF2B5EF4-FFF2-40B4-BE49-F238E27FC236}">
                  <a16:creationId xmlns:a16="http://schemas.microsoft.com/office/drawing/2014/main" id="{80FC4DDE-B144-D6F9-9045-678830DB0FE6}"/>
                </a:ext>
              </a:extLst>
            </p:cNvPr>
            <p:cNvSpPr txBox="1"/>
            <p:nvPr/>
          </p:nvSpPr>
          <p:spPr>
            <a:xfrm>
              <a:off x="1435143" y="5975415"/>
              <a:ext cx="368725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Pocket</a:t>
              </a:r>
              <a:endParaRPr lang="en-US" sz="500"/>
            </a:p>
          </p:txBody>
        </p:sp>
        <p:sp>
          <p:nvSpPr>
            <p:cNvPr id="696" name="d | Route card: Default PocketXMol">
              <a:extLst>
                <a:ext uri="{FF2B5EF4-FFF2-40B4-BE49-F238E27FC236}">
                  <a16:creationId xmlns:a16="http://schemas.microsoft.com/office/drawing/2014/main" id="{38F96046-E4DA-64E6-DA18-24E6AC8439EC}"/>
                </a:ext>
              </a:extLst>
            </p:cNvPr>
            <p:cNvSpPr/>
            <p:nvPr/>
          </p:nvSpPr>
          <p:spPr>
            <a:xfrm>
              <a:off x="2141820" y="5591070"/>
              <a:ext cx="1514385" cy="243090"/>
            </a:xfrm>
            <a:prstGeom prst="roundRect">
              <a:avLst>
                <a:gd name="adj" fmla="val 9459"/>
              </a:avLst>
            </a:prstGeom>
            <a:solidFill>
              <a:srgbClr val="FFF8EC"/>
            </a:solidFill>
            <a:ln w="10160" cap="rnd" cmpd="sng" algn="ctr">
              <a:solidFill>
                <a:srgbClr val="D9B77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pic>
          <p:nvPicPr>
            <p:cNvPr id="697" name="Density voxel illustration | exp" descr="Synthetic voxel-grid density schematic">
              <a:extLst>
                <a:ext uri="{FF2B5EF4-FFF2-40B4-BE49-F238E27FC236}">
                  <a16:creationId xmlns:a16="http://schemas.microsoft.com/office/drawing/2014/main" id="{14F84F68-FA81-24CC-AA12-CD208CA68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/>
          </p:blipFill>
          <p:spPr>
            <a:xfrm>
              <a:off x="2197099" y="5635440"/>
              <a:ext cx="135682" cy="131400"/>
            </a:xfrm>
            <a:prstGeom prst="rect">
              <a:avLst/>
            </a:prstGeom>
          </p:spPr>
        </p:pic>
        <p:sp>
          <p:nvSpPr>
            <p:cNvPr id="698" name="Text | Default · PocketXMol">
              <a:extLst>
                <a:ext uri="{FF2B5EF4-FFF2-40B4-BE49-F238E27FC236}">
                  <a16:creationId xmlns:a16="http://schemas.microsoft.com/office/drawing/2014/main" id="{893B2047-BF1F-9DB7-D853-F638ABD2368D}"/>
                </a:ext>
              </a:extLst>
            </p:cNvPr>
            <p:cNvSpPr txBox="1"/>
            <p:nvPr/>
          </p:nvSpPr>
          <p:spPr>
            <a:xfrm>
              <a:off x="2401335" y="5600925"/>
              <a:ext cx="1120324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518" b="1" dirty="0">
                  <a:solidFill>
                    <a:srgbClr val="946019"/>
                  </a:solidFill>
                  <a:latin typeface="Arial"/>
                  <a:ea typeface="Arial"/>
                  <a:cs typeface="Arial"/>
                </a:rPr>
                <a:t>Default · PocketXMol</a:t>
              </a:r>
              <a:endParaRPr lang="en-US" sz="518"/>
            </a:p>
          </p:txBody>
        </p:sp>
        <p:sp>
          <p:nvSpPr>
            <p:cNvPr id="699" name="Text | Density-conditioned fine-tuning">
              <a:extLst>
                <a:ext uri="{FF2B5EF4-FFF2-40B4-BE49-F238E27FC236}">
                  <a16:creationId xmlns:a16="http://schemas.microsoft.com/office/drawing/2014/main" id="{4FBD4592-8CAB-2F06-A2DE-850FADC2D01C}"/>
                </a:ext>
              </a:extLst>
            </p:cNvPr>
            <p:cNvSpPr txBox="1"/>
            <p:nvPr/>
          </p:nvSpPr>
          <p:spPr>
            <a:xfrm>
              <a:off x="2401335" y="5709330"/>
              <a:ext cx="1271865" cy="11195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5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Density-conditioned fine-tuning</a:t>
              </a:r>
              <a:endParaRPr lang="en-US" sz="445"/>
            </a:p>
          </p:txBody>
        </p:sp>
        <p:sp>
          <p:nvSpPr>
            <p:cNvPr id="700" name="d | Route card: Docking tools">
              <a:extLst>
                <a:ext uri="{FF2B5EF4-FFF2-40B4-BE49-F238E27FC236}">
                  <a16:creationId xmlns:a16="http://schemas.microsoft.com/office/drawing/2014/main" id="{584A9707-3608-F36D-84C1-334FDC095179}"/>
                </a:ext>
              </a:extLst>
            </p:cNvPr>
            <p:cNvSpPr/>
            <p:nvPr/>
          </p:nvSpPr>
          <p:spPr>
            <a:xfrm>
              <a:off x="2141820" y="5876865"/>
              <a:ext cx="1514385" cy="233235"/>
            </a:xfrm>
            <a:prstGeom prst="roundRect">
              <a:avLst>
                <a:gd name="adj" fmla="val 9859"/>
              </a:avLst>
            </a:prstGeom>
            <a:solidFill>
              <a:srgbClr val="F7F9FB"/>
            </a:solidFill>
            <a:ln w="10160" cap="rnd" cmpd="sng" algn="ctr">
              <a:solidFill>
                <a:srgbClr val="C5D5E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01" name="Text | Docking tools">
              <a:extLst>
                <a:ext uri="{FF2B5EF4-FFF2-40B4-BE49-F238E27FC236}">
                  <a16:creationId xmlns:a16="http://schemas.microsoft.com/office/drawing/2014/main" id="{F09A447A-76B7-195E-A34A-999EFB30FE81}"/>
                </a:ext>
              </a:extLst>
            </p:cNvPr>
            <p:cNvSpPr txBox="1"/>
            <p:nvPr/>
          </p:nvSpPr>
          <p:spPr>
            <a:xfrm>
              <a:off x="2214090" y="5883435"/>
              <a:ext cx="738930" cy="1306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518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Docking tools</a:t>
              </a:r>
              <a:endParaRPr lang="en-US" sz="518"/>
            </a:p>
          </p:txBody>
        </p:sp>
        <p:sp>
          <p:nvSpPr>
            <p:cNvPr id="702" name="Text | Vina · DiffDock · EMERALD">
              <a:extLst>
                <a:ext uri="{FF2B5EF4-FFF2-40B4-BE49-F238E27FC236}">
                  <a16:creationId xmlns:a16="http://schemas.microsoft.com/office/drawing/2014/main" id="{BD13CA0F-F01A-9160-C9A4-EBEC802C6088}"/>
                </a:ext>
              </a:extLst>
            </p:cNvPr>
            <p:cNvSpPr txBox="1"/>
            <p:nvPr/>
          </p:nvSpPr>
          <p:spPr>
            <a:xfrm>
              <a:off x="2214090" y="5988555"/>
              <a:ext cx="1107334" cy="11661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63" dirty="0">
                  <a:solidFill>
                    <a:srgbClr val="5E7180"/>
                  </a:solidFill>
                  <a:latin typeface="Arial"/>
                  <a:ea typeface="Arial"/>
                  <a:cs typeface="Arial"/>
                </a:rPr>
                <a:t>Vina · DiffDock · EMERALD</a:t>
              </a:r>
              <a:endParaRPr lang="en-US" sz="463"/>
            </a:p>
          </p:txBody>
        </p:sp>
        <p:grpSp>
          <p:nvGrpSpPr>
            <p:cNvPr id="703" name="d | All-atom ligand pose: local receptor environment">
              <a:extLst>
                <a:ext uri="{FF2B5EF4-FFF2-40B4-BE49-F238E27FC236}">
                  <a16:creationId xmlns:a16="http://schemas.microsoft.com/office/drawing/2014/main" id="{D8E43B09-3BA3-4B3F-490C-552EE2110F2B}"/>
                </a:ext>
              </a:extLst>
            </p:cNvPr>
            <p:cNvGrpSpPr/>
            <p:nvPr/>
          </p:nvGrpSpPr>
          <p:grpSpPr>
            <a:xfrm>
              <a:off x="4251809" y="5604959"/>
              <a:ext cx="702691" cy="463459"/>
              <a:chOff x="4251809" y="5604959"/>
              <a:chExt cx="702691" cy="463459"/>
            </a:xfrm>
          </p:grpSpPr>
          <p:sp>
            <p:nvSpPr>
              <p:cNvPr id="704" name="ellipse_3111">
                <a:extLst>
                  <a:ext uri="{FF2B5EF4-FFF2-40B4-BE49-F238E27FC236}">
                    <a16:creationId xmlns:a16="http://schemas.microsoft.com/office/drawing/2014/main" id="{6B3F9BC7-E953-4CE4-F490-8BC00A5121F1}"/>
                  </a:ext>
                </a:extLst>
              </p:cNvPr>
              <p:cNvSpPr/>
              <p:nvPr/>
            </p:nvSpPr>
            <p:spPr>
              <a:xfrm>
                <a:off x="4362855" y="5697772"/>
                <a:ext cx="43194" cy="43194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5" name="ellipse_3112">
                <a:extLst>
                  <a:ext uri="{FF2B5EF4-FFF2-40B4-BE49-F238E27FC236}">
                    <a16:creationId xmlns:a16="http://schemas.microsoft.com/office/drawing/2014/main" id="{D14AB99B-282F-877D-4CFE-CBB8F6930FCA}"/>
                  </a:ext>
                </a:extLst>
              </p:cNvPr>
              <p:cNvSpPr/>
              <p:nvPr/>
            </p:nvSpPr>
            <p:spPr>
              <a:xfrm>
                <a:off x="4254062" y="5750681"/>
                <a:ext cx="40460" cy="4046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6" name="ellipse_3113">
                <a:extLst>
                  <a:ext uri="{FF2B5EF4-FFF2-40B4-BE49-F238E27FC236}">
                    <a16:creationId xmlns:a16="http://schemas.microsoft.com/office/drawing/2014/main" id="{843BF727-3600-95E2-0935-C9FD071C01BC}"/>
                  </a:ext>
                </a:extLst>
              </p:cNvPr>
              <p:cNvSpPr/>
              <p:nvPr/>
            </p:nvSpPr>
            <p:spPr>
              <a:xfrm>
                <a:off x="4584744" y="6016753"/>
                <a:ext cx="51665" cy="5166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7" name="ellipse_3114">
                <a:extLst>
                  <a:ext uri="{FF2B5EF4-FFF2-40B4-BE49-F238E27FC236}">
                    <a16:creationId xmlns:a16="http://schemas.microsoft.com/office/drawing/2014/main" id="{F92866F7-6CE9-5689-B51C-450F8F61545D}"/>
                  </a:ext>
                </a:extLst>
              </p:cNvPr>
              <p:cNvSpPr/>
              <p:nvPr/>
            </p:nvSpPr>
            <p:spPr>
              <a:xfrm>
                <a:off x="4730684" y="5898125"/>
                <a:ext cx="53618" cy="53618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8" name="ellipse_3115">
                <a:extLst>
                  <a:ext uri="{FF2B5EF4-FFF2-40B4-BE49-F238E27FC236}">
                    <a16:creationId xmlns:a16="http://schemas.microsoft.com/office/drawing/2014/main" id="{51A87B08-89E9-4CC2-986E-52A047FCE1E7}"/>
                  </a:ext>
                </a:extLst>
              </p:cNvPr>
              <p:cNvSpPr/>
              <p:nvPr/>
            </p:nvSpPr>
            <p:spPr>
              <a:xfrm>
                <a:off x="4311526" y="5822073"/>
                <a:ext cx="48720" cy="48720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09" name="ellipse_3116">
                <a:extLst>
                  <a:ext uri="{FF2B5EF4-FFF2-40B4-BE49-F238E27FC236}">
                    <a16:creationId xmlns:a16="http://schemas.microsoft.com/office/drawing/2014/main" id="{A3758F4A-8D14-C486-FD98-2DEBA6E20BAF}"/>
                  </a:ext>
                </a:extLst>
              </p:cNvPr>
              <p:cNvSpPr/>
              <p:nvPr/>
            </p:nvSpPr>
            <p:spPr>
              <a:xfrm>
                <a:off x="4251809" y="5817323"/>
                <a:ext cx="40774" cy="4077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0" name="ellipse_3117">
                <a:extLst>
                  <a:ext uri="{FF2B5EF4-FFF2-40B4-BE49-F238E27FC236}">
                    <a16:creationId xmlns:a16="http://schemas.microsoft.com/office/drawing/2014/main" id="{B35A6E55-C4D8-550E-3AA8-AB075FCDA59A}"/>
                  </a:ext>
                </a:extLst>
              </p:cNvPr>
              <p:cNvSpPr/>
              <p:nvPr/>
            </p:nvSpPr>
            <p:spPr>
              <a:xfrm>
                <a:off x="4350782" y="5771975"/>
                <a:ext cx="48903" cy="4890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1" name="ellipse_3118">
                <a:extLst>
                  <a:ext uri="{FF2B5EF4-FFF2-40B4-BE49-F238E27FC236}">
                    <a16:creationId xmlns:a16="http://schemas.microsoft.com/office/drawing/2014/main" id="{53669E6D-C307-935D-58CD-25D2A5126051}"/>
                  </a:ext>
                </a:extLst>
              </p:cNvPr>
              <p:cNvSpPr/>
              <p:nvPr/>
            </p:nvSpPr>
            <p:spPr>
              <a:xfrm>
                <a:off x="4378359" y="5716259"/>
                <a:ext cx="53942" cy="5394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2" name="ellipse_3119">
                <a:extLst>
                  <a:ext uri="{FF2B5EF4-FFF2-40B4-BE49-F238E27FC236}">
                    <a16:creationId xmlns:a16="http://schemas.microsoft.com/office/drawing/2014/main" id="{B6A03B30-A307-288B-9C37-509AFB0979E9}"/>
                  </a:ext>
                </a:extLst>
              </p:cNvPr>
              <p:cNvSpPr/>
              <p:nvPr/>
            </p:nvSpPr>
            <p:spPr>
              <a:xfrm>
                <a:off x="4475330" y="5970274"/>
                <a:ext cx="39922" cy="39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3" name="ellipse_3120">
                <a:extLst>
                  <a:ext uri="{FF2B5EF4-FFF2-40B4-BE49-F238E27FC236}">
                    <a16:creationId xmlns:a16="http://schemas.microsoft.com/office/drawing/2014/main" id="{F25518D1-1205-76BA-4B58-173F5627973D}"/>
                  </a:ext>
                </a:extLst>
              </p:cNvPr>
              <p:cNvSpPr/>
              <p:nvPr/>
            </p:nvSpPr>
            <p:spPr>
              <a:xfrm>
                <a:off x="4343602" y="5746762"/>
                <a:ext cx="35373" cy="3537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4" name="ellipse_3121">
                <a:extLst>
                  <a:ext uri="{FF2B5EF4-FFF2-40B4-BE49-F238E27FC236}">
                    <a16:creationId xmlns:a16="http://schemas.microsoft.com/office/drawing/2014/main" id="{AC781C12-A332-7119-CDF3-FDB19B406B5F}"/>
                  </a:ext>
                </a:extLst>
              </p:cNvPr>
              <p:cNvSpPr/>
              <p:nvPr/>
            </p:nvSpPr>
            <p:spPr>
              <a:xfrm>
                <a:off x="4542880" y="6021945"/>
                <a:ext cx="42386" cy="4238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6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5" name="ellipse_3122">
                <a:extLst>
                  <a:ext uri="{FF2B5EF4-FFF2-40B4-BE49-F238E27FC236}">
                    <a16:creationId xmlns:a16="http://schemas.microsoft.com/office/drawing/2014/main" id="{51CAC2F5-53B5-4551-B543-FFAC757968AF}"/>
                  </a:ext>
                </a:extLst>
              </p:cNvPr>
              <p:cNvSpPr/>
              <p:nvPr/>
            </p:nvSpPr>
            <p:spPr>
              <a:xfrm>
                <a:off x="4415896" y="5687872"/>
                <a:ext cx="45929" cy="4592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6" name="ellipse_3123">
                <a:extLst>
                  <a:ext uri="{FF2B5EF4-FFF2-40B4-BE49-F238E27FC236}">
                    <a16:creationId xmlns:a16="http://schemas.microsoft.com/office/drawing/2014/main" id="{E05CE6B7-1AD8-678E-19D8-2F3FCD59B364}"/>
                  </a:ext>
                </a:extLst>
              </p:cNvPr>
              <p:cNvSpPr/>
              <p:nvPr/>
            </p:nvSpPr>
            <p:spPr>
              <a:xfrm>
                <a:off x="4326366" y="5782253"/>
                <a:ext cx="43224" cy="4322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7" name="ellipse_3124">
                <a:extLst>
                  <a:ext uri="{FF2B5EF4-FFF2-40B4-BE49-F238E27FC236}">
                    <a16:creationId xmlns:a16="http://schemas.microsoft.com/office/drawing/2014/main" id="{CD551019-1B1F-080B-356F-6D489C5CF4B1}"/>
                  </a:ext>
                </a:extLst>
              </p:cNvPr>
              <p:cNvSpPr/>
              <p:nvPr/>
            </p:nvSpPr>
            <p:spPr>
              <a:xfrm>
                <a:off x="4513181" y="5949412"/>
                <a:ext cx="47537" cy="4753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8" name="ellipse_3125">
                <a:extLst>
                  <a:ext uri="{FF2B5EF4-FFF2-40B4-BE49-F238E27FC236}">
                    <a16:creationId xmlns:a16="http://schemas.microsoft.com/office/drawing/2014/main" id="{62220CF3-B5FB-F310-C461-0226B0BF5F32}"/>
                  </a:ext>
                </a:extLst>
              </p:cNvPr>
              <p:cNvSpPr/>
              <p:nvPr/>
            </p:nvSpPr>
            <p:spPr>
              <a:xfrm>
                <a:off x="4560468" y="6001152"/>
                <a:ext cx="52141" cy="5214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19" name="ellipse_3126">
                <a:extLst>
                  <a:ext uri="{FF2B5EF4-FFF2-40B4-BE49-F238E27FC236}">
                    <a16:creationId xmlns:a16="http://schemas.microsoft.com/office/drawing/2014/main" id="{C00556EA-276D-115E-B434-4742CE2DA646}"/>
                  </a:ext>
                </a:extLst>
              </p:cNvPr>
              <p:cNvSpPr/>
              <p:nvPr/>
            </p:nvSpPr>
            <p:spPr>
              <a:xfrm>
                <a:off x="4837273" y="5874703"/>
                <a:ext cx="46037" cy="4603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0" name="ellipse_3127">
                <a:extLst>
                  <a:ext uri="{FF2B5EF4-FFF2-40B4-BE49-F238E27FC236}">
                    <a16:creationId xmlns:a16="http://schemas.microsoft.com/office/drawing/2014/main" id="{60CF8AA7-654D-AA0B-1299-7425B240C46C}"/>
                  </a:ext>
                </a:extLst>
              </p:cNvPr>
              <p:cNvSpPr/>
              <p:nvPr/>
            </p:nvSpPr>
            <p:spPr>
              <a:xfrm>
                <a:off x="4767228" y="5975183"/>
                <a:ext cx="44185" cy="44185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1" name="ellipse_3128">
                <a:extLst>
                  <a:ext uri="{FF2B5EF4-FFF2-40B4-BE49-F238E27FC236}">
                    <a16:creationId xmlns:a16="http://schemas.microsoft.com/office/drawing/2014/main" id="{E183BC20-8F57-4D9E-8118-FD36D4B8B8C9}"/>
                  </a:ext>
                </a:extLst>
              </p:cNvPr>
              <p:cNvSpPr/>
              <p:nvPr/>
            </p:nvSpPr>
            <p:spPr>
              <a:xfrm>
                <a:off x="4808629" y="5826107"/>
                <a:ext cx="37764" cy="3776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9E0E5"/>
                  </a:gs>
                  <a:gs pos="100000">
                    <a:srgbClr val="B1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2" name="ellipse_3129">
                <a:extLst>
                  <a:ext uri="{FF2B5EF4-FFF2-40B4-BE49-F238E27FC236}">
                    <a16:creationId xmlns:a16="http://schemas.microsoft.com/office/drawing/2014/main" id="{E1118AD6-F707-0657-8BA0-E2626A0F5275}"/>
                  </a:ext>
                </a:extLst>
              </p:cNvPr>
              <p:cNvSpPr/>
              <p:nvPr/>
            </p:nvSpPr>
            <p:spPr>
              <a:xfrm>
                <a:off x="4364241" y="5926971"/>
                <a:ext cx="45776" cy="45776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3" name="ellipse_3130">
                <a:extLst>
                  <a:ext uri="{FF2B5EF4-FFF2-40B4-BE49-F238E27FC236}">
                    <a16:creationId xmlns:a16="http://schemas.microsoft.com/office/drawing/2014/main" id="{DCBFA75F-9F3B-C1FD-E0A1-C6DA511271DB}"/>
                  </a:ext>
                </a:extLst>
              </p:cNvPr>
              <p:cNvSpPr/>
              <p:nvPr/>
            </p:nvSpPr>
            <p:spPr>
              <a:xfrm>
                <a:off x="4694360" y="5927618"/>
                <a:ext cx="46623" cy="4662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4" name="ellipse_3131">
                <a:extLst>
                  <a:ext uri="{FF2B5EF4-FFF2-40B4-BE49-F238E27FC236}">
                    <a16:creationId xmlns:a16="http://schemas.microsoft.com/office/drawing/2014/main" id="{1B9ED3FE-A9D4-A185-5777-7EE4928A98CB}"/>
                  </a:ext>
                </a:extLst>
              </p:cNvPr>
              <p:cNvSpPr/>
              <p:nvPr/>
            </p:nvSpPr>
            <p:spPr>
              <a:xfrm>
                <a:off x="4816164" y="5757658"/>
                <a:ext cx="48115" cy="4811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5" name="ellipse_3132">
                <a:extLst>
                  <a:ext uri="{FF2B5EF4-FFF2-40B4-BE49-F238E27FC236}">
                    <a16:creationId xmlns:a16="http://schemas.microsoft.com/office/drawing/2014/main" id="{BAED7D1E-284D-CE0B-B4DB-B118FD619D1F}"/>
                  </a:ext>
                </a:extLst>
              </p:cNvPr>
              <p:cNvSpPr/>
              <p:nvPr/>
            </p:nvSpPr>
            <p:spPr>
              <a:xfrm>
                <a:off x="4496341" y="6016055"/>
                <a:ext cx="35569" cy="3556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9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6" name="ellipse_3133">
                <a:extLst>
                  <a:ext uri="{FF2B5EF4-FFF2-40B4-BE49-F238E27FC236}">
                    <a16:creationId xmlns:a16="http://schemas.microsoft.com/office/drawing/2014/main" id="{6662F9AE-F58B-BA3B-EBE5-831BC44E53E1}"/>
                  </a:ext>
                </a:extLst>
              </p:cNvPr>
              <p:cNvSpPr/>
              <p:nvPr/>
            </p:nvSpPr>
            <p:spPr>
              <a:xfrm>
                <a:off x="4786774" y="5747820"/>
                <a:ext cx="45568" cy="4556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7" name="ellipse_3134">
                <a:extLst>
                  <a:ext uri="{FF2B5EF4-FFF2-40B4-BE49-F238E27FC236}">
                    <a16:creationId xmlns:a16="http://schemas.microsoft.com/office/drawing/2014/main" id="{C0185A45-2912-5055-DBE0-466D7B9FFD52}"/>
                  </a:ext>
                </a:extLst>
              </p:cNvPr>
              <p:cNvSpPr/>
              <p:nvPr/>
            </p:nvSpPr>
            <p:spPr>
              <a:xfrm>
                <a:off x="4638700" y="5950146"/>
                <a:ext cx="52109" cy="5210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C"/>
                  </a:gs>
                  <a:gs pos="100000">
                    <a:srgbClr val="A4B1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8" name="ellipse_3135">
                <a:extLst>
                  <a:ext uri="{FF2B5EF4-FFF2-40B4-BE49-F238E27FC236}">
                    <a16:creationId xmlns:a16="http://schemas.microsoft.com/office/drawing/2014/main" id="{666A5F8A-9CD5-9F78-89C8-AD037D18A218}"/>
                  </a:ext>
                </a:extLst>
              </p:cNvPr>
              <p:cNvSpPr/>
              <p:nvPr/>
            </p:nvSpPr>
            <p:spPr>
              <a:xfrm>
                <a:off x="4349735" y="5807537"/>
                <a:ext cx="36271" cy="36271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29" name="ellipse_3136">
                <a:extLst>
                  <a:ext uri="{FF2B5EF4-FFF2-40B4-BE49-F238E27FC236}">
                    <a16:creationId xmlns:a16="http://schemas.microsoft.com/office/drawing/2014/main" id="{5CE6A51F-CDE7-01DE-C631-27C9ED61B5F7}"/>
                  </a:ext>
                </a:extLst>
              </p:cNvPr>
              <p:cNvSpPr/>
              <p:nvPr/>
            </p:nvSpPr>
            <p:spPr>
              <a:xfrm>
                <a:off x="4578702" y="5947602"/>
                <a:ext cx="34493" cy="3449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0" name="ellipse_3137">
                <a:extLst>
                  <a:ext uri="{FF2B5EF4-FFF2-40B4-BE49-F238E27FC236}">
                    <a16:creationId xmlns:a16="http://schemas.microsoft.com/office/drawing/2014/main" id="{575F719B-0BB2-5DBF-2CF0-54673A4B52C5}"/>
                  </a:ext>
                </a:extLst>
              </p:cNvPr>
              <p:cNvSpPr/>
              <p:nvPr/>
            </p:nvSpPr>
            <p:spPr>
              <a:xfrm>
                <a:off x="4464372" y="5692031"/>
                <a:ext cx="36230" cy="36230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1" name="ellipse_3138">
                <a:extLst>
                  <a:ext uri="{FF2B5EF4-FFF2-40B4-BE49-F238E27FC236}">
                    <a16:creationId xmlns:a16="http://schemas.microsoft.com/office/drawing/2014/main" id="{BC7B912C-01D3-D5B6-722D-8028385033CF}"/>
                  </a:ext>
                </a:extLst>
              </p:cNvPr>
              <p:cNvSpPr/>
              <p:nvPr/>
            </p:nvSpPr>
            <p:spPr>
              <a:xfrm>
                <a:off x="4619301" y="5637981"/>
                <a:ext cx="39572" cy="39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2" name="ellipse_3139">
                <a:extLst>
                  <a:ext uri="{FF2B5EF4-FFF2-40B4-BE49-F238E27FC236}">
                    <a16:creationId xmlns:a16="http://schemas.microsoft.com/office/drawing/2014/main" id="{4C1C17D4-A62B-DC90-10DA-7F5C36D7848C}"/>
                  </a:ext>
                </a:extLst>
              </p:cNvPr>
              <p:cNvSpPr/>
              <p:nvPr/>
            </p:nvSpPr>
            <p:spPr>
              <a:xfrm>
                <a:off x="4696119" y="5653563"/>
                <a:ext cx="34035" cy="3403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3" name="ellipse_3140">
                <a:extLst>
                  <a:ext uri="{FF2B5EF4-FFF2-40B4-BE49-F238E27FC236}">
                    <a16:creationId xmlns:a16="http://schemas.microsoft.com/office/drawing/2014/main" id="{3D32CD2A-5CF4-E449-6E7D-C2AF8926E5EC}"/>
                  </a:ext>
                </a:extLst>
              </p:cNvPr>
              <p:cNvSpPr/>
              <p:nvPr/>
            </p:nvSpPr>
            <p:spPr>
              <a:xfrm>
                <a:off x="4811179" y="5853695"/>
                <a:ext cx="46078" cy="4607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4" name="ellipse_3141">
                <a:extLst>
                  <a:ext uri="{FF2B5EF4-FFF2-40B4-BE49-F238E27FC236}">
                    <a16:creationId xmlns:a16="http://schemas.microsoft.com/office/drawing/2014/main" id="{C6AA7768-9B16-3C9C-8BBF-2D1D68D4B4F5}"/>
                  </a:ext>
                </a:extLst>
              </p:cNvPr>
              <p:cNvSpPr/>
              <p:nvPr/>
            </p:nvSpPr>
            <p:spPr>
              <a:xfrm>
                <a:off x="4824542" y="5769972"/>
                <a:ext cx="53249" cy="53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5" name="ellipse_3142">
                <a:extLst>
                  <a:ext uri="{FF2B5EF4-FFF2-40B4-BE49-F238E27FC236}">
                    <a16:creationId xmlns:a16="http://schemas.microsoft.com/office/drawing/2014/main" id="{F4DB9CC7-09F5-8423-9861-25A8EEDE68BE}"/>
                  </a:ext>
                </a:extLst>
              </p:cNvPr>
              <p:cNvSpPr/>
              <p:nvPr/>
            </p:nvSpPr>
            <p:spPr>
              <a:xfrm>
                <a:off x="4574454" y="5996396"/>
                <a:ext cx="35384" cy="35384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6" name="ellipse_3143">
                <a:extLst>
                  <a:ext uri="{FF2B5EF4-FFF2-40B4-BE49-F238E27FC236}">
                    <a16:creationId xmlns:a16="http://schemas.microsoft.com/office/drawing/2014/main" id="{68637161-DA81-A640-8C3D-9FF5A60734CE}"/>
                  </a:ext>
                </a:extLst>
              </p:cNvPr>
              <p:cNvSpPr/>
              <p:nvPr/>
            </p:nvSpPr>
            <p:spPr>
              <a:xfrm>
                <a:off x="4827644" y="5914219"/>
                <a:ext cx="49988" cy="49988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7" name="ellipse_3144">
                <a:extLst>
                  <a:ext uri="{FF2B5EF4-FFF2-40B4-BE49-F238E27FC236}">
                    <a16:creationId xmlns:a16="http://schemas.microsoft.com/office/drawing/2014/main" id="{5C0A49F6-D467-9E89-3E5E-8772A0A93D22}"/>
                  </a:ext>
                </a:extLst>
              </p:cNvPr>
              <p:cNvSpPr/>
              <p:nvPr/>
            </p:nvSpPr>
            <p:spPr>
              <a:xfrm>
                <a:off x="4795129" y="5876776"/>
                <a:ext cx="32865" cy="32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8" name="ellipse_3145">
                <a:extLst>
                  <a:ext uri="{FF2B5EF4-FFF2-40B4-BE49-F238E27FC236}">
                    <a16:creationId xmlns:a16="http://schemas.microsoft.com/office/drawing/2014/main" id="{B7D054A7-F40E-0A0F-B297-69A0AFADA79D}"/>
                  </a:ext>
                </a:extLst>
              </p:cNvPr>
              <p:cNvSpPr/>
              <p:nvPr/>
            </p:nvSpPr>
            <p:spPr>
              <a:xfrm>
                <a:off x="4842496" y="5817715"/>
                <a:ext cx="39467" cy="39467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39" name="ellipse_3146">
                <a:extLst>
                  <a:ext uri="{FF2B5EF4-FFF2-40B4-BE49-F238E27FC236}">
                    <a16:creationId xmlns:a16="http://schemas.microsoft.com/office/drawing/2014/main" id="{ECCCB6A8-BC3D-C256-F8BF-6145197F3918}"/>
                  </a:ext>
                </a:extLst>
              </p:cNvPr>
              <p:cNvSpPr/>
              <p:nvPr/>
            </p:nvSpPr>
            <p:spPr>
              <a:xfrm>
                <a:off x="4482203" y="5622045"/>
                <a:ext cx="33614" cy="3361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0" name="ellipse_3147">
                <a:extLst>
                  <a:ext uri="{FF2B5EF4-FFF2-40B4-BE49-F238E27FC236}">
                    <a16:creationId xmlns:a16="http://schemas.microsoft.com/office/drawing/2014/main" id="{4D30203B-517F-8080-646E-2F91DA54B233}"/>
                  </a:ext>
                </a:extLst>
              </p:cNvPr>
              <p:cNvSpPr/>
              <p:nvPr/>
            </p:nvSpPr>
            <p:spPr>
              <a:xfrm>
                <a:off x="4293194" y="5706321"/>
                <a:ext cx="32662" cy="3266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3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1" name="ellipse_3148">
                <a:extLst>
                  <a:ext uri="{FF2B5EF4-FFF2-40B4-BE49-F238E27FC236}">
                    <a16:creationId xmlns:a16="http://schemas.microsoft.com/office/drawing/2014/main" id="{63B2E5EA-F2C8-CE08-38A1-FA5D50125400}"/>
                  </a:ext>
                </a:extLst>
              </p:cNvPr>
              <p:cNvSpPr/>
              <p:nvPr/>
            </p:nvSpPr>
            <p:spPr>
              <a:xfrm>
                <a:off x="4330162" y="5914429"/>
                <a:ext cx="49267" cy="49267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2" name="ellipse_3149">
                <a:extLst>
                  <a:ext uri="{FF2B5EF4-FFF2-40B4-BE49-F238E27FC236}">
                    <a16:creationId xmlns:a16="http://schemas.microsoft.com/office/drawing/2014/main" id="{FC5DDB15-03B3-7B7A-AF3A-92E353FA5D59}"/>
                  </a:ext>
                </a:extLst>
              </p:cNvPr>
              <p:cNvSpPr/>
              <p:nvPr/>
            </p:nvSpPr>
            <p:spPr>
              <a:xfrm>
                <a:off x="4280067" y="5808389"/>
                <a:ext cx="46519" cy="4651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3" name="ellipse_3150">
                <a:extLst>
                  <a:ext uri="{FF2B5EF4-FFF2-40B4-BE49-F238E27FC236}">
                    <a16:creationId xmlns:a16="http://schemas.microsoft.com/office/drawing/2014/main" id="{D9E1E38B-3725-CDE3-21F1-F4E29DEA1E3C}"/>
                  </a:ext>
                </a:extLst>
              </p:cNvPr>
              <p:cNvSpPr/>
              <p:nvPr/>
            </p:nvSpPr>
            <p:spPr>
              <a:xfrm>
                <a:off x="4922072" y="5820714"/>
                <a:ext cx="32428" cy="3242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4" name="ellipse_3151">
                <a:extLst>
                  <a:ext uri="{FF2B5EF4-FFF2-40B4-BE49-F238E27FC236}">
                    <a16:creationId xmlns:a16="http://schemas.microsoft.com/office/drawing/2014/main" id="{E86DAE20-C9F1-1EA9-D2A8-FCF35356E4B4}"/>
                  </a:ext>
                </a:extLst>
              </p:cNvPr>
              <p:cNvSpPr/>
              <p:nvPr/>
            </p:nvSpPr>
            <p:spPr>
              <a:xfrm>
                <a:off x="4619740" y="5674277"/>
                <a:ext cx="51902" cy="5190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5" name="ellipse_3152">
                <a:extLst>
                  <a:ext uri="{FF2B5EF4-FFF2-40B4-BE49-F238E27FC236}">
                    <a16:creationId xmlns:a16="http://schemas.microsoft.com/office/drawing/2014/main" id="{0721C492-4AF0-7272-DC4D-9527314348EB}"/>
                  </a:ext>
                </a:extLst>
              </p:cNvPr>
              <p:cNvSpPr/>
              <p:nvPr/>
            </p:nvSpPr>
            <p:spPr>
              <a:xfrm>
                <a:off x="4759279" y="5908135"/>
                <a:ext cx="32240" cy="32240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6" name="ellipse_3153">
                <a:extLst>
                  <a:ext uri="{FF2B5EF4-FFF2-40B4-BE49-F238E27FC236}">
                    <a16:creationId xmlns:a16="http://schemas.microsoft.com/office/drawing/2014/main" id="{7C1FD8BE-95A5-C0DF-D869-7D56E27A500D}"/>
                  </a:ext>
                </a:extLst>
              </p:cNvPr>
              <p:cNvSpPr/>
              <p:nvPr/>
            </p:nvSpPr>
            <p:spPr>
              <a:xfrm>
                <a:off x="4732949" y="5945689"/>
                <a:ext cx="40700" cy="40700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7" name="ellipse_3154">
                <a:extLst>
                  <a:ext uri="{FF2B5EF4-FFF2-40B4-BE49-F238E27FC236}">
                    <a16:creationId xmlns:a16="http://schemas.microsoft.com/office/drawing/2014/main" id="{3372B67F-5E2A-AD01-5642-1B0346188242}"/>
                  </a:ext>
                </a:extLst>
              </p:cNvPr>
              <p:cNvSpPr/>
              <p:nvPr/>
            </p:nvSpPr>
            <p:spPr>
              <a:xfrm>
                <a:off x="4743845" y="5963904"/>
                <a:ext cx="32597" cy="32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8" name="ellipse_3155">
                <a:extLst>
                  <a:ext uri="{FF2B5EF4-FFF2-40B4-BE49-F238E27FC236}">
                    <a16:creationId xmlns:a16="http://schemas.microsoft.com/office/drawing/2014/main" id="{050CFBF8-7B87-5CB1-A45F-28DE7C43F3AD}"/>
                  </a:ext>
                </a:extLst>
              </p:cNvPr>
              <p:cNvSpPr/>
              <p:nvPr/>
            </p:nvSpPr>
            <p:spPr>
              <a:xfrm>
                <a:off x="4570184" y="5631774"/>
                <a:ext cx="40245" cy="40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49" name="ellipse_3156">
                <a:extLst>
                  <a:ext uri="{FF2B5EF4-FFF2-40B4-BE49-F238E27FC236}">
                    <a16:creationId xmlns:a16="http://schemas.microsoft.com/office/drawing/2014/main" id="{1AB37449-4761-0576-5449-C0340F3A28A4}"/>
                  </a:ext>
                </a:extLst>
              </p:cNvPr>
              <p:cNvSpPr/>
              <p:nvPr/>
            </p:nvSpPr>
            <p:spPr>
              <a:xfrm>
                <a:off x="4752643" y="5910958"/>
                <a:ext cx="38199" cy="38199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0" name="ellipse_3157">
                <a:extLst>
                  <a:ext uri="{FF2B5EF4-FFF2-40B4-BE49-F238E27FC236}">
                    <a16:creationId xmlns:a16="http://schemas.microsoft.com/office/drawing/2014/main" id="{6B64F1E3-585D-85D9-0330-7ECA6AA05782}"/>
                  </a:ext>
                </a:extLst>
              </p:cNvPr>
              <p:cNvSpPr/>
              <p:nvPr/>
            </p:nvSpPr>
            <p:spPr>
              <a:xfrm>
                <a:off x="4647344" y="5968018"/>
                <a:ext cx="43659" cy="4365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1" name="ellipse_3158">
                <a:extLst>
                  <a:ext uri="{FF2B5EF4-FFF2-40B4-BE49-F238E27FC236}">
                    <a16:creationId xmlns:a16="http://schemas.microsoft.com/office/drawing/2014/main" id="{94284967-E301-2D0D-3D44-A464EA9BF737}"/>
                  </a:ext>
                </a:extLst>
              </p:cNvPr>
              <p:cNvSpPr/>
              <p:nvPr/>
            </p:nvSpPr>
            <p:spPr>
              <a:xfrm>
                <a:off x="4542983" y="5948377"/>
                <a:ext cx="43376" cy="4337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D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2" name="ellipse_3159">
                <a:extLst>
                  <a:ext uri="{FF2B5EF4-FFF2-40B4-BE49-F238E27FC236}">
                    <a16:creationId xmlns:a16="http://schemas.microsoft.com/office/drawing/2014/main" id="{AFCECEE1-FAF1-407F-55E2-FF6083FFA3D8}"/>
                  </a:ext>
                </a:extLst>
              </p:cNvPr>
              <p:cNvSpPr/>
              <p:nvPr/>
            </p:nvSpPr>
            <p:spPr>
              <a:xfrm>
                <a:off x="4303018" y="5853041"/>
                <a:ext cx="51967" cy="5196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8"/>
                  </a:gs>
                  <a:gs pos="43000">
                    <a:srgbClr val="D2DADF"/>
                  </a:gs>
                  <a:gs pos="100000">
                    <a:srgbClr val="A9B5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3" name="ellipse_3160">
                <a:extLst>
                  <a:ext uri="{FF2B5EF4-FFF2-40B4-BE49-F238E27FC236}">
                    <a16:creationId xmlns:a16="http://schemas.microsoft.com/office/drawing/2014/main" id="{C2FB9843-6183-BA68-B98C-01D8F7647A65}"/>
                  </a:ext>
                </a:extLst>
              </p:cNvPr>
              <p:cNvSpPr/>
              <p:nvPr/>
            </p:nvSpPr>
            <p:spPr>
              <a:xfrm>
                <a:off x="4703787" y="5688348"/>
                <a:ext cx="48718" cy="4871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4" name="ellipse_3161">
                <a:extLst>
                  <a:ext uri="{FF2B5EF4-FFF2-40B4-BE49-F238E27FC236}">
                    <a16:creationId xmlns:a16="http://schemas.microsoft.com/office/drawing/2014/main" id="{34EF6A58-16EC-904E-39DE-E3EEC0A4FE6D}"/>
                  </a:ext>
                </a:extLst>
              </p:cNvPr>
              <p:cNvSpPr/>
              <p:nvPr/>
            </p:nvSpPr>
            <p:spPr>
              <a:xfrm>
                <a:off x="4303604" y="5737757"/>
                <a:ext cx="41872" cy="41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5" name="ellipse_3162">
                <a:extLst>
                  <a:ext uri="{FF2B5EF4-FFF2-40B4-BE49-F238E27FC236}">
                    <a16:creationId xmlns:a16="http://schemas.microsoft.com/office/drawing/2014/main" id="{665F26CC-4CA5-0AC4-F7BF-8DE68D453239}"/>
                  </a:ext>
                </a:extLst>
              </p:cNvPr>
              <p:cNvSpPr/>
              <p:nvPr/>
            </p:nvSpPr>
            <p:spPr>
              <a:xfrm>
                <a:off x="4675918" y="5701264"/>
                <a:ext cx="44485" cy="4448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0D8DF"/>
                  </a:gs>
                  <a:gs pos="100000">
                    <a:srgbClr val="A7B3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6" name="ellipse_3163">
                <a:extLst>
                  <a:ext uri="{FF2B5EF4-FFF2-40B4-BE49-F238E27FC236}">
                    <a16:creationId xmlns:a16="http://schemas.microsoft.com/office/drawing/2014/main" id="{CDBF7065-F1B1-D93A-C96F-1AAD687F2977}"/>
                  </a:ext>
                </a:extLst>
              </p:cNvPr>
              <p:cNvSpPr/>
              <p:nvPr/>
            </p:nvSpPr>
            <p:spPr>
              <a:xfrm>
                <a:off x="4302443" y="5872605"/>
                <a:ext cx="37728" cy="37728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ED7DD"/>
                  </a:gs>
                  <a:gs pos="100000">
                    <a:srgbClr val="A5B2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7" name="ellipse_3164">
                <a:extLst>
                  <a:ext uri="{FF2B5EF4-FFF2-40B4-BE49-F238E27FC236}">
                    <a16:creationId xmlns:a16="http://schemas.microsoft.com/office/drawing/2014/main" id="{E594D88D-E319-72B6-60F1-71142FC4E58F}"/>
                  </a:ext>
                </a:extLst>
              </p:cNvPr>
              <p:cNvSpPr/>
              <p:nvPr/>
            </p:nvSpPr>
            <p:spPr>
              <a:xfrm>
                <a:off x="4580943" y="5993816"/>
                <a:ext cx="32497" cy="32497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8" name="ellipse_3165">
                <a:extLst>
                  <a:ext uri="{FF2B5EF4-FFF2-40B4-BE49-F238E27FC236}">
                    <a16:creationId xmlns:a16="http://schemas.microsoft.com/office/drawing/2014/main" id="{0E30EA61-BED9-D507-2255-52683DB8C2FE}"/>
                  </a:ext>
                </a:extLst>
              </p:cNvPr>
              <p:cNvSpPr/>
              <p:nvPr/>
            </p:nvSpPr>
            <p:spPr>
              <a:xfrm>
                <a:off x="4684525" y="5936268"/>
                <a:ext cx="35204" cy="3520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0E5"/>
                  </a:gs>
                  <a:gs pos="100000">
                    <a:srgbClr val="B2BD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59" name="ellipse_3166">
                <a:extLst>
                  <a:ext uri="{FF2B5EF4-FFF2-40B4-BE49-F238E27FC236}">
                    <a16:creationId xmlns:a16="http://schemas.microsoft.com/office/drawing/2014/main" id="{CC3CAB10-BC4F-FEE5-27ED-4A1A7B594A30}"/>
                  </a:ext>
                </a:extLst>
              </p:cNvPr>
              <p:cNvSpPr/>
              <p:nvPr/>
            </p:nvSpPr>
            <p:spPr>
              <a:xfrm>
                <a:off x="4520025" y="5683904"/>
                <a:ext cx="45153" cy="45153"/>
              </a:xfrm>
              <a:prstGeom prst="ellipse">
                <a:avLst/>
              </a:prstGeom>
              <a:gradFill flip="none" rotWithShape="1">
                <a:gsLst>
                  <a:gs pos="0">
                    <a:srgbClr val="F7F9FA"/>
                  </a:gs>
                  <a:gs pos="43000">
                    <a:srgbClr val="DAE1E6"/>
                  </a:gs>
                  <a:gs pos="100000">
                    <a:srgbClr val="B2BDC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0" name="ellipse_3167">
                <a:extLst>
                  <a:ext uri="{FF2B5EF4-FFF2-40B4-BE49-F238E27FC236}">
                    <a16:creationId xmlns:a16="http://schemas.microsoft.com/office/drawing/2014/main" id="{1BA57274-BE2E-BA0A-079E-1E616AF8C34B}"/>
                  </a:ext>
                </a:extLst>
              </p:cNvPr>
              <p:cNvSpPr/>
              <p:nvPr/>
            </p:nvSpPr>
            <p:spPr>
              <a:xfrm>
                <a:off x="4620771" y="5631136"/>
                <a:ext cx="41654" cy="41654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1" name="ellipse_3168">
                <a:extLst>
                  <a:ext uri="{FF2B5EF4-FFF2-40B4-BE49-F238E27FC236}">
                    <a16:creationId xmlns:a16="http://schemas.microsoft.com/office/drawing/2014/main" id="{1937DA15-B210-8730-B592-6D5F5CB0BFB2}"/>
                  </a:ext>
                </a:extLst>
              </p:cNvPr>
              <p:cNvSpPr/>
              <p:nvPr/>
            </p:nvSpPr>
            <p:spPr>
              <a:xfrm>
                <a:off x="4765501" y="5877700"/>
                <a:ext cx="45481" cy="4548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2" name="ellipse_3169">
                <a:extLst>
                  <a:ext uri="{FF2B5EF4-FFF2-40B4-BE49-F238E27FC236}">
                    <a16:creationId xmlns:a16="http://schemas.microsoft.com/office/drawing/2014/main" id="{C8C5E932-188B-E427-CE75-75BD1F8C12A1}"/>
                  </a:ext>
                </a:extLst>
              </p:cNvPr>
              <p:cNvSpPr/>
              <p:nvPr/>
            </p:nvSpPr>
            <p:spPr>
              <a:xfrm>
                <a:off x="4519199" y="5968230"/>
                <a:ext cx="50926" cy="5092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3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3" name="ellipse_3170">
                <a:extLst>
                  <a:ext uri="{FF2B5EF4-FFF2-40B4-BE49-F238E27FC236}">
                    <a16:creationId xmlns:a16="http://schemas.microsoft.com/office/drawing/2014/main" id="{61FD61B9-C939-EAD4-861C-C0B5EB4A4917}"/>
                  </a:ext>
                </a:extLst>
              </p:cNvPr>
              <p:cNvSpPr/>
              <p:nvPr/>
            </p:nvSpPr>
            <p:spPr>
              <a:xfrm>
                <a:off x="4554053" y="5682892"/>
                <a:ext cx="36938" cy="36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4" name="ellipse_3171">
                <a:extLst>
                  <a:ext uri="{FF2B5EF4-FFF2-40B4-BE49-F238E27FC236}">
                    <a16:creationId xmlns:a16="http://schemas.microsoft.com/office/drawing/2014/main" id="{033A54D1-4C5C-8D2C-1F24-E701CB84AB10}"/>
                  </a:ext>
                </a:extLst>
              </p:cNvPr>
              <p:cNvSpPr/>
              <p:nvPr/>
            </p:nvSpPr>
            <p:spPr>
              <a:xfrm>
                <a:off x="4390264" y="5749764"/>
                <a:ext cx="44541" cy="4454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8DFE4"/>
                  </a:gs>
                  <a:gs pos="100000">
                    <a:srgbClr val="B0BCC4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5" name="ellipse_3172">
                <a:extLst>
                  <a:ext uri="{FF2B5EF4-FFF2-40B4-BE49-F238E27FC236}">
                    <a16:creationId xmlns:a16="http://schemas.microsoft.com/office/drawing/2014/main" id="{9A51E185-29FB-F2AD-FCA2-4903C9D8DE94}"/>
                  </a:ext>
                </a:extLst>
              </p:cNvPr>
              <p:cNvSpPr/>
              <p:nvPr/>
            </p:nvSpPr>
            <p:spPr>
              <a:xfrm>
                <a:off x="4741663" y="5953659"/>
                <a:ext cx="36584" cy="36584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6" name="ellipse_3173">
                <a:extLst>
                  <a:ext uri="{FF2B5EF4-FFF2-40B4-BE49-F238E27FC236}">
                    <a16:creationId xmlns:a16="http://schemas.microsoft.com/office/drawing/2014/main" id="{56CA333F-05BA-E66D-8225-4585E62C93ED}"/>
                  </a:ext>
                </a:extLst>
              </p:cNvPr>
              <p:cNvSpPr/>
              <p:nvPr/>
            </p:nvSpPr>
            <p:spPr>
              <a:xfrm>
                <a:off x="4376282" y="5861415"/>
                <a:ext cx="47001" cy="47001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7" name="ellipse_3174">
                <a:extLst>
                  <a:ext uri="{FF2B5EF4-FFF2-40B4-BE49-F238E27FC236}">
                    <a16:creationId xmlns:a16="http://schemas.microsoft.com/office/drawing/2014/main" id="{FDE54098-BEEB-D9BB-0C9C-9319FA8E5C4E}"/>
                  </a:ext>
                </a:extLst>
              </p:cNvPr>
              <p:cNvSpPr/>
              <p:nvPr/>
            </p:nvSpPr>
            <p:spPr>
              <a:xfrm>
                <a:off x="4906166" y="5765347"/>
                <a:ext cx="42589" cy="42589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EE4"/>
                  </a:gs>
                  <a:gs pos="100000">
                    <a:srgbClr val="AFBA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8" name="ellipse_3175">
                <a:extLst>
                  <a:ext uri="{FF2B5EF4-FFF2-40B4-BE49-F238E27FC236}">
                    <a16:creationId xmlns:a16="http://schemas.microsoft.com/office/drawing/2014/main" id="{F46C4D6C-F066-7BAE-36F9-32CF5EE67ABF}"/>
                  </a:ext>
                </a:extLst>
              </p:cNvPr>
              <p:cNvSpPr/>
              <p:nvPr/>
            </p:nvSpPr>
            <p:spPr>
              <a:xfrm>
                <a:off x="4746967" y="5667445"/>
                <a:ext cx="33221" cy="3322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69" name="ellipse_3176">
                <a:extLst>
                  <a:ext uri="{FF2B5EF4-FFF2-40B4-BE49-F238E27FC236}">
                    <a16:creationId xmlns:a16="http://schemas.microsoft.com/office/drawing/2014/main" id="{41F789AE-0065-E01A-BA42-4675CDB85734}"/>
                  </a:ext>
                </a:extLst>
              </p:cNvPr>
              <p:cNvSpPr/>
              <p:nvPr/>
            </p:nvSpPr>
            <p:spPr>
              <a:xfrm>
                <a:off x="4639435" y="5985774"/>
                <a:ext cx="47949" cy="4794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0"/>
                  </a:gs>
                  <a:gs pos="100000">
                    <a:srgbClr val="AAB5BF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0" name="ellipse_3177">
                <a:extLst>
                  <a:ext uri="{FF2B5EF4-FFF2-40B4-BE49-F238E27FC236}">
                    <a16:creationId xmlns:a16="http://schemas.microsoft.com/office/drawing/2014/main" id="{CC942FBA-F7F7-C0CE-F8D7-AD11AC42DEE2}"/>
                  </a:ext>
                </a:extLst>
              </p:cNvPr>
              <p:cNvSpPr/>
              <p:nvPr/>
            </p:nvSpPr>
            <p:spPr>
              <a:xfrm>
                <a:off x="4585890" y="5608315"/>
                <a:ext cx="44872" cy="44872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9"/>
                  </a:gs>
                  <a:gs pos="43000">
                    <a:srgbClr val="D7DFE4"/>
                  </a:gs>
                  <a:gs pos="100000">
                    <a:srgbClr val="AFBBC3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1" name="ellipse_3178">
                <a:extLst>
                  <a:ext uri="{FF2B5EF4-FFF2-40B4-BE49-F238E27FC236}">
                    <a16:creationId xmlns:a16="http://schemas.microsoft.com/office/drawing/2014/main" id="{47135997-B995-B163-D7CA-DDD6DAA741D9}"/>
                  </a:ext>
                </a:extLst>
              </p:cNvPr>
              <p:cNvSpPr/>
              <p:nvPr/>
            </p:nvSpPr>
            <p:spPr>
              <a:xfrm>
                <a:off x="4285718" y="5915052"/>
                <a:ext cx="44261" cy="44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E"/>
                  </a:gs>
                  <a:gs pos="100000">
                    <a:srgbClr val="A5B2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2" name="ellipse_3179">
                <a:extLst>
                  <a:ext uri="{FF2B5EF4-FFF2-40B4-BE49-F238E27FC236}">
                    <a16:creationId xmlns:a16="http://schemas.microsoft.com/office/drawing/2014/main" id="{6D4EDEB9-6F8D-A83A-2D5C-4381CD67FAEF}"/>
                  </a:ext>
                </a:extLst>
              </p:cNvPr>
              <p:cNvSpPr/>
              <p:nvPr/>
            </p:nvSpPr>
            <p:spPr>
              <a:xfrm>
                <a:off x="4848838" y="5808297"/>
                <a:ext cx="32891" cy="3289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4DCE1"/>
                  </a:gs>
                  <a:gs pos="100000">
                    <a:srgbClr val="AB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3" name="ellipse_3180">
                <a:extLst>
                  <a:ext uri="{FF2B5EF4-FFF2-40B4-BE49-F238E27FC236}">
                    <a16:creationId xmlns:a16="http://schemas.microsoft.com/office/drawing/2014/main" id="{7F7ECDEE-0AA5-DD10-74E4-5865E6B75AD4}"/>
                  </a:ext>
                </a:extLst>
              </p:cNvPr>
              <p:cNvSpPr/>
              <p:nvPr/>
            </p:nvSpPr>
            <p:spPr>
              <a:xfrm>
                <a:off x="4862276" y="5922551"/>
                <a:ext cx="46756" cy="46756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4" name="ellipse_3181">
                <a:extLst>
                  <a:ext uri="{FF2B5EF4-FFF2-40B4-BE49-F238E27FC236}">
                    <a16:creationId xmlns:a16="http://schemas.microsoft.com/office/drawing/2014/main" id="{C14EBC05-9068-8205-EF45-B75949BC34BD}"/>
                  </a:ext>
                </a:extLst>
              </p:cNvPr>
              <p:cNvSpPr/>
              <p:nvPr/>
            </p:nvSpPr>
            <p:spPr>
              <a:xfrm>
                <a:off x="4626532" y="5604959"/>
                <a:ext cx="49755" cy="49755"/>
              </a:xfrm>
              <a:prstGeom prst="ellipse">
                <a:avLst/>
              </a:prstGeom>
              <a:gradFill flip="none" rotWithShape="1">
                <a:gsLst>
                  <a:gs pos="0">
                    <a:srgbClr val="F7F8FA"/>
                  </a:gs>
                  <a:gs pos="43000">
                    <a:srgbClr val="D9DFE5"/>
                  </a:gs>
                  <a:gs pos="100000">
                    <a:srgbClr val="B1BCC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5" name="ellipse_3182">
                <a:extLst>
                  <a:ext uri="{FF2B5EF4-FFF2-40B4-BE49-F238E27FC236}">
                    <a16:creationId xmlns:a16="http://schemas.microsoft.com/office/drawing/2014/main" id="{9E2B8933-5B38-19A8-9C58-5E5C4C6B7DD9}"/>
                  </a:ext>
                </a:extLst>
              </p:cNvPr>
              <p:cNvSpPr/>
              <p:nvPr/>
            </p:nvSpPr>
            <p:spPr>
              <a:xfrm>
                <a:off x="4412035" y="5697300"/>
                <a:ext cx="48163" cy="48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ED6DD"/>
                  </a:gs>
                  <a:gs pos="100000">
                    <a:srgbClr val="A5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6" name="ellipse_3183">
                <a:extLst>
                  <a:ext uri="{FF2B5EF4-FFF2-40B4-BE49-F238E27FC236}">
                    <a16:creationId xmlns:a16="http://schemas.microsoft.com/office/drawing/2014/main" id="{D65DE8E4-8730-6C4A-7BD9-90B80645F653}"/>
                  </a:ext>
                </a:extLst>
              </p:cNvPr>
              <p:cNvSpPr/>
              <p:nvPr/>
            </p:nvSpPr>
            <p:spPr>
              <a:xfrm>
                <a:off x="4818754" y="5804046"/>
                <a:ext cx="39243" cy="39243"/>
              </a:xfrm>
              <a:prstGeom prst="ellipse">
                <a:avLst/>
              </a:prstGeom>
              <a:gradFill flip="none" rotWithShape="1">
                <a:gsLst>
                  <a:gs pos="0">
                    <a:srgbClr val="F6F7F9"/>
                  </a:gs>
                  <a:gs pos="43000">
                    <a:srgbClr val="D2DAE1"/>
                  </a:gs>
                  <a:gs pos="100000">
                    <a:srgbClr val="AAB6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7" name="ellipse_3184">
                <a:extLst>
                  <a:ext uri="{FF2B5EF4-FFF2-40B4-BE49-F238E27FC236}">
                    <a16:creationId xmlns:a16="http://schemas.microsoft.com/office/drawing/2014/main" id="{3EABA923-B81B-83DC-FF25-A1223EC5B90F}"/>
                  </a:ext>
                </a:extLst>
              </p:cNvPr>
              <p:cNvSpPr/>
              <p:nvPr/>
            </p:nvSpPr>
            <p:spPr>
              <a:xfrm>
                <a:off x="4258472" y="5877618"/>
                <a:ext cx="39892" cy="3989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1"/>
                  </a:gs>
                  <a:gs pos="100000">
                    <a:srgbClr val="ACB8C1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8" name="ellipse_3185">
                <a:extLst>
                  <a:ext uri="{FF2B5EF4-FFF2-40B4-BE49-F238E27FC236}">
                    <a16:creationId xmlns:a16="http://schemas.microsoft.com/office/drawing/2014/main" id="{76552AAF-95B4-4A95-931B-10FDE15BCF7C}"/>
                  </a:ext>
                </a:extLst>
              </p:cNvPr>
              <p:cNvSpPr/>
              <p:nvPr/>
            </p:nvSpPr>
            <p:spPr>
              <a:xfrm>
                <a:off x="4307946" y="5944467"/>
                <a:ext cx="49983" cy="49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D1D9DF"/>
                  </a:gs>
                  <a:gs pos="100000">
                    <a:srgbClr val="A8B4BE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79" name="ellipse_3186">
                <a:extLst>
                  <a:ext uri="{FF2B5EF4-FFF2-40B4-BE49-F238E27FC236}">
                    <a16:creationId xmlns:a16="http://schemas.microsoft.com/office/drawing/2014/main" id="{B23735C9-209E-D4FD-D6A0-CB6F43892CA9}"/>
                  </a:ext>
                </a:extLst>
              </p:cNvPr>
              <p:cNvSpPr/>
              <p:nvPr/>
            </p:nvSpPr>
            <p:spPr>
              <a:xfrm>
                <a:off x="4730281" y="5684151"/>
                <a:ext cx="47059" cy="47059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6DDE3"/>
                  </a:gs>
                  <a:gs pos="100000">
                    <a:srgbClr val="AEB9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0" name="ellipse_3187">
                <a:extLst>
                  <a:ext uri="{FF2B5EF4-FFF2-40B4-BE49-F238E27FC236}">
                    <a16:creationId xmlns:a16="http://schemas.microsoft.com/office/drawing/2014/main" id="{A782CBB0-3D31-498C-756C-DC2132FC9088}"/>
                  </a:ext>
                </a:extLst>
              </p:cNvPr>
              <p:cNvSpPr/>
              <p:nvPr/>
            </p:nvSpPr>
            <p:spPr>
              <a:xfrm>
                <a:off x="4648054" y="5613386"/>
                <a:ext cx="31827" cy="3182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1" name="ellipse_3188">
                <a:extLst>
                  <a:ext uri="{FF2B5EF4-FFF2-40B4-BE49-F238E27FC236}">
                    <a16:creationId xmlns:a16="http://schemas.microsoft.com/office/drawing/2014/main" id="{FF10B13E-FE90-7663-ADEA-70DFB8A3658B}"/>
                  </a:ext>
                </a:extLst>
              </p:cNvPr>
              <p:cNvSpPr/>
              <p:nvPr/>
            </p:nvSpPr>
            <p:spPr>
              <a:xfrm>
                <a:off x="4339228" y="5660392"/>
                <a:ext cx="44901" cy="4490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3189">
                <a:extLst>
                  <a:ext uri="{FF2B5EF4-FFF2-40B4-BE49-F238E27FC236}">
                    <a16:creationId xmlns:a16="http://schemas.microsoft.com/office/drawing/2014/main" id="{B8064C2C-95F6-C42C-AB4F-9E52707B80EE}"/>
                  </a:ext>
                </a:extLst>
              </p:cNvPr>
              <p:cNvSpPr/>
              <p:nvPr/>
            </p:nvSpPr>
            <p:spPr>
              <a:xfrm>
                <a:off x="4354668" y="5801749"/>
                <a:ext cx="50572" cy="50572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3DBE1"/>
                  </a:gs>
                  <a:gs pos="100000">
                    <a:srgbClr val="AAB7C0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3190">
                <a:extLst>
                  <a:ext uri="{FF2B5EF4-FFF2-40B4-BE49-F238E27FC236}">
                    <a16:creationId xmlns:a16="http://schemas.microsoft.com/office/drawing/2014/main" id="{950FC9AA-35B0-FFC1-4FCF-9E151FBDA882}"/>
                  </a:ext>
                </a:extLst>
              </p:cNvPr>
              <p:cNvSpPr/>
              <p:nvPr/>
            </p:nvSpPr>
            <p:spPr>
              <a:xfrm>
                <a:off x="4312921" y="5796559"/>
                <a:ext cx="40925" cy="40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6DD"/>
                  </a:gs>
                  <a:gs pos="100000">
                    <a:srgbClr val="A4B1BC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3191">
                <a:extLst>
                  <a:ext uri="{FF2B5EF4-FFF2-40B4-BE49-F238E27FC236}">
                    <a16:creationId xmlns:a16="http://schemas.microsoft.com/office/drawing/2014/main" id="{30E151DA-0AAA-0432-61CB-2931DB3B5532}"/>
                  </a:ext>
                </a:extLst>
              </p:cNvPr>
              <p:cNvSpPr/>
              <p:nvPr/>
            </p:nvSpPr>
            <p:spPr>
              <a:xfrm>
                <a:off x="4592726" y="5978423"/>
                <a:ext cx="35441" cy="35441"/>
              </a:xfrm>
              <a:prstGeom prst="ellipse">
                <a:avLst/>
              </a:prstGeom>
              <a:gradFill flip="none" rotWithShape="1">
                <a:gsLst>
                  <a:gs pos="0">
                    <a:srgbClr val="F5F6F8"/>
                  </a:gs>
                  <a:gs pos="43000">
                    <a:srgbClr val="CDD5DC"/>
                  </a:gs>
                  <a:gs pos="100000">
                    <a:srgbClr val="A4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3192">
                <a:extLst>
                  <a:ext uri="{FF2B5EF4-FFF2-40B4-BE49-F238E27FC236}">
                    <a16:creationId xmlns:a16="http://schemas.microsoft.com/office/drawing/2014/main" id="{0C678874-DFF1-85F2-D022-0EB6E44110D5}"/>
                  </a:ext>
                </a:extLst>
              </p:cNvPr>
              <p:cNvSpPr/>
              <p:nvPr/>
            </p:nvSpPr>
            <p:spPr>
              <a:xfrm>
                <a:off x="4400863" y="5963283"/>
                <a:ext cx="40231" cy="40231"/>
              </a:xfrm>
              <a:prstGeom prst="ellipse">
                <a:avLst/>
              </a:prstGeom>
              <a:gradFill flip="none" rotWithShape="1">
                <a:gsLst>
                  <a:gs pos="0">
                    <a:srgbClr val="F6F8F9"/>
                  </a:gs>
                  <a:gs pos="43000">
                    <a:srgbClr val="D5DCE2"/>
                  </a:gs>
                  <a:gs pos="100000">
                    <a:srgbClr val="ACB8C2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3193">
                <a:extLst>
                  <a:ext uri="{FF2B5EF4-FFF2-40B4-BE49-F238E27FC236}">
                    <a16:creationId xmlns:a16="http://schemas.microsoft.com/office/drawing/2014/main" id="{BE9728D6-E99A-204B-F84A-DBEA4008DF37}"/>
                  </a:ext>
                </a:extLst>
              </p:cNvPr>
              <p:cNvSpPr/>
              <p:nvPr/>
            </p:nvSpPr>
            <p:spPr>
              <a:xfrm>
                <a:off x="4299166" y="5719874"/>
                <a:ext cx="41687" cy="41687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CD5DC"/>
                  </a:gs>
                  <a:gs pos="100000">
                    <a:srgbClr val="A2AFBA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3194">
                <a:extLst>
                  <a:ext uri="{FF2B5EF4-FFF2-40B4-BE49-F238E27FC236}">
                    <a16:creationId xmlns:a16="http://schemas.microsoft.com/office/drawing/2014/main" id="{68D01A61-F8BB-7FAC-7D38-2FF6A1337490}"/>
                  </a:ext>
                </a:extLst>
              </p:cNvPr>
              <p:cNvSpPr/>
              <p:nvPr/>
            </p:nvSpPr>
            <p:spPr>
              <a:xfrm>
                <a:off x="4574590" y="5664426"/>
                <a:ext cx="36432" cy="36432"/>
              </a:xfrm>
              <a:prstGeom prst="ellipse">
                <a:avLst/>
              </a:prstGeom>
              <a:gradFill flip="none" rotWithShape="1">
                <a:gsLst>
                  <a:gs pos="0">
                    <a:srgbClr val="F5F7F8"/>
                  </a:gs>
                  <a:gs pos="43000">
                    <a:srgbClr val="CFD7DF"/>
                  </a:gs>
                  <a:gs pos="100000">
                    <a:srgbClr val="A6B3BD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3195">
                <a:extLst>
                  <a:ext uri="{FF2B5EF4-FFF2-40B4-BE49-F238E27FC236}">
                    <a16:creationId xmlns:a16="http://schemas.microsoft.com/office/drawing/2014/main" id="{28B5EA91-968A-77BC-9D8B-D47D85089EFE}"/>
                  </a:ext>
                </a:extLst>
              </p:cNvPr>
              <p:cNvSpPr/>
              <p:nvPr/>
            </p:nvSpPr>
            <p:spPr>
              <a:xfrm>
                <a:off x="4714781" y="5706746"/>
                <a:ext cx="49809" cy="49809"/>
              </a:xfrm>
              <a:prstGeom prst="ellipse">
                <a:avLst/>
              </a:prstGeom>
              <a:gradFill flip="none" rotWithShape="1">
                <a:gsLst>
                  <a:gs pos="0">
                    <a:srgbClr val="F4F6F8"/>
                  </a:gs>
                  <a:gs pos="43000">
                    <a:srgbClr val="CDD5DC"/>
                  </a:gs>
                  <a:gs pos="100000">
                    <a:srgbClr val="A3B0BB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grpSp>
            <p:nvGrpSpPr>
              <p:cNvPr id="789" name="d | All-atom ligand pose: editable 3D ball-and-stick"/>
              <p:cNvGrpSpPr/>
              <p:nvPr/>
            </p:nvGrpSpPr>
            <p:grpSpPr>
              <a:xfrm>
                <a:off x="4440000" y="5708000"/>
                <a:ext cx="397000" cy="245000"/>
                <a:chOff x="238125" y="495300"/>
                <a:chExt cx="2867025" cy="1609725"/>
              </a:xfrm>
            </p:grpSpPr>
            <p:sp>
              <p:nvSpPr>
                <p:cNvPr id="790" name="Pose bond 4-5">
                  <a:extLst>
                    <a:ext uri="{FF2B5EF4-FFF2-40B4-BE49-F238E27FC236}">
                      <a16:creationId xmlns:a16="http://schemas.microsoft.com/office/drawing/2014/main" id="{8A38DE90-BB44-447C-B025-8D3C336EE25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709112" y="764827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0" y="171450"/>
                      </a:moveTo>
                      <a:lnTo>
                        <a:pt x="657225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1" name="Pose bond highlight 4-5">
                  <a:extLst>
                    <a:ext uri="{FF2B5EF4-FFF2-40B4-BE49-F238E27FC236}">
                      <a16:creationId xmlns:a16="http://schemas.microsoft.com/office/drawing/2014/main" id="{11AD003C-BD23-4E88-B699-6EF290B6B00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703397" y="755302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0" y="171450"/>
                      </a:moveTo>
                      <a:lnTo>
                        <a:pt x="657225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792" name="Pose bond 5-12">
                  <a:extLst>
                    <a:ext uri="{FF2B5EF4-FFF2-40B4-BE49-F238E27FC236}">
                      <a16:creationId xmlns:a16="http://schemas.microsoft.com/office/drawing/2014/main" id="{6FD6BA47-8976-41B4-A65A-45598DADEC6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6337" y="541765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0" y="223062"/>
                      </a:moveTo>
                      <a:lnTo>
                        <a:pt x="138113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793" name="Pose bond highlight 5-12">
                  <a:extLst>
                    <a:ext uri="{FF2B5EF4-FFF2-40B4-BE49-F238E27FC236}">
                      <a16:creationId xmlns:a16="http://schemas.microsoft.com/office/drawing/2014/main" id="{C0DC52D9-D010-4D92-9F28-0DFD19973A5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0622" y="532240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0" y="223062"/>
                      </a:moveTo>
                      <a:lnTo>
                        <a:pt x="138113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794" name="Pose bond 4-11">
                  <a:extLst>
                    <a:ext uri="{FF2B5EF4-FFF2-40B4-BE49-F238E27FC236}">
                      <a16:creationId xmlns:a16="http://schemas.microsoft.com/office/drawing/2014/main" id="{D539C775-F588-450C-9C1E-5A303DB8315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70999" y="779890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138113" y="156387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795" name="Pose bond highlight 4-11">
                  <a:extLst>
                    <a:ext uri="{FF2B5EF4-FFF2-40B4-BE49-F238E27FC236}">
                      <a16:creationId xmlns:a16="http://schemas.microsoft.com/office/drawing/2014/main" id="{74E8738E-75A4-4D1A-9EC7-3EC7E8EBBB0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5284" y="770365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138113" y="156387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796" name="Pose bond 5-0">
                  <a:extLst>
                    <a:ext uri="{FF2B5EF4-FFF2-40B4-BE49-F238E27FC236}">
                      <a16:creationId xmlns:a16="http://schemas.microsoft.com/office/drawing/2014/main" id="{9B0386A1-9605-473E-B632-06AA3CCA82D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6337" y="764827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0" y="0"/>
                      </a:moveTo>
                      <a:lnTo>
                        <a:pt x="510088" y="301973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7" name="Pose bond highlight 5-0">
                  <a:extLst>
                    <a:ext uri="{FF2B5EF4-FFF2-40B4-BE49-F238E27FC236}">
                      <a16:creationId xmlns:a16="http://schemas.microsoft.com/office/drawing/2014/main" id="{E5A25F7F-74C3-49BA-B65E-A734E876DE8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60622" y="755302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0" y="0"/>
                      </a:moveTo>
                      <a:lnTo>
                        <a:pt x="510088" y="301973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798" name="Pose bond 3-4">
                  <a:extLst>
                    <a:ext uri="{FF2B5EF4-FFF2-40B4-BE49-F238E27FC236}">
                      <a16:creationId xmlns:a16="http://schemas.microsoft.com/office/drawing/2014/main" id="{C94D90D0-939D-4133-932D-0737AAAE0FB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1975" y="936277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0" y="473423"/>
                      </a:moveTo>
                      <a:lnTo>
                        <a:pt x="147137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799" name="Pose bond highlight 3-4">
                  <a:extLst>
                    <a:ext uri="{FF2B5EF4-FFF2-40B4-BE49-F238E27FC236}">
                      <a16:creationId xmlns:a16="http://schemas.microsoft.com/office/drawing/2014/main" id="{39CBCA38-2D18-495E-A7A2-F40ABCACB88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56260" y="926752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0" y="473423"/>
                      </a:moveTo>
                      <a:lnTo>
                        <a:pt x="147137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0" name="Pose bond 3-10">
                  <a:extLst>
                    <a:ext uri="{FF2B5EF4-FFF2-40B4-BE49-F238E27FC236}">
                      <a16:creationId xmlns:a16="http://schemas.microsoft.com/office/drawing/2014/main" id="{7FDFEC57-1359-4E04-AB21-1CACA76FCA2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85750" y="1409700"/>
                  <a:ext cx="27622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225" h="66675">
                      <a:moveTo>
                        <a:pt x="276225" y="0"/>
                      </a:moveTo>
                      <a:lnTo>
                        <a:pt x="0" y="66675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01" name="Pose bond highlight 3-10">
                  <a:extLst>
                    <a:ext uri="{FF2B5EF4-FFF2-40B4-BE49-F238E27FC236}">
                      <a16:creationId xmlns:a16="http://schemas.microsoft.com/office/drawing/2014/main" id="{F7CCB03B-71EB-4A5E-9A74-1E28FD4BD0A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80035" y="1400175"/>
                  <a:ext cx="276225" cy="666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76225" h="66675">
                      <a:moveTo>
                        <a:pt x="276225" y="0"/>
                      </a:moveTo>
                      <a:lnTo>
                        <a:pt x="0" y="66675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02" name="Pose bond 0-1">
                  <a:extLst>
                    <a:ext uri="{FF2B5EF4-FFF2-40B4-BE49-F238E27FC236}">
                      <a16:creationId xmlns:a16="http://schemas.microsoft.com/office/drawing/2014/main" id="{07FED0E1-509B-43AB-8D9B-056C3684B49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9288" y="1066800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147137" y="0"/>
                      </a:moveTo>
                      <a:lnTo>
                        <a:pt x="0" y="473423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3" name="Pose bond highlight 0-1">
                  <a:extLst>
                    <a:ext uri="{FF2B5EF4-FFF2-40B4-BE49-F238E27FC236}">
                      <a16:creationId xmlns:a16="http://schemas.microsoft.com/office/drawing/2014/main" id="{2572F334-F26F-438B-9D32-1D893A78B57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3573" y="1057275"/>
                  <a:ext cx="147137" cy="47342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47137" h="473423">
                      <a:moveTo>
                        <a:pt x="147137" y="0"/>
                      </a:moveTo>
                      <a:lnTo>
                        <a:pt x="0" y="473423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4" name="Pose bond 2-3">
                  <a:extLst>
                    <a:ext uri="{FF2B5EF4-FFF2-40B4-BE49-F238E27FC236}">
                      <a16:creationId xmlns:a16="http://schemas.microsoft.com/office/drawing/2014/main" id="{08CDD528-2E98-4529-8C69-DA649B71150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61975" y="1409700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510088" y="30197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5" name="Pose bond highlight 2-3">
                  <a:extLst>
                    <a:ext uri="{FF2B5EF4-FFF2-40B4-BE49-F238E27FC236}">
                      <a16:creationId xmlns:a16="http://schemas.microsoft.com/office/drawing/2014/main" id="{BFAAAB32-64E2-42E0-9B1C-8D7AFD50927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56260" y="1400175"/>
                  <a:ext cx="510088" cy="301973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0088" h="301973">
                      <a:moveTo>
                        <a:pt x="510088" y="301973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6" name="Pose bond 0-6">
                  <a:extLst>
                    <a:ext uri="{FF2B5EF4-FFF2-40B4-BE49-F238E27FC236}">
                      <a16:creationId xmlns:a16="http://schemas.microsoft.com/office/drawing/2014/main" id="{90317DB8-3FFD-4821-AB02-62504071039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76425" y="952500"/>
                  <a:ext cx="514350" cy="1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4350" h="114300">
                      <a:moveTo>
                        <a:pt x="0" y="114300"/>
                      </a:moveTo>
                      <a:lnTo>
                        <a:pt x="514350" y="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07" name="Pose bond highlight 0-6">
                  <a:extLst>
                    <a:ext uri="{FF2B5EF4-FFF2-40B4-BE49-F238E27FC236}">
                      <a16:creationId xmlns:a16="http://schemas.microsoft.com/office/drawing/2014/main" id="{FFEFFD2B-5E6F-40A8-B1C7-ECCF0542739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70710" y="942975"/>
                  <a:ext cx="514350" cy="11430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514350" h="114300">
                      <a:moveTo>
                        <a:pt x="0" y="114300"/>
                      </a:moveTo>
                      <a:lnTo>
                        <a:pt x="514350" y="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08" name="Pose bond 6-13">
                  <a:extLst>
                    <a:ext uri="{FF2B5EF4-FFF2-40B4-BE49-F238E27FC236}">
                      <a16:creationId xmlns:a16="http://schemas.microsoft.com/office/drawing/2014/main" id="{8ADB79A8-18DA-48C8-911C-3F9DC25671E6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638175"/>
                  <a:ext cx="66675" cy="3143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6675" h="314325">
                      <a:moveTo>
                        <a:pt x="0" y="314325"/>
                      </a:moveTo>
                      <a:lnTo>
                        <a:pt x="66675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09" name="Pose bond highlight 6-13">
                  <a:extLst>
                    <a:ext uri="{FF2B5EF4-FFF2-40B4-BE49-F238E27FC236}">
                      <a16:creationId xmlns:a16="http://schemas.microsoft.com/office/drawing/2014/main" id="{DC89D8D5-ADC1-4D86-88EB-B8D3EFE3DF9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628650"/>
                  <a:ext cx="66675" cy="3143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6675" h="314325">
                      <a:moveTo>
                        <a:pt x="0" y="314325"/>
                      </a:moveTo>
                      <a:lnTo>
                        <a:pt x="66675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0" name="Pose bond 1-2">
                  <a:extLst>
                    <a:ext uri="{FF2B5EF4-FFF2-40B4-BE49-F238E27FC236}">
                      <a16:creationId xmlns:a16="http://schemas.microsoft.com/office/drawing/2014/main" id="{2B8ABFEC-B936-40DF-B431-DFAE972CC72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72063" y="1540223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657225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11" name="Pose bond highlight 1-2">
                  <a:extLst>
                    <a:ext uri="{FF2B5EF4-FFF2-40B4-BE49-F238E27FC236}">
                      <a16:creationId xmlns:a16="http://schemas.microsoft.com/office/drawing/2014/main" id="{87538C92-40F3-4CDF-B4E2-5EEB180EAB4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66348" y="1530698"/>
                  <a:ext cx="657225" cy="1714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657225" h="171450">
                      <a:moveTo>
                        <a:pt x="657225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12" name="Pose bond 1-8">
                  <a:extLst>
                    <a:ext uri="{FF2B5EF4-FFF2-40B4-BE49-F238E27FC236}">
                      <a16:creationId xmlns:a16="http://schemas.microsoft.com/office/drawing/2014/main" id="{EEE7675D-D610-44B8-BECA-3993E3B0587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9288" y="1540223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0" y="0"/>
                      </a:moveTo>
                      <a:lnTo>
                        <a:pt x="138113" y="156387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3" name="Pose bond highlight 1-8">
                  <a:extLst>
                    <a:ext uri="{FF2B5EF4-FFF2-40B4-BE49-F238E27FC236}">
                      <a16:creationId xmlns:a16="http://schemas.microsoft.com/office/drawing/2014/main" id="{916A076B-F5E6-416E-B19B-93BB018ECA1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23573" y="1530698"/>
                  <a:ext cx="138113" cy="156387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156387">
                      <a:moveTo>
                        <a:pt x="0" y="0"/>
                      </a:moveTo>
                      <a:lnTo>
                        <a:pt x="138113" y="156387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4" name="Pose bond 2-9">
                  <a:extLst>
                    <a:ext uri="{FF2B5EF4-FFF2-40B4-BE49-F238E27FC236}">
                      <a16:creationId xmlns:a16="http://schemas.microsoft.com/office/drawing/2014/main" id="{75DBE5D7-5895-44A9-8838-B4541D4B8F4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33951" y="1711673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138113" y="0"/>
                      </a:moveTo>
                      <a:lnTo>
                        <a:pt x="0" y="223062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5" name="Pose bond highlight 2-9">
                  <a:extLst>
                    <a:ext uri="{FF2B5EF4-FFF2-40B4-BE49-F238E27FC236}">
                      <a16:creationId xmlns:a16="http://schemas.microsoft.com/office/drawing/2014/main" id="{4CCBC897-6EC6-47B7-B275-CD23C5A394F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28236" y="1702148"/>
                  <a:ext cx="138113" cy="223062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138113" h="223062">
                      <a:moveTo>
                        <a:pt x="138113" y="0"/>
                      </a:moveTo>
                      <a:lnTo>
                        <a:pt x="0" y="223062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16" name="Pose bond 6-7">
                  <a:extLst>
                    <a:ext uri="{FF2B5EF4-FFF2-40B4-BE49-F238E27FC236}">
                      <a16:creationId xmlns:a16="http://schemas.microsoft.com/office/drawing/2014/main" id="{AFC4AF3F-C69E-4FA4-9D86-AFF56BFC3D6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952500"/>
                  <a:ext cx="323850" cy="4381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23850" h="438150">
                      <a:moveTo>
                        <a:pt x="0" y="0"/>
                      </a:moveTo>
                      <a:lnTo>
                        <a:pt x="323850" y="438150"/>
                      </a:lnTo>
                    </a:path>
                  </a:pathLst>
                </a:custGeom>
                <a:noFill/>
                <a:ln w="10551">
                  <a:solidFill>
                    <a:srgbClr val="277F73"/>
                  </a:solidFill>
                </a:ln>
              </p:spPr>
            </p:sp>
            <p:sp>
              <p:nvSpPr>
                <p:cNvPr id="817" name="Pose bond highlight 6-7">
                  <a:extLst>
                    <a:ext uri="{FF2B5EF4-FFF2-40B4-BE49-F238E27FC236}">
                      <a16:creationId xmlns:a16="http://schemas.microsoft.com/office/drawing/2014/main" id="{BB39A0E2-9CE8-4616-AE7D-CF11EEC8CCF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942975"/>
                  <a:ext cx="323850" cy="438150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323850" h="438150">
                      <a:moveTo>
                        <a:pt x="0" y="0"/>
                      </a:moveTo>
                      <a:lnTo>
                        <a:pt x="323850" y="438150"/>
                      </a:lnTo>
                    </a:path>
                  </a:pathLst>
                </a:custGeom>
                <a:noFill/>
                <a:ln w="3429">
                  <a:solidFill>
                    <a:srgbClr val="A3DBCD"/>
                  </a:solidFill>
                </a:ln>
              </p:spPr>
            </p:sp>
            <p:sp>
              <p:nvSpPr>
                <p:cNvPr id="818" name="Pose bond 6-14">
                  <a:extLst>
                    <a:ext uri="{FF2B5EF4-FFF2-40B4-BE49-F238E27FC236}">
                      <a16:creationId xmlns:a16="http://schemas.microsoft.com/office/drawing/2014/main" id="{B8612623-E6B8-4C32-9C86-6F7C6C586C8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90775" y="952500"/>
                  <a:ext cx="219075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9075" h="47625">
                      <a:moveTo>
                        <a:pt x="0" y="0"/>
                      </a:moveTo>
                      <a:lnTo>
                        <a:pt x="219075" y="47625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19" name="Pose bond highlight 6-14">
                  <a:extLst>
                    <a:ext uri="{FF2B5EF4-FFF2-40B4-BE49-F238E27FC236}">
                      <a16:creationId xmlns:a16="http://schemas.microsoft.com/office/drawing/2014/main" id="{467314B5-05D1-4D8A-BAC6-5CF032144A6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5060" y="942975"/>
                  <a:ext cx="219075" cy="4762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19075" h="47625">
                      <a:moveTo>
                        <a:pt x="0" y="0"/>
                      </a:moveTo>
                      <a:lnTo>
                        <a:pt x="219075" y="47625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20" name="Pose bond 7-15">
                  <a:extLst>
                    <a:ext uri="{FF2B5EF4-FFF2-40B4-BE49-F238E27FC236}">
                      <a16:creationId xmlns:a16="http://schemas.microsoft.com/office/drawing/2014/main" id="{54D66798-8173-4984-B9AE-E6992963C1A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714625" y="1362075"/>
                  <a:ext cx="295275" cy="285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95275" h="28575">
                      <a:moveTo>
                        <a:pt x="0" y="28575"/>
                      </a:moveTo>
                      <a:lnTo>
                        <a:pt x="295275" y="0"/>
                      </a:lnTo>
                    </a:path>
                  </a:pathLst>
                </a:custGeom>
                <a:noFill/>
                <a:ln w="5276">
                  <a:solidFill>
                    <a:srgbClr val="A9C5C0"/>
                  </a:solidFill>
                </a:ln>
              </p:spPr>
            </p:sp>
            <p:sp>
              <p:nvSpPr>
                <p:cNvPr id="821" name="Pose bond highlight 7-15">
                  <a:extLst>
                    <a:ext uri="{FF2B5EF4-FFF2-40B4-BE49-F238E27FC236}">
                      <a16:creationId xmlns:a16="http://schemas.microsoft.com/office/drawing/2014/main" id="{3195AFB9-D1AF-440B-880F-523A89752210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708910" y="1352550"/>
                  <a:ext cx="295275" cy="28575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 w="295275" h="28575">
                      <a:moveTo>
                        <a:pt x="0" y="28575"/>
                      </a:moveTo>
                      <a:lnTo>
                        <a:pt x="295275" y="0"/>
                      </a:lnTo>
                    </a:path>
                  </a:pathLst>
                </a:custGeom>
                <a:noFill/>
                <a:ln w="1319">
                  <a:solidFill>
                    <a:srgbClr val="F1F6F4"/>
                  </a:solidFill>
                </a:ln>
              </p:spPr>
            </p:sp>
            <p:sp>
              <p:nvSpPr>
                <p:cNvPr id="822" name="Pose atom 5 C">
                  <a:extLst>
                    <a:ext uri="{FF2B5EF4-FFF2-40B4-BE49-F238E27FC236}">
                      <a16:creationId xmlns:a16="http://schemas.microsoft.com/office/drawing/2014/main" id="{477F64BA-9B0E-473A-BAA8-6FFF80FC928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231456" y="629946"/>
                  <a:ext cx="269763" cy="269763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3" name="Pose atom highlight 5">
                  <a:extLst>
                    <a:ext uri="{FF2B5EF4-FFF2-40B4-BE49-F238E27FC236}">
                      <a16:creationId xmlns:a16="http://schemas.microsoft.com/office/drawing/2014/main" id="{3D07A637-EC1C-4751-B72B-97B1B1E46574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306989" y="697386"/>
                  <a:ext cx="70138" cy="4316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4" name="Pose atom 12 H">
                  <a:extLst>
                    <a:ext uri="{FF2B5EF4-FFF2-40B4-BE49-F238E27FC236}">
                      <a16:creationId xmlns:a16="http://schemas.microsoft.com/office/drawing/2014/main" id="{79E2615E-DCB3-4AF5-9F70-AA163D1A097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435869" y="47318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5" name="Pose atom highlight 12">
                  <a:extLst>
                    <a:ext uri="{FF2B5EF4-FFF2-40B4-BE49-F238E27FC236}">
                      <a16:creationId xmlns:a16="http://schemas.microsoft.com/office/drawing/2014/main" id="{E87B6F6A-A353-4603-A9D1-C3EF6625D95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474274" y="50747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6" name="Pose atom 4 C">
                  <a:extLst>
                    <a:ext uri="{FF2B5EF4-FFF2-40B4-BE49-F238E27FC236}">
                      <a16:creationId xmlns:a16="http://schemas.microsoft.com/office/drawing/2014/main" id="{14BFFE13-30E7-473E-BBE9-066785E4E2F7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74231" y="801396"/>
                  <a:ext cx="269763" cy="269763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7" name="Pose atom highlight 4">
                  <a:extLst>
                    <a:ext uri="{FF2B5EF4-FFF2-40B4-BE49-F238E27FC236}">
                      <a16:creationId xmlns:a16="http://schemas.microsoft.com/office/drawing/2014/main" id="{C0DA5F21-9672-4488-ADF7-17AEBF6F5AF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649764" y="868836"/>
                  <a:ext cx="70138" cy="4316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28" name="Pose atom 11 H">
                  <a:extLst>
                    <a:ext uri="{FF2B5EF4-FFF2-40B4-BE49-F238E27FC236}">
                      <a16:creationId xmlns:a16="http://schemas.microsoft.com/office/drawing/2014/main" id="{AF5F98FC-42EA-4687-8136-589E3766E6A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02419" y="711310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29" name="Pose atom highlight 11">
                  <a:extLst>
                    <a:ext uri="{FF2B5EF4-FFF2-40B4-BE49-F238E27FC236}">
                      <a16:creationId xmlns:a16="http://schemas.microsoft.com/office/drawing/2014/main" id="{FFF71695-8FBC-44E6-AED1-88FB78CD1D4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540824" y="745600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0" name="Pose atom 0 C">
                  <a:extLst>
                    <a:ext uri="{FF2B5EF4-FFF2-40B4-BE49-F238E27FC236}">
                      <a16:creationId xmlns:a16="http://schemas.microsoft.com/office/drawing/2014/main" id="{20E25998-3509-494D-954A-D7711CDB236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31645" y="922020"/>
                  <a:ext cx="289560" cy="289560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1" name="Pose atom highlight 0">
                  <a:extLst>
                    <a:ext uri="{FF2B5EF4-FFF2-40B4-BE49-F238E27FC236}">
                      <a16:creationId xmlns:a16="http://schemas.microsoft.com/office/drawing/2014/main" id="{A32297F1-1940-4A23-8CE7-E72F3B8E34C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12722" y="994410"/>
                  <a:ext cx="75286" cy="46330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2" name="Pose atom 3 C">
                  <a:extLst>
                    <a:ext uri="{FF2B5EF4-FFF2-40B4-BE49-F238E27FC236}">
                      <a16:creationId xmlns:a16="http://schemas.microsoft.com/office/drawing/2014/main" id="{4BDD8422-B9A0-4734-A35A-AAB530CCCEC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417195" y="1264920"/>
                  <a:ext cx="289560" cy="289560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3" name="Pose atom highlight 3">
                  <a:extLst>
                    <a:ext uri="{FF2B5EF4-FFF2-40B4-BE49-F238E27FC236}">
                      <a16:creationId xmlns:a16="http://schemas.microsoft.com/office/drawing/2014/main" id="{C5214085-2196-40BD-8711-6A4FD4D2F7F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498272" y="1337310"/>
                  <a:ext cx="75286" cy="46330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4" name="Pose atom 10 H">
                  <a:extLst>
                    <a:ext uri="{FF2B5EF4-FFF2-40B4-BE49-F238E27FC236}">
                      <a16:creationId xmlns:a16="http://schemas.microsoft.com/office/drawing/2014/main" id="{FB89C595-F669-4E2C-88D0-26363C3E32E9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17170" y="14077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5" name="Pose atom highlight 10">
                  <a:extLst>
                    <a:ext uri="{FF2B5EF4-FFF2-40B4-BE49-F238E27FC236}">
                      <a16:creationId xmlns:a16="http://schemas.microsoft.com/office/drawing/2014/main" id="{37FA559A-6A5D-492E-88D7-7E438A2147E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5575" y="14420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6" name="Pose atom 13 H">
                  <a:extLst>
                    <a:ext uri="{FF2B5EF4-FFF2-40B4-BE49-F238E27FC236}">
                      <a16:creationId xmlns:a16="http://schemas.microsoft.com/office/drawing/2014/main" id="{45DC5F82-74A4-4B1D-B2EE-1DC0509D58E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88870" y="5695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7" name="Pose atom highlight 13">
                  <a:extLst>
                    <a:ext uri="{FF2B5EF4-FFF2-40B4-BE49-F238E27FC236}">
                      <a16:creationId xmlns:a16="http://schemas.microsoft.com/office/drawing/2014/main" id="{4E3F7375-6B76-41D2-843E-F84D87765583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427275" y="6038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38" name="Pose atom 1 C">
                  <a:extLst>
                    <a:ext uri="{FF2B5EF4-FFF2-40B4-BE49-F238E27FC236}">
                      <a16:creationId xmlns:a16="http://schemas.microsoft.com/office/drawing/2014/main" id="{EA448BB7-3A92-45D5-B845-9D84E8EC8E0D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574609" y="1385544"/>
                  <a:ext cx="309357" cy="309357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39" name="Pose atom highlight 1">
                  <a:extLst>
                    <a:ext uri="{FF2B5EF4-FFF2-40B4-BE49-F238E27FC236}">
                      <a16:creationId xmlns:a16="http://schemas.microsoft.com/office/drawing/2014/main" id="{5504D30C-331B-4A4C-B00C-15DA7D96CC4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661230" y="1462884"/>
                  <a:ext cx="80433" cy="49497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0" name="Pose atom 8 H">
                  <a:extLst>
                    <a:ext uri="{FF2B5EF4-FFF2-40B4-BE49-F238E27FC236}">
                      <a16:creationId xmlns:a16="http://schemas.microsoft.com/office/drawing/2014/main" id="{FC883166-C631-4073-BF39-B0F7F5027706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798821" y="1628030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1" name="Pose atom highlight 8">
                  <a:extLst>
                    <a:ext uri="{FF2B5EF4-FFF2-40B4-BE49-F238E27FC236}">
                      <a16:creationId xmlns:a16="http://schemas.microsoft.com/office/drawing/2014/main" id="{3BFCCA68-3B21-4559-9DB6-1123CA1C64E1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837225" y="1662320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2" name="Pose atom 2 C">
                  <a:extLst>
                    <a:ext uri="{FF2B5EF4-FFF2-40B4-BE49-F238E27FC236}">
                      <a16:creationId xmlns:a16="http://schemas.microsoft.com/office/drawing/2014/main" id="{A8B7CF65-787D-4A46-B4D6-DCABECF1E48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17384" y="1556994"/>
                  <a:ext cx="309357" cy="309357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3" name="Pose atom highlight 2">
                  <a:extLst>
                    <a:ext uri="{FF2B5EF4-FFF2-40B4-BE49-F238E27FC236}">
                      <a16:creationId xmlns:a16="http://schemas.microsoft.com/office/drawing/2014/main" id="{725EA7B4-2124-43ED-AEA6-33470C2BD668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1004005" y="1634334"/>
                  <a:ext cx="80433" cy="49497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4" name="Pose atom 9 H">
                  <a:extLst>
                    <a:ext uri="{FF2B5EF4-FFF2-40B4-BE49-F238E27FC236}">
                      <a16:creationId xmlns:a16="http://schemas.microsoft.com/office/drawing/2014/main" id="{1084323F-0F38-41FB-996B-39B069699925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865371" y="186615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5" name="Pose atom highlight 9">
                  <a:extLst>
                    <a:ext uri="{FF2B5EF4-FFF2-40B4-BE49-F238E27FC236}">
                      <a16:creationId xmlns:a16="http://schemas.microsoft.com/office/drawing/2014/main" id="{1932C849-88F2-400C-8C1D-5FA9B6C03AF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903775" y="190044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6" name="Pose atom 6 C">
                  <a:extLst>
                    <a:ext uri="{FF2B5EF4-FFF2-40B4-BE49-F238E27FC236}">
                      <a16:creationId xmlns:a16="http://schemas.microsoft.com/office/drawing/2014/main" id="{C529C5C0-80EF-4324-BFE5-A805F91EF6F4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232279" y="794004"/>
                  <a:ext cx="316992" cy="316992"/>
                </a:xfrm>
                <a:prstGeom prst="ellipse">
                  <a:avLst/>
                </a:prstGeom>
                <a:gradFill>
                  <a:gsLst>
                    <a:gs pos="0">
                      <a:srgbClr val="D7F1E6"/>
                    </a:gs>
                    <a:gs pos="46000">
                      <a:srgbClr val="4FAF9B"/>
                    </a:gs>
                    <a:gs pos="100000">
                      <a:srgbClr val="17695F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7" name="Pose atom highlight 6">
                  <a:extLst>
                    <a:ext uri="{FF2B5EF4-FFF2-40B4-BE49-F238E27FC236}">
                      <a16:creationId xmlns:a16="http://schemas.microsoft.com/office/drawing/2014/main" id="{9671083C-6123-4732-AD7E-A712333A230A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321037" y="873252"/>
                  <a:ext cx="82418" cy="50719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48" name="Pose atom 7 O">
                  <a:extLst>
                    <a:ext uri="{FF2B5EF4-FFF2-40B4-BE49-F238E27FC236}">
                      <a16:creationId xmlns:a16="http://schemas.microsoft.com/office/drawing/2014/main" id="{256A2949-3324-4879-9D00-5D72B25C154E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57463" y="1233488"/>
                  <a:ext cx="314325" cy="314325"/>
                </a:xfrm>
                <a:prstGeom prst="ellipse">
                  <a:avLst/>
                </a:prstGeom>
                <a:gradFill>
                  <a:gsLst>
                    <a:gs pos="0">
                      <a:srgbClr val="FFE2DB"/>
                    </a:gs>
                    <a:gs pos="48000">
                      <a:srgbClr val="E26B61"/>
                    </a:gs>
                    <a:gs pos="100000">
                      <a:srgbClr val="A73E40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49" name="Pose atom highlight 7">
                  <a:extLst>
                    <a:ext uri="{FF2B5EF4-FFF2-40B4-BE49-F238E27FC236}">
                      <a16:creationId xmlns:a16="http://schemas.microsoft.com/office/drawing/2014/main" id="{4FFC00DF-F10A-41AC-9DAD-8D67E182F48C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645474" y="1312069"/>
                  <a:ext cx="81725" cy="50292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50" name="Pose atom 15 H">
                  <a:extLst>
                    <a:ext uri="{FF2B5EF4-FFF2-40B4-BE49-F238E27FC236}">
                      <a16:creationId xmlns:a16="http://schemas.microsoft.com/office/drawing/2014/main" id="{6C343233-6FD3-4315-B08F-46DE89F18EB0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941320" y="129349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51" name="Pose atom highlight 15">
                  <a:extLst>
                    <a:ext uri="{FF2B5EF4-FFF2-40B4-BE49-F238E27FC236}">
                      <a16:creationId xmlns:a16="http://schemas.microsoft.com/office/drawing/2014/main" id="{902DBA90-F244-47A2-A476-F5176DCDFB8B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979725" y="132778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  <p:sp>
              <p:nvSpPr>
                <p:cNvPr id="852" name="Pose atom 14 H">
                  <a:extLst>
                    <a:ext uri="{FF2B5EF4-FFF2-40B4-BE49-F238E27FC236}">
                      <a16:creationId xmlns:a16="http://schemas.microsoft.com/office/drawing/2014/main" id="{59CEDEAF-58CD-4D18-A19F-5992C81C4712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41270" y="931545"/>
                  <a:ext cx="137160" cy="137160"/>
                </a:xfrm>
                <a:prstGeom prst="ellipse">
                  <a:avLst/>
                </a:prstGeom>
                <a:gradFill>
                  <a:gsLst>
                    <a:gs pos="0">
                      <a:srgbClr val="FFFFFF"/>
                    </a:gs>
                    <a:gs pos="48000">
                      <a:srgbClr val="EFF5F4"/>
                    </a:gs>
                    <a:gs pos="100000">
                      <a:srgbClr val="B1C7C3"/>
                    </a:gs>
                  </a:gsLst>
                  <a:lin ang="8100000"/>
                </a:gradFill>
                <a:ln w="600">
                  <a:noFill/>
                </a:ln>
              </p:spPr>
            </p:sp>
            <p:sp>
              <p:nvSpPr>
                <p:cNvPr id="853" name="Pose atom highlight 14">
                  <a:extLst>
                    <a:ext uri="{FF2B5EF4-FFF2-40B4-BE49-F238E27FC236}">
                      <a16:creationId xmlns:a16="http://schemas.microsoft.com/office/drawing/2014/main" id="{5BDDF7BD-93EE-4802-A674-F9AF414174DF}"/>
                    </a:ext>
                  </a:extLst>
                </p:cNvPr>
                <p:cNvSpPr>
                  <a:spLocks noGrp="1"/>
                </p:cNvSpPr>
                <p:nvPr/>
              </p:nvSpPr>
              <p:spPr>
                <a:xfrm>
                  <a:off x="2579675" y="965835"/>
                  <a:ext cx="35662" cy="21946"/>
                </a:xfrm>
                <a:prstGeom prst="ellipse">
                  <a:avLst/>
                </a:prstGeom>
                <a:solidFill>
                  <a:srgbClr val="FFFFFF">
                    <a:alpha val="50000"/>
                  </a:srgbClr>
                </a:solidFill>
                <a:ln w="600">
                  <a:noFill/>
                </a:ln>
              </p:spPr>
            </p:sp>
          </p:grpSp>
        </p:grpSp>
        <p:sp>
          <p:nvSpPr>
            <p:cNvPr id="854" name="Text | All-atom ligand pose">
              <a:extLst>
                <a:ext uri="{FF2B5EF4-FFF2-40B4-BE49-F238E27FC236}">
                  <a16:creationId xmlns:a16="http://schemas.microsoft.com/office/drawing/2014/main" id="{C3433040-7F83-3E28-0D31-ED8DC7B798C7}"/>
                </a:ext>
              </a:extLst>
            </p:cNvPr>
            <p:cNvSpPr txBox="1"/>
            <p:nvPr/>
          </p:nvSpPr>
          <p:spPr>
            <a:xfrm>
              <a:off x="4090568" y="6054255"/>
              <a:ext cx="1062854" cy="12594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pPr algn="ctr"/>
              <a:r>
                <a:rPr lang="en-US" sz="500" b="1" dirty="0">
                  <a:solidFill>
                    <a:srgbClr val="1D3043"/>
                  </a:solidFill>
                  <a:latin typeface="Arial"/>
                  <a:ea typeface="Arial"/>
                  <a:cs typeface="Arial"/>
                </a:rPr>
                <a:t>All-atom ligand pose</a:t>
              </a:r>
              <a:endParaRPr lang="en-US" sz="500"/>
            </a:p>
          </p:txBody>
        </p:sp>
        <p:sp>
          <p:nvSpPr>
            <p:cNvPr id="855" name="Build inputs | shared junction">
              <a:extLst>
                <a:ext uri="{FF2B5EF4-FFF2-40B4-BE49-F238E27FC236}">
                  <a16:creationId xmlns:a16="http://schemas.microsoft.com/office/drawing/2014/main" id="{73DFF4C8-A425-E218-A3D9-39506CC69601}"/>
                </a:ext>
              </a:extLst>
            </p:cNvPr>
            <p:cNvSpPr/>
            <p:nvPr/>
          </p:nvSpPr>
          <p:spPr>
            <a:xfrm>
              <a:off x="1836000" y="5844600"/>
              <a:ext cx="151200" cy="36"/>
            </a:xfrm>
            <a:custGeom>
              <a:avLst/>
              <a:gdLst/>
              <a:ahLst/>
              <a:cxnLst/>
              <a:rect l="0" t="0" r="r" b="b"/>
              <a:pathLst>
                <a:path w="151200" h="36" fill="none">
                  <a:moveTo>
                    <a:pt x="0" y="0"/>
                  </a:moveTo>
                  <a:lnTo>
                    <a:pt x="15120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856" name="Build inputs → default PocketXMol | editable route">
              <a:extLst>
                <a:ext uri="{FF2B5EF4-FFF2-40B4-BE49-F238E27FC236}">
                  <a16:creationId xmlns:a16="http://schemas.microsoft.com/office/drawing/2014/main" id="{38345791-0B31-630E-0048-0F149F399FE9}"/>
                </a:ext>
              </a:extLst>
            </p:cNvPr>
            <p:cNvGrpSpPr/>
            <p:nvPr/>
          </p:nvGrpSpPr>
          <p:grpSpPr>
            <a:xfrm>
              <a:off x="1987200" y="5702400"/>
              <a:ext cx="154440" cy="142200"/>
              <a:chOff x="1987200" y="5702400"/>
              <a:chExt cx="154440" cy="142200"/>
            </a:xfrm>
          </p:grpSpPr>
          <p:sp>
            <p:nvSpPr>
              <p:cNvPr id="857" name="Build inputs → default PocketXMol">
                <a:extLst>
                  <a:ext uri="{FF2B5EF4-FFF2-40B4-BE49-F238E27FC236}">
                    <a16:creationId xmlns:a16="http://schemas.microsoft.com/office/drawing/2014/main" id="{32E3BA67-9864-EB92-A0C5-C5F6A434D643}"/>
                  </a:ext>
                </a:extLst>
              </p:cNvPr>
              <p:cNvSpPr/>
              <p:nvPr/>
            </p:nvSpPr>
            <p:spPr>
              <a:xfrm>
                <a:off x="1987200" y="5712480"/>
                <a:ext cx="128520" cy="13212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32120" fill="none">
                    <a:moveTo>
                      <a:pt x="0" y="132120"/>
                    </a:moveTo>
                    <a:lnTo>
                      <a:pt x="0" y="0"/>
                    </a:lnTo>
                    <a:lnTo>
                      <a:pt x="12852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58" name="Build inputs → default PocketXMol | arrowhead">
                <a:extLst>
                  <a:ext uri="{FF2B5EF4-FFF2-40B4-BE49-F238E27FC236}">
                    <a16:creationId xmlns:a16="http://schemas.microsoft.com/office/drawing/2014/main" id="{F16D78FB-5E83-DBF1-5C7A-8958337F1BF2}"/>
                  </a:ext>
                </a:extLst>
              </p:cNvPr>
              <p:cNvSpPr/>
              <p:nvPr/>
            </p:nvSpPr>
            <p:spPr>
              <a:xfrm>
                <a:off x="2115720" y="570240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grpSp>
          <p:nvGrpSpPr>
            <p:cNvPr id="859" name="Build inputs → docking tools | editable route">
              <a:extLst>
                <a:ext uri="{FF2B5EF4-FFF2-40B4-BE49-F238E27FC236}">
                  <a16:creationId xmlns:a16="http://schemas.microsoft.com/office/drawing/2014/main" id="{2B92978C-6FA8-57BB-24E7-6C977EBBD0DD}"/>
                </a:ext>
              </a:extLst>
            </p:cNvPr>
            <p:cNvGrpSpPr/>
            <p:nvPr/>
          </p:nvGrpSpPr>
          <p:grpSpPr>
            <a:xfrm>
              <a:off x="1987200" y="5844600"/>
              <a:ext cx="154440" cy="159120"/>
              <a:chOff x="1987200" y="5844600"/>
              <a:chExt cx="154440" cy="159120"/>
            </a:xfrm>
          </p:grpSpPr>
          <p:sp>
            <p:nvSpPr>
              <p:cNvPr id="860" name="Build inputs → docking tools">
                <a:extLst>
                  <a:ext uri="{FF2B5EF4-FFF2-40B4-BE49-F238E27FC236}">
                    <a16:creationId xmlns:a16="http://schemas.microsoft.com/office/drawing/2014/main" id="{B074E18C-347B-3625-07D2-309AD1124DB3}"/>
                  </a:ext>
                </a:extLst>
              </p:cNvPr>
              <p:cNvSpPr/>
              <p:nvPr/>
            </p:nvSpPr>
            <p:spPr>
              <a:xfrm>
                <a:off x="1987200" y="5844600"/>
                <a:ext cx="128520" cy="149040"/>
              </a:xfrm>
              <a:custGeom>
                <a:avLst/>
                <a:gdLst/>
                <a:ahLst/>
                <a:cxnLst/>
                <a:rect l="0" t="0" r="r" b="b"/>
                <a:pathLst>
                  <a:path w="128520" h="149040" fill="none">
                    <a:moveTo>
                      <a:pt x="0" y="0"/>
                    </a:moveTo>
                    <a:lnTo>
                      <a:pt x="0" y="149040"/>
                    </a:lnTo>
                    <a:lnTo>
                      <a:pt x="128520" y="14904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61" name="Build inputs → docking tools | arrowhead">
                <a:extLst>
                  <a:ext uri="{FF2B5EF4-FFF2-40B4-BE49-F238E27FC236}">
                    <a16:creationId xmlns:a16="http://schemas.microsoft.com/office/drawing/2014/main" id="{F2217AC1-1E46-8CBD-40BB-61F9117E1955}"/>
                  </a:ext>
                </a:extLst>
              </p:cNvPr>
              <p:cNvSpPr/>
              <p:nvPr/>
            </p:nvSpPr>
            <p:spPr>
              <a:xfrm>
                <a:off x="2115720" y="598356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  <p:sp>
          <p:nvSpPr>
            <p:cNvPr id="862" name="Default PocketXMol → pose merge">
              <a:extLst>
                <a:ext uri="{FF2B5EF4-FFF2-40B4-BE49-F238E27FC236}">
                  <a16:creationId xmlns:a16="http://schemas.microsoft.com/office/drawing/2014/main" id="{41123AD6-656F-8D55-8757-E22307C3B19F}"/>
                </a:ext>
              </a:extLst>
            </p:cNvPr>
            <p:cNvSpPr/>
            <p:nvPr/>
          </p:nvSpPr>
          <p:spPr>
            <a:xfrm>
              <a:off x="3656160" y="5712480"/>
              <a:ext cx="145440" cy="137520"/>
            </a:xfrm>
            <a:custGeom>
              <a:avLst/>
              <a:gdLst/>
              <a:ahLst/>
              <a:cxnLst/>
              <a:rect l="0" t="0" r="r" b="b"/>
              <a:pathLst>
                <a:path w="145440" h="137520" fill="none">
                  <a:moveTo>
                    <a:pt x="0" y="0"/>
                  </a:moveTo>
                  <a:lnTo>
                    <a:pt x="145440" y="0"/>
                  </a:lnTo>
                  <a:lnTo>
                    <a:pt x="145440" y="13752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sp>
          <p:nvSpPr>
            <p:cNvPr id="863" name="Docking tools → pose merge">
              <a:extLst>
                <a:ext uri="{FF2B5EF4-FFF2-40B4-BE49-F238E27FC236}">
                  <a16:creationId xmlns:a16="http://schemas.microsoft.com/office/drawing/2014/main" id="{700477BB-BF35-CC3D-9766-A0ACCE58DB43}"/>
                </a:ext>
              </a:extLst>
            </p:cNvPr>
            <p:cNvSpPr/>
            <p:nvPr/>
          </p:nvSpPr>
          <p:spPr>
            <a:xfrm>
              <a:off x="3656160" y="5850000"/>
              <a:ext cx="145440" cy="143640"/>
            </a:xfrm>
            <a:custGeom>
              <a:avLst/>
              <a:gdLst/>
              <a:ahLst/>
              <a:cxnLst/>
              <a:rect l="0" t="0" r="r" b="b"/>
              <a:pathLst>
                <a:path w="145440" h="143640" fill="none">
                  <a:moveTo>
                    <a:pt x="0" y="143640"/>
                  </a:moveTo>
                  <a:lnTo>
                    <a:pt x="145440" y="143640"/>
                  </a:lnTo>
                  <a:lnTo>
                    <a:pt x="145440" y="0"/>
                  </a:lnTo>
                </a:path>
              </a:pathLst>
            </a:custGeom>
            <a:ln w="8280" cap="flat">
              <a:solidFill>
                <a:srgbClr val="6B8192"/>
              </a:solidFill>
              <a:miter lim="800000"/>
            </a:ln>
          </p:spPr>
        </p:sp>
        <p:grpSp>
          <p:nvGrpSpPr>
            <p:cNvPr id="864" name="Pose merge → all-atom pose | editable route">
              <a:extLst>
                <a:ext uri="{FF2B5EF4-FFF2-40B4-BE49-F238E27FC236}">
                  <a16:creationId xmlns:a16="http://schemas.microsoft.com/office/drawing/2014/main" id="{F0FAA171-8FB8-9942-AD90-88F17A3E3505}"/>
                </a:ext>
              </a:extLst>
            </p:cNvPr>
            <p:cNvGrpSpPr/>
            <p:nvPr/>
          </p:nvGrpSpPr>
          <p:grpSpPr>
            <a:xfrm>
              <a:off x="3801600" y="5839920"/>
              <a:ext cx="410400" cy="20160"/>
              <a:chOff x="3801600" y="5839920"/>
              <a:chExt cx="410400" cy="20160"/>
            </a:xfrm>
          </p:grpSpPr>
          <p:sp>
            <p:nvSpPr>
              <p:cNvPr id="865" name="Pose merge → all-atom pose">
                <a:extLst>
                  <a:ext uri="{FF2B5EF4-FFF2-40B4-BE49-F238E27FC236}">
                    <a16:creationId xmlns:a16="http://schemas.microsoft.com/office/drawing/2014/main" id="{33DDB719-EEB0-1D3E-7F08-3990E0712CCF}"/>
                  </a:ext>
                </a:extLst>
              </p:cNvPr>
              <p:cNvSpPr/>
              <p:nvPr/>
            </p:nvSpPr>
            <p:spPr>
              <a:xfrm>
                <a:off x="3801600" y="5850000"/>
                <a:ext cx="384480" cy="36"/>
              </a:xfrm>
              <a:custGeom>
                <a:avLst/>
                <a:gdLst/>
                <a:ahLst/>
                <a:cxnLst/>
                <a:rect l="0" t="0" r="r" b="b"/>
                <a:pathLst>
                  <a:path w="384480" h="36" fill="none">
                    <a:moveTo>
                      <a:pt x="0" y="0"/>
                    </a:moveTo>
                    <a:lnTo>
                      <a:pt x="384480" y="0"/>
                    </a:lnTo>
                  </a:path>
                </a:pathLst>
              </a:custGeom>
              <a:ln w="8280" cap="flat">
                <a:solidFill>
                  <a:srgbClr val="6B8192"/>
                </a:solidFill>
                <a:miter lim="800000"/>
              </a:ln>
            </p:spPr>
          </p:sp>
          <p:sp>
            <p:nvSpPr>
              <p:cNvPr id="866" name="Pose merge → all-atom pose | arrowhead">
                <a:extLst>
                  <a:ext uri="{FF2B5EF4-FFF2-40B4-BE49-F238E27FC236}">
                    <a16:creationId xmlns:a16="http://schemas.microsoft.com/office/drawing/2014/main" id="{7A6FD5D4-1B11-39BD-1FFD-1CEC39E41320}"/>
                  </a:ext>
                </a:extLst>
              </p:cNvPr>
              <p:cNvSpPr/>
              <p:nvPr/>
            </p:nvSpPr>
            <p:spPr>
              <a:xfrm>
                <a:off x="4186080" y="5839920"/>
                <a:ext cx="25920" cy="20160"/>
              </a:xfrm>
              <a:custGeom>
                <a:avLst/>
                <a:gdLst/>
                <a:ahLst/>
                <a:cxnLst/>
                <a:rect l="0" t="0" r="0" b="0"/>
                <a:pathLst>
                  <a:path w="25920" h="20160">
                    <a:moveTo>
                      <a:pt x="25920" y="10080"/>
                    </a:moveTo>
                    <a:lnTo>
                      <a:pt x="0" y="2016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B8192"/>
              </a:solidFill>
              <a:ln>
                <a:noFill/>
              </a:ln>
            </p:spPr>
          </p:sp>
        </p:grpSp>
      </p:grpSp>
      <p:grpSp>
        <p:nvGrpSpPr>
          <p:cNvPr id="867" name="a | density cube M_exp | v4 editable"/>
          <p:cNvGrpSpPr/>
          <p:nvPr/>
        </p:nvGrpSpPr>
        <p:grpSpPr>
          <a:xfrm>
            <a:off x="1475540" y="496945"/>
            <a:ext cx="206784" cy="185747"/>
            <a:chOff x="160920" y="736200"/>
            <a:chExt cx="285840" cy="256320"/>
          </a:xfrm>
        </p:grpSpPr>
        <p:sp>
          <p:nvSpPr>
            <p:cNvPr id="868" name="asset_3411_0">
              <a:extLst>
                <a:ext uri="{FF2B5EF4-FFF2-40B4-BE49-F238E27FC236}">
                  <a16:creationId xmlns:a16="http://schemas.microsoft.com/office/drawing/2014/main" id="{5B0EC728-FC60-4C58-A31A-B10F3E2E0B02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869" name="asset_3411_1">
              <a:extLst>
                <a:ext uri="{FF2B5EF4-FFF2-40B4-BE49-F238E27FC236}">
                  <a16:creationId xmlns:a16="http://schemas.microsoft.com/office/drawing/2014/main" id="{87FD5E1F-56E4-4026-8A63-DE49CAD29849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870" name="asset_3411_2">
              <a:extLst>
                <a:ext uri="{FF2B5EF4-FFF2-40B4-BE49-F238E27FC236}">
                  <a16:creationId xmlns:a16="http://schemas.microsoft.com/office/drawing/2014/main" id="{808984AD-CAE7-4E8A-B93D-E734C039E4D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871" name="asset_3411_3">
              <a:extLst>
                <a:ext uri="{FF2B5EF4-FFF2-40B4-BE49-F238E27FC236}">
                  <a16:creationId xmlns:a16="http://schemas.microsoft.com/office/drawing/2014/main" id="{2B372807-9BA1-435E-879C-F4ED2D4414A5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2" name="asset_3411_4">
              <a:extLst>
                <a:ext uri="{FF2B5EF4-FFF2-40B4-BE49-F238E27FC236}">
                  <a16:creationId xmlns:a16="http://schemas.microsoft.com/office/drawing/2014/main" id="{A8B50796-8957-494E-A72E-0D5FB4AB5C38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3296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3" name="asset_3411_5">
              <a:extLst>
                <a:ext uri="{FF2B5EF4-FFF2-40B4-BE49-F238E27FC236}">
                  <a16:creationId xmlns:a16="http://schemas.microsoft.com/office/drawing/2014/main" id="{A7B8E183-345E-450C-8AEF-09298A15702B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4" name="asset_3411_6">
              <a:extLst>
                <a:ext uri="{FF2B5EF4-FFF2-40B4-BE49-F238E27FC236}">
                  <a16:creationId xmlns:a16="http://schemas.microsoft.com/office/drawing/2014/main" id="{FDDD10CF-4B22-436D-9DF5-F7186C213710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88614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5" name="asset_3411_7">
              <a:extLst>
                <a:ext uri="{FF2B5EF4-FFF2-40B4-BE49-F238E27FC236}">
                  <a16:creationId xmlns:a16="http://schemas.microsoft.com/office/drawing/2014/main" id="{113864F8-4058-4186-BBDE-78AC0A7A545C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6" name="asset_3411_8">
              <a:extLst>
                <a:ext uri="{FF2B5EF4-FFF2-40B4-BE49-F238E27FC236}">
                  <a16:creationId xmlns:a16="http://schemas.microsoft.com/office/drawing/2014/main" id="{3A039210-18AA-4906-932C-BA0FB4625B7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93933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877" name="asset_3411_9">
              <a:extLst>
                <a:ext uri="{FF2B5EF4-FFF2-40B4-BE49-F238E27FC236}">
                  <a16:creationId xmlns:a16="http://schemas.microsoft.com/office/drawing/2014/main" id="{B43D5F50-445C-44D0-A7B3-EA211D4B463C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78" name="asset_3411_10">
              <a:extLst>
                <a:ext uri="{FF2B5EF4-FFF2-40B4-BE49-F238E27FC236}">
                  <a16:creationId xmlns:a16="http://schemas.microsoft.com/office/drawing/2014/main" id="{D11FF782-00F7-4806-8740-0AD788D49A4E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79" name="asset_3411_11">
              <a:extLst>
                <a:ext uri="{FF2B5EF4-FFF2-40B4-BE49-F238E27FC236}">
                  <a16:creationId xmlns:a16="http://schemas.microsoft.com/office/drawing/2014/main" id="{91297F33-DB27-43A4-985D-EB428C8519F3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0" name="asset_3411_12">
              <a:extLst>
                <a:ext uri="{FF2B5EF4-FFF2-40B4-BE49-F238E27FC236}">
                  <a16:creationId xmlns:a16="http://schemas.microsoft.com/office/drawing/2014/main" id="{C6FF995D-FF3F-41A7-88B5-A34BD84A7CB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ADD0">
                    <a:alpha val="66000"/>
                  </a:srgbClr>
                </a:gs>
                <a:gs pos="100000">
                  <a:srgbClr val="8CADD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1" name="asset_3411_13">
              <a:extLst>
                <a:ext uri="{FF2B5EF4-FFF2-40B4-BE49-F238E27FC236}">
                  <a16:creationId xmlns:a16="http://schemas.microsoft.com/office/drawing/2014/main" id="{9642C341-7712-42E6-8B36-D84B72EB4EB7}"/>
                </a:ext>
              </a:extLst>
            </p:cNvPr>
            <p:cNvSpPr>
              <a:spLocks noGrp="1"/>
            </p:cNvSpPr>
            <p:nvPr/>
          </p:nvSpPr>
          <p:spPr>
            <a:xfrm>
              <a:off x="217435" y="871149"/>
              <a:ext cx="35585" cy="323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2" name="asset_3411_14">
              <a:extLst>
                <a:ext uri="{FF2B5EF4-FFF2-40B4-BE49-F238E27FC236}">
                  <a16:creationId xmlns:a16="http://schemas.microsoft.com/office/drawing/2014/main" id="{93FAFE6B-8861-4588-99DF-1A26F77A4E11}"/>
                </a:ext>
              </a:extLst>
            </p:cNvPr>
            <p:cNvSpPr>
              <a:spLocks noGrp="1"/>
            </p:cNvSpPr>
            <p:nvPr/>
          </p:nvSpPr>
          <p:spPr>
            <a:xfrm>
              <a:off x="278604" y="874476"/>
              <a:ext cx="39179" cy="356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3" name="asset_3411_15">
              <a:extLst>
                <a:ext uri="{FF2B5EF4-FFF2-40B4-BE49-F238E27FC236}">
                  <a16:creationId xmlns:a16="http://schemas.microsoft.com/office/drawing/2014/main" id="{B8765109-E640-4AAB-B1CF-960C6911E48F}"/>
                </a:ext>
              </a:extLst>
            </p:cNvPr>
            <p:cNvSpPr>
              <a:spLocks noGrp="1"/>
            </p:cNvSpPr>
            <p:nvPr/>
          </p:nvSpPr>
          <p:spPr>
            <a:xfrm>
              <a:off x="297448" y="838028"/>
              <a:ext cx="40342" cy="366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4" name="asset_3411_16">
              <a:extLst>
                <a:ext uri="{FF2B5EF4-FFF2-40B4-BE49-F238E27FC236}">
                  <a16:creationId xmlns:a16="http://schemas.microsoft.com/office/drawing/2014/main" id="{681C782C-818C-4804-B9DE-75ACC170C8C1}"/>
                </a:ext>
              </a:extLst>
            </p:cNvPr>
            <p:cNvSpPr>
              <a:spLocks noGrp="1"/>
            </p:cNvSpPr>
            <p:nvPr/>
          </p:nvSpPr>
          <p:spPr>
            <a:xfrm>
              <a:off x="251401" y="774362"/>
              <a:ext cx="33480" cy="304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5" name="asset_3411_17">
              <a:extLst>
                <a:ext uri="{FF2B5EF4-FFF2-40B4-BE49-F238E27FC236}">
                  <a16:creationId xmlns:a16="http://schemas.microsoft.com/office/drawing/2014/main" id="{1A7B4525-4371-4D1E-9560-CD1BE3C5021A}"/>
                </a:ext>
              </a:extLst>
            </p:cNvPr>
            <p:cNvSpPr>
              <a:spLocks noGrp="1"/>
            </p:cNvSpPr>
            <p:nvPr/>
          </p:nvSpPr>
          <p:spPr>
            <a:xfrm>
              <a:off x="214094" y="825878"/>
              <a:ext cx="43700" cy="397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6" name="asset_3411_18">
              <a:extLst>
                <a:ext uri="{FF2B5EF4-FFF2-40B4-BE49-F238E27FC236}">
                  <a16:creationId xmlns:a16="http://schemas.microsoft.com/office/drawing/2014/main" id="{C6795469-0B96-4557-81DA-6FFFACE3BA9E}"/>
                </a:ext>
              </a:extLst>
            </p:cNvPr>
            <p:cNvSpPr>
              <a:spLocks noGrp="1"/>
            </p:cNvSpPr>
            <p:nvPr/>
          </p:nvSpPr>
          <p:spPr>
            <a:xfrm>
              <a:off x="263463" y="840680"/>
              <a:ext cx="54999" cy="500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7" name="asset_3411_19">
              <a:extLst>
                <a:ext uri="{FF2B5EF4-FFF2-40B4-BE49-F238E27FC236}">
                  <a16:creationId xmlns:a16="http://schemas.microsoft.com/office/drawing/2014/main" id="{F15F3FF6-4BE9-49CB-BA34-7D3DA345D893}"/>
                </a:ext>
              </a:extLst>
            </p:cNvPr>
            <p:cNvSpPr>
              <a:spLocks noGrp="1"/>
            </p:cNvSpPr>
            <p:nvPr/>
          </p:nvSpPr>
          <p:spPr>
            <a:xfrm>
              <a:off x="284053" y="825677"/>
              <a:ext cx="34004" cy="309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8" name="asset_3411_20">
              <a:extLst>
                <a:ext uri="{FF2B5EF4-FFF2-40B4-BE49-F238E27FC236}">
                  <a16:creationId xmlns:a16="http://schemas.microsoft.com/office/drawing/2014/main" id="{91AEF815-CFF8-40F7-BA20-1673FAEE7D1D}"/>
                </a:ext>
              </a:extLst>
            </p:cNvPr>
            <p:cNvSpPr>
              <a:spLocks noGrp="1"/>
            </p:cNvSpPr>
            <p:nvPr/>
          </p:nvSpPr>
          <p:spPr>
            <a:xfrm>
              <a:off x="236698" y="800771"/>
              <a:ext cx="55708" cy="506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89" name="asset_3411_21">
              <a:extLst>
                <a:ext uri="{FF2B5EF4-FFF2-40B4-BE49-F238E27FC236}">
                  <a16:creationId xmlns:a16="http://schemas.microsoft.com/office/drawing/2014/main" id="{23FAA7A5-F38E-4858-AA52-3284823167F7}"/>
                </a:ext>
              </a:extLst>
            </p:cNvPr>
            <p:cNvSpPr>
              <a:spLocks noGrp="1"/>
            </p:cNvSpPr>
            <p:nvPr/>
          </p:nvSpPr>
          <p:spPr>
            <a:xfrm>
              <a:off x="197623" y="864321"/>
              <a:ext cx="35718" cy="324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0" name="asset_3411_22">
              <a:extLst>
                <a:ext uri="{FF2B5EF4-FFF2-40B4-BE49-F238E27FC236}">
                  <a16:creationId xmlns:a16="http://schemas.microsoft.com/office/drawing/2014/main" id="{AFA003E2-44C5-4BA4-9920-4C5E7260E04D}"/>
                </a:ext>
              </a:extLst>
            </p:cNvPr>
            <p:cNvSpPr>
              <a:spLocks noGrp="1"/>
            </p:cNvSpPr>
            <p:nvPr/>
          </p:nvSpPr>
          <p:spPr>
            <a:xfrm>
              <a:off x="289023" y="863118"/>
              <a:ext cx="57695" cy="52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1" name="asset_3411_23">
              <a:extLst>
                <a:ext uri="{FF2B5EF4-FFF2-40B4-BE49-F238E27FC236}">
                  <a16:creationId xmlns:a16="http://schemas.microsoft.com/office/drawing/2014/main" id="{0B26404F-10CA-424B-92C6-82D1627DF181}"/>
                </a:ext>
              </a:extLst>
            </p:cNvPr>
            <p:cNvSpPr>
              <a:spLocks noGrp="1"/>
            </p:cNvSpPr>
            <p:nvPr/>
          </p:nvSpPr>
          <p:spPr>
            <a:xfrm>
              <a:off x="338795" y="832408"/>
              <a:ext cx="31803" cy="289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2" name="asset_3411_24">
              <a:extLst>
                <a:ext uri="{FF2B5EF4-FFF2-40B4-BE49-F238E27FC236}">
                  <a16:creationId xmlns:a16="http://schemas.microsoft.com/office/drawing/2014/main" id="{517AD261-6B44-40F5-8A26-7932D5BF7E16}"/>
                </a:ext>
              </a:extLst>
            </p:cNvPr>
            <p:cNvSpPr>
              <a:spLocks noGrp="1"/>
            </p:cNvSpPr>
            <p:nvPr/>
          </p:nvSpPr>
          <p:spPr>
            <a:xfrm>
              <a:off x="261809" y="764845"/>
              <a:ext cx="52113" cy="473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3" name="asset_3411_25">
              <a:extLst>
                <a:ext uri="{FF2B5EF4-FFF2-40B4-BE49-F238E27FC236}">
                  <a16:creationId xmlns:a16="http://schemas.microsoft.com/office/drawing/2014/main" id="{8A8A6F5A-1C34-4FE8-905B-C88978C5AAF0}"/>
                </a:ext>
              </a:extLst>
            </p:cNvPr>
            <p:cNvSpPr>
              <a:spLocks noGrp="1"/>
            </p:cNvSpPr>
            <p:nvPr/>
          </p:nvSpPr>
          <p:spPr>
            <a:xfrm>
              <a:off x="206423" y="867644"/>
              <a:ext cx="37347" cy="339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4" name="asset_3411_26">
              <a:extLst>
                <a:ext uri="{FF2B5EF4-FFF2-40B4-BE49-F238E27FC236}">
                  <a16:creationId xmlns:a16="http://schemas.microsoft.com/office/drawing/2014/main" id="{6C7A06C3-DCF7-4619-B82E-BEE22B99C6BA}"/>
                </a:ext>
              </a:extLst>
            </p:cNvPr>
            <p:cNvSpPr>
              <a:spLocks noGrp="1"/>
            </p:cNvSpPr>
            <p:nvPr/>
          </p:nvSpPr>
          <p:spPr>
            <a:xfrm>
              <a:off x="298778" y="873990"/>
              <a:ext cx="31485" cy="286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5" name="asset_3411_27">
              <a:extLst>
                <a:ext uri="{FF2B5EF4-FFF2-40B4-BE49-F238E27FC236}">
                  <a16:creationId xmlns:a16="http://schemas.microsoft.com/office/drawing/2014/main" id="{5B4C5A3E-BBCD-48E9-AEEA-3FC207768B7F}"/>
                </a:ext>
              </a:extLst>
            </p:cNvPr>
            <p:cNvSpPr>
              <a:spLocks noGrp="1"/>
            </p:cNvSpPr>
            <p:nvPr/>
          </p:nvSpPr>
          <p:spPr>
            <a:xfrm>
              <a:off x="295904" y="833272"/>
              <a:ext cx="42969" cy="390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6" name="asset_3411_28">
              <a:extLst>
                <a:ext uri="{FF2B5EF4-FFF2-40B4-BE49-F238E27FC236}">
                  <a16:creationId xmlns:a16="http://schemas.microsoft.com/office/drawing/2014/main" id="{52E38570-D3A2-4631-930D-5CF53563DEED}"/>
                </a:ext>
              </a:extLst>
            </p:cNvPr>
            <p:cNvSpPr>
              <a:spLocks noGrp="1"/>
            </p:cNvSpPr>
            <p:nvPr/>
          </p:nvSpPr>
          <p:spPr>
            <a:xfrm>
              <a:off x="270638" y="811862"/>
              <a:ext cx="55265" cy="50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7" name="asset_3411_29">
              <a:extLst>
                <a:ext uri="{FF2B5EF4-FFF2-40B4-BE49-F238E27FC236}">
                  <a16:creationId xmlns:a16="http://schemas.microsoft.com/office/drawing/2014/main" id="{561D7331-3D0A-415F-B200-C312585E5468}"/>
                </a:ext>
              </a:extLst>
            </p:cNvPr>
            <p:cNvSpPr>
              <a:spLocks noGrp="1"/>
            </p:cNvSpPr>
            <p:nvPr/>
          </p:nvSpPr>
          <p:spPr>
            <a:xfrm>
              <a:off x="203308" y="867118"/>
              <a:ext cx="38292" cy="348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8" name="asset_3411_30">
              <a:extLst>
                <a:ext uri="{FF2B5EF4-FFF2-40B4-BE49-F238E27FC236}">
                  <a16:creationId xmlns:a16="http://schemas.microsoft.com/office/drawing/2014/main" id="{4E01E509-2839-4C0E-8B76-FD0DE55117B9}"/>
                </a:ext>
              </a:extLst>
            </p:cNvPr>
            <p:cNvSpPr>
              <a:spLocks noGrp="1"/>
            </p:cNvSpPr>
            <p:nvPr/>
          </p:nvSpPr>
          <p:spPr>
            <a:xfrm>
              <a:off x="306809" y="865521"/>
              <a:ext cx="41408" cy="3765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899" name="asset_3411_31">
              <a:extLst>
                <a:ext uri="{FF2B5EF4-FFF2-40B4-BE49-F238E27FC236}">
                  <a16:creationId xmlns:a16="http://schemas.microsoft.com/office/drawing/2014/main" id="{CF2D39F3-8326-4FE4-8D1E-4DE08DCF3608}"/>
                </a:ext>
              </a:extLst>
            </p:cNvPr>
            <p:cNvSpPr>
              <a:spLocks noGrp="1"/>
            </p:cNvSpPr>
            <p:nvPr/>
          </p:nvSpPr>
          <p:spPr>
            <a:xfrm>
              <a:off x="283189" y="838846"/>
              <a:ext cx="34946" cy="317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0" name="asset_3411_32">
              <a:extLst>
                <a:ext uri="{FF2B5EF4-FFF2-40B4-BE49-F238E27FC236}">
                  <a16:creationId xmlns:a16="http://schemas.microsoft.com/office/drawing/2014/main" id="{2A07883F-924F-4D9D-860E-61DEC5ED61ED}"/>
                </a:ext>
              </a:extLst>
            </p:cNvPr>
            <p:cNvSpPr>
              <a:spLocks noGrp="1"/>
            </p:cNvSpPr>
            <p:nvPr/>
          </p:nvSpPr>
          <p:spPr>
            <a:xfrm>
              <a:off x="240137" y="810691"/>
              <a:ext cx="41051" cy="373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1" name="asset_3411_33">
              <a:extLst>
                <a:ext uri="{FF2B5EF4-FFF2-40B4-BE49-F238E27FC236}">
                  <a16:creationId xmlns:a16="http://schemas.microsoft.com/office/drawing/2014/main" id="{326F2534-B889-4B3C-B691-AAA58C3BB24B}"/>
                </a:ext>
              </a:extLst>
            </p:cNvPr>
            <p:cNvSpPr>
              <a:spLocks noGrp="1"/>
            </p:cNvSpPr>
            <p:nvPr/>
          </p:nvSpPr>
          <p:spPr>
            <a:xfrm>
              <a:off x="241551" y="857776"/>
              <a:ext cx="34987" cy="318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2" name="asset_3411_34">
              <a:extLst>
                <a:ext uri="{FF2B5EF4-FFF2-40B4-BE49-F238E27FC236}">
                  <a16:creationId xmlns:a16="http://schemas.microsoft.com/office/drawing/2014/main" id="{4A2366E0-4FAE-4D94-9DEE-5048302867EA}"/>
                </a:ext>
              </a:extLst>
            </p:cNvPr>
            <p:cNvSpPr>
              <a:spLocks noGrp="1"/>
            </p:cNvSpPr>
            <p:nvPr/>
          </p:nvSpPr>
          <p:spPr>
            <a:xfrm>
              <a:off x="273896" y="895074"/>
              <a:ext cx="48428" cy="440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3" name="asset_3411_35">
              <a:extLst>
                <a:ext uri="{FF2B5EF4-FFF2-40B4-BE49-F238E27FC236}">
                  <a16:creationId xmlns:a16="http://schemas.microsoft.com/office/drawing/2014/main" id="{1007DE31-A589-4561-908D-1BC2445E135B}"/>
                </a:ext>
              </a:extLst>
            </p:cNvPr>
            <p:cNvSpPr>
              <a:spLocks noGrp="1"/>
            </p:cNvSpPr>
            <p:nvPr/>
          </p:nvSpPr>
          <p:spPr>
            <a:xfrm>
              <a:off x="307927" y="823349"/>
              <a:ext cx="54152" cy="492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4" name="asset_3411_36">
              <a:extLst>
                <a:ext uri="{FF2B5EF4-FFF2-40B4-BE49-F238E27FC236}">
                  <a16:creationId xmlns:a16="http://schemas.microsoft.com/office/drawing/2014/main" id="{154D8CC8-D747-4DDC-82EF-78B7267C3BA8}"/>
                </a:ext>
              </a:extLst>
            </p:cNvPr>
            <p:cNvSpPr>
              <a:spLocks noGrp="1"/>
            </p:cNvSpPr>
            <p:nvPr/>
          </p:nvSpPr>
          <p:spPr>
            <a:xfrm>
              <a:off x="278419" y="780385"/>
              <a:ext cx="56610" cy="514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5" name="asset_3411_37">
              <a:extLst>
                <a:ext uri="{FF2B5EF4-FFF2-40B4-BE49-F238E27FC236}">
                  <a16:creationId xmlns:a16="http://schemas.microsoft.com/office/drawing/2014/main" id="{6EB24BC6-E279-4ACB-8ADA-3347E92715EA}"/>
                </a:ext>
              </a:extLst>
            </p:cNvPr>
            <p:cNvSpPr>
              <a:spLocks noGrp="1"/>
            </p:cNvSpPr>
            <p:nvPr/>
          </p:nvSpPr>
          <p:spPr>
            <a:xfrm>
              <a:off x="191659" y="868034"/>
              <a:ext cx="38946" cy="354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6" name="asset_3411_38">
              <a:extLst>
                <a:ext uri="{FF2B5EF4-FFF2-40B4-BE49-F238E27FC236}">
                  <a16:creationId xmlns:a16="http://schemas.microsoft.com/office/drawing/2014/main" id="{67BC88F7-AFA6-47D1-8315-70F920A20C4A}"/>
                </a:ext>
              </a:extLst>
            </p:cNvPr>
            <p:cNvSpPr>
              <a:spLocks noGrp="1"/>
            </p:cNvSpPr>
            <p:nvPr/>
          </p:nvSpPr>
          <p:spPr>
            <a:xfrm>
              <a:off x="273013" y="852482"/>
              <a:ext cx="56603" cy="514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7" name="asset_3411_39">
              <a:extLst>
                <a:ext uri="{FF2B5EF4-FFF2-40B4-BE49-F238E27FC236}">
                  <a16:creationId xmlns:a16="http://schemas.microsoft.com/office/drawing/2014/main" id="{B98D5FB4-59FB-4946-9C2A-07B81FEA4351}"/>
                </a:ext>
              </a:extLst>
            </p:cNvPr>
            <p:cNvSpPr>
              <a:spLocks noGrp="1"/>
            </p:cNvSpPr>
            <p:nvPr/>
          </p:nvSpPr>
          <p:spPr>
            <a:xfrm>
              <a:off x="319623" y="840498"/>
              <a:ext cx="33366" cy="303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8" name="asset_3411_40">
              <a:extLst>
                <a:ext uri="{FF2B5EF4-FFF2-40B4-BE49-F238E27FC236}">
                  <a16:creationId xmlns:a16="http://schemas.microsoft.com/office/drawing/2014/main" id="{83420C1F-4D3F-4791-B752-627A462A399E}"/>
                </a:ext>
              </a:extLst>
            </p:cNvPr>
            <p:cNvSpPr>
              <a:spLocks noGrp="1"/>
            </p:cNvSpPr>
            <p:nvPr/>
          </p:nvSpPr>
          <p:spPr>
            <a:xfrm>
              <a:off x="242007" y="796151"/>
              <a:ext cx="50164" cy="456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09" name="asset_3411_41">
              <a:extLst>
                <a:ext uri="{FF2B5EF4-FFF2-40B4-BE49-F238E27FC236}">
                  <a16:creationId xmlns:a16="http://schemas.microsoft.com/office/drawing/2014/main" id="{9C9CA8AF-7487-42D9-B054-213909B8375A}"/>
                </a:ext>
              </a:extLst>
            </p:cNvPr>
            <p:cNvSpPr>
              <a:spLocks noGrp="1"/>
            </p:cNvSpPr>
            <p:nvPr/>
          </p:nvSpPr>
          <p:spPr>
            <a:xfrm>
              <a:off x="189029" y="846662"/>
              <a:ext cx="40170" cy="365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0" name="asset_3411_42">
              <a:extLst>
                <a:ext uri="{FF2B5EF4-FFF2-40B4-BE49-F238E27FC236}">
                  <a16:creationId xmlns:a16="http://schemas.microsoft.com/office/drawing/2014/main" id="{DAC0FD38-66B9-4B84-A151-CFA48DFCFD5C}"/>
                </a:ext>
              </a:extLst>
            </p:cNvPr>
            <p:cNvSpPr>
              <a:spLocks noGrp="1"/>
            </p:cNvSpPr>
            <p:nvPr/>
          </p:nvSpPr>
          <p:spPr>
            <a:xfrm>
              <a:off x="286935" y="843691"/>
              <a:ext cx="47831" cy="434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1" name="asset_3411_43">
              <a:extLst>
                <a:ext uri="{FF2B5EF4-FFF2-40B4-BE49-F238E27FC236}">
                  <a16:creationId xmlns:a16="http://schemas.microsoft.com/office/drawing/2014/main" id="{4E7D2088-6627-4B82-91E0-18280AE02F64}"/>
                </a:ext>
              </a:extLst>
            </p:cNvPr>
            <p:cNvSpPr>
              <a:spLocks noGrp="1"/>
            </p:cNvSpPr>
            <p:nvPr/>
          </p:nvSpPr>
          <p:spPr>
            <a:xfrm>
              <a:off x="281949" y="806735"/>
              <a:ext cx="33184" cy="301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2" name="asset_3411_44">
              <a:extLst>
                <a:ext uri="{FF2B5EF4-FFF2-40B4-BE49-F238E27FC236}">
                  <a16:creationId xmlns:a16="http://schemas.microsoft.com/office/drawing/2014/main" id="{18DF35CC-FA69-407B-B756-D6E24F5CF716}"/>
                </a:ext>
              </a:extLst>
            </p:cNvPr>
            <p:cNvSpPr>
              <a:spLocks noGrp="1"/>
            </p:cNvSpPr>
            <p:nvPr/>
          </p:nvSpPr>
          <p:spPr>
            <a:xfrm>
              <a:off x="277649" y="807177"/>
              <a:ext cx="33960" cy="308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3" name="asset_3411_45">
              <a:extLst>
                <a:ext uri="{FF2B5EF4-FFF2-40B4-BE49-F238E27FC236}">
                  <a16:creationId xmlns:a16="http://schemas.microsoft.com/office/drawing/2014/main" id="{75CB1308-185E-4AD3-A1E7-5EBC09E504A6}"/>
                </a:ext>
              </a:extLst>
            </p:cNvPr>
            <p:cNvSpPr>
              <a:spLocks noGrp="1"/>
            </p:cNvSpPr>
            <p:nvPr/>
          </p:nvSpPr>
          <p:spPr>
            <a:xfrm>
              <a:off x="188553" y="862265"/>
              <a:ext cx="56605" cy="514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4" name="asset_3411_46">
              <a:extLst>
                <a:ext uri="{FF2B5EF4-FFF2-40B4-BE49-F238E27FC236}">
                  <a16:creationId xmlns:a16="http://schemas.microsoft.com/office/drawing/2014/main" id="{179296BF-344A-4148-A9D4-3E16BAAA6846}"/>
                </a:ext>
              </a:extLst>
            </p:cNvPr>
            <p:cNvSpPr>
              <a:spLocks noGrp="1"/>
            </p:cNvSpPr>
            <p:nvPr/>
          </p:nvSpPr>
          <p:spPr>
            <a:xfrm>
              <a:off x="233525" y="861391"/>
              <a:ext cx="55794" cy="507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5" name="asset_3411_47">
              <a:extLst>
                <a:ext uri="{FF2B5EF4-FFF2-40B4-BE49-F238E27FC236}">
                  <a16:creationId xmlns:a16="http://schemas.microsoft.com/office/drawing/2014/main" id="{88951690-A320-498A-86DB-5D662BE56B83}"/>
                </a:ext>
              </a:extLst>
            </p:cNvPr>
            <p:cNvSpPr>
              <a:spLocks noGrp="1"/>
            </p:cNvSpPr>
            <p:nvPr/>
          </p:nvSpPr>
          <p:spPr>
            <a:xfrm>
              <a:off x="305682" y="776200"/>
              <a:ext cx="54723" cy="497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6" name="asset_3411_48">
              <a:extLst>
                <a:ext uri="{FF2B5EF4-FFF2-40B4-BE49-F238E27FC236}">
                  <a16:creationId xmlns:a16="http://schemas.microsoft.com/office/drawing/2014/main" id="{7273DCD7-DEA0-4C25-B06F-94A2BF1A8847}"/>
                </a:ext>
              </a:extLst>
            </p:cNvPr>
            <p:cNvSpPr>
              <a:spLocks noGrp="1"/>
            </p:cNvSpPr>
            <p:nvPr/>
          </p:nvSpPr>
          <p:spPr>
            <a:xfrm>
              <a:off x="262074" y="832592"/>
              <a:ext cx="32482" cy="295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7" name="asset_3411_49">
              <a:extLst>
                <a:ext uri="{FF2B5EF4-FFF2-40B4-BE49-F238E27FC236}">
                  <a16:creationId xmlns:a16="http://schemas.microsoft.com/office/drawing/2014/main" id="{317CFA8E-23F1-4D86-982F-45C65C07CE57}"/>
                </a:ext>
              </a:extLst>
            </p:cNvPr>
            <p:cNvSpPr>
              <a:spLocks noGrp="1"/>
            </p:cNvSpPr>
            <p:nvPr/>
          </p:nvSpPr>
          <p:spPr>
            <a:xfrm>
              <a:off x="199581" y="859669"/>
              <a:ext cx="56969" cy="5180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8" name="asset_3411_50">
              <a:extLst>
                <a:ext uri="{FF2B5EF4-FFF2-40B4-BE49-F238E27FC236}">
                  <a16:creationId xmlns:a16="http://schemas.microsoft.com/office/drawing/2014/main" id="{A1304B97-20ED-4EF4-B820-4BBCF3EE2848}"/>
                </a:ext>
              </a:extLst>
            </p:cNvPr>
            <p:cNvSpPr>
              <a:spLocks noGrp="1"/>
            </p:cNvSpPr>
            <p:nvPr/>
          </p:nvSpPr>
          <p:spPr>
            <a:xfrm>
              <a:off x="290634" y="851962"/>
              <a:ext cx="36759" cy="334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ADD0">
                    <a:alpha val="80300"/>
                  </a:srgbClr>
                </a:gs>
                <a:gs pos="100000">
                  <a:srgbClr val="8CADD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19" name="asset_3411_51">
              <a:extLst>
                <a:ext uri="{FF2B5EF4-FFF2-40B4-BE49-F238E27FC236}">
                  <a16:creationId xmlns:a16="http://schemas.microsoft.com/office/drawing/2014/main" id="{4A016E84-0AC1-4FEB-B852-CC942A0C3AB5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920" name="a | density cube M_sim | v4 editable"/>
          <p:cNvGrpSpPr/>
          <p:nvPr/>
        </p:nvGrpSpPr>
        <p:grpSpPr>
          <a:xfrm>
            <a:off x="1768581" y="496945"/>
            <a:ext cx="206784" cy="185747"/>
            <a:chOff x="571680" y="736200"/>
            <a:chExt cx="285840" cy="256320"/>
          </a:xfrm>
        </p:grpSpPr>
        <p:sp>
          <p:nvSpPr>
            <p:cNvPr id="921" name="asset_3412_0">
              <a:extLst>
                <a:ext uri="{FF2B5EF4-FFF2-40B4-BE49-F238E27FC236}">
                  <a16:creationId xmlns:a16="http://schemas.microsoft.com/office/drawing/2014/main" id="{86AFAA92-91E9-48AF-9226-329DCB2A3BA0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3620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922" name="asset_3412_1">
              <a:extLst>
                <a:ext uri="{FF2B5EF4-FFF2-40B4-BE49-F238E27FC236}">
                  <a16:creationId xmlns:a16="http://schemas.microsoft.com/office/drawing/2014/main" id="{3E26C1DF-4658-4AAB-906E-5516054E5B73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73620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23" name="asset_3412_2">
              <a:extLst>
                <a:ext uri="{FF2B5EF4-FFF2-40B4-BE49-F238E27FC236}">
                  <a16:creationId xmlns:a16="http://schemas.microsoft.com/office/drawing/2014/main" id="{A8C643F2-5526-4404-8469-581ABAD0304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24" name="asset_3412_3">
              <a:extLst>
                <a:ext uri="{FF2B5EF4-FFF2-40B4-BE49-F238E27FC236}">
                  <a16:creationId xmlns:a16="http://schemas.microsoft.com/office/drawing/2014/main" id="{4A98D6F7-8A0D-43C0-88DB-53B18B80B5FE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5" name="asset_3412_4">
              <a:extLst>
                <a:ext uri="{FF2B5EF4-FFF2-40B4-BE49-F238E27FC236}">
                  <a16:creationId xmlns:a16="http://schemas.microsoft.com/office/drawing/2014/main" id="{E4CD9C1E-D968-4B52-B5A1-E0BE815570BC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3296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6" name="asset_3412_5">
              <a:extLst>
                <a:ext uri="{FF2B5EF4-FFF2-40B4-BE49-F238E27FC236}">
                  <a16:creationId xmlns:a16="http://schemas.microsoft.com/office/drawing/2014/main" id="{CF8E0384-BFC7-4686-A4F8-CC36EE76AC6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7" name="asset_3412_6">
              <a:extLst>
                <a:ext uri="{FF2B5EF4-FFF2-40B4-BE49-F238E27FC236}">
                  <a16:creationId xmlns:a16="http://schemas.microsoft.com/office/drawing/2014/main" id="{B970749C-73FB-4B47-AEFC-CB6AD53B3152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88614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8" name="asset_3412_7">
              <a:extLst>
                <a:ext uri="{FF2B5EF4-FFF2-40B4-BE49-F238E27FC236}">
                  <a16:creationId xmlns:a16="http://schemas.microsoft.com/office/drawing/2014/main" id="{BFAD42FE-9C88-4823-AD94-94CBDE5004B3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77977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29" name="asset_3412_8">
              <a:extLst>
                <a:ext uri="{FF2B5EF4-FFF2-40B4-BE49-F238E27FC236}">
                  <a16:creationId xmlns:a16="http://schemas.microsoft.com/office/drawing/2014/main" id="{BCDC689C-2D9C-46AE-BA2F-029C092079B4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93933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30" name="asset_3412_9">
              <a:extLst>
                <a:ext uri="{FF2B5EF4-FFF2-40B4-BE49-F238E27FC236}">
                  <a16:creationId xmlns:a16="http://schemas.microsoft.com/office/drawing/2014/main" id="{D699C4C1-8D8C-42E5-847A-BD338AF18A91}"/>
                </a:ext>
              </a:extLst>
            </p:cNvPr>
            <p:cNvSpPr>
              <a:spLocks noGrp="1"/>
            </p:cNvSpPr>
            <p:nvPr/>
          </p:nvSpPr>
          <p:spPr>
            <a:xfrm>
              <a:off x="592170" y="80863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1" name="asset_3412_10">
              <a:extLst>
                <a:ext uri="{FF2B5EF4-FFF2-40B4-BE49-F238E27FC236}">
                  <a16:creationId xmlns:a16="http://schemas.microsoft.com/office/drawing/2014/main" id="{A67D4B44-0F8A-4ED5-A55C-6086AC4BBE69}"/>
                </a:ext>
              </a:extLst>
            </p:cNvPr>
            <p:cNvSpPr>
              <a:spLocks noGrp="1"/>
            </p:cNvSpPr>
            <p:nvPr/>
          </p:nvSpPr>
          <p:spPr>
            <a:xfrm>
              <a:off x="641579" y="83723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2" name="asset_3412_11">
              <a:extLst>
                <a:ext uri="{FF2B5EF4-FFF2-40B4-BE49-F238E27FC236}">
                  <a16:creationId xmlns:a16="http://schemas.microsoft.com/office/drawing/2014/main" id="{F925474B-9DC9-4793-836F-E7656F3C9AB3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78412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3" name="asset_3412_12">
              <a:extLst>
                <a:ext uri="{FF2B5EF4-FFF2-40B4-BE49-F238E27FC236}">
                  <a16:creationId xmlns:a16="http://schemas.microsoft.com/office/drawing/2014/main" id="{D9C7B936-255D-4407-ADB5-0472A6BDE35C}"/>
                </a:ext>
              </a:extLst>
            </p:cNvPr>
            <p:cNvSpPr>
              <a:spLocks noGrp="1"/>
            </p:cNvSpPr>
            <p:nvPr/>
          </p:nvSpPr>
          <p:spPr>
            <a:xfrm>
              <a:off x="637087" y="76983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EABDF">
                    <a:alpha val="66000"/>
                  </a:srgbClr>
                </a:gs>
                <a:gs pos="100000">
                  <a:srgbClr val="7EABDF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4" name="asset_3412_13">
              <a:extLst>
                <a:ext uri="{FF2B5EF4-FFF2-40B4-BE49-F238E27FC236}">
                  <a16:creationId xmlns:a16="http://schemas.microsoft.com/office/drawing/2014/main" id="{1462606B-5933-4378-98D8-405FFD7D049A}"/>
                </a:ext>
              </a:extLst>
            </p:cNvPr>
            <p:cNvSpPr>
              <a:spLocks noGrp="1"/>
            </p:cNvSpPr>
            <p:nvPr/>
          </p:nvSpPr>
          <p:spPr>
            <a:xfrm>
              <a:off x="652907" y="816423"/>
              <a:ext cx="63214" cy="5748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5" name="asset_3412_14">
              <a:extLst>
                <a:ext uri="{FF2B5EF4-FFF2-40B4-BE49-F238E27FC236}">
                  <a16:creationId xmlns:a16="http://schemas.microsoft.com/office/drawing/2014/main" id="{9A5B65D7-2986-4411-A8F8-4B5253C495F5}"/>
                </a:ext>
              </a:extLst>
            </p:cNvPr>
            <p:cNvSpPr>
              <a:spLocks noGrp="1"/>
            </p:cNvSpPr>
            <p:nvPr/>
          </p:nvSpPr>
          <p:spPr>
            <a:xfrm>
              <a:off x="647190" y="875063"/>
              <a:ext cx="69847" cy="635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6" name="asset_3412_15">
              <a:extLst>
                <a:ext uri="{FF2B5EF4-FFF2-40B4-BE49-F238E27FC236}">
                  <a16:creationId xmlns:a16="http://schemas.microsoft.com/office/drawing/2014/main" id="{0F56588A-1064-4188-A199-BFFC23EAF27E}"/>
                </a:ext>
              </a:extLst>
            </p:cNvPr>
            <p:cNvSpPr>
              <a:spLocks noGrp="1"/>
            </p:cNvSpPr>
            <p:nvPr/>
          </p:nvSpPr>
          <p:spPr>
            <a:xfrm>
              <a:off x="700049" y="785517"/>
              <a:ext cx="49631" cy="451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7" name="asset_3412_16">
              <a:extLst>
                <a:ext uri="{FF2B5EF4-FFF2-40B4-BE49-F238E27FC236}">
                  <a16:creationId xmlns:a16="http://schemas.microsoft.com/office/drawing/2014/main" id="{12432FAC-7BD8-4678-A3B9-863B49C6058D}"/>
                </a:ext>
              </a:extLst>
            </p:cNvPr>
            <p:cNvSpPr>
              <a:spLocks noGrp="1"/>
            </p:cNvSpPr>
            <p:nvPr/>
          </p:nvSpPr>
          <p:spPr>
            <a:xfrm>
              <a:off x="668307" y="764705"/>
              <a:ext cx="50529" cy="45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8" name="asset_3412_17">
              <a:extLst>
                <a:ext uri="{FF2B5EF4-FFF2-40B4-BE49-F238E27FC236}">
                  <a16:creationId xmlns:a16="http://schemas.microsoft.com/office/drawing/2014/main" id="{BD5FCCF1-7733-4D14-AE1A-E4C985C7EE44}"/>
                </a:ext>
              </a:extLst>
            </p:cNvPr>
            <p:cNvSpPr>
              <a:spLocks noGrp="1"/>
            </p:cNvSpPr>
            <p:nvPr/>
          </p:nvSpPr>
          <p:spPr>
            <a:xfrm>
              <a:off x="598732" y="837647"/>
              <a:ext cx="46888" cy="426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39" name="asset_3412_18">
              <a:extLst>
                <a:ext uri="{FF2B5EF4-FFF2-40B4-BE49-F238E27FC236}">
                  <a16:creationId xmlns:a16="http://schemas.microsoft.com/office/drawing/2014/main" id="{6048EA91-8693-432F-AC15-C41215A9067F}"/>
                </a:ext>
              </a:extLst>
            </p:cNvPr>
            <p:cNvSpPr>
              <a:spLocks noGrp="1"/>
            </p:cNvSpPr>
            <p:nvPr/>
          </p:nvSpPr>
          <p:spPr>
            <a:xfrm>
              <a:off x="687984" y="869189"/>
              <a:ext cx="66275" cy="602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0" name="asset_3412_19">
              <a:extLst>
                <a:ext uri="{FF2B5EF4-FFF2-40B4-BE49-F238E27FC236}">
                  <a16:creationId xmlns:a16="http://schemas.microsoft.com/office/drawing/2014/main" id="{7210501F-D7C9-46D4-9154-F56363834A31}"/>
                </a:ext>
              </a:extLst>
            </p:cNvPr>
            <p:cNvSpPr>
              <a:spLocks noGrp="1"/>
            </p:cNvSpPr>
            <p:nvPr/>
          </p:nvSpPr>
          <p:spPr>
            <a:xfrm>
              <a:off x="716694" y="770836"/>
              <a:ext cx="57501" cy="522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1" name="asset_3412_20">
              <a:extLst>
                <a:ext uri="{FF2B5EF4-FFF2-40B4-BE49-F238E27FC236}">
                  <a16:creationId xmlns:a16="http://schemas.microsoft.com/office/drawing/2014/main" id="{C35CF444-9835-4E1A-8E32-DD5EE2BFF667}"/>
                </a:ext>
              </a:extLst>
            </p:cNvPr>
            <p:cNvSpPr>
              <a:spLocks noGrp="1"/>
            </p:cNvSpPr>
            <p:nvPr/>
          </p:nvSpPr>
          <p:spPr>
            <a:xfrm>
              <a:off x="636511" y="805030"/>
              <a:ext cx="45388" cy="412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2" name="asset_3412_21">
              <a:extLst>
                <a:ext uri="{FF2B5EF4-FFF2-40B4-BE49-F238E27FC236}">
                  <a16:creationId xmlns:a16="http://schemas.microsoft.com/office/drawing/2014/main" id="{537B45D2-8A8F-4895-9EF4-F71FCF8FC1C4}"/>
                </a:ext>
              </a:extLst>
            </p:cNvPr>
            <p:cNvSpPr>
              <a:spLocks noGrp="1"/>
            </p:cNvSpPr>
            <p:nvPr/>
          </p:nvSpPr>
          <p:spPr>
            <a:xfrm>
              <a:off x="638261" y="837680"/>
              <a:ext cx="63569" cy="578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3" name="asset_3412_22">
              <a:extLst>
                <a:ext uri="{FF2B5EF4-FFF2-40B4-BE49-F238E27FC236}">
                  <a16:creationId xmlns:a16="http://schemas.microsoft.com/office/drawing/2014/main" id="{01B29A90-8A29-498D-8C4C-B4C0C82BBF85}"/>
                </a:ext>
              </a:extLst>
            </p:cNvPr>
            <p:cNvSpPr>
              <a:spLocks noGrp="1"/>
            </p:cNvSpPr>
            <p:nvPr/>
          </p:nvSpPr>
          <p:spPr>
            <a:xfrm>
              <a:off x="674660" y="861103"/>
              <a:ext cx="45772" cy="416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4" name="asset_3412_23">
              <a:extLst>
                <a:ext uri="{FF2B5EF4-FFF2-40B4-BE49-F238E27FC236}">
                  <a16:creationId xmlns:a16="http://schemas.microsoft.com/office/drawing/2014/main" id="{CD5EE331-7CE5-418A-892D-0B1825AEECE0}"/>
                </a:ext>
              </a:extLst>
            </p:cNvPr>
            <p:cNvSpPr>
              <a:spLocks noGrp="1"/>
            </p:cNvSpPr>
            <p:nvPr/>
          </p:nvSpPr>
          <p:spPr>
            <a:xfrm>
              <a:off x="704143" y="827603"/>
              <a:ext cx="69469" cy="6317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5" name="asset_3412_24">
              <a:extLst>
                <a:ext uri="{FF2B5EF4-FFF2-40B4-BE49-F238E27FC236}">
                  <a16:creationId xmlns:a16="http://schemas.microsoft.com/office/drawing/2014/main" id="{5205D58F-B718-4E1C-9D22-F8497A330E27}"/>
                </a:ext>
              </a:extLst>
            </p:cNvPr>
            <p:cNvSpPr>
              <a:spLocks noGrp="1"/>
            </p:cNvSpPr>
            <p:nvPr/>
          </p:nvSpPr>
          <p:spPr>
            <a:xfrm>
              <a:off x="645683" y="777258"/>
              <a:ext cx="70277" cy="639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6" name="asset_3412_25">
              <a:extLst>
                <a:ext uri="{FF2B5EF4-FFF2-40B4-BE49-F238E27FC236}">
                  <a16:creationId xmlns:a16="http://schemas.microsoft.com/office/drawing/2014/main" id="{4EEF4E29-A6D2-4035-9956-3D95E964F2F7}"/>
                </a:ext>
              </a:extLst>
            </p:cNvPr>
            <p:cNvSpPr>
              <a:spLocks noGrp="1"/>
            </p:cNvSpPr>
            <p:nvPr/>
          </p:nvSpPr>
          <p:spPr>
            <a:xfrm>
              <a:off x="636623" y="808154"/>
              <a:ext cx="58960" cy="536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7" name="asset_3412_26">
              <a:extLst>
                <a:ext uri="{FF2B5EF4-FFF2-40B4-BE49-F238E27FC236}">
                  <a16:creationId xmlns:a16="http://schemas.microsoft.com/office/drawing/2014/main" id="{D66CB7A1-F059-4A22-82EB-96DD80182102}"/>
                </a:ext>
              </a:extLst>
            </p:cNvPr>
            <p:cNvSpPr>
              <a:spLocks noGrp="1"/>
            </p:cNvSpPr>
            <p:nvPr/>
          </p:nvSpPr>
          <p:spPr>
            <a:xfrm>
              <a:off x="667301" y="867371"/>
              <a:ext cx="53284" cy="4845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8" name="asset_3412_27">
              <a:extLst>
                <a:ext uri="{FF2B5EF4-FFF2-40B4-BE49-F238E27FC236}">
                  <a16:creationId xmlns:a16="http://schemas.microsoft.com/office/drawing/2014/main" id="{FC37D6D5-B570-4927-9885-E8A5F8FD0D77}"/>
                </a:ext>
              </a:extLst>
            </p:cNvPr>
            <p:cNvSpPr>
              <a:spLocks noGrp="1"/>
            </p:cNvSpPr>
            <p:nvPr/>
          </p:nvSpPr>
          <p:spPr>
            <a:xfrm>
              <a:off x="714320" y="800679"/>
              <a:ext cx="52198" cy="47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49" name="asset_3412_28">
              <a:extLst>
                <a:ext uri="{FF2B5EF4-FFF2-40B4-BE49-F238E27FC236}">
                  <a16:creationId xmlns:a16="http://schemas.microsoft.com/office/drawing/2014/main" id="{1FD0C4D3-F4DE-4269-B613-DE672FF97E40}"/>
                </a:ext>
              </a:extLst>
            </p:cNvPr>
            <p:cNvSpPr>
              <a:spLocks noGrp="1"/>
            </p:cNvSpPr>
            <p:nvPr/>
          </p:nvSpPr>
          <p:spPr>
            <a:xfrm>
              <a:off x="664541" y="787461"/>
              <a:ext cx="59784" cy="543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0" name="asset_3412_29">
              <a:extLst>
                <a:ext uri="{FF2B5EF4-FFF2-40B4-BE49-F238E27FC236}">
                  <a16:creationId xmlns:a16="http://schemas.microsoft.com/office/drawing/2014/main" id="{CF498178-8B93-4332-AEE4-F7CA96077D98}"/>
                </a:ext>
              </a:extLst>
            </p:cNvPr>
            <p:cNvSpPr>
              <a:spLocks noGrp="1"/>
            </p:cNvSpPr>
            <p:nvPr/>
          </p:nvSpPr>
          <p:spPr>
            <a:xfrm>
              <a:off x="576241" y="835825"/>
              <a:ext cx="69305" cy="6302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1" name="asset_3412_30">
              <a:extLst>
                <a:ext uri="{FF2B5EF4-FFF2-40B4-BE49-F238E27FC236}">
                  <a16:creationId xmlns:a16="http://schemas.microsoft.com/office/drawing/2014/main" id="{5225E879-79C5-47DD-A145-0BC833091673}"/>
                </a:ext>
              </a:extLst>
            </p:cNvPr>
            <p:cNvSpPr>
              <a:spLocks noGrp="1"/>
            </p:cNvSpPr>
            <p:nvPr/>
          </p:nvSpPr>
          <p:spPr>
            <a:xfrm>
              <a:off x="665124" y="849267"/>
              <a:ext cx="62193" cy="565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2" name="asset_3412_31">
              <a:extLst>
                <a:ext uri="{FF2B5EF4-FFF2-40B4-BE49-F238E27FC236}">
                  <a16:creationId xmlns:a16="http://schemas.microsoft.com/office/drawing/2014/main" id="{6479CD47-E9D5-4525-821F-CEF084607013}"/>
                </a:ext>
              </a:extLst>
            </p:cNvPr>
            <p:cNvSpPr>
              <a:spLocks noGrp="1"/>
            </p:cNvSpPr>
            <p:nvPr/>
          </p:nvSpPr>
          <p:spPr>
            <a:xfrm>
              <a:off x="715191" y="783556"/>
              <a:ext cx="45416" cy="413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3" name="asset_3412_32">
              <a:extLst>
                <a:ext uri="{FF2B5EF4-FFF2-40B4-BE49-F238E27FC236}">
                  <a16:creationId xmlns:a16="http://schemas.microsoft.com/office/drawing/2014/main" id="{310AD0E1-EC81-4D3C-A6BD-4BB6A13229E6}"/>
                </a:ext>
              </a:extLst>
            </p:cNvPr>
            <p:cNvSpPr>
              <a:spLocks noGrp="1"/>
            </p:cNvSpPr>
            <p:nvPr/>
          </p:nvSpPr>
          <p:spPr>
            <a:xfrm>
              <a:off x="643912" y="818051"/>
              <a:ext cx="55636" cy="505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4" name="asset_3412_33">
              <a:extLst>
                <a:ext uri="{FF2B5EF4-FFF2-40B4-BE49-F238E27FC236}">
                  <a16:creationId xmlns:a16="http://schemas.microsoft.com/office/drawing/2014/main" id="{ACBA6F3F-31A3-40BB-A78F-6EACA0DABA2B}"/>
                </a:ext>
              </a:extLst>
            </p:cNvPr>
            <p:cNvSpPr>
              <a:spLocks noGrp="1"/>
            </p:cNvSpPr>
            <p:nvPr/>
          </p:nvSpPr>
          <p:spPr>
            <a:xfrm>
              <a:off x="625304" y="849053"/>
              <a:ext cx="66884" cy="6082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5" name="asset_3412_34">
              <a:extLst>
                <a:ext uri="{FF2B5EF4-FFF2-40B4-BE49-F238E27FC236}">
                  <a16:creationId xmlns:a16="http://schemas.microsoft.com/office/drawing/2014/main" id="{9361712E-1C85-4C4D-A163-0F008BDFC6FD}"/>
                </a:ext>
              </a:extLst>
            </p:cNvPr>
            <p:cNvSpPr>
              <a:spLocks noGrp="1"/>
            </p:cNvSpPr>
            <p:nvPr/>
          </p:nvSpPr>
          <p:spPr>
            <a:xfrm>
              <a:off x="692647" y="892243"/>
              <a:ext cx="65438" cy="595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6" name="asset_3412_35">
              <a:extLst>
                <a:ext uri="{FF2B5EF4-FFF2-40B4-BE49-F238E27FC236}">
                  <a16:creationId xmlns:a16="http://schemas.microsoft.com/office/drawing/2014/main" id="{A0F45E33-3F7A-4F31-A06D-EFA466E0B322}"/>
                </a:ext>
              </a:extLst>
            </p:cNvPr>
            <p:cNvSpPr>
              <a:spLocks noGrp="1"/>
            </p:cNvSpPr>
            <p:nvPr/>
          </p:nvSpPr>
          <p:spPr>
            <a:xfrm>
              <a:off x="706491" y="838391"/>
              <a:ext cx="60698" cy="551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7" name="asset_3412_36">
              <a:extLst>
                <a:ext uri="{FF2B5EF4-FFF2-40B4-BE49-F238E27FC236}">
                  <a16:creationId xmlns:a16="http://schemas.microsoft.com/office/drawing/2014/main" id="{E545C6E9-A62D-4B34-B324-48C19B40E00A}"/>
                </a:ext>
              </a:extLst>
            </p:cNvPr>
            <p:cNvSpPr>
              <a:spLocks noGrp="1"/>
            </p:cNvSpPr>
            <p:nvPr/>
          </p:nvSpPr>
          <p:spPr>
            <a:xfrm>
              <a:off x="681883" y="811712"/>
              <a:ext cx="50698" cy="461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8" name="asset_3412_37">
              <a:extLst>
                <a:ext uri="{FF2B5EF4-FFF2-40B4-BE49-F238E27FC236}">
                  <a16:creationId xmlns:a16="http://schemas.microsoft.com/office/drawing/2014/main" id="{E3C7F907-F954-41E4-A34F-E04D93929CC5}"/>
                </a:ext>
              </a:extLst>
            </p:cNvPr>
            <p:cNvSpPr>
              <a:spLocks noGrp="1"/>
            </p:cNvSpPr>
            <p:nvPr/>
          </p:nvSpPr>
          <p:spPr>
            <a:xfrm>
              <a:off x="611001" y="846854"/>
              <a:ext cx="47559" cy="432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59" name="asset_3412_38">
              <a:extLst>
                <a:ext uri="{FF2B5EF4-FFF2-40B4-BE49-F238E27FC236}">
                  <a16:creationId xmlns:a16="http://schemas.microsoft.com/office/drawing/2014/main" id="{B78E3EAE-6C9E-48CE-A887-AF88FF3190A7}"/>
                </a:ext>
              </a:extLst>
            </p:cNvPr>
            <p:cNvSpPr>
              <a:spLocks noGrp="1"/>
            </p:cNvSpPr>
            <p:nvPr/>
          </p:nvSpPr>
          <p:spPr>
            <a:xfrm>
              <a:off x="684330" y="904706"/>
              <a:ext cx="51698" cy="470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0" name="asset_3412_39">
              <a:extLst>
                <a:ext uri="{FF2B5EF4-FFF2-40B4-BE49-F238E27FC236}">
                  <a16:creationId xmlns:a16="http://schemas.microsoft.com/office/drawing/2014/main" id="{7DA969D7-C5D7-486D-9AB8-BC9EF33D9B88}"/>
                </a:ext>
              </a:extLst>
            </p:cNvPr>
            <p:cNvSpPr>
              <a:spLocks noGrp="1"/>
            </p:cNvSpPr>
            <p:nvPr/>
          </p:nvSpPr>
          <p:spPr>
            <a:xfrm>
              <a:off x="683741" y="814489"/>
              <a:ext cx="62909" cy="572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1" name="asset_3412_40">
              <a:extLst>
                <a:ext uri="{FF2B5EF4-FFF2-40B4-BE49-F238E27FC236}">
                  <a16:creationId xmlns:a16="http://schemas.microsoft.com/office/drawing/2014/main" id="{545C7CB2-5E10-42A0-AE6D-7385490B44A4}"/>
                </a:ext>
              </a:extLst>
            </p:cNvPr>
            <p:cNvSpPr>
              <a:spLocks noGrp="1"/>
            </p:cNvSpPr>
            <p:nvPr/>
          </p:nvSpPr>
          <p:spPr>
            <a:xfrm>
              <a:off x="637639" y="761786"/>
              <a:ext cx="63135" cy="574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2" name="asset_3412_41">
              <a:extLst>
                <a:ext uri="{FF2B5EF4-FFF2-40B4-BE49-F238E27FC236}">
                  <a16:creationId xmlns:a16="http://schemas.microsoft.com/office/drawing/2014/main" id="{5E854554-5E3C-4588-B0ED-65FEBEDFDCE7}"/>
                </a:ext>
              </a:extLst>
            </p:cNvPr>
            <p:cNvSpPr>
              <a:spLocks noGrp="1"/>
            </p:cNvSpPr>
            <p:nvPr/>
          </p:nvSpPr>
          <p:spPr>
            <a:xfrm>
              <a:off x="617210" y="858848"/>
              <a:ext cx="63505" cy="577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3" name="asset_3412_42">
              <a:extLst>
                <a:ext uri="{FF2B5EF4-FFF2-40B4-BE49-F238E27FC236}">
                  <a16:creationId xmlns:a16="http://schemas.microsoft.com/office/drawing/2014/main" id="{88D26391-0484-4A0D-8947-10DDE3AFE1AE}"/>
                </a:ext>
              </a:extLst>
            </p:cNvPr>
            <p:cNvSpPr>
              <a:spLocks noGrp="1"/>
            </p:cNvSpPr>
            <p:nvPr/>
          </p:nvSpPr>
          <p:spPr>
            <a:xfrm>
              <a:off x="644378" y="873143"/>
              <a:ext cx="46459" cy="422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4" name="asset_3412_43">
              <a:extLst>
                <a:ext uri="{FF2B5EF4-FFF2-40B4-BE49-F238E27FC236}">
                  <a16:creationId xmlns:a16="http://schemas.microsoft.com/office/drawing/2014/main" id="{D296FDD4-23D2-45B7-9FF3-E27F787D660C}"/>
                </a:ext>
              </a:extLst>
            </p:cNvPr>
            <p:cNvSpPr>
              <a:spLocks noGrp="1"/>
            </p:cNvSpPr>
            <p:nvPr/>
          </p:nvSpPr>
          <p:spPr>
            <a:xfrm>
              <a:off x="713957" y="785065"/>
              <a:ext cx="64210" cy="583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5" name="asset_3412_44">
              <a:extLst>
                <a:ext uri="{FF2B5EF4-FFF2-40B4-BE49-F238E27FC236}">
                  <a16:creationId xmlns:a16="http://schemas.microsoft.com/office/drawing/2014/main" id="{EF19E3E1-E200-43A6-A171-5B9AE6307115}"/>
                </a:ext>
              </a:extLst>
            </p:cNvPr>
            <p:cNvSpPr>
              <a:spLocks noGrp="1"/>
            </p:cNvSpPr>
            <p:nvPr/>
          </p:nvSpPr>
          <p:spPr>
            <a:xfrm>
              <a:off x="627295" y="768401"/>
              <a:ext cx="71417" cy="649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6" name="asset_3412_45">
              <a:extLst>
                <a:ext uri="{FF2B5EF4-FFF2-40B4-BE49-F238E27FC236}">
                  <a16:creationId xmlns:a16="http://schemas.microsoft.com/office/drawing/2014/main" id="{64AC7D4B-9025-46AF-8A10-A47D4828F877}"/>
                </a:ext>
              </a:extLst>
            </p:cNvPr>
            <p:cNvSpPr>
              <a:spLocks noGrp="1"/>
            </p:cNvSpPr>
            <p:nvPr/>
          </p:nvSpPr>
          <p:spPr>
            <a:xfrm>
              <a:off x="662127" y="830807"/>
              <a:ext cx="45722" cy="415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7" name="asset_3412_46">
              <a:extLst>
                <a:ext uri="{FF2B5EF4-FFF2-40B4-BE49-F238E27FC236}">
                  <a16:creationId xmlns:a16="http://schemas.microsoft.com/office/drawing/2014/main" id="{B32E27BE-3649-40E9-BC53-D6D176B565CE}"/>
                </a:ext>
              </a:extLst>
            </p:cNvPr>
            <p:cNvSpPr>
              <a:spLocks noGrp="1"/>
            </p:cNvSpPr>
            <p:nvPr/>
          </p:nvSpPr>
          <p:spPr>
            <a:xfrm>
              <a:off x="674690" y="890903"/>
              <a:ext cx="54138" cy="492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8" name="asset_3412_47">
              <a:extLst>
                <a:ext uri="{FF2B5EF4-FFF2-40B4-BE49-F238E27FC236}">
                  <a16:creationId xmlns:a16="http://schemas.microsoft.com/office/drawing/2014/main" id="{79AD6BB7-7261-44B4-B8FC-2B10EE128DF9}"/>
                </a:ext>
              </a:extLst>
            </p:cNvPr>
            <p:cNvSpPr>
              <a:spLocks noGrp="1"/>
            </p:cNvSpPr>
            <p:nvPr/>
          </p:nvSpPr>
          <p:spPr>
            <a:xfrm>
              <a:off x="728838" y="783316"/>
              <a:ext cx="70817" cy="644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69" name="asset_3412_48">
              <a:extLst>
                <a:ext uri="{FF2B5EF4-FFF2-40B4-BE49-F238E27FC236}">
                  <a16:creationId xmlns:a16="http://schemas.microsoft.com/office/drawing/2014/main" id="{C4A517CB-22E7-46FF-B7CE-F77262ECF306}"/>
                </a:ext>
              </a:extLst>
            </p:cNvPr>
            <p:cNvSpPr>
              <a:spLocks noGrp="1"/>
            </p:cNvSpPr>
            <p:nvPr/>
          </p:nvSpPr>
          <p:spPr>
            <a:xfrm>
              <a:off x="645703" y="808300"/>
              <a:ext cx="67481" cy="613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0" name="asset_3412_49">
              <a:extLst>
                <a:ext uri="{FF2B5EF4-FFF2-40B4-BE49-F238E27FC236}">
                  <a16:creationId xmlns:a16="http://schemas.microsoft.com/office/drawing/2014/main" id="{8D3A1565-4090-4638-B9AE-985BC778A5DD}"/>
                </a:ext>
              </a:extLst>
            </p:cNvPr>
            <p:cNvSpPr>
              <a:spLocks noGrp="1"/>
            </p:cNvSpPr>
            <p:nvPr/>
          </p:nvSpPr>
          <p:spPr>
            <a:xfrm>
              <a:off x="594776" y="839283"/>
              <a:ext cx="49260" cy="447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1" name="asset_3412_50">
              <a:extLst>
                <a:ext uri="{FF2B5EF4-FFF2-40B4-BE49-F238E27FC236}">
                  <a16:creationId xmlns:a16="http://schemas.microsoft.com/office/drawing/2014/main" id="{978EB237-A986-4756-BB58-571E1E957CAF}"/>
                </a:ext>
              </a:extLst>
            </p:cNvPr>
            <p:cNvSpPr>
              <a:spLocks noGrp="1"/>
            </p:cNvSpPr>
            <p:nvPr/>
          </p:nvSpPr>
          <p:spPr>
            <a:xfrm>
              <a:off x="654900" y="864265"/>
              <a:ext cx="67622" cy="614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EABDF">
                    <a:alpha val="80300"/>
                  </a:srgbClr>
                </a:gs>
                <a:gs pos="100000">
                  <a:srgbClr val="7EABDF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72" name="asset_3412_51">
              <a:extLst>
                <a:ext uri="{FF2B5EF4-FFF2-40B4-BE49-F238E27FC236}">
                  <a16:creationId xmlns:a16="http://schemas.microsoft.com/office/drawing/2014/main" id="{7351A4D0-5D28-499B-A47C-95178006B57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77977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973" name="a | density cube M_diff | v4 editable"/>
          <p:cNvGrpSpPr/>
          <p:nvPr/>
        </p:nvGrpSpPr>
        <p:grpSpPr>
          <a:xfrm>
            <a:off x="1475540" y="831996"/>
            <a:ext cx="206784" cy="185747"/>
            <a:chOff x="160920" y="1176120"/>
            <a:chExt cx="285840" cy="256320"/>
          </a:xfrm>
        </p:grpSpPr>
        <p:sp>
          <p:nvSpPr>
            <p:cNvPr id="974" name="asset_3413_0">
              <a:extLst>
                <a:ext uri="{FF2B5EF4-FFF2-40B4-BE49-F238E27FC236}">
                  <a16:creationId xmlns:a16="http://schemas.microsoft.com/office/drawing/2014/main" id="{96AF6377-EF2A-4F71-BD12-BAECE2166337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975" name="asset_3413_1">
              <a:extLst>
                <a:ext uri="{FF2B5EF4-FFF2-40B4-BE49-F238E27FC236}">
                  <a16:creationId xmlns:a16="http://schemas.microsoft.com/office/drawing/2014/main" id="{2DD5CEBF-F20D-4AD5-A6DD-D474845D2E78}"/>
                </a:ext>
              </a:extLst>
            </p:cNvPr>
            <p:cNvSpPr>
              <a:spLocks noGrp="1"/>
            </p:cNvSpPr>
            <p:nvPr/>
          </p:nvSpPr>
          <p:spPr>
            <a:xfrm>
              <a:off x="39245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76" name="asset_3413_2">
              <a:extLst>
                <a:ext uri="{FF2B5EF4-FFF2-40B4-BE49-F238E27FC236}">
                  <a16:creationId xmlns:a16="http://schemas.microsoft.com/office/drawing/2014/main" id="{DE71FA0F-2768-41D1-9C61-20D86FB6F904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977" name="asset_3413_3">
              <a:extLst>
                <a:ext uri="{FF2B5EF4-FFF2-40B4-BE49-F238E27FC236}">
                  <a16:creationId xmlns:a16="http://schemas.microsoft.com/office/drawing/2014/main" id="{7F684624-DE3A-4FF6-A73D-37C445214E83}"/>
                </a:ext>
              </a:extLst>
            </p:cNvPr>
            <p:cNvSpPr>
              <a:spLocks noGrp="1"/>
            </p:cNvSpPr>
            <p:nvPr/>
          </p:nvSpPr>
          <p:spPr>
            <a:xfrm>
              <a:off x="218803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78" name="asset_3413_4">
              <a:extLst>
                <a:ext uri="{FF2B5EF4-FFF2-40B4-BE49-F238E27FC236}">
                  <a16:creationId xmlns:a16="http://schemas.microsoft.com/office/drawing/2014/main" id="{4AAA1139-87AE-4CFB-BFFB-B62CD7CF29BA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7288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79" name="asset_3413_5">
              <a:extLst>
                <a:ext uri="{FF2B5EF4-FFF2-40B4-BE49-F238E27FC236}">
                  <a16:creationId xmlns:a16="http://schemas.microsoft.com/office/drawing/2014/main" id="{67D24C1C-B50F-4C5E-A90A-9B2A56F9A39C}"/>
                </a:ext>
              </a:extLst>
            </p:cNvPr>
            <p:cNvSpPr>
              <a:spLocks noGrp="1"/>
            </p:cNvSpPr>
            <p:nvPr/>
          </p:nvSpPr>
          <p:spPr>
            <a:xfrm>
              <a:off x="276685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0" name="asset_3413_6">
              <a:extLst>
                <a:ext uri="{FF2B5EF4-FFF2-40B4-BE49-F238E27FC236}">
                  <a16:creationId xmlns:a16="http://schemas.microsoft.com/office/drawing/2014/main" id="{DECE3536-2EF3-4C9D-8AC7-B33FF5992C43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2606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1" name="asset_3413_7">
              <a:extLst>
                <a:ext uri="{FF2B5EF4-FFF2-40B4-BE49-F238E27FC236}">
                  <a16:creationId xmlns:a16="http://schemas.microsoft.com/office/drawing/2014/main" id="{A92CB793-5553-4348-873B-7675EF567C36}"/>
                </a:ext>
              </a:extLst>
            </p:cNvPr>
            <p:cNvSpPr>
              <a:spLocks noGrp="1"/>
            </p:cNvSpPr>
            <p:nvPr/>
          </p:nvSpPr>
          <p:spPr>
            <a:xfrm>
              <a:off x="334568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2" name="asset_3413_8">
              <a:extLst>
                <a:ext uri="{FF2B5EF4-FFF2-40B4-BE49-F238E27FC236}">
                  <a16:creationId xmlns:a16="http://schemas.microsoft.com/office/drawing/2014/main" id="{D2B04B1D-09B6-48F5-A36F-3F5A06CC447D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37925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983" name="asset_3413_9">
              <a:extLst>
                <a:ext uri="{FF2B5EF4-FFF2-40B4-BE49-F238E27FC236}">
                  <a16:creationId xmlns:a16="http://schemas.microsoft.com/office/drawing/2014/main" id="{8DF44446-12A1-462E-8F3F-3B80853D0AAB}"/>
                </a:ext>
              </a:extLst>
            </p:cNvPr>
            <p:cNvSpPr>
              <a:spLocks noGrp="1"/>
            </p:cNvSpPr>
            <p:nvPr/>
          </p:nvSpPr>
          <p:spPr>
            <a:xfrm>
              <a:off x="181410" y="1248557"/>
              <a:ext cx="107801" cy="9803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4" name="asset_3413_10">
              <a:extLst>
                <a:ext uri="{FF2B5EF4-FFF2-40B4-BE49-F238E27FC236}">
                  <a16:creationId xmlns:a16="http://schemas.microsoft.com/office/drawing/2014/main" id="{4F0BD022-5188-411F-B95B-322F583F3798}"/>
                </a:ext>
              </a:extLst>
            </p:cNvPr>
            <p:cNvSpPr>
              <a:spLocks noGrp="1"/>
            </p:cNvSpPr>
            <p:nvPr/>
          </p:nvSpPr>
          <p:spPr>
            <a:xfrm>
              <a:off x="230819" y="1277150"/>
              <a:ext cx="116784" cy="10620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5" name="asset_3413_11">
              <a:extLst>
                <a:ext uri="{FF2B5EF4-FFF2-40B4-BE49-F238E27FC236}">
                  <a16:creationId xmlns:a16="http://schemas.microsoft.com/office/drawing/2014/main" id="{0F247497-D37D-43FD-AE5A-810E9FFCC67B}"/>
                </a:ext>
              </a:extLst>
            </p:cNvPr>
            <p:cNvSpPr>
              <a:spLocks noGrp="1"/>
            </p:cNvSpPr>
            <p:nvPr/>
          </p:nvSpPr>
          <p:spPr>
            <a:xfrm>
              <a:off x="273490" y="1224049"/>
              <a:ext cx="103309" cy="9394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6" name="asset_3413_12">
              <a:extLst>
                <a:ext uri="{FF2B5EF4-FFF2-40B4-BE49-F238E27FC236}">
                  <a16:creationId xmlns:a16="http://schemas.microsoft.com/office/drawing/2014/main" id="{F65A6389-FBB4-415F-9979-67939D96B227}"/>
                </a:ext>
              </a:extLst>
            </p:cNvPr>
            <p:cNvSpPr>
              <a:spLocks noGrp="1"/>
            </p:cNvSpPr>
            <p:nvPr/>
          </p:nvSpPr>
          <p:spPr>
            <a:xfrm>
              <a:off x="226327" y="1209752"/>
              <a:ext cx="98817" cy="8986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CCAA80">
                    <a:alpha val="66000"/>
                  </a:srgbClr>
                </a:gs>
                <a:gs pos="100000">
                  <a:srgbClr val="CCAA80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7" name="asset_3413_13">
              <a:extLst>
                <a:ext uri="{FF2B5EF4-FFF2-40B4-BE49-F238E27FC236}">
                  <a16:creationId xmlns:a16="http://schemas.microsoft.com/office/drawing/2014/main" id="{740B05DB-45E1-4234-AEE0-1B4B35D70C20}"/>
                </a:ext>
              </a:extLst>
            </p:cNvPr>
            <p:cNvSpPr>
              <a:spLocks noGrp="1"/>
            </p:cNvSpPr>
            <p:nvPr/>
          </p:nvSpPr>
          <p:spPr>
            <a:xfrm>
              <a:off x="207275" y="1300939"/>
              <a:ext cx="47150" cy="428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8" name="asset_3413_14">
              <a:extLst>
                <a:ext uri="{FF2B5EF4-FFF2-40B4-BE49-F238E27FC236}">
                  <a16:creationId xmlns:a16="http://schemas.microsoft.com/office/drawing/2014/main" id="{8BC20217-2C17-4622-812E-3CFE6816177C}"/>
                </a:ext>
              </a:extLst>
            </p:cNvPr>
            <p:cNvSpPr>
              <a:spLocks noGrp="1"/>
            </p:cNvSpPr>
            <p:nvPr/>
          </p:nvSpPr>
          <p:spPr>
            <a:xfrm>
              <a:off x="249679" y="1317917"/>
              <a:ext cx="47375" cy="430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89" name="asset_3413_15">
              <a:extLst>
                <a:ext uri="{FF2B5EF4-FFF2-40B4-BE49-F238E27FC236}">
                  <a16:creationId xmlns:a16="http://schemas.microsoft.com/office/drawing/2014/main" id="{CDDB59BD-30F3-4896-B509-D7D8701698E8}"/>
                </a:ext>
              </a:extLst>
            </p:cNvPr>
            <p:cNvSpPr>
              <a:spLocks noGrp="1"/>
            </p:cNvSpPr>
            <p:nvPr/>
          </p:nvSpPr>
          <p:spPr>
            <a:xfrm>
              <a:off x="324273" y="1227294"/>
              <a:ext cx="38104" cy="346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0" name="asset_3413_16">
              <a:extLst>
                <a:ext uri="{FF2B5EF4-FFF2-40B4-BE49-F238E27FC236}">
                  <a16:creationId xmlns:a16="http://schemas.microsoft.com/office/drawing/2014/main" id="{57054316-E387-47F0-AB89-326BB3EEA95F}"/>
                </a:ext>
              </a:extLst>
            </p:cNvPr>
            <p:cNvSpPr>
              <a:spLocks noGrp="1"/>
            </p:cNvSpPr>
            <p:nvPr/>
          </p:nvSpPr>
          <p:spPr>
            <a:xfrm>
              <a:off x="225774" y="1232818"/>
              <a:ext cx="35291" cy="320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1" name="asset_3413_17">
              <a:extLst>
                <a:ext uri="{FF2B5EF4-FFF2-40B4-BE49-F238E27FC236}">
                  <a16:creationId xmlns:a16="http://schemas.microsoft.com/office/drawing/2014/main" id="{6C030053-39ED-41B2-9891-40C9E9F025F0}"/>
                </a:ext>
              </a:extLst>
            </p:cNvPr>
            <p:cNvSpPr>
              <a:spLocks noGrp="1"/>
            </p:cNvSpPr>
            <p:nvPr/>
          </p:nvSpPr>
          <p:spPr>
            <a:xfrm>
              <a:off x="197942" y="1264452"/>
              <a:ext cx="55295" cy="5028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2" name="asset_3413_18">
              <a:extLst>
                <a:ext uri="{FF2B5EF4-FFF2-40B4-BE49-F238E27FC236}">
                  <a16:creationId xmlns:a16="http://schemas.microsoft.com/office/drawing/2014/main" id="{2B0479E9-9746-4647-AB5F-66C08D087E63}"/>
                </a:ext>
              </a:extLst>
            </p:cNvPr>
            <p:cNvSpPr>
              <a:spLocks noGrp="1"/>
            </p:cNvSpPr>
            <p:nvPr/>
          </p:nvSpPr>
          <p:spPr>
            <a:xfrm>
              <a:off x="284717" y="1316404"/>
              <a:ext cx="48465" cy="440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3" name="asset_3413_19">
              <a:extLst>
                <a:ext uri="{FF2B5EF4-FFF2-40B4-BE49-F238E27FC236}">
                  <a16:creationId xmlns:a16="http://schemas.microsoft.com/office/drawing/2014/main" id="{80016479-7B0F-4BD2-BE1E-D4C04AB79BBC}"/>
                </a:ext>
              </a:extLst>
            </p:cNvPr>
            <p:cNvSpPr>
              <a:spLocks noGrp="1"/>
            </p:cNvSpPr>
            <p:nvPr/>
          </p:nvSpPr>
          <p:spPr>
            <a:xfrm>
              <a:off x="281796" y="1274922"/>
              <a:ext cx="44753" cy="406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4" name="asset_3413_20">
              <a:extLst>
                <a:ext uri="{FF2B5EF4-FFF2-40B4-BE49-F238E27FC236}">
                  <a16:creationId xmlns:a16="http://schemas.microsoft.com/office/drawing/2014/main" id="{B6C19396-8EC4-4D18-BDB2-54E507B4B695}"/>
                </a:ext>
              </a:extLst>
            </p:cNvPr>
            <p:cNvSpPr>
              <a:spLocks noGrp="1"/>
            </p:cNvSpPr>
            <p:nvPr/>
          </p:nvSpPr>
          <p:spPr>
            <a:xfrm>
              <a:off x="267072" y="1264740"/>
              <a:ext cx="46202" cy="4201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5" name="asset_3413_21">
              <a:extLst>
                <a:ext uri="{FF2B5EF4-FFF2-40B4-BE49-F238E27FC236}">
                  <a16:creationId xmlns:a16="http://schemas.microsoft.com/office/drawing/2014/main" id="{EA3E067B-C177-40E9-B868-96DA72FA2462}"/>
                </a:ext>
              </a:extLst>
            </p:cNvPr>
            <p:cNvSpPr>
              <a:spLocks noGrp="1"/>
            </p:cNvSpPr>
            <p:nvPr/>
          </p:nvSpPr>
          <p:spPr>
            <a:xfrm>
              <a:off x="226551" y="1251177"/>
              <a:ext cx="47193" cy="429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6" name="asset_3413_22">
              <a:extLst>
                <a:ext uri="{FF2B5EF4-FFF2-40B4-BE49-F238E27FC236}">
                  <a16:creationId xmlns:a16="http://schemas.microsoft.com/office/drawing/2014/main" id="{62CD4B73-490C-49C8-972F-5D2A7F89EAA4}"/>
                </a:ext>
              </a:extLst>
            </p:cNvPr>
            <p:cNvSpPr>
              <a:spLocks noGrp="1"/>
            </p:cNvSpPr>
            <p:nvPr/>
          </p:nvSpPr>
          <p:spPr>
            <a:xfrm>
              <a:off x="284906" y="1314282"/>
              <a:ext cx="39074" cy="355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7" name="asset_3413_23">
              <a:extLst>
                <a:ext uri="{FF2B5EF4-FFF2-40B4-BE49-F238E27FC236}">
                  <a16:creationId xmlns:a16="http://schemas.microsoft.com/office/drawing/2014/main" id="{CC83CBBB-BB9A-4E3A-B648-0D7B0D173AA8}"/>
                </a:ext>
              </a:extLst>
            </p:cNvPr>
            <p:cNvSpPr>
              <a:spLocks noGrp="1"/>
            </p:cNvSpPr>
            <p:nvPr/>
          </p:nvSpPr>
          <p:spPr>
            <a:xfrm>
              <a:off x="305192" y="1231356"/>
              <a:ext cx="50532" cy="459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8" name="asset_3413_24">
              <a:extLst>
                <a:ext uri="{FF2B5EF4-FFF2-40B4-BE49-F238E27FC236}">
                  <a16:creationId xmlns:a16="http://schemas.microsoft.com/office/drawing/2014/main" id="{1C862F0E-B8D6-47EB-A5C9-26FB0F5C95FB}"/>
                </a:ext>
              </a:extLst>
            </p:cNvPr>
            <p:cNvSpPr>
              <a:spLocks noGrp="1"/>
            </p:cNvSpPr>
            <p:nvPr/>
          </p:nvSpPr>
          <p:spPr>
            <a:xfrm>
              <a:off x="246983" y="1227076"/>
              <a:ext cx="44091" cy="400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999" name="asset_3413_25">
              <a:extLst>
                <a:ext uri="{FF2B5EF4-FFF2-40B4-BE49-F238E27FC236}">
                  <a16:creationId xmlns:a16="http://schemas.microsoft.com/office/drawing/2014/main" id="{2B634127-E2CA-4885-8C68-FD9DFA3D2B9B}"/>
                </a:ext>
              </a:extLst>
            </p:cNvPr>
            <p:cNvSpPr>
              <a:spLocks noGrp="1"/>
            </p:cNvSpPr>
            <p:nvPr/>
          </p:nvSpPr>
          <p:spPr>
            <a:xfrm>
              <a:off x="209337" y="1281095"/>
              <a:ext cx="46893" cy="426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0" name="asset_3413_26">
              <a:extLst>
                <a:ext uri="{FF2B5EF4-FFF2-40B4-BE49-F238E27FC236}">
                  <a16:creationId xmlns:a16="http://schemas.microsoft.com/office/drawing/2014/main" id="{B737EFA1-45BC-497D-9D83-EA27D4907370}"/>
                </a:ext>
              </a:extLst>
            </p:cNvPr>
            <p:cNvSpPr>
              <a:spLocks noGrp="1"/>
            </p:cNvSpPr>
            <p:nvPr/>
          </p:nvSpPr>
          <p:spPr>
            <a:xfrm>
              <a:off x="238293" y="1310201"/>
              <a:ext cx="52593" cy="4782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1" name="asset_3413_27">
              <a:extLst>
                <a:ext uri="{FF2B5EF4-FFF2-40B4-BE49-F238E27FC236}">
                  <a16:creationId xmlns:a16="http://schemas.microsoft.com/office/drawing/2014/main" id="{AABD8F56-3222-4408-954B-44AD5B7530F3}"/>
                </a:ext>
              </a:extLst>
            </p:cNvPr>
            <p:cNvSpPr>
              <a:spLocks noGrp="1"/>
            </p:cNvSpPr>
            <p:nvPr/>
          </p:nvSpPr>
          <p:spPr>
            <a:xfrm>
              <a:off x="321398" y="1269254"/>
              <a:ext cx="57856" cy="526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2" name="asset_3413_28">
              <a:extLst>
                <a:ext uri="{FF2B5EF4-FFF2-40B4-BE49-F238E27FC236}">
                  <a16:creationId xmlns:a16="http://schemas.microsoft.com/office/drawing/2014/main" id="{FE43E1AD-24F7-4F43-936C-3CBD5FA219F7}"/>
                </a:ext>
              </a:extLst>
            </p:cNvPr>
            <p:cNvSpPr>
              <a:spLocks noGrp="1"/>
            </p:cNvSpPr>
            <p:nvPr/>
          </p:nvSpPr>
          <p:spPr>
            <a:xfrm>
              <a:off x="253444" y="1258758"/>
              <a:ext cx="45030" cy="40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3" name="asset_3413_29">
              <a:extLst>
                <a:ext uri="{FF2B5EF4-FFF2-40B4-BE49-F238E27FC236}">
                  <a16:creationId xmlns:a16="http://schemas.microsoft.com/office/drawing/2014/main" id="{7854089A-65CC-4E4B-A30C-1294301F41E4}"/>
                </a:ext>
              </a:extLst>
            </p:cNvPr>
            <p:cNvSpPr>
              <a:spLocks noGrp="1"/>
            </p:cNvSpPr>
            <p:nvPr/>
          </p:nvSpPr>
          <p:spPr>
            <a:xfrm>
              <a:off x="219427" y="1238101"/>
              <a:ext cx="52062" cy="4734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4" name="asset_3413_30">
              <a:extLst>
                <a:ext uri="{FF2B5EF4-FFF2-40B4-BE49-F238E27FC236}">
                  <a16:creationId xmlns:a16="http://schemas.microsoft.com/office/drawing/2014/main" id="{DC5C5D5D-CA84-41BD-80D2-0BF0D2D20513}"/>
                </a:ext>
              </a:extLst>
            </p:cNvPr>
            <p:cNvSpPr>
              <a:spLocks noGrp="1"/>
            </p:cNvSpPr>
            <p:nvPr/>
          </p:nvSpPr>
          <p:spPr>
            <a:xfrm>
              <a:off x="229959" y="1318350"/>
              <a:ext cx="35062" cy="3188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5" name="asset_3413_31">
              <a:extLst>
                <a:ext uri="{FF2B5EF4-FFF2-40B4-BE49-F238E27FC236}">
                  <a16:creationId xmlns:a16="http://schemas.microsoft.com/office/drawing/2014/main" id="{A7BE6731-3A2B-4624-80C3-F63921C30278}"/>
                </a:ext>
              </a:extLst>
            </p:cNvPr>
            <p:cNvSpPr>
              <a:spLocks noGrp="1"/>
            </p:cNvSpPr>
            <p:nvPr/>
          </p:nvSpPr>
          <p:spPr>
            <a:xfrm>
              <a:off x="336804" y="1263402"/>
              <a:ext cx="37332" cy="339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6" name="asset_3413_32">
              <a:extLst>
                <a:ext uri="{FF2B5EF4-FFF2-40B4-BE49-F238E27FC236}">
                  <a16:creationId xmlns:a16="http://schemas.microsoft.com/office/drawing/2014/main" id="{AFCF401B-3D66-49BA-ABDE-541239617AA5}"/>
                </a:ext>
              </a:extLst>
            </p:cNvPr>
            <p:cNvSpPr>
              <a:spLocks noGrp="1"/>
            </p:cNvSpPr>
            <p:nvPr/>
          </p:nvSpPr>
          <p:spPr>
            <a:xfrm>
              <a:off x="227834" y="1215344"/>
              <a:ext cx="48136" cy="437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7" name="asset_3413_33">
              <a:extLst>
                <a:ext uri="{FF2B5EF4-FFF2-40B4-BE49-F238E27FC236}">
                  <a16:creationId xmlns:a16="http://schemas.microsoft.com/office/drawing/2014/main" id="{92D301C1-D4D0-49D9-ABED-3FB030ED0E6F}"/>
                </a:ext>
              </a:extLst>
            </p:cNvPr>
            <p:cNvSpPr>
              <a:spLocks noGrp="1"/>
            </p:cNvSpPr>
            <p:nvPr/>
          </p:nvSpPr>
          <p:spPr>
            <a:xfrm>
              <a:off x="228960" y="1264047"/>
              <a:ext cx="55232" cy="5022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8" name="asset_3413_34">
              <a:extLst>
                <a:ext uri="{FF2B5EF4-FFF2-40B4-BE49-F238E27FC236}">
                  <a16:creationId xmlns:a16="http://schemas.microsoft.com/office/drawing/2014/main" id="{DF015140-279E-42F9-B115-F352F2801A81}"/>
                </a:ext>
              </a:extLst>
            </p:cNvPr>
            <p:cNvSpPr>
              <a:spLocks noGrp="1"/>
            </p:cNvSpPr>
            <p:nvPr/>
          </p:nvSpPr>
          <p:spPr>
            <a:xfrm>
              <a:off x="277925" y="1317864"/>
              <a:ext cx="54288" cy="493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09" name="asset_3413_35">
              <a:extLst>
                <a:ext uri="{FF2B5EF4-FFF2-40B4-BE49-F238E27FC236}">
                  <a16:creationId xmlns:a16="http://schemas.microsoft.com/office/drawing/2014/main" id="{EC6011CF-0B37-489D-B1D0-3E82EF45E38A}"/>
                </a:ext>
              </a:extLst>
            </p:cNvPr>
            <p:cNvSpPr>
              <a:spLocks noGrp="1"/>
            </p:cNvSpPr>
            <p:nvPr/>
          </p:nvSpPr>
          <p:spPr>
            <a:xfrm>
              <a:off x="307909" y="1244515"/>
              <a:ext cx="45762" cy="4161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0" name="asset_3413_36">
              <a:extLst>
                <a:ext uri="{FF2B5EF4-FFF2-40B4-BE49-F238E27FC236}">
                  <a16:creationId xmlns:a16="http://schemas.microsoft.com/office/drawing/2014/main" id="{E228F00E-AAEB-4762-B721-362A7ED68F12}"/>
                </a:ext>
              </a:extLst>
            </p:cNvPr>
            <p:cNvSpPr>
              <a:spLocks noGrp="1"/>
            </p:cNvSpPr>
            <p:nvPr/>
          </p:nvSpPr>
          <p:spPr>
            <a:xfrm>
              <a:off x="279466" y="1264065"/>
              <a:ext cx="34731" cy="315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1" name="asset_3413_37">
              <a:extLst>
                <a:ext uri="{FF2B5EF4-FFF2-40B4-BE49-F238E27FC236}">
                  <a16:creationId xmlns:a16="http://schemas.microsoft.com/office/drawing/2014/main" id="{56D2E88C-77C6-4C65-AD82-60595AB343D4}"/>
                </a:ext>
              </a:extLst>
            </p:cNvPr>
            <p:cNvSpPr>
              <a:spLocks noGrp="1"/>
            </p:cNvSpPr>
            <p:nvPr/>
          </p:nvSpPr>
          <p:spPr>
            <a:xfrm>
              <a:off x="224671" y="1263858"/>
              <a:ext cx="39472" cy="358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2" name="asset_3413_38">
              <a:extLst>
                <a:ext uri="{FF2B5EF4-FFF2-40B4-BE49-F238E27FC236}">
                  <a16:creationId xmlns:a16="http://schemas.microsoft.com/office/drawing/2014/main" id="{F61DF0E4-6C52-48CE-B6F6-AA03069E7D99}"/>
                </a:ext>
              </a:extLst>
            </p:cNvPr>
            <p:cNvSpPr>
              <a:spLocks noGrp="1"/>
            </p:cNvSpPr>
            <p:nvPr/>
          </p:nvSpPr>
          <p:spPr>
            <a:xfrm>
              <a:off x="260503" y="1277190"/>
              <a:ext cx="56525" cy="514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3" name="asset_3413_39">
              <a:extLst>
                <a:ext uri="{FF2B5EF4-FFF2-40B4-BE49-F238E27FC236}">
                  <a16:creationId xmlns:a16="http://schemas.microsoft.com/office/drawing/2014/main" id="{06D52969-FDE8-457D-9CCC-F594D4095625}"/>
                </a:ext>
              </a:extLst>
            </p:cNvPr>
            <p:cNvSpPr>
              <a:spLocks noGrp="1"/>
            </p:cNvSpPr>
            <p:nvPr/>
          </p:nvSpPr>
          <p:spPr>
            <a:xfrm>
              <a:off x="279530" y="1219117"/>
              <a:ext cx="49716" cy="4521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4" name="asset_3413_40">
              <a:extLst>
                <a:ext uri="{FF2B5EF4-FFF2-40B4-BE49-F238E27FC236}">
                  <a16:creationId xmlns:a16="http://schemas.microsoft.com/office/drawing/2014/main" id="{03BB2723-84F7-40DD-B621-535E923BAB74}"/>
                </a:ext>
              </a:extLst>
            </p:cNvPr>
            <p:cNvSpPr>
              <a:spLocks noGrp="1"/>
            </p:cNvSpPr>
            <p:nvPr/>
          </p:nvSpPr>
          <p:spPr>
            <a:xfrm>
              <a:off x="261526" y="1246033"/>
              <a:ext cx="40383" cy="3672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5" name="asset_3413_41">
              <a:extLst>
                <a:ext uri="{FF2B5EF4-FFF2-40B4-BE49-F238E27FC236}">
                  <a16:creationId xmlns:a16="http://schemas.microsoft.com/office/drawing/2014/main" id="{C1CDB97A-B0F0-440A-AE2F-8BAA25DD7496}"/>
                </a:ext>
              </a:extLst>
            </p:cNvPr>
            <p:cNvSpPr>
              <a:spLocks noGrp="1"/>
            </p:cNvSpPr>
            <p:nvPr/>
          </p:nvSpPr>
          <p:spPr>
            <a:xfrm>
              <a:off x="237551" y="1272828"/>
              <a:ext cx="39056" cy="355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6" name="asset_3413_42">
              <a:extLst>
                <a:ext uri="{FF2B5EF4-FFF2-40B4-BE49-F238E27FC236}">
                  <a16:creationId xmlns:a16="http://schemas.microsoft.com/office/drawing/2014/main" id="{817B9DD0-9DE1-4A6B-A94B-EFCA0FFE83BD}"/>
                </a:ext>
              </a:extLst>
            </p:cNvPr>
            <p:cNvSpPr>
              <a:spLocks noGrp="1"/>
            </p:cNvSpPr>
            <p:nvPr/>
          </p:nvSpPr>
          <p:spPr>
            <a:xfrm>
              <a:off x="261167" y="1337746"/>
              <a:ext cx="47847" cy="435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7" name="asset_3413_43">
              <a:extLst>
                <a:ext uri="{FF2B5EF4-FFF2-40B4-BE49-F238E27FC236}">
                  <a16:creationId xmlns:a16="http://schemas.microsoft.com/office/drawing/2014/main" id="{7226DCF4-10D9-446B-8040-8BC838958EE7}"/>
                </a:ext>
              </a:extLst>
            </p:cNvPr>
            <p:cNvSpPr>
              <a:spLocks noGrp="1"/>
            </p:cNvSpPr>
            <p:nvPr/>
          </p:nvSpPr>
          <p:spPr>
            <a:xfrm>
              <a:off x="323515" y="1223085"/>
              <a:ext cx="33680" cy="306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8" name="asset_3413_44">
              <a:extLst>
                <a:ext uri="{FF2B5EF4-FFF2-40B4-BE49-F238E27FC236}">
                  <a16:creationId xmlns:a16="http://schemas.microsoft.com/office/drawing/2014/main" id="{567BD552-BACB-452F-BF23-0955FF8C29A0}"/>
                </a:ext>
              </a:extLst>
            </p:cNvPr>
            <p:cNvSpPr>
              <a:spLocks noGrp="1"/>
            </p:cNvSpPr>
            <p:nvPr/>
          </p:nvSpPr>
          <p:spPr>
            <a:xfrm>
              <a:off x="249249" y="1220053"/>
              <a:ext cx="34950" cy="317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19" name="asset_3413_45">
              <a:extLst>
                <a:ext uri="{FF2B5EF4-FFF2-40B4-BE49-F238E27FC236}">
                  <a16:creationId xmlns:a16="http://schemas.microsoft.com/office/drawing/2014/main" id="{CCC6960C-7A6B-4EAB-9AFB-7050002D2926}"/>
                </a:ext>
              </a:extLst>
            </p:cNvPr>
            <p:cNvSpPr>
              <a:spLocks noGrp="1"/>
            </p:cNvSpPr>
            <p:nvPr/>
          </p:nvSpPr>
          <p:spPr>
            <a:xfrm>
              <a:off x="244019" y="1297552"/>
              <a:ext cx="38978" cy="354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0" name="asset_3413_46">
              <a:extLst>
                <a:ext uri="{FF2B5EF4-FFF2-40B4-BE49-F238E27FC236}">
                  <a16:creationId xmlns:a16="http://schemas.microsoft.com/office/drawing/2014/main" id="{B81D4F7C-111F-4018-9256-ED1DA1F9943B}"/>
                </a:ext>
              </a:extLst>
            </p:cNvPr>
            <p:cNvSpPr>
              <a:spLocks noGrp="1"/>
            </p:cNvSpPr>
            <p:nvPr/>
          </p:nvSpPr>
          <p:spPr>
            <a:xfrm>
              <a:off x="298347" y="1306680"/>
              <a:ext cx="47957" cy="436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1" name="asset_3413_47">
              <a:extLst>
                <a:ext uri="{FF2B5EF4-FFF2-40B4-BE49-F238E27FC236}">
                  <a16:creationId xmlns:a16="http://schemas.microsoft.com/office/drawing/2014/main" id="{C29ED04F-9904-45FB-A5FA-0040EA7DBF30}"/>
                </a:ext>
              </a:extLst>
            </p:cNvPr>
            <p:cNvSpPr>
              <a:spLocks noGrp="1"/>
            </p:cNvSpPr>
            <p:nvPr/>
          </p:nvSpPr>
          <p:spPr>
            <a:xfrm>
              <a:off x="304954" y="1280878"/>
              <a:ext cx="35290" cy="320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2" name="asset_3413_48">
              <a:extLst>
                <a:ext uri="{FF2B5EF4-FFF2-40B4-BE49-F238E27FC236}">
                  <a16:creationId xmlns:a16="http://schemas.microsoft.com/office/drawing/2014/main" id="{1FE050AB-AB03-45C6-80A9-E40EE2BAACE7}"/>
                </a:ext>
              </a:extLst>
            </p:cNvPr>
            <p:cNvSpPr>
              <a:spLocks noGrp="1"/>
            </p:cNvSpPr>
            <p:nvPr/>
          </p:nvSpPr>
          <p:spPr>
            <a:xfrm>
              <a:off x="224818" y="1222447"/>
              <a:ext cx="53204" cy="483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3" name="asset_3413_49">
              <a:extLst>
                <a:ext uri="{FF2B5EF4-FFF2-40B4-BE49-F238E27FC236}">
                  <a16:creationId xmlns:a16="http://schemas.microsoft.com/office/drawing/2014/main" id="{8F35C778-4129-448D-987F-47845CA93ADD}"/>
                </a:ext>
              </a:extLst>
            </p:cNvPr>
            <p:cNvSpPr>
              <a:spLocks noGrp="1"/>
            </p:cNvSpPr>
            <p:nvPr/>
          </p:nvSpPr>
          <p:spPr>
            <a:xfrm>
              <a:off x="210135" y="1259740"/>
              <a:ext cx="32927" cy="299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4" name="asset_3413_50">
              <a:extLst>
                <a:ext uri="{FF2B5EF4-FFF2-40B4-BE49-F238E27FC236}">
                  <a16:creationId xmlns:a16="http://schemas.microsoft.com/office/drawing/2014/main" id="{255254BA-4F41-4406-ACD2-12247E025875}"/>
                </a:ext>
              </a:extLst>
            </p:cNvPr>
            <p:cNvSpPr>
              <a:spLocks noGrp="1"/>
            </p:cNvSpPr>
            <p:nvPr/>
          </p:nvSpPr>
          <p:spPr>
            <a:xfrm>
              <a:off x="229140" y="1309742"/>
              <a:ext cx="33276" cy="302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CCAA80">
                    <a:alpha val="80300"/>
                  </a:srgbClr>
                </a:gs>
                <a:gs pos="100000">
                  <a:srgbClr val="CCAA80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25" name="asset_3413_51">
              <a:extLst>
                <a:ext uri="{FF2B5EF4-FFF2-40B4-BE49-F238E27FC236}">
                  <a16:creationId xmlns:a16="http://schemas.microsoft.com/office/drawing/2014/main" id="{F35543E0-FD67-46D2-ADCA-935F934B61B1}"/>
                </a:ext>
              </a:extLst>
            </p:cNvPr>
            <p:cNvSpPr>
              <a:spLocks noGrp="1"/>
            </p:cNvSpPr>
            <p:nvPr/>
          </p:nvSpPr>
          <p:spPr>
            <a:xfrm>
              <a:off x="16092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032">
              <a:solidFill>
                <a:srgbClr val="87ADD3"/>
              </a:solidFill>
            </a:ln>
          </p:spPr>
        </p:sp>
      </p:grpSp>
      <p:grpSp>
        <p:nvGrpSpPr>
          <p:cNvPr id="1026" name="a | density cube M_diff+ | v4 editable"/>
          <p:cNvGrpSpPr/>
          <p:nvPr/>
        </p:nvGrpSpPr>
        <p:grpSpPr>
          <a:xfrm>
            <a:off x="1768581" y="831996"/>
            <a:ext cx="206784" cy="185747"/>
            <a:chOff x="571680" y="1176120"/>
            <a:chExt cx="285840" cy="256320"/>
          </a:xfrm>
        </p:grpSpPr>
        <p:sp>
          <p:nvSpPr>
            <p:cNvPr id="1027" name="asset_3414_0">
              <a:extLst>
                <a:ext uri="{FF2B5EF4-FFF2-40B4-BE49-F238E27FC236}">
                  <a16:creationId xmlns:a16="http://schemas.microsoft.com/office/drawing/2014/main" id="{0B1C736D-2ECC-4FF6-BAD3-A6982D2BC563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176120"/>
              <a:ext cx="285840" cy="43574"/>
            </a:xfrm>
            <a:custGeom>
              <a:avLst/>
              <a:gdLst/>
              <a:ahLst/>
              <a:cxnLst/>
              <a:rect l="0" t="0" r="0" b="0"/>
              <a:pathLst>
                <a:path w="285840" h="43574">
                  <a:moveTo>
                    <a:pt x="0" y="43574"/>
                  </a:moveTo>
                  <a:lnTo>
                    <a:pt x="54310" y="0"/>
                  </a:lnTo>
                  <a:lnTo>
                    <a:pt x="285840" y="0"/>
                  </a:lnTo>
                  <a:lnTo>
                    <a:pt x="231530" y="43574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524">
              <a:solidFill>
                <a:srgbClr val="87ADD3"/>
              </a:solidFill>
            </a:ln>
          </p:spPr>
        </p:sp>
        <p:sp>
          <p:nvSpPr>
            <p:cNvPr id="1028" name="asset_3414_1">
              <a:extLst>
                <a:ext uri="{FF2B5EF4-FFF2-40B4-BE49-F238E27FC236}">
                  <a16:creationId xmlns:a16="http://schemas.microsoft.com/office/drawing/2014/main" id="{937C63FC-43F7-4666-9595-D84081727E04}"/>
                </a:ext>
              </a:extLst>
            </p:cNvPr>
            <p:cNvSpPr>
              <a:spLocks noGrp="1"/>
            </p:cNvSpPr>
            <p:nvPr/>
          </p:nvSpPr>
          <p:spPr>
            <a:xfrm>
              <a:off x="803210" y="1176120"/>
              <a:ext cx="54310" cy="256320"/>
            </a:xfrm>
            <a:custGeom>
              <a:avLst/>
              <a:gdLst/>
              <a:ahLst/>
              <a:cxnLst/>
              <a:rect l="0" t="0" r="0" b="0"/>
              <a:pathLst>
                <a:path w="54310" h="256320">
                  <a:moveTo>
                    <a:pt x="0" y="43574"/>
                  </a:moveTo>
                  <a:lnTo>
                    <a:pt x="54310" y="0"/>
                  </a:lnTo>
                  <a:lnTo>
                    <a:pt x="54310" y="212746"/>
                  </a:lnTo>
                  <a:lnTo>
                    <a:pt x="0" y="2563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1029" name="asset_3414_2">
              <a:extLst>
                <a:ext uri="{FF2B5EF4-FFF2-40B4-BE49-F238E27FC236}">
                  <a16:creationId xmlns:a16="http://schemas.microsoft.com/office/drawing/2014/main" id="{5785940C-F9E4-4269-96C9-5077EB45E45F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524">
              <a:solidFill>
                <a:srgbClr val="87ADD3"/>
              </a:solidFill>
            </a:ln>
          </p:spPr>
        </p:sp>
        <p:sp>
          <p:nvSpPr>
            <p:cNvPr id="1030" name="asset_3414_3">
              <a:extLst>
                <a:ext uri="{FF2B5EF4-FFF2-40B4-BE49-F238E27FC236}">
                  <a16:creationId xmlns:a16="http://schemas.microsoft.com/office/drawing/2014/main" id="{80C086DD-FDCF-435F-AB33-DD14E6F7126A}"/>
                </a:ext>
              </a:extLst>
            </p:cNvPr>
            <p:cNvSpPr>
              <a:spLocks noGrp="1"/>
            </p:cNvSpPr>
            <p:nvPr/>
          </p:nvSpPr>
          <p:spPr>
            <a:xfrm>
              <a:off x="629563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1" name="asset_3414_4">
              <a:extLst>
                <a:ext uri="{FF2B5EF4-FFF2-40B4-BE49-F238E27FC236}">
                  <a16:creationId xmlns:a16="http://schemas.microsoft.com/office/drawing/2014/main" id="{BA402833-278F-4B3A-B975-0B00DFCBFB5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72881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2" name="asset_3414_5">
              <a:extLst>
                <a:ext uri="{FF2B5EF4-FFF2-40B4-BE49-F238E27FC236}">
                  <a16:creationId xmlns:a16="http://schemas.microsoft.com/office/drawing/2014/main" id="{53E5450D-1CC6-47D8-8CC4-DE681D934DFB}"/>
                </a:ext>
              </a:extLst>
            </p:cNvPr>
            <p:cNvSpPr>
              <a:spLocks noGrp="1"/>
            </p:cNvSpPr>
            <p:nvPr/>
          </p:nvSpPr>
          <p:spPr>
            <a:xfrm>
              <a:off x="687445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3" name="asset_3414_6">
              <a:extLst>
                <a:ext uri="{FF2B5EF4-FFF2-40B4-BE49-F238E27FC236}">
                  <a16:creationId xmlns:a16="http://schemas.microsoft.com/office/drawing/2014/main" id="{84D8B9B0-BF12-412D-9DC1-76D461823309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26067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4" name="asset_3414_7">
              <a:extLst>
                <a:ext uri="{FF2B5EF4-FFF2-40B4-BE49-F238E27FC236}">
                  <a16:creationId xmlns:a16="http://schemas.microsoft.com/office/drawing/2014/main" id="{F5E87C95-4FAA-4CC4-B06C-2C1B13222B8D}"/>
                </a:ext>
              </a:extLst>
            </p:cNvPr>
            <p:cNvSpPr>
              <a:spLocks noGrp="1"/>
            </p:cNvSpPr>
            <p:nvPr/>
          </p:nvSpPr>
          <p:spPr>
            <a:xfrm>
              <a:off x="745328" y="1219694"/>
              <a:ext cx="4" cy="212746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5" name="asset_3414_8">
              <a:extLst>
                <a:ext uri="{FF2B5EF4-FFF2-40B4-BE49-F238E27FC236}">
                  <a16:creationId xmlns:a16="http://schemas.microsoft.com/office/drawing/2014/main" id="{D08479BC-AC81-4222-AD60-10DBEF7A6E9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379254"/>
              <a:ext cx="231530" cy="4"/>
            </a:xfrm>
            <a:prstGeom prst="line">
              <a:avLst/>
            </a:prstGeom>
            <a:noFill/>
            <a:ln w="1118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036" name="asset_3414_9">
              <a:extLst>
                <a:ext uri="{FF2B5EF4-FFF2-40B4-BE49-F238E27FC236}">
                  <a16:creationId xmlns:a16="http://schemas.microsoft.com/office/drawing/2014/main" id="{9D1314A8-F0C1-4248-AC24-68B954199852}"/>
                </a:ext>
              </a:extLst>
            </p:cNvPr>
            <p:cNvSpPr>
              <a:spLocks noGrp="1"/>
            </p:cNvSpPr>
            <p:nvPr/>
          </p:nvSpPr>
          <p:spPr>
            <a:xfrm>
              <a:off x="616875" y="1258769"/>
              <a:ext cx="112292" cy="10211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0B9AB">
                    <a:alpha val="66000"/>
                  </a:srgbClr>
                </a:gs>
                <a:gs pos="100000">
                  <a:srgbClr val="80B9AB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7" name="asset_3414_10">
              <a:extLst>
                <a:ext uri="{FF2B5EF4-FFF2-40B4-BE49-F238E27FC236}">
                  <a16:creationId xmlns:a16="http://schemas.microsoft.com/office/drawing/2014/main" id="{FBD57600-7CEB-4CDD-B521-28A30AEDE2F9}"/>
                </a:ext>
              </a:extLst>
            </p:cNvPr>
            <p:cNvSpPr>
              <a:spLocks noGrp="1"/>
            </p:cNvSpPr>
            <p:nvPr/>
          </p:nvSpPr>
          <p:spPr>
            <a:xfrm>
              <a:off x="684250" y="1238345"/>
              <a:ext cx="85342" cy="77610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0B9AB">
                    <a:alpha val="66000"/>
                  </a:srgbClr>
                </a:gs>
                <a:gs pos="100000">
                  <a:srgbClr val="80B9AB">
                    <a:alpha val="38500"/>
                  </a:srgbClr>
                </a:gs>
              </a:gsLst>
              <a:lin ang="84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8" name="asset_3414_11">
              <a:extLst>
                <a:ext uri="{FF2B5EF4-FFF2-40B4-BE49-F238E27FC236}">
                  <a16:creationId xmlns:a16="http://schemas.microsoft.com/office/drawing/2014/main" id="{06A81D27-2E50-407A-B9C6-83571CA9EC3D}"/>
                </a:ext>
              </a:extLst>
            </p:cNvPr>
            <p:cNvSpPr>
              <a:spLocks noGrp="1"/>
            </p:cNvSpPr>
            <p:nvPr/>
          </p:nvSpPr>
          <p:spPr>
            <a:xfrm>
              <a:off x="678946" y="1299635"/>
              <a:ext cx="53300" cy="484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39" name="asset_3414_12">
              <a:extLst>
                <a:ext uri="{FF2B5EF4-FFF2-40B4-BE49-F238E27FC236}">
                  <a16:creationId xmlns:a16="http://schemas.microsoft.com/office/drawing/2014/main" id="{809A5CEF-FA0A-42B3-90E8-473862C093B2}"/>
                </a:ext>
              </a:extLst>
            </p:cNvPr>
            <p:cNvSpPr>
              <a:spLocks noGrp="1"/>
            </p:cNvSpPr>
            <p:nvPr/>
          </p:nvSpPr>
          <p:spPr>
            <a:xfrm>
              <a:off x="700621" y="1238569"/>
              <a:ext cx="55136" cy="5014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0" name="asset_3414_13">
              <a:extLst>
                <a:ext uri="{FF2B5EF4-FFF2-40B4-BE49-F238E27FC236}">
                  <a16:creationId xmlns:a16="http://schemas.microsoft.com/office/drawing/2014/main" id="{0C482ECC-BBAB-4A4B-8A34-95C337092651}"/>
                </a:ext>
              </a:extLst>
            </p:cNvPr>
            <p:cNvSpPr>
              <a:spLocks noGrp="1"/>
            </p:cNvSpPr>
            <p:nvPr/>
          </p:nvSpPr>
          <p:spPr>
            <a:xfrm>
              <a:off x="662074" y="1316337"/>
              <a:ext cx="54027" cy="491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1" name="asset_3414_14">
              <a:extLst>
                <a:ext uri="{FF2B5EF4-FFF2-40B4-BE49-F238E27FC236}">
                  <a16:creationId xmlns:a16="http://schemas.microsoft.com/office/drawing/2014/main" id="{4E7EE424-3E1B-4E93-B011-39A4207D8743}"/>
                </a:ext>
              </a:extLst>
            </p:cNvPr>
            <p:cNvSpPr>
              <a:spLocks noGrp="1"/>
            </p:cNvSpPr>
            <p:nvPr/>
          </p:nvSpPr>
          <p:spPr>
            <a:xfrm>
              <a:off x="737584" y="1261375"/>
              <a:ext cx="39022" cy="354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2" name="asset_3414_15">
              <a:extLst>
                <a:ext uri="{FF2B5EF4-FFF2-40B4-BE49-F238E27FC236}">
                  <a16:creationId xmlns:a16="http://schemas.microsoft.com/office/drawing/2014/main" id="{81DAD5AA-6CFF-4628-999B-466589AE1FC4}"/>
                </a:ext>
              </a:extLst>
            </p:cNvPr>
            <p:cNvSpPr>
              <a:spLocks noGrp="1"/>
            </p:cNvSpPr>
            <p:nvPr/>
          </p:nvSpPr>
          <p:spPr>
            <a:xfrm>
              <a:off x="656636" y="1308255"/>
              <a:ext cx="50230" cy="456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3" name="asset_3414_16">
              <a:extLst>
                <a:ext uri="{FF2B5EF4-FFF2-40B4-BE49-F238E27FC236}">
                  <a16:creationId xmlns:a16="http://schemas.microsoft.com/office/drawing/2014/main" id="{1B877CEC-535D-474C-B379-02C04636DC12}"/>
                </a:ext>
              </a:extLst>
            </p:cNvPr>
            <p:cNvSpPr>
              <a:spLocks noGrp="1"/>
            </p:cNvSpPr>
            <p:nvPr/>
          </p:nvSpPr>
          <p:spPr>
            <a:xfrm>
              <a:off x="716677" y="1230022"/>
              <a:ext cx="52846" cy="480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4" name="asset_3414_17">
              <a:extLst>
                <a:ext uri="{FF2B5EF4-FFF2-40B4-BE49-F238E27FC236}">
                  <a16:creationId xmlns:a16="http://schemas.microsoft.com/office/drawing/2014/main" id="{8128A240-90A3-46BF-A78C-C76D0051DE52}"/>
                </a:ext>
              </a:extLst>
            </p:cNvPr>
            <p:cNvSpPr>
              <a:spLocks noGrp="1"/>
            </p:cNvSpPr>
            <p:nvPr/>
          </p:nvSpPr>
          <p:spPr>
            <a:xfrm>
              <a:off x="622107" y="1288759"/>
              <a:ext cx="53269" cy="484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5" name="asset_3414_18">
              <a:extLst>
                <a:ext uri="{FF2B5EF4-FFF2-40B4-BE49-F238E27FC236}">
                  <a16:creationId xmlns:a16="http://schemas.microsoft.com/office/drawing/2014/main" id="{122B2273-9058-4ABE-B3A8-51E42B5ED5D7}"/>
                </a:ext>
              </a:extLst>
            </p:cNvPr>
            <p:cNvSpPr>
              <a:spLocks noGrp="1"/>
            </p:cNvSpPr>
            <p:nvPr/>
          </p:nvSpPr>
          <p:spPr>
            <a:xfrm>
              <a:off x="685531" y="1258088"/>
              <a:ext cx="57722" cy="524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6" name="asset_3414_19">
              <a:extLst>
                <a:ext uri="{FF2B5EF4-FFF2-40B4-BE49-F238E27FC236}">
                  <a16:creationId xmlns:a16="http://schemas.microsoft.com/office/drawing/2014/main" id="{E425EAEA-7675-414A-A10F-CBE40A030BA6}"/>
                </a:ext>
              </a:extLst>
            </p:cNvPr>
            <p:cNvSpPr>
              <a:spLocks noGrp="1"/>
            </p:cNvSpPr>
            <p:nvPr/>
          </p:nvSpPr>
          <p:spPr>
            <a:xfrm>
              <a:off x="634616" y="1285206"/>
              <a:ext cx="35782" cy="325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7" name="asset_3414_20">
              <a:extLst>
                <a:ext uri="{FF2B5EF4-FFF2-40B4-BE49-F238E27FC236}">
                  <a16:creationId xmlns:a16="http://schemas.microsoft.com/office/drawing/2014/main" id="{2684F19C-499A-4C22-A888-11B52D688E2A}"/>
                </a:ext>
              </a:extLst>
            </p:cNvPr>
            <p:cNvSpPr>
              <a:spLocks noGrp="1"/>
            </p:cNvSpPr>
            <p:nvPr/>
          </p:nvSpPr>
          <p:spPr>
            <a:xfrm>
              <a:off x="703132" y="1235535"/>
              <a:ext cx="50484" cy="459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8" name="asset_3414_21">
              <a:extLst>
                <a:ext uri="{FF2B5EF4-FFF2-40B4-BE49-F238E27FC236}">
                  <a16:creationId xmlns:a16="http://schemas.microsoft.com/office/drawing/2014/main" id="{64FCBEBD-D0A5-457E-BC62-8AC6B45991E0}"/>
                </a:ext>
              </a:extLst>
            </p:cNvPr>
            <p:cNvSpPr>
              <a:spLocks noGrp="1"/>
            </p:cNvSpPr>
            <p:nvPr/>
          </p:nvSpPr>
          <p:spPr>
            <a:xfrm>
              <a:off x="666247" y="1263146"/>
              <a:ext cx="46316" cy="421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49" name="asset_3414_22">
              <a:extLst>
                <a:ext uri="{FF2B5EF4-FFF2-40B4-BE49-F238E27FC236}">
                  <a16:creationId xmlns:a16="http://schemas.microsoft.com/office/drawing/2014/main" id="{1C090870-6508-4320-B574-C8B0F9A29602}"/>
                </a:ext>
              </a:extLst>
            </p:cNvPr>
            <p:cNvSpPr>
              <a:spLocks noGrp="1"/>
            </p:cNvSpPr>
            <p:nvPr/>
          </p:nvSpPr>
          <p:spPr>
            <a:xfrm>
              <a:off x="689187" y="1226321"/>
              <a:ext cx="52069" cy="473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0" name="asset_3414_23">
              <a:extLst>
                <a:ext uri="{FF2B5EF4-FFF2-40B4-BE49-F238E27FC236}">
                  <a16:creationId xmlns:a16="http://schemas.microsoft.com/office/drawing/2014/main" id="{D4A273CD-A67B-4AB4-8C24-44D617B03ADB}"/>
                </a:ext>
              </a:extLst>
            </p:cNvPr>
            <p:cNvSpPr>
              <a:spLocks noGrp="1"/>
            </p:cNvSpPr>
            <p:nvPr/>
          </p:nvSpPr>
          <p:spPr>
            <a:xfrm>
              <a:off x="676298" y="1262293"/>
              <a:ext cx="35211" cy="320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1" name="asset_3414_24">
              <a:extLst>
                <a:ext uri="{FF2B5EF4-FFF2-40B4-BE49-F238E27FC236}">
                  <a16:creationId xmlns:a16="http://schemas.microsoft.com/office/drawing/2014/main" id="{64CEB8A3-E33F-4E98-BF1A-44F2D75F553F}"/>
                </a:ext>
              </a:extLst>
            </p:cNvPr>
            <p:cNvSpPr>
              <a:spLocks noGrp="1"/>
            </p:cNvSpPr>
            <p:nvPr/>
          </p:nvSpPr>
          <p:spPr>
            <a:xfrm>
              <a:off x="710574" y="1241974"/>
              <a:ext cx="51181" cy="465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2" name="asset_3414_25">
              <a:extLst>
                <a:ext uri="{FF2B5EF4-FFF2-40B4-BE49-F238E27FC236}">
                  <a16:creationId xmlns:a16="http://schemas.microsoft.com/office/drawing/2014/main" id="{5386ECE5-8A1C-404C-B478-E19B36FBEAC7}"/>
                </a:ext>
              </a:extLst>
            </p:cNvPr>
            <p:cNvSpPr>
              <a:spLocks noGrp="1"/>
            </p:cNvSpPr>
            <p:nvPr/>
          </p:nvSpPr>
          <p:spPr>
            <a:xfrm>
              <a:off x="619016" y="1306465"/>
              <a:ext cx="39781" cy="3617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3" name="asset_3414_26">
              <a:extLst>
                <a:ext uri="{FF2B5EF4-FFF2-40B4-BE49-F238E27FC236}">
                  <a16:creationId xmlns:a16="http://schemas.microsoft.com/office/drawing/2014/main" id="{F460EC0E-6F95-49C0-A583-FDA95C52C1FD}"/>
                </a:ext>
              </a:extLst>
            </p:cNvPr>
            <p:cNvSpPr>
              <a:spLocks noGrp="1"/>
            </p:cNvSpPr>
            <p:nvPr/>
          </p:nvSpPr>
          <p:spPr>
            <a:xfrm>
              <a:off x="706703" y="1270194"/>
              <a:ext cx="56453" cy="513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4" name="asset_3414_27">
              <a:extLst>
                <a:ext uri="{FF2B5EF4-FFF2-40B4-BE49-F238E27FC236}">
                  <a16:creationId xmlns:a16="http://schemas.microsoft.com/office/drawing/2014/main" id="{4784AB20-9599-4491-A24C-F7E26224CAF7}"/>
                </a:ext>
              </a:extLst>
            </p:cNvPr>
            <p:cNvSpPr>
              <a:spLocks noGrp="1"/>
            </p:cNvSpPr>
            <p:nvPr/>
          </p:nvSpPr>
          <p:spPr>
            <a:xfrm>
              <a:off x="627026" y="1309936"/>
              <a:ext cx="50049" cy="455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5" name="asset_3414_28">
              <a:extLst>
                <a:ext uri="{FF2B5EF4-FFF2-40B4-BE49-F238E27FC236}">
                  <a16:creationId xmlns:a16="http://schemas.microsoft.com/office/drawing/2014/main" id="{B0141F24-EF7E-475F-8F17-4AAC2F76A97C}"/>
                </a:ext>
              </a:extLst>
            </p:cNvPr>
            <p:cNvSpPr>
              <a:spLocks noGrp="1"/>
            </p:cNvSpPr>
            <p:nvPr/>
          </p:nvSpPr>
          <p:spPr>
            <a:xfrm>
              <a:off x="674741" y="1262956"/>
              <a:ext cx="41261" cy="375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6" name="asset_3414_29">
              <a:extLst>
                <a:ext uri="{FF2B5EF4-FFF2-40B4-BE49-F238E27FC236}">
                  <a16:creationId xmlns:a16="http://schemas.microsoft.com/office/drawing/2014/main" id="{4C5F5EFD-4C17-4423-B012-93E75D5453F4}"/>
                </a:ext>
              </a:extLst>
            </p:cNvPr>
            <p:cNvSpPr>
              <a:spLocks noGrp="1"/>
            </p:cNvSpPr>
            <p:nvPr/>
          </p:nvSpPr>
          <p:spPr>
            <a:xfrm>
              <a:off x="636012" y="1288141"/>
              <a:ext cx="36386" cy="330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7" name="asset_3414_30">
              <a:extLst>
                <a:ext uri="{FF2B5EF4-FFF2-40B4-BE49-F238E27FC236}">
                  <a16:creationId xmlns:a16="http://schemas.microsoft.com/office/drawing/2014/main" id="{E2F57756-70E7-4B2F-BDED-B0D54716DD7F}"/>
                </a:ext>
              </a:extLst>
            </p:cNvPr>
            <p:cNvSpPr>
              <a:spLocks noGrp="1"/>
            </p:cNvSpPr>
            <p:nvPr/>
          </p:nvSpPr>
          <p:spPr>
            <a:xfrm>
              <a:off x="688535" y="1252755"/>
              <a:ext cx="51756" cy="470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8" name="asset_3414_31">
              <a:extLst>
                <a:ext uri="{FF2B5EF4-FFF2-40B4-BE49-F238E27FC236}">
                  <a16:creationId xmlns:a16="http://schemas.microsoft.com/office/drawing/2014/main" id="{8B97F052-B900-4708-9C33-AB607138C8AA}"/>
                </a:ext>
              </a:extLst>
            </p:cNvPr>
            <p:cNvSpPr>
              <a:spLocks noGrp="1"/>
            </p:cNvSpPr>
            <p:nvPr/>
          </p:nvSpPr>
          <p:spPr>
            <a:xfrm>
              <a:off x="634940" y="1309328"/>
              <a:ext cx="44426" cy="404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59" name="asset_3414_32">
              <a:extLst>
                <a:ext uri="{FF2B5EF4-FFF2-40B4-BE49-F238E27FC236}">
                  <a16:creationId xmlns:a16="http://schemas.microsoft.com/office/drawing/2014/main" id="{F2837722-431E-4068-AE8F-A39C840C724E}"/>
                </a:ext>
              </a:extLst>
            </p:cNvPr>
            <p:cNvSpPr>
              <a:spLocks noGrp="1"/>
            </p:cNvSpPr>
            <p:nvPr/>
          </p:nvSpPr>
          <p:spPr>
            <a:xfrm>
              <a:off x="680434" y="1233643"/>
              <a:ext cx="57438" cy="522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0" name="asset_3414_33">
              <a:extLst>
                <a:ext uri="{FF2B5EF4-FFF2-40B4-BE49-F238E27FC236}">
                  <a16:creationId xmlns:a16="http://schemas.microsoft.com/office/drawing/2014/main" id="{9BC3D3D1-6449-4767-A341-1B634860603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324386"/>
              <a:ext cx="47829" cy="4349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1" name="asset_3414_34">
              <a:extLst>
                <a:ext uri="{FF2B5EF4-FFF2-40B4-BE49-F238E27FC236}">
                  <a16:creationId xmlns:a16="http://schemas.microsoft.com/office/drawing/2014/main" id="{07E297E9-4FFE-4371-81E6-DAFC09FCB519}"/>
                </a:ext>
              </a:extLst>
            </p:cNvPr>
            <p:cNvSpPr>
              <a:spLocks noGrp="1"/>
            </p:cNvSpPr>
            <p:nvPr/>
          </p:nvSpPr>
          <p:spPr>
            <a:xfrm>
              <a:off x="688662" y="1241315"/>
              <a:ext cx="32402" cy="294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2" name="asset_3414_35">
              <a:extLst>
                <a:ext uri="{FF2B5EF4-FFF2-40B4-BE49-F238E27FC236}">
                  <a16:creationId xmlns:a16="http://schemas.microsoft.com/office/drawing/2014/main" id="{88D10FFB-7A60-403A-B35B-F1BD46C1B107}"/>
                </a:ext>
              </a:extLst>
            </p:cNvPr>
            <p:cNvSpPr>
              <a:spLocks noGrp="1"/>
            </p:cNvSpPr>
            <p:nvPr/>
          </p:nvSpPr>
          <p:spPr>
            <a:xfrm>
              <a:off x="648667" y="1308715"/>
              <a:ext cx="50913" cy="4630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3" name="asset_3414_36">
              <a:extLst>
                <a:ext uri="{FF2B5EF4-FFF2-40B4-BE49-F238E27FC236}">
                  <a16:creationId xmlns:a16="http://schemas.microsoft.com/office/drawing/2014/main" id="{7DE917BC-B1BA-46E4-8DD6-E69FF173F5AE}"/>
                </a:ext>
              </a:extLst>
            </p:cNvPr>
            <p:cNvSpPr>
              <a:spLocks noGrp="1"/>
            </p:cNvSpPr>
            <p:nvPr/>
          </p:nvSpPr>
          <p:spPr>
            <a:xfrm>
              <a:off x="687101" y="1240408"/>
              <a:ext cx="45173" cy="410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4" name="asset_3414_37">
              <a:extLst>
                <a:ext uri="{FF2B5EF4-FFF2-40B4-BE49-F238E27FC236}">
                  <a16:creationId xmlns:a16="http://schemas.microsoft.com/office/drawing/2014/main" id="{DE41F767-04AD-4FDC-8627-0D49489DBB3B}"/>
                </a:ext>
              </a:extLst>
            </p:cNvPr>
            <p:cNvSpPr>
              <a:spLocks noGrp="1"/>
            </p:cNvSpPr>
            <p:nvPr/>
          </p:nvSpPr>
          <p:spPr>
            <a:xfrm>
              <a:off x="676719" y="1270681"/>
              <a:ext cx="50933" cy="463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5" name="asset_3414_38">
              <a:extLst>
                <a:ext uri="{FF2B5EF4-FFF2-40B4-BE49-F238E27FC236}">
                  <a16:creationId xmlns:a16="http://schemas.microsoft.com/office/drawing/2014/main" id="{1EE5BCC9-6CF9-46C2-8C12-19163950CEE6}"/>
                </a:ext>
              </a:extLst>
            </p:cNvPr>
            <p:cNvSpPr>
              <a:spLocks noGrp="1"/>
            </p:cNvSpPr>
            <p:nvPr/>
          </p:nvSpPr>
          <p:spPr>
            <a:xfrm>
              <a:off x="723506" y="1279525"/>
              <a:ext cx="44591" cy="405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6" name="asset_3414_39">
              <a:extLst>
                <a:ext uri="{FF2B5EF4-FFF2-40B4-BE49-F238E27FC236}">
                  <a16:creationId xmlns:a16="http://schemas.microsoft.com/office/drawing/2014/main" id="{056EA8C4-A1AC-4628-9891-2468A722D09E}"/>
                </a:ext>
              </a:extLst>
            </p:cNvPr>
            <p:cNvSpPr>
              <a:spLocks noGrp="1"/>
            </p:cNvSpPr>
            <p:nvPr/>
          </p:nvSpPr>
          <p:spPr>
            <a:xfrm>
              <a:off x="635195" y="1260047"/>
              <a:ext cx="38357" cy="348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7" name="asset_3414_40">
              <a:extLst>
                <a:ext uri="{FF2B5EF4-FFF2-40B4-BE49-F238E27FC236}">
                  <a16:creationId xmlns:a16="http://schemas.microsoft.com/office/drawing/2014/main" id="{17594FFA-9A42-4770-92A6-4D14A035CA84}"/>
                </a:ext>
              </a:extLst>
            </p:cNvPr>
            <p:cNvSpPr>
              <a:spLocks noGrp="1"/>
            </p:cNvSpPr>
            <p:nvPr/>
          </p:nvSpPr>
          <p:spPr>
            <a:xfrm>
              <a:off x="685263" y="1261814"/>
              <a:ext cx="31619" cy="287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8" name="asset_3414_41">
              <a:extLst>
                <a:ext uri="{FF2B5EF4-FFF2-40B4-BE49-F238E27FC236}">
                  <a16:creationId xmlns:a16="http://schemas.microsoft.com/office/drawing/2014/main" id="{8276C0C2-C7BB-450F-86C5-B9D37ED5AB5C}"/>
                </a:ext>
              </a:extLst>
            </p:cNvPr>
            <p:cNvSpPr>
              <a:spLocks noGrp="1"/>
            </p:cNvSpPr>
            <p:nvPr/>
          </p:nvSpPr>
          <p:spPr>
            <a:xfrm>
              <a:off x="660523" y="1252251"/>
              <a:ext cx="45000" cy="409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69" name="asset_3414_42">
              <a:extLst>
                <a:ext uri="{FF2B5EF4-FFF2-40B4-BE49-F238E27FC236}">
                  <a16:creationId xmlns:a16="http://schemas.microsoft.com/office/drawing/2014/main" id="{A55BB714-2884-463A-9598-4F70B5A9959E}"/>
                </a:ext>
              </a:extLst>
            </p:cNvPr>
            <p:cNvSpPr>
              <a:spLocks noGrp="1"/>
            </p:cNvSpPr>
            <p:nvPr/>
          </p:nvSpPr>
          <p:spPr>
            <a:xfrm>
              <a:off x="719742" y="1250776"/>
              <a:ext cx="35274" cy="320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0" name="asset_3414_43">
              <a:extLst>
                <a:ext uri="{FF2B5EF4-FFF2-40B4-BE49-F238E27FC236}">
                  <a16:creationId xmlns:a16="http://schemas.microsoft.com/office/drawing/2014/main" id="{1577A076-E83F-4AE6-A429-4064DFBF3F2C}"/>
                </a:ext>
              </a:extLst>
            </p:cNvPr>
            <p:cNvSpPr>
              <a:spLocks noGrp="1"/>
            </p:cNvSpPr>
            <p:nvPr/>
          </p:nvSpPr>
          <p:spPr>
            <a:xfrm>
              <a:off x="624669" y="1254992"/>
              <a:ext cx="53358" cy="4852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1" name="asset_3414_44">
              <a:extLst>
                <a:ext uri="{FF2B5EF4-FFF2-40B4-BE49-F238E27FC236}">
                  <a16:creationId xmlns:a16="http://schemas.microsoft.com/office/drawing/2014/main" id="{54565839-792C-499C-ADBC-0B0D78F3DCCD}"/>
                </a:ext>
              </a:extLst>
            </p:cNvPr>
            <p:cNvSpPr>
              <a:spLocks noGrp="1"/>
            </p:cNvSpPr>
            <p:nvPr/>
          </p:nvSpPr>
          <p:spPr>
            <a:xfrm>
              <a:off x="727377" y="1252247"/>
              <a:ext cx="38355" cy="348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2" name="asset_3414_45">
              <a:extLst>
                <a:ext uri="{FF2B5EF4-FFF2-40B4-BE49-F238E27FC236}">
                  <a16:creationId xmlns:a16="http://schemas.microsoft.com/office/drawing/2014/main" id="{6A2D75D1-E2EF-4258-9784-BDA27760D4D9}"/>
                </a:ext>
              </a:extLst>
            </p:cNvPr>
            <p:cNvSpPr>
              <a:spLocks noGrp="1"/>
            </p:cNvSpPr>
            <p:nvPr/>
          </p:nvSpPr>
          <p:spPr>
            <a:xfrm>
              <a:off x="653070" y="1275686"/>
              <a:ext cx="51588" cy="469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3" name="asset_3414_46">
              <a:extLst>
                <a:ext uri="{FF2B5EF4-FFF2-40B4-BE49-F238E27FC236}">
                  <a16:creationId xmlns:a16="http://schemas.microsoft.com/office/drawing/2014/main" id="{97F8D23C-3534-42F5-B014-9B650223E4F0}"/>
                </a:ext>
              </a:extLst>
            </p:cNvPr>
            <p:cNvSpPr>
              <a:spLocks noGrp="1"/>
            </p:cNvSpPr>
            <p:nvPr/>
          </p:nvSpPr>
          <p:spPr>
            <a:xfrm>
              <a:off x="730286" y="1275274"/>
              <a:ext cx="31926" cy="290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4" name="asset_3414_47">
              <a:extLst>
                <a:ext uri="{FF2B5EF4-FFF2-40B4-BE49-F238E27FC236}">
                  <a16:creationId xmlns:a16="http://schemas.microsoft.com/office/drawing/2014/main" id="{CD3EC0C3-A769-4B52-86EB-0D88AC932FC2}"/>
                </a:ext>
              </a:extLst>
            </p:cNvPr>
            <p:cNvSpPr>
              <a:spLocks noGrp="1"/>
            </p:cNvSpPr>
            <p:nvPr/>
          </p:nvSpPr>
          <p:spPr>
            <a:xfrm>
              <a:off x="666294" y="1264679"/>
              <a:ext cx="48789" cy="443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5" name="asset_3414_48">
              <a:extLst>
                <a:ext uri="{FF2B5EF4-FFF2-40B4-BE49-F238E27FC236}">
                  <a16:creationId xmlns:a16="http://schemas.microsoft.com/office/drawing/2014/main" id="{1D74C523-9C10-49CD-B66D-61B22AE36B7D}"/>
                </a:ext>
              </a:extLst>
            </p:cNvPr>
            <p:cNvSpPr>
              <a:spLocks noGrp="1"/>
            </p:cNvSpPr>
            <p:nvPr/>
          </p:nvSpPr>
          <p:spPr>
            <a:xfrm>
              <a:off x="693567" y="1244208"/>
              <a:ext cx="55201" cy="501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0B9AB">
                    <a:alpha val="80300"/>
                  </a:srgbClr>
                </a:gs>
                <a:gs pos="100000">
                  <a:srgbClr val="80B9AB">
                    <a:alpha val="46200"/>
                  </a:srgbClr>
                </a:gs>
              </a:gsLst>
              <a:lin ang="7500000"/>
            </a:gradFill>
            <a:ln w="2391">
              <a:noFill/>
            </a:ln>
            <a:effectLst>
              <a:softEdge rad="4320"/>
            </a:effectLst>
          </p:spPr>
        </p:sp>
        <p:sp>
          <p:nvSpPr>
            <p:cNvPr id="1076" name="asset_3414_49">
              <a:extLst>
                <a:ext uri="{FF2B5EF4-FFF2-40B4-BE49-F238E27FC236}">
                  <a16:creationId xmlns:a16="http://schemas.microsoft.com/office/drawing/2014/main" id="{F5FCFBDF-DCE9-4A66-9D9C-4938A49D6ECD}"/>
                </a:ext>
              </a:extLst>
            </p:cNvPr>
            <p:cNvSpPr>
              <a:spLocks noGrp="1"/>
            </p:cNvSpPr>
            <p:nvPr/>
          </p:nvSpPr>
          <p:spPr>
            <a:xfrm>
              <a:off x="571680" y="1219694"/>
              <a:ext cx="231530" cy="212746"/>
            </a:xfrm>
            <a:custGeom>
              <a:avLst/>
              <a:gdLst/>
              <a:ahLst/>
              <a:cxnLst/>
              <a:rect l="0" t="0" r="0" b="0"/>
              <a:pathLst>
                <a:path w="231530" h="212746">
                  <a:moveTo>
                    <a:pt x="0" y="0"/>
                  </a:moveTo>
                  <a:lnTo>
                    <a:pt x="231530" y="0"/>
                  </a:lnTo>
                  <a:lnTo>
                    <a:pt x="231530" y="212746"/>
                  </a:lnTo>
                  <a:lnTo>
                    <a:pt x="0" y="212746"/>
                  </a:lnTo>
                  <a:close/>
                </a:path>
              </a:pathLst>
            </a:custGeom>
            <a:noFill/>
            <a:ln w="2391">
              <a:solidFill>
                <a:srgbClr val="8AB3D9"/>
              </a:solidFill>
            </a:ln>
          </p:spPr>
        </p:sp>
      </p:grpSp>
      <p:grpSp>
        <p:nvGrpSpPr>
          <p:cNvPr id="1077" name="a | Raw distribution">
            <a:extLst>
              <a:ext uri="{FF2B5EF4-FFF2-40B4-BE49-F238E27FC236}">
                <a16:creationId xmlns:a16="http://schemas.microsoft.com/office/drawing/2014/main" id="{1AE5A644-F695-2A8F-9C56-628B233FF041}"/>
              </a:ext>
            </a:extLst>
          </p:cNvPr>
          <p:cNvGrpSpPr/>
          <p:nvPr/>
        </p:nvGrpSpPr>
        <p:grpSpPr>
          <a:xfrm>
            <a:off x="1476870" y="1592780"/>
            <a:ext cx="201031" cy="116005"/>
            <a:chOff x="165240" y="2224800"/>
            <a:chExt cx="280800" cy="162036"/>
          </a:xfrm>
        </p:grpSpPr>
        <p:sp>
          <p:nvSpPr>
            <p:cNvPr id="1078" name="part_3415_0">
              <a:extLst>
                <a:ext uri="{FF2B5EF4-FFF2-40B4-BE49-F238E27FC236}">
                  <a16:creationId xmlns:a16="http://schemas.microsoft.com/office/drawing/2014/main" id="{72FB2CC3-0E40-CD97-0E9F-6D5B0730CDAD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2000"/>
            </a:xfrm>
            <a:custGeom>
              <a:avLst/>
              <a:gdLst/>
              <a:ahLst/>
              <a:cxnLst/>
              <a:rect l="0" t="0" r="0" b="0"/>
              <a:pathLst>
                <a:path w="262800" h="162000">
                  <a:moveTo>
                    <a:pt x="0" y="162000"/>
                  </a:moveTo>
                  <a:lnTo>
                    <a:pt x="0" y="161032"/>
                  </a:ln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  <a:lnTo>
                    <a:pt x="262800" y="162000"/>
                  </a:lnTo>
                  <a:close/>
                </a:path>
              </a:pathLst>
            </a:custGeom>
            <a:solidFill>
              <a:srgbClr val="DCE8FA">
                <a:alpha val="80000"/>
              </a:srgbClr>
            </a:solidFill>
            <a:ln w="0">
              <a:noFill/>
            </a:ln>
          </p:spPr>
        </p:sp>
        <p:sp>
          <p:nvSpPr>
            <p:cNvPr id="1079" name="part_3415_1">
              <a:extLst>
                <a:ext uri="{FF2B5EF4-FFF2-40B4-BE49-F238E27FC236}">
                  <a16:creationId xmlns:a16="http://schemas.microsoft.com/office/drawing/2014/main" id="{119F2FBA-CDFB-8696-18C3-F6D4EB563784}"/>
                </a:ext>
              </a:extLst>
            </p:cNvPr>
            <p:cNvSpPr>
              <a:spLocks/>
            </p:cNvSpPr>
            <p:nvPr/>
          </p:nvSpPr>
          <p:spPr>
            <a:xfrm>
              <a:off x="174240" y="2224800"/>
              <a:ext cx="262800" cy="161032"/>
            </a:xfrm>
            <a:custGeom>
              <a:avLst/>
              <a:gdLst/>
              <a:ahLst/>
              <a:cxnLst/>
              <a:rect l="0" t="0" r="0" b="0"/>
              <a:pathLst>
                <a:path w="262800" h="161032">
                  <a:moveTo>
                    <a:pt x="0" y="161032"/>
                  </a:moveTo>
                  <a:lnTo>
                    <a:pt x="4106" y="160673"/>
                  </a:lnTo>
                  <a:lnTo>
                    <a:pt x="8213" y="160200"/>
                  </a:lnTo>
                  <a:lnTo>
                    <a:pt x="12319" y="159583"/>
                  </a:lnTo>
                  <a:lnTo>
                    <a:pt x="16425" y="158786"/>
                  </a:lnTo>
                  <a:lnTo>
                    <a:pt x="20531" y="157768"/>
                  </a:lnTo>
                  <a:lnTo>
                    <a:pt x="24638" y="156484"/>
                  </a:lnTo>
                  <a:lnTo>
                    <a:pt x="28744" y="154882"/>
                  </a:lnTo>
                  <a:lnTo>
                    <a:pt x="32850" y="152906"/>
                  </a:lnTo>
                  <a:lnTo>
                    <a:pt x="36956" y="150497"/>
                  </a:lnTo>
                  <a:lnTo>
                    <a:pt x="41063" y="147595"/>
                  </a:lnTo>
                  <a:lnTo>
                    <a:pt x="45169" y="144139"/>
                  </a:lnTo>
                  <a:lnTo>
                    <a:pt x="49275" y="140076"/>
                  </a:lnTo>
                  <a:lnTo>
                    <a:pt x="53381" y="135355"/>
                  </a:lnTo>
                  <a:lnTo>
                    <a:pt x="57488" y="129940"/>
                  </a:lnTo>
                  <a:lnTo>
                    <a:pt x="61594" y="123809"/>
                  </a:lnTo>
                  <a:lnTo>
                    <a:pt x="65700" y="116958"/>
                  </a:lnTo>
                  <a:lnTo>
                    <a:pt x="69806" y="109406"/>
                  </a:lnTo>
                  <a:lnTo>
                    <a:pt x="73913" y="101200"/>
                  </a:lnTo>
                  <a:lnTo>
                    <a:pt x="78019" y="92412"/>
                  </a:lnTo>
                  <a:lnTo>
                    <a:pt x="82125" y="83146"/>
                  </a:lnTo>
                  <a:lnTo>
                    <a:pt x="86231" y="73536"/>
                  </a:lnTo>
                  <a:lnTo>
                    <a:pt x="90338" y="63742"/>
                  </a:lnTo>
                  <a:lnTo>
                    <a:pt x="94444" y="53950"/>
                  </a:lnTo>
                  <a:lnTo>
                    <a:pt x="98550" y="44364"/>
                  </a:lnTo>
                  <a:lnTo>
                    <a:pt x="102656" y="35202"/>
                  </a:lnTo>
                  <a:lnTo>
                    <a:pt x="106763" y="26686"/>
                  </a:lnTo>
                  <a:lnTo>
                    <a:pt x="110869" y="19036"/>
                  </a:lnTo>
                  <a:lnTo>
                    <a:pt x="114975" y="12455"/>
                  </a:lnTo>
                  <a:lnTo>
                    <a:pt x="119081" y="7128"/>
                  </a:lnTo>
                  <a:lnTo>
                    <a:pt x="123188" y="3208"/>
                  </a:lnTo>
                  <a:lnTo>
                    <a:pt x="127294" y="808"/>
                  </a:lnTo>
                  <a:lnTo>
                    <a:pt x="131400" y="0"/>
                  </a:lnTo>
                  <a:lnTo>
                    <a:pt x="135506" y="808"/>
                  </a:lnTo>
                  <a:lnTo>
                    <a:pt x="139613" y="3208"/>
                  </a:lnTo>
                  <a:lnTo>
                    <a:pt x="143719" y="7128"/>
                  </a:lnTo>
                  <a:lnTo>
                    <a:pt x="147825" y="12455"/>
                  </a:lnTo>
                  <a:lnTo>
                    <a:pt x="151931" y="19036"/>
                  </a:lnTo>
                  <a:lnTo>
                    <a:pt x="156038" y="26686"/>
                  </a:lnTo>
                  <a:lnTo>
                    <a:pt x="160144" y="35202"/>
                  </a:lnTo>
                  <a:lnTo>
                    <a:pt x="164250" y="44364"/>
                  </a:lnTo>
                  <a:lnTo>
                    <a:pt x="168356" y="53950"/>
                  </a:lnTo>
                  <a:lnTo>
                    <a:pt x="172463" y="63742"/>
                  </a:lnTo>
                  <a:lnTo>
                    <a:pt x="176569" y="73536"/>
                  </a:lnTo>
                  <a:lnTo>
                    <a:pt x="180675" y="83146"/>
                  </a:lnTo>
                  <a:lnTo>
                    <a:pt x="184781" y="92412"/>
                  </a:lnTo>
                  <a:lnTo>
                    <a:pt x="188888" y="101200"/>
                  </a:lnTo>
                  <a:lnTo>
                    <a:pt x="192994" y="109406"/>
                  </a:lnTo>
                  <a:lnTo>
                    <a:pt x="197100" y="116958"/>
                  </a:lnTo>
                  <a:lnTo>
                    <a:pt x="201206" y="123809"/>
                  </a:lnTo>
                  <a:lnTo>
                    <a:pt x="205313" y="129940"/>
                  </a:lnTo>
                  <a:lnTo>
                    <a:pt x="209419" y="135355"/>
                  </a:lnTo>
                  <a:lnTo>
                    <a:pt x="213525" y="140076"/>
                  </a:lnTo>
                  <a:lnTo>
                    <a:pt x="217631" y="144139"/>
                  </a:lnTo>
                  <a:lnTo>
                    <a:pt x="221738" y="147595"/>
                  </a:lnTo>
                  <a:lnTo>
                    <a:pt x="225844" y="150497"/>
                  </a:lnTo>
                  <a:lnTo>
                    <a:pt x="229950" y="152906"/>
                  </a:lnTo>
                  <a:lnTo>
                    <a:pt x="234056" y="154882"/>
                  </a:lnTo>
                  <a:lnTo>
                    <a:pt x="238163" y="156484"/>
                  </a:lnTo>
                  <a:lnTo>
                    <a:pt x="242269" y="157768"/>
                  </a:lnTo>
                  <a:lnTo>
                    <a:pt x="246375" y="158786"/>
                  </a:lnTo>
                  <a:lnTo>
                    <a:pt x="250481" y="159583"/>
                  </a:lnTo>
                  <a:lnTo>
                    <a:pt x="254588" y="160200"/>
                  </a:lnTo>
                  <a:lnTo>
                    <a:pt x="258694" y="160673"/>
                  </a:lnTo>
                  <a:lnTo>
                    <a:pt x="262800" y="161032"/>
                  </a:lnTo>
                </a:path>
              </a:pathLst>
            </a:custGeom>
            <a:noFill/>
            <a:ln w="4320">
              <a:solidFill>
                <a:srgbClr val="9AB9E3"/>
              </a:solidFill>
            </a:ln>
          </p:spPr>
        </p:sp>
        <p:sp>
          <p:nvSpPr>
            <p:cNvPr id="1080" name="part_3415_2">
              <a:extLst>
                <a:ext uri="{FF2B5EF4-FFF2-40B4-BE49-F238E27FC236}">
                  <a16:creationId xmlns:a16="http://schemas.microsoft.com/office/drawing/2014/main" id="{C1335999-DFEC-C78A-AE0E-8BC0C2566750}"/>
                </a:ext>
              </a:extLst>
            </p:cNvPr>
            <p:cNvSpPr>
              <a:spLocks/>
            </p:cNvSpPr>
            <p:nvPr/>
          </p:nvSpPr>
          <p:spPr>
            <a:xfrm>
              <a:off x="165240" y="2386800"/>
              <a:ext cx="280800" cy="36"/>
            </a:xfrm>
            <a:custGeom>
              <a:avLst/>
              <a:gdLst/>
              <a:ahLst/>
              <a:cxnLst/>
              <a:rect l="0" t="0" r="0" b="0"/>
              <a:pathLst>
                <a:path w="280800" h="36">
                  <a:moveTo>
                    <a:pt x="0" y="0"/>
                  </a:moveTo>
                  <a:lnTo>
                    <a:pt x="280800" y="0"/>
                  </a:lnTo>
                </a:path>
              </a:pathLst>
            </a:custGeom>
            <a:noFill/>
            <a:ln w="3600">
              <a:solidFill>
                <a:srgbClr val="C4D2DF"/>
              </a:solidFill>
            </a:ln>
          </p:spPr>
        </p:sp>
      </p:grpSp>
      <p:grpSp>
        <p:nvGrpSpPr>
          <p:cNvPr id="1081" name="a | Z-score histogram">
            <a:extLst>
              <a:ext uri="{FF2B5EF4-FFF2-40B4-BE49-F238E27FC236}">
                <a16:creationId xmlns:a16="http://schemas.microsoft.com/office/drawing/2014/main" id="{3EDCF536-E705-00EF-29AD-AE208B67E7E3}"/>
              </a:ext>
            </a:extLst>
          </p:cNvPr>
          <p:cNvGrpSpPr/>
          <p:nvPr/>
        </p:nvGrpSpPr>
        <p:grpSpPr>
          <a:xfrm>
            <a:off x="1762437" y="1569346"/>
            <a:ext cx="219072" cy="134388"/>
            <a:chOff x="564120" y="2192067"/>
            <a:chExt cx="306000" cy="187713"/>
          </a:xfrm>
        </p:grpSpPr>
        <p:sp>
          <p:nvSpPr>
            <p:cNvPr id="1082" name="hist_3416_0">
              <a:extLst>
                <a:ext uri="{FF2B5EF4-FFF2-40B4-BE49-F238E27FC236}">
                  <a16:creationId xmlns:a16="http://schemas.microsoft.com/office/drawing/2014/main" id="{4030C466-D414-7509-97F9-1ABD0D2CF5F8}"/>
                </a:ext>
              </a:extLst>
            </p:cNvPr>
            <p:cNvSpPr>
              <a:spLocks/>
            </p:cNvSpPr>
            <p:nvPr/>
          </p:nvSpPr>
          <p:spPr>
            <a:xfrm>
              <a:off x="571320" y="2375668"/>
              <a:ext cx="8460" cy="21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3" name="hist_3416_1">
              <a:extLst>
                <a:ext uri="{FF2B5EF4-FFF2-40B4-BE49-F238E27FC236}">
                  <a16:creationId xmlns:a16="http://schemas.microsoft.com/office/drawing/2014/main" id="{96B4A17B-48FB-1460-8C15-641A3A76423F}"/>
                </a:ext>
              </a:extLst>
            </p:cNvPr>
            <p:cNvSpPr>
              <a:spLocks/>
            </p:cNvSpPr>
            <p:nvPr/>
          </p:nvSpPr>
          <p:spPr>
            <a:xfrm>
              <a:off x="582120" y="2373576"/>
              <a:ext cx="8460" cy="422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4" name="hist_3416_2">
              <a:extLst>
                <a:ext uri="{FF2B5EF4-FFF2-40B4-BE49-F238E27FC236}">
                  <a16:creationId xmlns:a16="http://schemas.microsoft.com/office/drawing/2014/main" id="{5CF0458F-7E8B-5CA6-AC04-C32A88F3D20B}"/>
                </a:ext>
              </a:extLst>
            </p:cNvPr>
            <p:cNvSpPr>
              <a:spLocks/>
            </p:cNvSpPr>
            <p:nvPr/>
          </p:nvSpPr>
          <p:spPr>
            <a:xfrm>
              <a:off x="592920" y="2370486"/>
              <a:ext cx="8460" cy="73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5" name="hist_3416_3">
              <a:extLst>
                <a:ext uri="{FF2B5EF4-FFF2-40B4-BE49-F238E27FC236}">
                  <a16:creationId xmlns:a16="http://schemas.microsoft.com/office/drawing/2014/main" id="{87ED907D-908B-DDFA-5A47-4EFCF1E95E10}"/>
                </a:ext>
              </a:extLst>
            </p:cNvPr>
            <p:cNvSpPr>
              <a:spLocks/>
            </p:cNvSpPr>
            <p:nvPr/>
          </p:nvSpPr>
          <p:spPr>
            <a:xfrm>
              <a:off x="603720" y="2364234"/>
              <a:ext cx="8460" cy="1356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6" name="hist_3416_4">
              <a:extLst>
                <a:ext uri="{FF2B5EF4-FFF2-40B4-BE49-F238E27FC236}">
                  <a16:creationId xmlns:a16="http://schemas.microsoft.com/office/drawing/2014/main" id="{3C3F9E5A-AF48-F3E3-1C5E-B463767690F1}"/>
                </a:ext>
              </a:extLst>
            </p:cNvPr>
            <p:cNvSpPr>
              <a:spLocks/>
            </p:cNvSpPr>
            <p:nvPr/>
          </p:nvSpPr>
          <p:spPr>
            <a:xfrm>
              <a:off x="614520" y="2356127"/>
              <a:ext cx="8460" cy="2167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7" name="hist_3416_5">
              <a:extLst>
                <a:ext uri="{FF2B5EF4-FFF2-40B4-BE49-F238E27FC236}">
                  <a16:creationId xmlns:a16="http://schemas.microsoft.com/office/drawing/2014/main" id="{2A3D02E9-1641-1E05-0FB3-1B4307782B0A}"/>
                </a:ext>
              </a:extLst>
            </p:cNvPr>
            <p:cNvSpPr>
              <a:spLocks/>
            </p:cNvSpPr>
            <p:nvPr/>
          </p:nvSpPr>
          <p:spPr>
            <a:xfrm>
              <a:off x="625320" y="2344270"/>
              <a:ext cx="8460" cy="3353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8" name="hist_3416_6">
              <a:extLst>
                <a:ext uri="{FF2B5EF4-FFF2-40B4-BE49-F238E27FC236}">
                  <a16:creationId xmlns:a16="http://schemas.microsoft.com/office/drawing/2014/main" id="{E94528C8-4A61-D852-58AC-1324BBA89D39}"/>
                </a:ext>
              </a:extLst>
            </p:cNvPr>
            <p:cNvSpPr>
              <a:spLocks/>
            </p:cNvSpPr>
            <p:nvPr/>
          </p:nvSpPr>
          <p:spPr>
            <a:xfrm>
              <a:off x="636120" y="2325290"/>
              <a:ext cx="8460" cy="525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89" name="hist_3416_7">
              <a:extLst>
                <a:ext uri="{FF2B5EF4-FFF2-40B4-BE49-F238E27FC236}">
                  <a16:creationId xmlns:a16="http://schemas.microsoft.com/office/drawing/2014/main" id="{ED62097F-B2D3-CD58-5AAD-A8C0271C2415}"/>
                </a:ext>
              </a:extLst>
            </p:cNvPr>
            <p:cNvSpPr>
              <a:spLocks/>
            </p:cNvSpPr>
            <p:nvPr/>
          </p:nvSpPr>
          <p:spPr>
            <a:xfrm>
              <a:off x="646920" y="2308412"/>
              <a:ext cx="8460" cy="6938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0" name="hist_3416_8">
              <a:extLst>
                <a:ext uri="{FF2B5EF4-FFF2-40B4-BE49-F238E27FC236}">
                  <a16:creationId xmlns:a16="http://schemas.microsoft.com/office/drawing/2014/main" id="{EB0310AD-F272-6164-EF0A-C7E837B0832B}"/>
                </a:ext>
              </a:extLst>
            </p:cNvPr>
            <p:cNvSpPr>
              <a:spLocks/>
            </p:cNvSpPr>
            <p:nvPr/>
          </p:nvSpPr>
          <p:spPr>
            <a:xfrm>
              <a:off x="657720" y="2280881"/>
              <a:ext cx="8460" cy="9691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1" name="hist_3416_9">
              <a:extLst>
                <a:ext uri="{FF2B5EF4-FFF2-40B4-BE49-F238E27FC236}">
                  <a16:creationId xmlns:a16="http://schemas.microsoft.com/office/drawing/2014/main" id="{5F4BE237-3D19-8A3D-5199-8EC5605526DE}"/>
                </a:ext>
              </a:extLst>
            </p:cNvPr>
            <p:cNvSpPr>
              <a:spLocks/>
            </p:cNvSpPr>
            <p:nvPr/>
          </p:nvSpPr>
          <p:spPr>
            <a:xfrm>
              <a:off x="668520" y="2254700"/>
              <a:ext cx="8460" cy="123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2" name="hist_3416_10">
              <a:extLst>
                <a:ext uri="{FF2B5EF4-FFF2-40B4-BE49-F238E27FC236}">
                  <a16:creationId xmlns:a16="http://schemas.microsoft.com/office/drawing/2014/main" id="{02F4386D-7FC3-097D-2930-FD4C354235D9}"/>
                </a:ext>
              </a:extLst>
            </p:cNvPr>
            <p:cNvSpPr>
              <a:spLocks/>
            </p:cNvSpPr>
            <p:nvPr/>
          </p:nvSpPr>
          <p:spPr>
            <a:xfrm>
              <a:off x="679320" y="2236272"/>
              <a:ext cx="8460" cy="14152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3" name="hist_3416_11">
              <a:extLst>
                <a:ext uri="{FF2B5EF4-FFF2-40B4-BE49-F238E27FC236}">
                  <a16:creationId xmlns:a16="http://schemas.microsoft.com/office/drawing/2014/main" id="{81CC68AE-A52A-0096-CDFE-4DAB47E6FC03}"/>
                </a:ext>
              </a:extLst>
            </p:cNvPr>
            <p:cNvSpPr>
              <a:spLocks/>
            </p:cNvSpPr>
            <p:nvPr/>
          </p:nvSpPr>
          <p:spPr>
            <a:xfrm>
              <a:off x="690120" y="2205424"/>
              <a:ext cx="8460" cy="17237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4" name="hist_3416_12">
              <a:extLst>
                <a:ext uri="{FF2B5EF4-FFF2-40B4-BE49-F238E27FC236}">
                  <a16:creationId xmlns:a16="http://schemas.microsoft.com/office/drawing/2014/main" id="{90F744C2-8E30-D440-14D8-CC7EA8C8C97D}"/>
                </a:ext>
              </a:extLst>
            </p:cNvPr>
            <p:cNvSpPr>
              <a:spLocks/>
            </p:cNvSpPr>
            <p:nvPr/>
          </p:nvSpPr>
          <p:spPr>
            <a:xfrm>
              <a:off x="700920" y="2200406"/>
              <a:ext cx="8460" cy="17739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5" name="hist_3416_13">
              <a:extLst>
                <a:ext uri="{FF2B5EF4-FFF2-40B4-BE49-F238E27FC236}">
                  <a16:creationId xmlns:a16="http://schemas.microsoft.com/office/drawing/2014/main" id="{44B7A5B4-1CB1-DE4F-1775-86DBE3A08440}"/>
                </a:ext>
              </a:extLst>
            </p:cNvPr>
            <p:cNvSpPr>
              <a:spLocks/>
            </p:cNvSpPr>
            <p:nvPr/>
          </p:nvSpPr>
          <p:spPr>
            <a:xfrm>
              <a:off x="711720" y="2193790"/>
              <a:ext cx="8460" cy="18401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6" name="hist_3416_14">
              <a:extLst>
                <a:ext uri="{FF2B5EF4-FFF2-40B4-BE49-F238E27FC236}">
                  <a16:creationId xmlns:a16="http://schemas.microsoft.com/office/drawing/2014/main" id="{F680B50B-B0E0-D844-FE15-8731898350E1}"/>
                </a:ext>
              </a:extLst>
            </p:cNvPr>
            <p:cNvSpPr>
              <a:spLocks/>
            </p:cNvSpPr>
            <p:nvPr/>
          </p:nvSpPr>
          <p:spPr>
            <a:xfrm>
              <a:off x="722520" y="2192067"/>
              <a:ext cx="8460" cy="18573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7" name="hist_3416_15">
              <a:extLst>
                <a:ext uri="{FF2B5EF4-FFF2-40B4-BE49-F238E27FC236}">
                  <a16:creationId xmlns:a16="http://schemas.microsoft.com/office/drawing/2014/main" id="{4975B77F-0BE7-0BFE-8A2C-F317EFFC63D6}"/>
                </a:ext>
              </a:extLst>
            </p:cNvPr>
            <p:cNvSpPr>
              <a:spLocks/>
            </p:cNvSpPr>
            <p:nvPr/>
          </p:nvSpPr>
          <p:spPr>
            <a:xfrm>
              <a:off x="733320" y="2216786"/>
              <a:ext cx="8460" cy="161014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8" name="hist_3416_16">
              <a:extLst>
                <a:ext uri="{FF2B5EF4-FFF2-40B4-BE49-F238E27FC236}">
                  <a16:creationId xmlns:a16="http://schemas.microsoft.com/office/drawing/2014/main" id="{1AE5C90F-7190-3E10-6337-498A44DE958F}"/>
                </a:ext>
              </a:extLst>
            </p:cNvPr>
            <p:cNvSpPr>
              <a:spLocks/>
            </p:cNvSpPr>
            <p:nvPr/>
          </p:nvSpPr>
          <p:spPr>
            <a:xfrm>
              <a:off x="744120" y="2228341"/>
              <a:ext cx="8460" cy="14945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099" name="hist_3416_17">
              <a:extLst>
                <a:ext uri="{FF2B5EF4-FFF2-40B4-BE49-F238E27FC236}">
                  <a16:creationId xmlns:a16="http://schemas.microsoft.com/office/drawing/2014/main" id="{A65D00E3-A3F3-0D0C-0027-3D344B6074BE}"/>
                </a:ext>
              </a:extLst>
            </p:cNvPr>
            <p:cNvSpPr>
              <a:spLocks/>
            </p:cNvSpPr>
            <p:nvPr/>
          </p:nvSpPr>
          <p:spPr>
            <a:xfrm>
              <a:off x="754920" y="2256148"/>
              <a:ext cx="8460" cy="12165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0" name="hist_3416_18">
              <a:extLst>
                <a:ext uri="{FF2B5EF4-FFF2-40B4-BE49-F238E27FC236}">
                  <a16:creationId xmlns:a16="http://schemas.microsoft.com/office/drawing/2014/main" id="{07677EEE-A09A-2D04-B94C-D8BAC5FE5117}"/>
                </a:ext>
              </a:extLst>
            </p:cNvPr>
            <p:cNvSpPr>
              <a:spLocks/>
            </p:cNvSpPr>
            <p:nvPr/>
          </p:nvSpPr>
          <p:spPr>
            <a:xfrm>
              <a:off x="765720" y="2284395"/>
              <a:ext cx="8460" cy="93405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1" name="hist_3416_19">
              <a:extLst>
                <a:ext uri="{FF2B5EF4-FFF2-40B4-BE49-F238E27FC236}">
                  <a16:creationId xmlns:a16="http://schemas.microsoft.com/office/drawing/2014/main" id="{B2F3007B-17C4-E817-DA26-94CB7FACE346}"/>
                </a:ext>
              </a:extLst>
            </p:cNvPr>
            <p:cNvSpPr>
              <a:spLocks/>
            </p:cNvSpPr>
            <p:nvPr/>
          </p:nvSpPr>
          <p:spPr>
            <a:xfrm>
              <a:off x="776520" y="2303684"/>
              <a:ext cx="8460" cy="74116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2" name="hist_3416_20">
              <a:extLst>
                <a:ext uri="{FF2B5EF4-FFF2-40B4-BE49-F238E27FC236}">
                  <a16:creationId xmlns:a16="http://schemas.microsoft.com/office/drawing/2014/main" id="{278470FB-35EB-E2CF-79C8-4442A9DAB4E9}"/>
                </a:ext>
              </a:extLst>
            </p:cNvPr>
            <p:cNvSpPr>
              <a:spLocks/>
            </p:cNvSpPr>
            <p:nvPr/>
          </p:nvSpPr>
          <p:spPr>
            <a:xfrm>
              <a:off x="787320" y="2328373"/>
              <a:ext cx="8460" cy="49427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3" name="hist_3416_21">
              <a:extLst>
                <a:ext uri="{FF2B5EF4-FFF2-40B4-BE49-F238E27FC236}">
                  <a16:creationId xmlns:a16="http://schemas.microsoft.com/office/drawing/2014/main" id="{F2243E48-547C-BBAF-8497-10B14C2AEE4D}"/>
                </a:ext>
              </a:extLst>
            </p:cNvPr>
            <p:cNvSpPr>
              <a:spLocks/>
            </p:cNvSpPr>
            <p:nvPr/>
          </p:nvSpPr>
          <p:spPr>
            <a:xfrm>
              <a:off x="798120" y="2343468"/>
              <a:ext cx="8460" cy="3433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4" name="hist_3416_22">
              <a:extLst>
                <a:ext uri="{FF2B5EF4-FFF2-40B4-BE49-F238E27FC236}">
                  <a16:creationId xmlns:a16="http://schemas.microsoft.com/office/drawing/2014/main" id="{22C4D85C-F5C2-B64A-D373-524013FD035A}"/>
                </a:ext>
              </a:extLst>
            </p:cNvPr>
            <p:cNvSpPr>
              <a:spLocks/>
            </p:cNvSpPr>
            <p:nvPr/>
          </p:nvSpPr>
          <p:spPr>
            <a:xfrm>
              <a:off x="808920" y="2355558"/>
              <a:ext cx="8460" cy="22242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5" name="hist_3416_23">
              <a:extLst>
                <a:ext uri="{FF2B5EF4-FFF2-40B4-BE49-F238E27FC236}">
                  <a16:creationId xmlns:a16="http://schemas.microsoft.com/office/drawing/2014/main" id="{8477E417-DCC2-AA60-74DC-9D50177BE794}"/>
                </a:ext>
              </a:extLst>
            </p:cNvPr>
            <p:cNvSpPr>
              <a:spLocks/>
            </p:cNvSpPr>
            <p:nvPr/>
          </p:nvSpPr>
          <p:spPr>
            <a:xfrm>
              <a:off x="819720" y="2365051"/>
              <a:ext cx="8460" cy="12749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6" name="hist_3416_24">
              <a:extLst>
                <a:ext uri="{FF2B5EF4-FFF2-40B4-BE49-F238E27FC236}">
                  <a16:creationId xmlns:a16="http://schemas.microsoft.com/office/drawing/2014/main" id="{9C31D0E3-FE7B-ED87-2C1B-827DBCF52F55}"/>
                </a:ext>
              </a:extLst>
            </p:cNvPr>
            <p:cNvSpPr>
              <a:spLocks/>
            </p:cNvSpPr>
            <p:nvPr/>
          </p:nvSpPr>
          <p:spPr>
            <a:xfrm>
              <a:off x="830520" y="2369992"/>
              <a:ext cx="8460" cy="7808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7" name="hist_3416_25">
              <a:extLst>
                <a:ext uri="{FF2B5EF4-FFF2-40B4-BE49-F238E27FC236}">
                  <a16:creationId xmlns:a16="http://schemas.microsoft.com/office/drawing/2014/main" id="{1530FE5C-2B0F-1A43-3A85-D3EC11527C49}"/>
                </a:ext>
              </a:extLst>
            </p:cNvPr>
            <p:cNvSpPr>
              <a:spLocks/>
            </p:cNvSpPr>
            <p:nvPr/>
          </p:nvSpPr>
          <p:spPr>
            <a:xfrm>
              <a:off x="841320" y="2373717"/>
              <a:ext cx="8460" cy="4083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8" name="hist_3416_26">
              <a:extLst>
                <a:ext uri="{FF2B5EF4-FFF2-40B4-BE49-F238E27FC236}">
                  <a16:creationId xmlns:a16="http://schemas.microsoft.com/office/drawing/2014/main" id="{199AC096-2765-E411-4F93-913DA02288EE}"/>
                </a:ext>
              </a:extLst>
            </p:cNvPr>
            <p:cNvSpPr>
              <a:spLocks/>
            </p:cNvSpPr>
            <p:nvPr/>
          </p:nvSpPr>
          <p:spPr>
            <a:xfrm>
              <a:off x="852120" y="2375700"/>
              <a:ext cx="8460" cy="2100"/>
            </a:xfrm>
            <a:prstGeom prst="rect">
              <a:avLst/>
            </a:prstGeom>
            <a:gradFill>
              <a:gsLst>
                <a:gs pos="0">
                  <a:srgbClr val="C7D5ED"/>
                </a:gs>
                <a:gs pos="100000">
                  <a:srgbClr val="D9E3F4"/>
                </a:gs>
              </a:gsLst>
              <a:lin ang="5400000"/>
            </a:gradFill>
            <a:ln w="0">
              <a:noFill/>
            </a:ln>
          </p:spPr>
        </p:sp>
        <p:sp>
          <p:nvSpPr>
            <p:cNvPr id="1109" name="hist_3416_baseline">
              <a:extLst>
                <a:ext uri="{FF2B5EF4-FFF2-40B4-BE49-F238E27FC236}">
                  <a16:creationId xmlns:a16="http://schemas.microsoft.com/office/drawing/2014/main" id="{517C25B0-6538-8FF1-7110-8BCC753B849A}"/>
                </a:ext>
              </a:extLst>
            </p:cNvPr>
            <p:cNvSpPr>
              <a:spLocks/>
            </p:cNvSpPr>
            <p:nvPr/>
          </p:nvSpPr>
          <p:spPr>
            <a:xfrm>
              <a:off x="564120" y="2377800"/>
              <a:ext cx="306000" cy="1980"/>
            </a:xfrm>
            <a:prstGeom prst="rect">
              <a:avLst/>
            </a:prstGeom>
            <a:solidFill>
              <a:srgbClr val="D7E1EF"/>
            </a:solidFill>
            <a:ln w="0">
              <a:noFill/>
            </a:ln>
          </p:spPr>
        </p:sp>
      </p:grpSp>
      <p:grpSp>
        <p:nvGrpSpPr>
          <p:cNvPr id="1110" name="a | spatial view identity | v4 editable"/>
          <p:cNvGrpSpPr/>
          <p:nvPr/>
        </p:nvGrpSpPr>
        <p:grpSpPr>
          <a:xfrm>
            <a:off x="1501222" y="2047430"/>
            <a:ext cx="155421" cy="122657"/>
            <a:chOff x="177480" y="2844360"/>
            <a:chExt cx="249480" cy="196920"/>
          </a:xfrm>
        </p:grpSpPr>
        <p:sp>
          <p:nvSpPr>
            <p:cNvPr id="1111" name="asset_3417_0">
              <a:extLst>
                <a:ext uri="{FF2B5EF4-FFF2-40B4-BE49-F238E27FC236}">
                  <a16:creationId xmlns:a16="http://schemas.microsoft.com/office/drawing/2014/main" id="{F8EA0275-6243-4257-A4E6-DA521049B49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112" name="asset_3417_1">
              <a:extLst>
                <a:ext uri="{FF2B5EF4-FFF2-40B4-BE49-F238E27FC236}">
                  <a16:creationId xmlns:a16="http://schemas.microsoft.com/office/drawing/2014/main" id="{06F4AEAC-07D4-46AB-B61A-E413CFBCA6C8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13" name="asset_3417_2">
              <a:extLst>
                <a:ext uri="{FF2B5EF4-FFF2-40B4-BE49-F238E27FC236}">
                  <a16:creationId xmlns:a16="http://schemas.microsoft.com/office/drawing/2014/main" id="{7FD378F4-228E-40C0-8B8A-11134CFB9955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14" name="asset_3417_3">
              <a:extLst>
                <a:ext uri="{FF2B5EF4-FFF2-40B4-BE49-F238E27FC236}">
                  <a16:creationId xmlns:a16="http://schemas.microsoft.com/office/drawing/2014/main" id="{9A57B3B3-4213-4B60-84FC-AB37D67BA4FE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5" name="asset_3417_4">
              <a:extLst>
                <a:ext uri="{FF2B5EF4-FFF2-40B4-BE49-F238E27FC236}">
                  <a16:creationId xmlns:a16="http://schemas.microsoft.com/office/drawing/2014/main" id="{7873941F-2C0F-4743-A778-B1D9045DE22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1869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6" name="asset_3417_5">
              <a:extLst>
                <a:ext uri="{FF2B5EF4-FFF2-40B4-BE49-F238E27FC236}">
                  <a16:creationId xmlns:a16="http://schemas.microsoft.com/office/drawing/2014/main" id="{1D4219C1-45BA-4A71-8378-AABBD04923B0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7" name="asset_3417_6">
              <a:extLst>
                <a:ext uri="{FF2B5EF4-FFF2-40B4-BE49-F238E27FC236}">
                  <a16:creationId xmlns:a16="http://schemas.microsoft.com/office/drawing/2014/main" id="{958EC969-20E2-4107-B370-E1616A2910B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95955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8" name="asset_3417_7">
              <a:extLst>
                <a:ext uri="{FF2B5EF4-FFF2-40B4-BE49-F238E27FC236}">
                  <a16:creationId xmlns:a16="http://schemas.microsoft.com/office/drawing/2014/main" id="{C505E721-5B73-43C5-A6EC-AD958AF778C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19" name="asset_3417_8">
              <a:extLst>
                <a:ext uri="{FF2B5EF4-FFF2-40B4-BE49-F238E27FC236}">
                  <a16:creationId xmlns:a16="http://schemas.microsoft.com/office/drawing/2014/main" id="{A156AE7F-D866-478C-A244-8184212F78A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00041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20" name="asset_3417_9">
              <a:extLst>
                <a:ext uri="{FF2B5EF4-FFF2-40B4-BE49-F238E27FC236}">
                  <a16:creationId xmlns:a16="http://schemas.microsoft.com/office/drawing/2014/main" id="{F5098036-F4AB-4BE5-8EBD-0262B6C7FDA9}"/>
                </a:ext>
              </a:extLst>
            </p:cNvPr>
            <p:cNvSpPr>
              <a:spLocks noGrp="1"/>
            </p:cNvSpPr>
            <p:nvPr/>
          </p:nvSpPr>
          <p:spPr>
            <a:xfrm>
              <a:off x="19536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1" name="asset_3417_10">
              <a:extLst>
                <a:ext uri="{FF2B5EF4-FFF2-40B4-BE49-F238E27FC236}">
                  <a16:creationId xmlns:a16="http://schemas.microsoft.com/office/drawing/2014/main" id="{F3818BD3-92F1-4A5B-AE5E-0ED17D52A3AA}"/>
                </a:ext>
              </a:extLst>
            </p:cNvPr>
            <p:cNvSpPr>
              <a:spLocks noGrp="1"/>
            </p:cNvSpPr>
            <p:nvPr/>
          </p:nvSpPr>
          <p:spPr>
            <a:xfrm>
              <a:off x="23848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2" name="asset_3417_11">
              <a:extLst>
                <a:ext uri="{FF2B5EF4-FFF2-40B4-BE49-F238E27FC236}">
                  <a16:creationId xmlns:a16="http://schemas.microsoft.com/office/drawing/2014/main" id="{C6F97C6F-9FB7-453C-BD73-7B098BBA21C6}"/>
                </a:ext>
              </a:extLst>
            </p:cNvPr>
            <p:cNvSpPr>
              <a:spLocks noGrp="1"/>
            </p:cNvSpPr>
            <p:nvPr/>
          </p:nvSpPr>
          <p:spPr>
            <a:xfrm>
              <a:off x="27573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3" name="asset_3417_12">
              <a:extLst>
                <a:ext uri="{FF2B5EF4-FFF2-40B4-BE49-F238E27FC236}">
                  <a16:creationId xmlns:a16="http://schemas.microsoft.com/office/drawing/2014/main" id="{F5F8D280-4B17-4964-8A05-15D6C5AA1C91}"/>
                </a:ext>
              </a:extLst>
            </p:cNvPr>
            <p:cNvSpPr>
              <a:spLocks noGrp="1"/>
            </p:cNvSpPr>
            <p:nvPr/>
          </p:nvSpPr>
          <p:spPr>
            <a:xfrm>
              <a:off x="23456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7A6DC">
                    <a:alpha val="66000"/>
                  </a:srgbClr>
                </a:gs>
                <a:gs pos="100000">
                  <a:srgbClr val="77A6DC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4" name="asset_3417_13">
              <a:extLst>
                <a:ext uri="{FF2B5EF4-FFF2-40B4-BE49-F238E27FC236}">
                  <a16:creationId xmlns:a16="http://schemas.microsoft.com/office/drawing/2014/main" id="{D1D7FB95-5DCC-4775-B79A-A10E2B2461D3}"/>
                </a:ext>
              </a:extLst>
            </p:cNvPr>
            <p:cNvSpPr>
              <a:spLocks noGrp="1"/>
            </p:cNvSpPr>
            <p:nvPr/>
          </p:nvSpPr>
          <p:spPr>
            <a:xfrm>
              <a:off x="225065" y="2931796"/>
              <a:ext cx="34464" cy="275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5" name="asset_3417_14">
              <a:extLst>
                <a:ext uri="{FF2B5EF4-FFF2-40B4-BE49-F238E27FC236}">
                  <a16:creationId xmlns:a16="http://schemas.microsoft.com/office/drawing/2014/main" id="{D1FC626F-A21C-4FBC-906E-E7040A91AD6C}"/>
                </a:ext>
              </a:extLst>
            </p:cNvPr>
            <p:cNvSpPr>
              <a:spLocks noGrp="1"/>
            </p:cNvSpPr>
            <p:nvPr/>
          </p:nvSpPr>
          <p:spPr>
            <a:xfrm>
              <a:off x="265308" y="2949180"/>
              <a:ext cx="41898" cy="335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6" name="asset_3417_15">
              <a:extLst>
                <a:ext uri="{FF2B5EF4-FFF2-40B4-BE49-F238E27FC236}">
                  <a16:creationId xmlns:a16="http://schemas.microsoft.com/office/drawing/2014/main" id="{46D204D4-15C1-4D8E-A5C9-46AA01AF06E9}"/>
                </a:ext>
              </a:extLst>
            </p:cNvPr>
            <p:cNvSpPr>
              <a:spLocks noGrp="1"/>
            </p:cNvSpPr>
            <p:nvPr/>
          </p:nvSpPr>
          <p:spPr>
            <a:xfrm>
              <a:off x="326852" y="2899736"/>
              <a:ext cx="28163" cy="225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7" name="asset_3417_16">
              <a:extLst>
                <a:ext uri="{FF2B5EF4-FFF2-40B4-BE49-F238E27FC236}">
                  <a16:creationId xmlns:a16="http://schemas.microsoft.com/office/drawing/2014/main" id="{623CDAAD-E4C5-4BF4-B5E0-8A3EC027CB66}"/>
                </a:ext>
              </a:extLst>
            </p:cNvPr>
            <p:cNvSpPr>
              <a:spLocks noGrp="1"/>
            </p:cNvSpPr>
            <p:nvPr/>
          </p:nvSpPr>
          <p:spPr>
            <a:xfrm>
              <a:off x="254036" y="2869358"/>
              <a:ext cx="46088" cy="368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8" name="asset_3417_17">
              <a:extLst>
                <a:ext uri="{FF2B5EF4-FFF2-40B4-BE49-F238E27FC236}">
                  <a16:creationId xmlns:a16="http://schemas.microsoft.com/office/drawing/2014/main" id="{37172E69-18B2-4562-A9D3-D40A3B64FC02}"/>
                </a:ext>
              </a:extLst>
            </p:cNvPr>
            <p:cNvSpPr>
              <a:spLocks noGrp="1"/>
            </p:cNvSpPr>
            <p:nvPr/>
          </p:nvSpPr>
          <p:spPr>
            <a:xfrm>
              <a:off x="218918" y="2927922"/>
              <a:ext cx="29520" cy="236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29" name="asset_3417_18">
              <a:extLst>
                <a:ext uri="{FF2B5EF4-FFF2-40B4-BE49-F238E27FC236}">
                  <a16:creationId xmlns:a16="http://schemas.microsoft.com/office/drawing/2014/main" id="{D13923FC-5B11-4065-A3FE-AAA9007D0154}"/>
                </a:ext>
              </a:extLst>
            </p:cNvPr>
            <p:cNvSpPr>
              <a:spLocks noGrp="1"/>
            </p:cNvSpPr>
            <p:nvPr/>
          </p:nvSpPr>
          <p:spPr>
            <a:xfrm>
              <a:off x="264878" y="2956506"/>
              <a:ext cx="27939" cy="223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0" name="asset_3417_19">
              <a:extLst>
                <a:ext uri="{FF2B5EF4-FFF2-40B4-BE49-F238E27FC236}">
                  <a16:creationId xmlns:a16="http://schemas.microsoft.com/office/drawing/2014/main" id="{9EFE3A03-60B9-41C3-A687-4264FCDDBDEA}"/>
                </a:ext>
              </a:extLst>
            </p:cNvPr>
            <p:cNvSpPr>
              <a:spLocks noGrp="1"/>
            </p:cNvSpPr>
            <p:nvPr/>
          </p:nvSpPr>
          <p:spPr>
            <a:xfrm>
              <a:off x="285462" y="2880916"/>
              <a:ext cx="36943" cy="295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1" name="asset_3417_20">
              <a:extLst>
                <a:ext uri="{FF2B5EF4-FFF2-40B4-BE49-F238E27FC236}">
                  <a16:creationId xmlns:a16="http://schemas.microsoft.com/office/drawing/2014/main" id="{9795B320-E056-48B9-B974-E1571FAA2B75}"/>
                </a:ext>
              </a:extLst>
            </p:cNvPr>
            <p:cNvSpPr>
              <a:spLocks noGrp="1"/>
            </p:cNvSpPr>
            <p:nvPr/>
          </p:nvSpPr>
          <p:spPr>
            <a:xfrm>
              <a:off x="253090" y="2904475"/>
              <a:ext cx="39597" cy="316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2" name="asset_3417_21">
              <a:extLst>
                <a:ext uri="{FF2B5EF4-FFF2-40B4-BE49-F238E27FC236}">
                  <a16:creationId xmlns:a16="http://schemas.microsoft.com/office/drawing/2014/main" id="{26C66C6D-3A3A-404A-91D5-D79BC83392CD}"/>
                </a:ext>
              </a:extLst>
            </p:cNvPr>
            <p:cNvSpPr>
              <a:spLocks noGrp="1"/>
            </p:cNvSpPr>
            <p:nvPr/>
          </p:nvSpPr>
          <p:spPr>
            <a:xfrm>
              <a:off x="183982" y="2918993"/>
              <a:ext cx="48168" cy="385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3" name="asset_3417_22">
              <a:extLst>
                <a:ext uri="{FF2B5EF4-FFF2-40B4-BE49-F238E27FC236}">
                  <a16:creationId xmlns:a16="http://schemas.microsoft.com/office/drawing/2014/main" id="{6C4C09C0-8025-41CC-B55D-C17D18D777CB}"/>
                </a:ext>
              </a:extLst>
            </p:cNvPr>
            <p:cNvSpPr>
              <a:spLocks noGrp="1"/>
            </p:cNvSpPr>
            <p:nvPr/>
          </p:nvSpPr>
          <p:spPr>
            <a:xfrm>
              <a:off x="279696" y="2930393"/>
              <a:ext cx="43712" cy="349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4" name="asset_3417_23">
              <a:extLst>
                <a:ext uri="{FF2B5EF4-FFF2-40B4-BE49-F238E27FC236}">
                  <a16:creationId xmlns:a16="http://schemas.microsoft.com/office/drawing/2014/main" id="{C0775EE0-BDB7-4295-87F9-C13FAE882049}"/>
                </a:ext>
              </a:extLst>
            </p:cNvPr>
            <p:cNvSpPr>
              <a:spLocks noGrp="1"/>
            </p:cNvSpPr>
            <p:nvPr/>
          </p:nvSpPr>
          <p:spPr>
            <a:xfrm>
              <a:off x="325491" y="2885669"/>
              <a:ext cx="28540" cy="228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5" name="asset_3417_24">
              <a:extLst>
                <a:ext uri="{FF2B5EF4-FFF2-40B4-BE49-F238E27FC236}">
                  <a16:creationId xmlns:a16="http://schemas.microsoft.com/office/drawing/2014/main" id="{E5A09964-028D-481F-A1A6-112CA2148C61}"/>
                </a:ext>
              </a:extLst>
            </p:cNvPr>
            <p:cNvSpPr>
              <a:spLocks noGrp="1"/>
            </p:cNvSpPr>
            <p:nvPr/>
          </p:nvSpPr>
          <p:spPr>
            <a:xfrm>
              <a:off x="269409" y="2914286"/>
              <a:ext cx="28759" cy="230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6" name="asset_3417_25">
              <a:extLst>
                <a:ext uri="{FF2B5EF4-FFF2-40B4-BE49-F238E27FC236}">
                  <a16:creationId xmlns:a16="http://schemas.microsoft.com/office/drawing/2014/main" id="{B8B33EAE-C0C2-4276-A6C0-64471603C280}"/>
                </a:ext>
              </a:extLst>
            </p:cNvPr>
            <p:cNvSpPr>
              <a:spLocks noGrp="1"/>
            </p:cNvSpPr>
            <p:nvPr/>
          </p:nvSpPr>
          <p:spPr>
            <a:xfrm>
              <a:off x="246744" y="2932114"/>
              <a:ext cx="46628" cy="373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7" name="asset_3417_26">
              <a:extLst>
                <a:ext uri="{FF2B5EF4-FFF2-40B4-BE49-F238E27FC236}">
                  <a16:creationId xmlns:a16="http://schemas.microsoft.com/office/drawing/2014/main" id="{76CBF597-C86F-40DB-9E85-1A7DDD96E4FF}"/>
                </a:ext>
              </a:extLst>
            </p:cNvPr>
            <p:cNvSpPr>
              <a:spLocks noGrp="1"/>
            </p:cNvSpPr>
            <p:nvPr/>
          </p:nvSpPr>
          <p:spPr>
            <a:xfrm>
              <a:off x="243162" y="2956403"/>
              <a:ext cx="31730" cy="253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8" name="asset_3417_27">
              <a:extLst>
                <a:ext uri="{FF2B5EF4-FFF2-40B4-BE49-F238E27FC236}">
                  <a16:creationId xmlns:a16="http://schemas.microsoft.com/office/drawing/2014/main" id="{4FD5DE33-228B-46B3-BC4A-4F0797A94F07}"/>
                </a:ext>
              </a:extLst>
            </p:cNvPr>
            <p:cNvSpPr>
              <a:spLocks noGrp="1"/>
            </p:cNvSpPr>
            <p:nvPr/>
          </p:nvSpPr>
          <p:spPr>
            <a:xfrm>
              <a:off x="286384" y="2892752"/>
              <a:ext cx="42201" cy="337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39" name="asset_3417_28">
              <a:extLst>
                <a:ext uri="{FF2B5EF4-FFF2-40B4-BE49-F238E27FC236}">
                  <a16:creationId xmlns:a16="http://schemas.microsoft.com/office/drawing/2014/main" id="{330D23C0-ABD9-4AAA-9515-C4C12CC07C5E}"/>
                </a:ext>
              </a:extLst>
            </p:cNvPr>
            <p:cNvSpPr>
              <a:spLocks noGrp="1"/>
            </p:cNvSpPr>
            <p:nvPr/>
          </p:nvSpPr>
          <p:spPr>
            <a:xfrm>
              <a:off x="244617" y="2907890"/>
              <a:ext cx="32192" cy="257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0" name="asset_3417_29">
              <a:extLst>
                <a:ext uri="{FF2B5EF4-FFF2-40B4-BE49-F238E27FC236}">
                  <a16:creationId xmlns:a16="http://schemas.microsoft.com/office/drawing/2014/main" id="{3B90CBDA-2031-4065-BE9E-E05C410F2B8D}"/>
                </a:ext>
              </a:extLst>
            </p:cNvPr>
            <p:cNvSpPr>
              <a:spLocks noGrp="1"/>
            </p:cNvSpPr>
            <p:nvPr/>
          </p:nvSpPr>
          <p:spPr>
            <a:xfrm>
              <a:off x="249735" y="2916629"/>
              <a:ext cx="30013" cy="240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1" name="asset_3417_30">
              <a:extLst>
                <a:ext uri="{FF2B5EF4-FFF2-40B4-BE49-F238E27FC236}">
                  <a16:creationId xmlns:a16="http://schemas.microsoft.com/office/drawing/2014/main" id="{C7313995-667D-4739-935D-9E967B1DA3A7}"/>
                </a:ext>
              </a:extLst>
            </p:cNvPr>
            <p:cNvSpPr>
              <a:spLocks noGrp="1"/>
            </p:cNvSpPr>
            <p:nvPr/>
          </p:nvSpPr>
          <p:spPr>
            <a:xfrm>
              <a:off x="267530" y="2949783"/>
              <a:ext cx="36773" cy="294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2" name="asset_3417_31">
              <a:extLst>
                <a:ext uri="{FF2B5EF4-FFF2-40B4-BE49-F238E27FC236}">
                  <a16:creationId xmlns:a16="http://schemas.microsoft.com/office/drawing/2014/main" id="{A16152CA-7DA1-40B0-B109-5F6CE481FB03}"/>
                </a:ext>
              </a:extLst>
            </p:cNvPr>
            <p:cNvSpPr>
              <a:spLocks noGrp="1"/>
            </p:cNvSpPr>
            <p:nvPr/>
          </p:nvSpPr>
          <p:spPr>
            <a:xfrm>
              <a:off x="293188" y="2909686"/>
              <a:ext cx="28412" cy="227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3" name="asset_3417_32">
              <a:extLst>
                <a:ext uri="{FF2B5EF4-FFF2-40B4-BE49-F238E27FC236}">
                  <a16:creationId xmlns:a16="http://schemas.microsoft.com/office/drawing/2014/main" id="{F628CF2B-A0EB-4966-A4D8-9CEACD095F4E}"/>
                </a:ext>
              </a:extLst>
            </p:cNvPr>
            <p:cNvSpPr>
              <a:spLocks noGrp="1"/>
            </p:cNvSpPr>
            <p:nvPr/>
          </p:nvSpPr>
          <p:spPr>
            <a:xfrm>
              <a:off x="277212" y="2897223"/>
              <a:ext cx="38614" cy="309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4" name="asset_3417_33">
              <a:extLst>
                <a:ext uri="{FF2B5EF4-FFF2-40B4-BE49-F238E27FC236}">
                  <a16:creationId xmlns:a16="http://schemas.microsoft.com/office/drawing/2014/main" id="{463DB8AD-42B4-47E5-A8A1-9407E9E297C0}"/>
                </a:ext>
              </a:extLst>
            </p:cNvPr>
            <p:cNvSpPr>
              <a:spLocks noGrp="1"/>
            </p:cNvSpPr>
            <p:nvPr/>
          </p:nvSpPr>
          <p:spPr>
            <a:xfrm>
              <a:off x="217770" y="2902541"/>
              <a:ext cx="39971" cy="319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5" name="asset_3417_34">
              <a:extLst>
                <a:ext uri="{FF2B5EF4-FFF2-40B4-BE49-F238E27FC236}">
                  <a16:creationId xmlns:a16="http://schemas.microsoft.com/office/drawing/2014/main" id="{253D67CF-8761-4498-A99D-00370A583A28}"/>
                </a:ext>
              </a:extLst>
            </p:cNvPr>
            <p:cNvSpPr>
              <a:spLocks noGrp="1"/>
            </p:cNvSpPr>
            <p:nvPr/>
          </p:nvSpPr>
          <p:spPr>
            <a:xfrm>
              <a:off x="273593" y="2945236"/>
              <a:ext cx="30684" cy="245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6" name="asset_3417_35">
              <a:extLst>
                <a:ext uri="{FF2B5EF4-FFF2-40B4-BE49-F238E27FC236}">
                  <a16:creationId xmlns:a16="http://schemas.microsoft.com/office/drawing/2014/main" id="{79432C51-42E9-4CD0-AD53-6077CCDC748A}"/>
                </a:ext>
              </a:extLst>
            </p:cNvPr>
            <p:cNvSpPr>
              <a:spLocks noGrp="1"/>
            </p:cNvSpPr>
            <p:nvPr/>
          </p:nvSpPr>
          <p:spPr>
            <a:xfrm>
              <a:off x="313946" y="2909905"/>
              <a:ext cx="34371" cy="2751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7" name="asset_3417_36">
              <a:extLst>
                <a:ext uri="{FF2B5EF4-FFF2-40B4-BE49-F238E27FC236}">
                  <a16:creationId xmlns:a16="http://schemas.microsoft.com/office/drawing/2014/main" id="{65D98ED4-F717-49D3-8EAF-2DB39B6C9CB3}"/>
                </a:ext>
              </a:extLst>
            </p:cNvPr>
            <p:cNvSpPr>
              <a:spLocks noGrp="1"/>
            </p:cNvSpPr>
            <p:nvPr/>
          </p:nvSpPr>
          <p:spPr>
            <a:xfrm>
              <a:off x="281624" y="2877229"/>
              <a:ext cx="30066" cy="240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8" name="asset_3417_37">
              <a:extLst>
                <a:ext uri="{FF2B5EF4-FFF2-40B4-BE49-F238E27FC236}">
                  <a16:creationId xmlns:a16="http://schemas.microsoft.com/office/drawing/2014/main" id="{93694F2E-7ECC-49CA-AA52-9D20E731E17A}"/>
                </a:ext>
              </a:extLst>
            </p:cNvPr>
            <p:cNvSpPr>
              <a:spLocks noGrp="1"/>
            </p:cNvSpPr>
            <p:nvPr/>
          </p:nvSpPr>
          <p:spPr>
            <a:xfrm>
              <a:off x="219867" y="2932620"/>
              <a:ext cx="39531" cy="316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49" name="asset_3417_38">
              <a:extLst>
                <a:ext uri="{FF2B5EF4-FFF2-40B4-BE49-F238E27FC236}">
                  <a16:creationId xmlns:a16="http://schemas.microsoft.com/office/drawing/2014/main" id="{7F1CE204-DED1-43DA-8D77-71E7ED93AD17}"/>
                </a:ext>
              </a:extLst>
            </p:cNvPr>
            <p:cNvSpPr>
              <a:spLocks noGrp="1"/>
            </p:cNvSpPr>
            <p:nvPr/>
          </p:nvSpPr>
          <p:spPr>
            <a:xfrm>
              <a:off x="261039" y="2939789"/>
              <a:ext cx="27717" cy="221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0" name="asset_3417_39">
              <a:extLst>
                <a:ext uri="{FF2B5EF4-FFF2-40B4-BE49-F238E27FC236}">
                  <a16:creationId xmlns:a16="http://schemas.microsoft.com/office/drawing/2014/main" id="{E02D7686-4915-476D-8048-29E1006E6DC0}"/>
                </a:ext>
              </a:extLst>
            </p:cNvPr>
            <p:cNvSpPr>
              <a:spLocks noGrp="1"/>
            </p:cNvSpPr>
            <p:nvPr/>
          </p:nvSpPr>
          <p:spPr>
            <a:xfrm>
              <a:off x="304816" y="2921616"/>
              <a:ext cx="37303" cy="2986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1" name="asset_3417_40">
              <a:extLst>
                <a:ext uri="{FF2B5EF4-FFF2-40B4-BE49-F238E27FC236}">
                  <a16:creationId xmlns:a16="http://schemas.microsoft.com/office/drawing/2014/main" id="{CC7726EC-CF32-4AD3-85C1-58028E865D5B}"/>
                </a:ext>
              </a:extLst>
            </p:cNvPr>
            <p:cNvSpPr>
              <a:spLocks noGrp="1"/>
            </p:cNvSpPr>
            <p:nvPr/>
          </p:nvSpPr>
          <p:spPr>
            <a:xfrm>
              <a:off x="261198" y="2885302"/>
              <a:ext cx="45597" cy="364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2" name="asset_3417_41">
              <a:extLst>
                <a:ext uri="{FF2B5EF4-FFF2-40B4-BE49-F238E27FC236}">
                  <a16:creationId xmlns:a16="http://schemas.microsoft.com/office/drawing/2014/main" id="{917EB9C0-2BB7-4736-9BE5-4D04226F492F}"/>
                </a:ext>
              </a:extLst>
            </p:cNvPr>
            <p:cNvSpPr>
              <a:spLocks noGrp="1"/>
            </p:cNvSpPr>
            <p:nvPr/>
          </p:nvSpPr>
          <p:spPr>
            <a:xfrm>
              <a:off x="187142" y="2914438"/>
              <a:ext cx="50559" cy="404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3" name="asset_3417_42">
              <a:extLst>
                <a:ext uri="{FF2B5EF4-FFF2-40B4-BE49-F238E27FC236}">
                  <a16:creationId xmlns:a16="http://schemas.microsoft.com/office/drawing/2014/main" id="{A9A608DF-9822-477E-A675-965B08B3111B}"/>
                </a:ext>
              </a:extLst>
            </p:cNvPr>
            <p:cNvSpPr>
              <a:spLocks noGrp="1"/>
            </p:cNvSpPr>
            <p:nvPr/>
          </p:nvSpPr>
          <p:spPr>
            <a:xfrm>
              <a:off x="272802" y="2923001"/>
              <a:ext cx="50517" cy="4043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4" name="asset_3417_43">
              <a:extLst>
                <a:ext uri="{FF2B5EF4-FFF2-40B4-BE49-F238E27FC236}">
                  <a16:creationId xmlns:a16="http://schemas.microsoft.com/office/drawing/2014/main" id="{F2B98CD6-4958-495A-A7CD-2468B6F819BC}"/>
                </a:ext>
              </a:extLst>
            </p:cNvPr>
            <p:cNvSpPr>
              <a:spLocks noGrp="1"/>
            </p:cNvSpPr>
            <p:nvPr/>
          </p:nvSpPr>
          <p:spPr>
            <a:xfrm>
              <a:off x="316199" y="2921039"/>
              <a:ext cx="42693" cy="3417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5" name="asset_3417_44">
              <a:extLst>
                <a:ext uri="{FF2B5EF4-FFF2-40B4-BE49-F238E27FC236}">
                  <a16:creationId xmlns:a16="http://schemas.microsoft.com/office/drawing/2014/main" id="{FAA62AEC-D768-4AD1-9894-3E1B379AE534}"/>
                </a:ext>
              </a:extLst>
            </p:cNvPr>
            <p:cNvSpPr>
              <a:spLocks noGrp="1"/>
            </p:cNvSpPr>
            <p:nvPr/>
          </p:nvSpPr>
          <p:spPr>
            <a:xfrm>
              <a:off x="245539" y="2861266"/>
              <a:ext cx="48333" cy="386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6" name="asset_3417_45">
              <a:extLst>
                <a:ext uri="{FF2B5EF4-FFF2-40B4-BE49-F238E27FC236}">
                  <a16:creationId xmlns:a16="http://schemas.microsoft.com/office/drawing/2014/main" id="{5ACB760F-ABE8-4A06-90F7-E9F41165A5BC}"/>
                </a:ext>
              </a:extLst>
            </p:cNvPr>
            <p:cNvSpPr>
              <a:spLocks noGrp="1"/>
            </p:cNvSpPr>
            <p:nvPr/>
          </p:nvSpPr>
          <p:spPr>
            <a:xfrm>
              <a:off x="226065" y="2940719"/>
              <a:ext cx="34790" cy="278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7" name="asset_3417_46">
              <a:extLst>
                <a:ext uri="{FF2B5EF4-FFF2-40B4-BE49-F238E27FC236}">
                  <a16:creationId xmlns:a16="http://schemas.microsoft.com/office/drawing/2014/main" id="{0ED15E6F-BFD0-4D94-9857-8001C4C48356}"/>
                </a:ext>
              </a:extLst>
            </p:cNvPr>
            <p:cNvSpPr>
              <a:spLocks noGrp="1"/>
            </p:cNvSpPr>
            <p:nvPr/>
          </p:nvSpPr>
          <p:spPr>
            <a:xfrm>
              <a:off x="270430" y="2943918"/>
              <a:ext cx="30138" cy="241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8" name="asset_3417_47">
              <a:extLst>
                <a:ext uri="{FF2B5EF4-FFF2-40B4-BE49-F238E27FC236}">
                  <a16:creationId xmlns:a16="http://schemas.microsoft.com/office/drawing/2014/main" id="{4608D8E8-2C70-4129-9E92-7FC8C4AEC4B7}"/>
                </a:ext>
              </a:extLst>
            </p:cNvPr>
            <p:cNvSpPr>
              <a:spLocks noGrp="1"/>
            </p:cNvSpPr>
            <p:nvPr/>
          </p:nvSpPr>
          <p:spPr>
            <a:xfrm>
              <a:off x="291854" y="2887990"/>
              <a:ext cx="35434" cy="283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59" name="asset_3417_48">
              <a:extLst>
                <a:ext uri="{FF2B5EF4-FFF2-40B4-BE49-F238E27FC236}">
                  <a16:creationId xmlns:a16="http://schemas.microsoft.com/office/drawing/2014/main" id="{35BB892E-99A6-455E-BB2C-F0DC12AA337E}"/>
                </a:ext>
              </a:extLst>
            </p:cNvPr>
            <p:cNvSpPr>
              <a:spLocks noGrp="1"/>
            </p:cNvSpPr>
            <p:nvPr/>
          </p:nvSpPr>
          <p:spPr>
            <a:xfrm>
              <a:off x="250383" y="2905634"/>
              <a:ext cx="46906" cy="375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0" name="asset_3417_49">
              <a:extLst>
                <a:ext uri="{FF2B5EF4-FFF2-40B4-BE49-F238E27FC236}">
                  <a16:creationId xmlns:a16="http://schemas.microsoft.com/office/drawing/2014/main" id="{EC04477A-721F-4080-94D3-FFDF8FA96A7B}"/>
                </a:ext>
              </a:extLst>
            </p:cNvPr>
            <p:cNvSpPr>
              <a:spLocks noGrp="1"/>
            </p:cNvSpPr>
            <p:nvPr/>
          </p:nvSpPr>
          <p:spPr>
            <a:xfrm>
              <a:off x="220416" y="2918481"/>
              <a:ext cx="50258" cy="4023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1" name="asset_3417_50">
              <a:extLst>
                <a:ext uri="{FF2B5EF4-FFF2-40B4-BE49-F238E27FC236}">
                  <a16:creationId xmlns:a16="http://schemas.microsoft.com/office/drawing/2014/main" id="{AE9FF471-4EDA-4FD9-9D23-74F90235F9DA}"/>
                </a:ext>
              </a:extLst>
            </p:cNvPr>
            <p:cNvSpPr>
              <a:spLocks noGrp="1"/>
            </p:cNvSpPr>
            <p:nvPr/>
          </p:nvSpPr>
          <p:spPr>
            <a:xfrm>
              <a:off x="273463" y="2954633"/>
              <a:ext cx="35219" cy="281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7A6DC">
                    <a:alpha val="80300"/>
                  </a:srgbClr>
                </a:gs>
                <a:gs pos="100000">
                  <a:srgbClr val="77A6DC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62" name="asset_3417_51">
              <a:extLst>
                <a:ext uri="{FF2B5EF4-FFF2-40B4-BE49-F238E27FC236}">
                  <a16:creationId xmlns:a16="http://schemas.microsoft.com/office/drawing/2014/main" id="{53574E21-57F4-432E-9FDE-271336442C1B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1785">
              <a:solidFill>
                <a:srgbClr val="87ADD3"/>
              </a:solidFill>
            </a:ln>
          </p:spPr>
        </p:sp>
      </p:grpSp>
      <p:grpSp>
        <p:nvGrpSpPr>
          <p:cNvPr id="1163" name="a | spatial view gaussian x2 | v4 editable"/>
          <p:cNvGrpSpPr/>
          <p:nvPr/>
        </p:nvGrpSpPr>
        <p:grpSpPr>
          <a:xfrm>
            <a:off x="1794262" y="2047430"/>
            <a:ext cx="155421" cy="122657"/>
            <a:chOff x="584640" y="2844360"/>
            <a:chExt cx="249480" cy="196920"/>
          </a:xfrm>
        </p:grpSpPr>
        <p:sp>
          <p:nvSpPr>
            <p:cNvPr id="1164" name="asset_3418_0">
              <a:extLst>
                <a:ext uri="{FF2B5EF4-FFF2-40B4-BE49-F238E27FC236}">
                  <a16:creationId xmlns:a16="http://schemas.microsoft.com/office/drawing/2014/main" id="{EDE30850-39E3-4FA4-B684-1627CC57489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4436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165" name="asset_3418_1">
              <a:extLst>
                <a:ext uri="{FF2B5EF4-FFF2-40B4-BE49-F238E27FC236}">
                  <a16:creationId xmlns:a16="http://schemas.microsoft.com/office/drawing/2014/main" id="{8A272B75-2376-471F-B25C-EFC1BD04D5A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284436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66" name="asset_3418_2">
              <a:extLst>
                <a:ext uri="{FF2B5EF4-FFF2-40B4-BE49-F238E27FC236}">
                  <a16:creationId xmlns:a16="http://schemas.microsoft.com/office/drawing/2014/main" id="{9C3FF693-1365-41DE-908C-3F5ADEBFD71B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167" name="asset_3418_3">
              <a:extLst>
                <a:ext uri="{FF2B5EF4-FFF2-40B4-BE49-F238E27FC236}">
                  <a16:creationId xmlns:a16="http://schemas.microsoft.com/office/drawing/2014/main" id="{44818CBB-1D27-4A25-9EC5-4968FA06C39E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68" name="asset_3418_4">
              <a:extLst>
                <a:ext uri="{FF2B5EF4-FFF2-40B4-BE49-F238E27FC236}">
                  <a16:creationId xmlns:a16="http://schemas.microsoft.com/office/drawing/2014/main" id="{7812F35D-F7FA-4819-AD6A-61F2BA6EB99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1869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69" name="asset_3418_5">
              <a:extLst>
                <a:ext uri="{FF2B5EF4-FFF2-40B4-BE49-F238E27FC236}">
                  <a16:creationId xmlns:a16="http://schemas.microsoft.com/office/drawing/2014/main" id="{F8F722F2-B695-4DB8-86CF-08BD6DB261E0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0" name="asset_3418_6">
              <a:extLst>
                <a:ext uri="{FF2B5EF4-FFF2-40B4-BE49-F238E27FC236}">
                  <a16:creationId xmlns:a16="http://schemas.microsoft.com/office/drawing/2014/main" id="{15DC715D-903E-4A7B-A4F3-6000240E2A4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95955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1" name="asset_3418_7">
              <a:extLst>
                <a:ext uri="{FF2B5EF4-FFF2-40B4-BE49-F238E27FC236}">
                  <a16:creationId xmlns:a16="http://schemas.microsoft.com/office/drawing/2014/main" id="{0BD4CF47-AEA2-45DF-8E85-CD1BA830D21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287783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2" name="asset_3418_8">
              <a:extLst>
                <a:ext uri="{FF2B5EF4-FFF2-40B4-BE49-F238E27FC236}">
                  <a16:creationId xmlns:a16="http://schemas.microsoft.com/office/drawing/2014/main" id="{19FDF1EF-5259-4769-81AE-9C7DB426087A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00041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173" name="asset_3418_9">
              <a:extLst>
                <a:ext uri="{FF2B5EF4-FFF2-40B4-BE49-F238E27FC236}">
                  <a16:creationId xmlns:a16="http://schemas.microsoft.com/office/drawing/2014/main" id="{B5736FE8-398D-4D2A-B8D0-91AF3CF61F07}"/>
                </a:ext>
              </a:extLst>
            </p:cNvPr>
            <p:cNvSpPr>
              <a:spLocks noGrp="1"/>
            </p:cNvSpPr>
            <p:nvPr/>
          </p:nvSpPr>
          <p:spPr>
            <a:xfrm>
              <a:off x="602524" y="2900010"/>
              <a:ext cx="94088" cy="75315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4" name="asset_3418_10">
              <a:extLst>
                <a:ext uri="{FF2B5EF4-FFF2-40B4-BE49-F238E27FC236}">
                  <a16:creationId xmlns:a16="http://schemas.microsoft.com/office/drawing/2014/main" id="{23654043-708E-4F2A-B958-9366B90D83B9}"/>
                </a:ext>
              </a:extLst>
            </p:cNvPr>
            <p:cNvSpPr>
              <a:spLocks noGrp="1"/>
            </p:cNvSpPr>
            <p:nvPr/>
          </p:nvSpPr>
          <p:spPr>
            <a:xfrm>
              <a:off x="645648" y="2921977"/>
              <a:ext cx="101929" cy="8159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5" name="asset_3418_11">
              <a:extLst>
                <a:ext uri="{FF2B5EF4-FFF2-40B4-BE49-F238E27FC236}">
                  <a16:creationId xmlns:a16="http://schemas.microsoft.com/office/drawing/2014/main" id="{54274FB7-B93A-4025-8539-0487C382750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2881182"/>
              <a:ext cx="90168" cy="72177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6" name="asset_3418_12">
              <a:extLst>
                <a:ext uri="{FF2B5EF4-FFF2-40B4-BE49-F238E27FC236}">
                  <a16:creationId xmlns:a16="http://schemas.microsoft.com/office/drawing/2014/main" id="{7423643C-E680-454E-86C5-3F030CFF2647}"/>
                </a:ext>
              </a:extLst>
            </p:cNvPr>
            <p:cNvSpPr>
              <a:spLocks noGrp="1"/>
            </p:cNvSpPr>
            <p:nvPr/>
          </p:nvSpPr>
          <p:spPr>
            <a:xfrm>
              <a:off x="641727" y="2870198"/>
              <a:ext cx="86247" cy="6903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AB1DF">
                    <a:alpha val="66000"/>
                  </a:srgbClr>
                </a:gs>
                <a:gs pos="100000">
                  <a:srgbClr val="8AB1DF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7" name="asset_3418_13">
              <a:extLst>
                <a:ext uri="{FF2B5EF4-FFF2-40B4-BE49-F238E27FC236}">
                  <a16:creationId xmlns:a16="http://schemas.microsoft.com/office/drawing/2014/main" id="{6FF1B954-700A-40D4-84E8-C75CB6E9BB88}"/>
                </a:ext>
              </a:extLst>
            </p:cNvPr>
            <p:cNvSpPr>
              <a:spLocks noGrp="1"/>
            </p:cNvSpPr>
            <p:nvPr/>
          </p:nvSpPr>
          <p:spPr>
            <a:xfrm>
              <a:off x="640370" y="2938957"/>
              <a:ext cx="48156" cy="385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8" name="asset_3418_14">
              <a:extLst>
                <a:ext uri="{FF2B5EF4-FFF2-40B4-BE49-F238E27FC236}">
                  <a16:creationId xmlns:a16="http://schemas.microsoft.com/office/drawing/2014/main" id="{3415DBED-A3C9-4BB2-8842-9E95F770094C}"/>
                </a:ext>
              </a:extLst>
            </p:cNvPr>
            <p:cNvSpPr>
              <a:spLocks noGrp="1"/>
            </p:cNvSpPr>
            <p:nvPr/>
          </p:nvSpPr>
          <p:spPr>
            <a:xfrm>
              <a:off x="704551" y="2952771"/>
              <a:ext cx="46004" cy="368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79" name="asset_3418_15">
              <a:extLst>
                <a:ext uri="{FF2B5EF4-FFF2-40B4-BE49-F238E27FC236}">
                  <a16:creationId xmlns:a16="http://schemas.microsoft.com/office/drawing/2014/main" id="{24A7EC66-3170-4980-B547-D7F35A78374E}"/>
                </a:ext>
              </a:extLst>
            </p:cNvPr>
            <p:cNvSpPr>
              <a:spLocks noGrp="1"/>
            </p:cNvSpPr>
            <p:nvPr/>
          </p:nvSpPr>
          <p:spPr>
            <a:xfrm>
              <a:off x="712894" y="2870877"/>
              <a:ext cx="56480" cy="452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0" name="asset_3418_16">
              <a:extLst>
                <a:ext uri="{FF2B5EF4-FFF2-40B4-BE49-F238E27FC236}">
                  <a16:creationId xmlns:a16="http://schemas.microsoft.com/office/drawing/2014/main" id="{78F1286C-711D-4B62-B721-4A9754ABBAA4}"/>
                </a:ext>
              </a:extLst>
            </p:cNvPr>
            <p:cNvSpPr>
              <a:spLocks noGrp="1"/>
            </p:cNvSpPr>
            <p:nvPr/>
          </p:nvSpPr>
          <p:spPr>
            <a:xfrm>
              <a:off x="660258" y="2884020"/>
              <a:ext cx="43415" cy="347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1" name="asset_3418_17">
              <a:extLst>
                <a:ext uri="{FF2B5EF4-FFF2-40B4-BE49-F238E27FC236}">
                  <a16:creationId xmlns:a16="http://schemas.microsoft.com/office/drawing/2014/main" id="{9DB2C952-197D-493E-9257-D3FD618E8B4F}"/>
                </a:ext>
              </a:extLst>
            </p:cNvPr>
            <p:cNvSpPr>
              <a:spLocks noGrp="1"/>
            </p:cNvSpPr>
            <p:nvPr/>
          </p:nvSpPr>
          <p:spPr>
            <a:xfrm>
              <a:off x="646252" y="2915072"/>
              <a:ext cx="40567" cy="324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2" name="asset_3418_18">
              <a:extLst>
                <a:ext uri="{FF2B5EF4-FFF2-40B4-BE49-F238E27FC236}">
                  <a16:creationId xmlns:a16="http://schemas.microsoft.com/office/drawing/2014/main" id="{0307960D-54E1-4EE8-91E8-696DB6F36BD1}"/>
                </a:ext>
              </a:extLst>
            </p:cNvPr>
            <p:cNvSpPr>
              <a:spLocks noGrp="1"/>
            </p:cNvSpPr>
            <p:nvPr/>
          </p:nvSpPr>
          <p:spPr>
            <a:xfrm>
              <a:off x="650938" y="2925609"/>
              <a:ext cx="53537" cy="4285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3" name="asset_3418_19">
              <a:extLst>
                <a:ext uri="{FF2B5EF4-FFF2-40B4-BE49-F238E27FC236}">
                  <a16:creationId xmlns:a16="http://schemas.microsoft.com/office/drawing/2014/main" id="{C9C5CCC1-BEF3-4FE9-8813-2936CBF5396A}"/>
                </a:ext>
              </a:extLst>
            </p:cNvPr>
            <p:cNvSpPr>
              <a:spLocks noGrp="1"/>
            </p:cNvSpPr>
            <p:nvPr/>
          </p:nvSpPr>
          <p:spPr>
            <a:xfrm>
              <a:off x="687793" y="2908008"/>
              <a:ext cx="53103" cy="4250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4" name="asset_3418_20">
              <a:extLst>
                <a:ext uri="{FF2B5EF4-FFF2-40B4-BE49-F238E27FC236}">
                  <a16:creationId xmlns:a16="http://schemas.microsoft.com/office/drawing/2014/main" id="{6A41E64E-40E4-4F42-802B-899BDE82CD75}"/>
                </a:ext>
              </a:extLst>
            </p:cNvPr>
            <p:cNvSpPr>
              <a:spLocks noGrp="1"/>
            </p:cNvSpPr>
            <p:nvPr/>
          </p:nvSpPr>
          <p:spPr>
            <a:xfrm>
              <a:off x="644334" y="2877187"/>
              <a:ext cx="61827" cy="494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5" name="asset_3418_21">
              <a:extLst>
                <a:ext uri="{FF2B5EF4-FFF2-40B4-BE49-F238E27FC236}">
                  <a16:creationId xmlns:a16="http://schemas.microsoft.com/office/drawing/2014/main" id="{57E6000E-1573-4B3F-8BF1-674E0DEB950F}"/>
                </a:ext>
              </a:extLst>
            </p:cNvPr>
            <p:cNvSpPr>
              <a:spLocks noGrp="1"/>
            </p:cNvSpPr>
            <p:nvPr/>
          </p:nvSpPr>
          <p:spPr>
            <a:xfrm>
              <a:off x="627496" y="2922037"/>
              <a:ext cx="54012" cy="4323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6" name="asset_3418_22">
              <a:extLst>
                <a:ext uri="{FF2B5EF4-FFF2-40B4-BE49-F238E27FC236}">
                  <a16:creationId xmlns:a16="http://schemas.microsoft.com/office/drawing/2014/main" id="{E8B27CE8-B114-4A5A-9351-932160EDEA33}"/>
                </a:ext>
              </a:extLst>
            </p:cNvPr>
            <p:cNvSpPr>
              <a:spLocks noGrp="1"/>
            </p:cNvSpPr>
            <p:nvPr/>
          </p:nvSpPr>
          <p:spPr>
            <a:xfrm>
              <a:off x="656031" y="2948387"/>
              <a:ext cx="60272" cy="482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7" name="asset_3418_23">
              <a:extLst>
                <a:ext uri="{FF2B5EF4-FFF2-40B4-BE49-F238E27FC236}">
                  <a16:creationId xmlns:a16="http://schemas.microsoft.com/office/drawing/2014/main" id="{D8549EB0-8A46-4EFD-9016-5A395C177FC0}"/>
                </a:ext>
              </a:extLst>
            </p:cNvPr>
            <p:cNvSpPr>
              <a:spLocks noGrp="1"/>
            </p:cNvSpPr>
            <p:nvPr/>
          </p:nvSpPr>
          <p:spPr>
            <a:xfrm>
              <a:off x="673856" y="2885344"/>
              <a:ext cx="54756" cy="438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8" name="asset_3418_24">
              <a:extLst>
                <a:ext uri="{FF2B5EF4-FFF2-40B4-BE49-F238E27FC236}">
                  <a16:creationId xmlns:a16="http://schemas.microsoft.com/office/drawing/2014/main" id="{53AC7175-BD2D-4738-8BFE-7490CAC20AD0}"/>
                </a:ext>
              </a:extLst>
            </p:cNvPr>
            <p:cNvSpPr>
              <a:spLocks noGrp="1"/>
            </p:cNvSpPr>
            <p:nvPr/>
          </p:nvSpPr>
          <p:spPr>
            <a:xfrm>
              <a:off x="665714" y="2862703"/>
              <a:ext cx="56521" cy="452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89" name="asset_3418_25">
              <a:extLst>
                <a:ext uri="{FF2B5EF4-FFF2-40B4-BE49-F238E27FC236}">
                  <a16:creationId xmlns:a16="http://schemas.microsoft.com/office/drawing/2014/main" id="{728894B9-7453-484A-9C57-592102037781}"/>
                </a:ext>
              </a:extLst>
            </p:cNvPr>
            <p:cNvSpPr>
              <a:spLocks noGrp="1"/>
            </p:cNvSpPr>
            <p:nvPr/>
          </p:nvSpPr>
          <p:spPr>
            <a:xfrm>
              <a:off x="655617" y="2930002"/>
              <a:ext cx="41066" cy="3287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0" name="asset_3418_26">
              <a:extLst>
                <a:ext uri="{FF2B5EF4-FFF2-40B4-BE49-F238E27FC236}">
                  <a16:creationId xmlns:a16="http://schemas.microsoft.com/office/drawing/2014/main" id="{7B05ABAD-8F18-4A94-A307-461BD9FE073B}"/>
                </a:ext>
              </a:extLst>
            </p:cNvPr>
            <p:cNvSpPr>
              <a:spLocks noGrp="1"/>
            </p:cNvSpPr>
            <p:nvPr/>
          </p:nvSpPr>
          <p:spPr>
            <a:xfrm>
              <a:off x="697176" y="2925495"/>
              <a:ext cx="43005" cy="344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1" name="asset_3418_27">
              <a:extLst>
                <a:ext uri="{FF2B5EF4-FFF2-40B4-BE49-F238E27FC236}">
                  <a16:creationId xmlns:a16="http://schemas.microsoft.com/office/drawing/2014/main" id="{D9F699C7-F728-40A7-B5CB-18E66DEC3F04}"/>
                </a:ext>
              </a:extLst>
            </p:cNvPr>
            <p:cNvSpPr>
              <a:spLocks noGrp="1"/>
            </p:cNvSpPr>
            <p:nvPr/>
          </p:nvSpPr>
          <p:spPr>
            <a:xfrm>
              <a:off x="712816" y="2875150"/>
              <a:ext cx="57550" cy="460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2" name="asset_3418_28">
              <a:extLst>
                <a:ext uri="{FF2B5EF4-FFF2-40B4-BE49-F238E27FC236}">
                  <a16:creationId xmlns:a16="http://schemas.microsoft.com/office/drawing/2014/main" id="{68F4CB04-9833-42C7-A9ED-DDC2A536E690}"/>
                </a:ext>
              </a:extLst>
            </p:cNvPr>
            <p:cNvSpPr>
              <a:spLocks noGrp="1"/>
            </p:cNvSpPr>
            <p:nvPr/>
          </p:nvSpPr>
          <p:spPr>
            <a:xfrm>
              <a:off x="639783" y="2878703"/>
              <a:ext cx="62710" cy="501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3" name="asset_3418_29">
              <a:extLst>
                <a:ext uri="{FF2B5EF4-FFF2-40B4-BE49-F238E27FC236}">
                  <a16:creationId xmlns:a16="http://schemas.microsoft.com/office/drawing/2014/main" id="{C97BE2A5-529F-49D6-A956-FB4B1DD96FEC}"/>
                </a:ext>
              </a:extLst>
            </p:cNvPr>
            <p:cNvSpPr>
              <a:spLocks noGrp="1"/>
            </p:cNvSpPr>
            <p:nvPr/>
          </p:nvSpPr>
          <p:spPr>
            <a:xfrm>
              <a:off x="610735" y="2938325"/>
              <a:ext cx="57804" cy="462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4" name="asset_3418_30">
              <a:extLst>
                <a:ext uri="{FF2B5EF4-FFF2-40B4-BE49-F238E27FC236}">
                  <a16:creationId xmlns:a16="http://schemas.microsoft.com/office/drawing/2014/main" id="{E52E40DB-8FE3-48AE-A0E6-634B347B61BC}"/>
                </a:ext>
              </a:extLst>
            </p:cNvPr>
            <p:cNvSpPr>
              <a:spLocks noGrp="1"/>
            </p:cNvSpPr>
            <p:nvPr/>
          </p:nvSpPr>
          <p:spPr>
            <a:xfrm>
              <a:off x="699451" y="2922547"/>
              <a:ext cx="60007" cy="480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5" name="asset_3418_31">
              <a:extLst>
                <a:ext uri="{FF2B5EF4-FFF2-40B4-BE49-F238E27FC236}">
                  <a16:creationId xmlns:a16="http://schemas.microsoft.com/office/drawing/2014/main" id="{C23E4A93-DAD2-4FEE-B51B-525C7B68CCD7}"/>
                </a:ext>
              </a:extLst>
            </p:cNvPr>
            <p:cNvSpPr>
              <a:spLocks noGrp="1"/>
            </p:cNvSpPr>
            <p:nvPr/>
          </p:nvSpPr>
          <p:spPr>
            <a:xfrm>
              <a:off x="689175" y="2882675"/>
              <a:ext cx="52750" cy="422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6" name="asset_3418_32">
              <a:extLst>
                <a:ext uri="{FF2B5EF4-FFF2-40B4-BE49-F238E27FC236}">
                  <a16:creationId xmlns:a16="http://schemas.microsoft.com/office/drawing/2014/main" id="{7024B648-10B3-4FC5-BFE4-FA4E241E2376}"/>
                </a:ext>
              </a:extLst>
            </p:cNvPr>
            <p:cNvSpPr>
              <a:spLocks noGrp="1"/>
            </p:cNvSpPr>
            <p:nvPr/>
          </p:nvSpPr>
          <p:spPr>
            <a:xfrm>
              <a:off x="691933" y="2881580"/>
              <a:ext cx="41548" cy="33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7" name="asset_3418_33">
              <a:extLst>
                <a:ext uri="{FF2B5EF4-FFF2-40B4-BE49-F238E27FC236}">
                  <a16:creationId xmlns:a16="http://schemas.microsoft.com/office/drawing/2014/main" id="{C4BB59F4-FAEA-4669-A283-5A8D5FD61843}"/>
                </a:ext>
              </a:extLst>
            </p:cNvPr>
            <p:cNvSpPr>
              <a:spLocks noGrp="1"/>
            </p:cNvSpPr>
            <p:nvPr/>
          </p:nvSpPr>
          <p:spPr>
            <a:xfrm>
              <a:off x="609692" y="2939987"/>
              <a:ext cx="42168" cy="337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8" name="asset_3418_34">
              <a:extLst>
                <a:ext uri="{FF2B5EF4-FFF2-40B4-BE49-F238E27FC236}">
                  <a16:creationId xmlns:a16="http://schemas.microsoft.com/office/drawing/2014/main" id="{68FAB1E0-DA61-4B8F-AAEE-256F1AC9302A}"/>
                </a:ext>
              </a:extLst>
            </p:cNvPr>
            <p:cNvSpPr>
              <a:spLocks noGrp="1"/>
            </p:cNvSpPr>
            <p:nvPr/>
          </p:nvSpPr>
          <p:spPr>
            <a:xfrm>
              <a:off x="658301" y="2932943"/>
              <a:ext cx="54677" cy="437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199" name="asset_3418_35">
              <a:extLst>
                <a:ext uri="{FF2B5EF4-FFF2-40B4-BE49-F238E27FC236}">
                  <a16:creationId xmlns:a16="http://schemas.microsoft.com/office/drawing/2014/main" id="{14335B2E-6EA7-4099-A44E-0FCA8891366E}"/>
                </a:ext>
              </a:extLst>
            </p:cNvPr>
            <p:cNvSpPr>
              <a:spLocks noGrp="1"/>
            </p:cNvSpPr>
            <p:nvPr/>
          </p:nvSpPr>
          <p:spPr>
            <a:xfrm>
              <a:off x="723151" y="2883327"/>
              <a:ext cx="43124" cy="345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0" name="asset_3418_36">
              <a:extLst>
                <a:ext uri="{FF2B5EF4-FFF2-40B4-BE49-F238E27FC236}">
                  <a16:creationId xmlns:a16="http://schemas.microsoft.com/office/drawing/2014/main" id="{A8DFD640-E423-484E-9CA1-42D746AE0FD0}"/>
                </a:ext>
              </a:extLst>
            </p:cNvPr>
            <p:cNvSpPr>
              <a:spLocks noGrp="1"/>
            </p:cNvSpPr>
            <p:nvPr/>
          </p:nvSpPr>
          <p:spPr>
            <a:xfrm>
              <a:off x="689172" y="2888555"/>
              <a:ext cx="55046" cy="4406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1" name="asset_3418_37">
              <a:extLst>
                <a:ext uri="{FF2B5EF4-FFF2-40B4-BE49-F238E27FC236}">
                  <a16:creationId xmlns:a16="http://schemas.microsoft.com/office/drawing/2014/main" id="{7F1A8931-64BF-424B-8E02-15575E9244CA}"/>
                </a:ext>
              </a:extLst>
            </p:cNvPr>
            <p:cNvSpPr>
              <a:spLocks noGrp="1"/>
            </p:cNvSpPr>
            <p:nvPr/>
          </p:nvSpPr>
          <p:spPr>
            <a:xfrm>
              <a:off x="624996" y="2893501"/>
              <a:ext cx="42492" cy="340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2" name="asset_3418_38">
              <a:extLst>
                <a:ext uri="{FF2B5EF4-FFF2-40B4-BE49-F238E27FC236}">
                  <a16:creationId xmlns:a16="http://schemas.microsoft.com/office/drawing/2014/main" id="{C38791FD-DF34-4451-8100-ABBF8F0DCB5C}"/>
                </a:ext>
              </a:extLst>
            </p:cNvPr>
            <p:cNvSpPr>
              <a:spLocks noGrp="1"/>
            </p:cNvSpPr>
            <p:nvPr/>
          </p:nvSpPr>
          <p:spPr>
            <a:xfrm>
              <a:off x="692747" y="2919924"/>
              <a:ext cx="59456" cy="475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3" name="asset_3418_39">
              <a:extLst>
                <a:ext uri="{FF2B5EF4-FFF2-40B4-BE49-F238E27FC236}">
                  <a16:creationId xmlns:a16="http://schemas.microsoft.com/office/drawing/2014/main" id="{F80C371B-9B40-4B05-AF8B-21D4E1E58F9B}"/>
                </a:ext>
              </a:extLst>
            </p:cNvPr>
            <p:cNvSpPr>
              <a:spLocks noGrp="1"/>
            </p:cNvSpPr>
            <p:nvPr/>
          </p:nvSpPr>
          <p:spPr>
            <a:xfrm>
              <a:off x="677417" y="2876792"/>
              <a:ext cx="58680" cy="4697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4" name="asset_3418_40">
              <a:extLst>
                <a:ext uri="{FF2B5EF4-FFF2-40B4-BE49-F238E27FC236}">
                  <a16:creationId xmlns:a16="http://schemas.microsoft.com/office/drawing/2014/main" id="{0627EDB1-79CF-4DB6-B184-C435C87C1E67}"/>
                </a:ext>
              </a:extLst>
            </p:cNvPr>
            <p:cNvSpPr>
              <a:spLocks noGrp="1"/>
            </p:cNvSpPr>
            <p:nvPr/>
          </p:nvSpPr>
          <p:spPr>
            <a:xfrm>
              <a:off x="674520" y="2870917"/>
              <a:ext cx="54548" cy="436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5" name="asset_3418_41">
              <a:extLst>
                <a:ext uri="{FF2B5EF4-FFF2-40B4-BE49-F238E27FC236}">
                  <a16:creationId xmlns:a16="http://schemas.microsoft.com/office/drawing/2014/main" id="{F67C74B8-CAFB-4408-8687-157009400184}"/>
                </a:ext>
              </a:extLst>
            </p:cNvPr>
            <p:cNvSpPr>
              <a:spLocks noGrp="1"/>
            </p:cNvSpPr>
            <p:nvPr/>
          </p:nvSpPr>
          <p:spPr>
            <a:xfrm>
              <a:off x="645963" y="2929439"/>
              <a:ext cx="60782" cy="486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6" name="asset_3418_42">
              <a:extLst>
                <a:ext uri="{FF2B5EF4-FFF2-40B4-BE49-F238E27FC236}">
                  <a16:creationId xmlns:a16="http://schemas.microsoft.com/office/drawing/2014/main" id="{0574429D-923D-4FA3-8907-4E32A8F06235}"/>
                </a:ext>
              </a:extLst>
            </p:cNvPr>
            <p:cNvSpPr>
              <a:spLocks noGrp="1"/>
            </p:cNvSpPr>
            <p:nvPr/>
          </p:nvSpPr>
          <p:spPr>
            <a:xfrm>
              <a:off x="659127" y="2946068"/>
              <a:ext cx="51347" cy="4110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7" name="asset_3418_43">
              <a:extLst>
                <a:ext uri="{FF2B5EF4-FFF2-40B4-BE49-F238E27FC236}">
                  <a16:creationId xmlns:a16="http://schemas.microsoft.com/office/drawing/2014/main" id="{40BF695D-3C59-4A33-BE27-6B7B2C94C4C8}"/>
                </a:ext>
              </a:extLst>
            </p:cNvPr>
            <p:cNvSpPr>
              <a:spLocks noGrp="1"/>
            </p:cNvSpPr>
            <p:nvPr/>
          </p:nvSpPr>
          <p:spPr>
            <a:xfrm>
              <a:off x="693233" y="2909245"/>
              <a:ext cx="44980" cy="360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8" name="asset_3418_44">
              <a:extLst>
                <a:ext uri="{FF2B5EF4-FFF2-40B4-BE49-F238E27FC236}">
                  <a16:creationId xmlns:a16="http://schemas.microsoft.com/office/drawing/2014/main" id="{22EC7748-D7B8-42CE-B3B5-97C57AC62A6F}"/>
                </a:ext>
              </a:extLst>
            </p:cNvPr>
            <p:cNvSpPr>
              <a:spLocks noGrp="1"/>
            </p:cNvSpPr>
            <p:nvPr/>
          </p:nvSpPr>
          <p:spPr>
            <a:xfrm>
              <a:off x="645345" y="2880834"/>
              <a:ext cx="54224" cy="434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09" name="asset_3418_45">
              <a:extLst>
                <a:ext uri="{FF2B5EF4-FFF2-40B4-BE49-F238E27FC236}">
                  <a16:creationId xmlns:a16="http://schemas.microsoft.com/office/drawing/2014/main" id="{6465B83D-6CE9-4B21-AA53-471F8499E173}"/>
                </a:ext>
              </a:extLst>
            </p:cNvPr>
            <p:cNvSpPr>
              <a:spLocks noGrp="1"/>
            </p:cNvSpPr>
            <p:nvPr/>
          </p:nvSpPr>
          <p:spPr>
            <a:xfrm>
              <a:off x="617197" y="2897439"/>
              <a:ext cx="45510" cy="364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0" name="asset_3418_46">
              <a:extLst>
                <a:ext uri="{FF2B5EF4-FFF2-40B4-BE49-F238E27FC236}">
                  <a16:creationId xmlns:a16="http://schemas.microsoft.com/office/drawing/2014/main" id="{BA52981F-8755-45AE-9AB1-32E59CD76E09}"/>
                </a:ext>
              </a:extLst>
            </p:cNvPr>
            <p:cNvSpPr>
              <a:spLocks noGrp="1"/>
            </p:cNvSpPr>
            <p:nvPr/>
          </p:nvSpPr>
          <p:spPr>
            <a:xfrm>
              <a:off x="703530" y="2944793"/>
              <a:ext cx="57009" cy="456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1" name="asset_3418_47">
              <a:extLst>
                <a:ext uri="{FF2B5EF4-FFF2-40B4-BE49-F238E27FC236}">
                  <a16:creationId xmlns:a16="http://schemas.microsoft.com/office/drawing/2014/main" id="{72E0DAA6-4F44-4EEA-B264-3A6155374C97}"/>
                </a:ext>
              </a:extLst>
            </p:cNvPr>
            <p:cNvSpPr>
              <a:spLocks noGrp="1"/>
            </p:cNvSpPr>
            <p:nvPr/>
          </p:nvSpPr>
          <p:spPr>
            <a:xfrm>
              <a:off x="725277" y="2920297"/>
              <a:ext cx="44123" cy="353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2" name="asset_3418_48">
              <a:extLst>
                <a:ext uri="{FF2B5EF4-FFF2-40B4-BE49-F238E27FC236}">
                  <a16:creationId xmlns:a16="http://schemas.microsoft.com/office/drawing/2014/main" id="{1032DE87-8C16-461E-9903-402F5793491A}"/>
                </a:ext>
              </a:extLst>
            </p:cNvPr>
            <p:cNvSpPr>
              <a:spLocks noGrp="1"/>
            </p:cNvSpPr>
            <p:nvPr/>
          </p:nvSpPr>
          <p:spPr>
            <a:xfrm>
              <a:off x="663007" y="2876276"/>
              <a:ext cx="55578" cy="444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3" name="asset_3418_49">
              <a:extLst>
                <a:ext uri="{FF2B5EF4-FFF2-40B4-BE49-F238E27FC236}">
                  <a16:creationId xmlns:a16="http://schemas.microsoft.com/office/drawing/2014/main" id="{2632D4F1-D5BD-404B-AB2A-BD707183F834}"/>
                </a:ext>
              </a:extLst>
            </p:cNvPr>
            <p:cNvSpPr>
              <a:spLocks noGrp="1"/>
            </p:cNvSpPr>
            <p:nvPr/>
          </p:nvSpPr>
          <p:spPr>
            <a:xfrm>
              <a:off x="610023" y="2904869"/>
              <a:ext cx="57087" cy="456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4" name="asset_3418_50">
              <a:extLst>
                <a:ext uri="{FF2B5EF4-FFF2-40B4-BE49-F238E27FC236}">
                  <a16:creationId xmlns:a16="http://schemas.microsoft.com/office/drawing/2014/main" id="{235C36F9-6FB2-4B0B-A7D6-D0B89026885D}"/>
                </a:ext>
              </a:extLst>
            </p:cNvPr>
            <p:cNvSpPr>
              <a:spLocks noGrp="1"/>
            </p:cNvSpPr>
            <p:nvPr/>
          </p:nvSpPr>
          <p:spPr>
            <a:xfrm>
              <a:off x="639514" y="2941879"/>
              <a:ext cx="52791" cy="4225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AB1DF">
                    <a:alpha val="80300"/>
                  </a:srgbClr>
                </a:gs>
                <a:gs pos="100000">
                  <a:srgbClr val="8AB1DF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15" name="asset_3418_51">
              <a:extLst>
                <a:ext uri="{FF2B5EF4-FFF2-40B4-BE49-F238E27FC236}">
                  <a16:creationId xmlns:a16="http://schemas.microsoft.com/office/drawing/2014/main" id="{2C82AA31-73C9-4519-8A9B-2220E28E204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287783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1785">
              <a:solidFill>
                <a:srgbClr val="87ADD3"/>
              </a:solidFill>
            </a:ln>
          </p:spPr>
        </p:sp>
      </p:grpSp>
      <p:grpSp>
        <p:nvGrpSpPr>
          <p:cNvPr id="1216" name="a | spatial view dog x2 | v4 editable"/>
          <p:cNvGrpSpPr/>
          <p:nvPr/>
        </p:nvGrpSpPr>
        <p:grpSpPr>
          <a:xfrm>
            <a:off x="1501222" y="2333512"/>
            <a:ext cx="155421" cy="122657"/>
            <a:chOff x="177480" y="3241800"/>
            <a:chExt cx="249480" cy="196920"/>
          </a:xfrm>
        </p:grpSpPr>
        <p:sp>
          <p:nvSpPr>
            <p:cNvPr id="1217" name="asset_3419_0">
              <a:extLst>
                <a:ext uri="{FF2B5EF4-FFF2-40B4-BE49-F238E27FC236}">
                  <a16:creationId xmlns:a16="http://schemas.microsoft.com/office/drawing/2014/main" id="{746693EA-BB73-4B3D-BB22-995B684A8E0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218" name="asset_3419_1">
              <a:extLst>
                <a:ext uri="{FF2B5EF4-FFF2-40B4-BE49-F238E27FC236}">
                  <a16:creationId xmlns:a16="http://schemas.microsoft.com/office/drawing/2014/main" id="{D0390F61-86FB-492A-B934-5BA7E33F4E06}"/>
                </a:ext>
              </a:extLst>
            </p:cNvPr>
            <p:cNvSpPr>
              <a:spLocks noGrp="1"/>
            </p:cNvSpPr>
            <p:nvPr/>
          </p:nvSpPr>
          <p:spPr>
            <a:xfrm>
              <a:off x="37955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19" name="asset_3419_2">
              <a:extLst>
                <a:ext uri="{FF2B5EF4-FFF2-40B4-BE49-F238E27FC236}">
                  <a16:creationId xmlns:a16="http://schemas.microsoft.com/office/drawing/2014/main" id="{63E5FB0C-8C6C-410D-BBB7-A93C1FA20AD8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20" name="asset_3419_3">
              <a:extLst>
                <a:ext uri="{FF2B5EF4-FFF2-40B4-BE49-F238E27FC236}">
                  <a16:creationId xmlns:a16="http://schemas.microsoft.com/office/drawing/2014/main" id="{96950FFE-4A33-4D88-A80B-43ADA4CFB163}"/>
                </a:ext>
              </a:extLst>
            </p:cNvPr>
            <p:cNvSpPr>
              <a:spLocks noGrp="1"/>
            </p:cNvSpPr>
            <p:nvPr/>
          </p:nvSpPr>
          <p:spPr>
            <a:xfrm>
              <a:off x="228000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1" name="asset_3419_4">
              <a:extLst>
                <a:ext uri="{FF2B5EF4-FFF2-40B4-BE49-F238E27FC236}">
                  <a16:creationId xmlns:a16="http://schemas.microsoft.com/office/drawing/2014/main" id="{FEE28440-463A-4E6E-BB08-D7B04B22DF73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1613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2" name="asset_3419_5">
              <a:extLst>
                <a:ext uri="{FF2B5EF4-FFF2-40B4-BE49-F238E27FC236}">
                  <a16:creationId xmlns:a16="http://schemas.microsoft.com/office/drawing/2014/main" id="{70FB939D-CC5A-4837-9BB6-BB9702E003B3}"/>
                </a:ext>
              </a:extLst>
            </p:cNvPr>
            <p:cNvSpPr>
              <a:spLocks noGrp="1"/>
            </p:cNvSpPr>
            <p:nvPr/>
          </p:nvSpPr>
          <p:spPr>
            <a:xfrm>
              <a:off x="27851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3" name="asset_3419_6">
              <a:extLst>
                <a:ext uri="{FF2B5EF4-FFF2-40B4-BE49-F238E27FC236}">
                  <a16:creationId xmlns:a16="http://schemas.microsoft.com/office/drawing/2014/main" id="{DF70B3E3-1BDA-4D98-8BF9-D245F57F4DFD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5699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4" name="asset_3419_7">
              <a:extLst>
                <a:ext uri="{FF2B5EF4-FFF2-40B4-BE49-F238E27FC236}">
                  <a16:creationId xmlns:a16="http://schemas.microsoft.com/office/drawing/2014/main" id="{E2BFE340-34A7-42E4-AED2-F0E915747680}"/>
                </a:ext>
              </a:extLst>
            </p:cNvPr>
            <p:cNvSpPr>
              <a:spLocks noGrp="1"/>
            </p:cNvSpPr>
            <p:nvPr/>
          </p:nvSpPr>
          <p:spPr>
            <a:xfrm>
              <a:off x="32903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5" name="asset_3419_8">
              <a:extLst>
                <a:ext uri="{FF2B5EF4-FFF2-40B4-BE49-F238E27FC236}">
                  <a16:creationId xmlns:a16="http://schemas.microsoft.com/office/drawing/2014/main" id="{C4FE8518-1A43-48D8-8371-EE0AF0F70311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39785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26" name="asset_3419_9">
              <a:extLst>
                <a:ext uri="{FF2B5EF4-FFF2-40B4-BE49-F238E27FC236}">
                  <a16:creationId xmlns:a16="http://schemas.microsoft.com/office/drawing/2014/main" id="{2FD49D77-CD99-4F4D-91C1-2116EB8AA60D}"/>
                </a:ext>
              </a:extLst>
            </p:cNvPr>
            <p:cNvSpPr>
              <a:spLocks noGrp="1"/>
            </p:cNvSpPr>
            <p:nvPr/>
          </p:nvSpPr>
          <p:spPr>
            <a:xfrm>
              <a:off x="209085" y="3310003"/>
              <a:ext cx="78407" cy="62762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6A8D9">
                    <a:alpha val="66000"/>
                  </a:srgbClr>
                </a:gs>
                <a:gs pos="100000">
                  <a:srgbClr val="86A8D9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7" name="asset_3419_10">
              <a:extLst>
                <a:ext uri="{FF2B5EF4-FFF2-40B4-BE49-F238E27FC236}">
                  <a16:creationId xmlns:a16="http://schemas.microsoft.com/office/drawing/2014/main" id="{6AF7C569-F001-44ED-B5FF-D969062B6D79}"/>
                </a:ext>
              </a:extLst>
            </p:cNvPr>
            <p:cNvSpPr>
              <a:spLocks noGrp="1"/>
            </p:cNvSpPr>
            <p:nvPr/>
          </p:nvSpPr>
          <p:spPr>
            <a:xfrm>
              <a:off x="279651" y="3284898"/>
              <a:ext cx="70566" cy="56486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6A8D9">
                    <a:alpha val="66000"/>
                  </a:srgbClr>
                </a:gs>
                <a:gs pos="100000">
                  <a:srgbClr val="86A8D9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8" name="asset_3419_11">
              <a:extLst>
                <a:ext uri="{FF2B5EF4-FFF2-40B4-BE49-F238E27FC236}">
                  <a16:creationId xmlns:a16="http://schemas.microsoft.com/office/drawing/2014/main" id="{80F085E8-C51F-4FA2-AE86-C8FED9CADD52}"/>
                </a:ext>
              </a:extLst>
            </p:cNvPr>
            <p:cNvSpPr>
              <a:spLocks noGrp="1"/>
            </p:cNvSpPr>
            <p:nvPr/>
          </p:nvSpPr>
          <p:spPr>
            <a:xfrm>
              <a:off x="241923" y="3340673"/>
              <a:ext cx="47641" cy="381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29" name="asset_3419_12">
              <a:extLst>
                <a:ext uri="{FF2B5EF4-FFF2-40B4-BE49-F238E27FC236}">
                  <a16:creationId xmlns:a16="http://schemas.microsoft.com/office/drawing/2014/main" id="{CE1E376E-8B7F-40D6-B527-64C282C83F92}"/>
                </a:ext>
              </a:extLst>
            </p:cNvPr>
            <p:cNvSpPr>
              <a:spLocks noGrp="1"/>
            </p:cNvSpPr>
            <p:nvPr/>
          </p:nvSpPr>
          <p:spPr>
            <a:xfrm>
              <a:off x="303331" y="3308488"/>
              <a:ext cx="47516" cy="3803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0" name="asset_3419_13">
              <a:extLst>
                <a:ext uri="{FF2B5EF4-FFF2-40B4-BE49-F238E27FC236}">
                  <a16:creationId xmlns:a16="http://schemas.microsoft.com/office/drawing/2014/main" id="{66B637FD-4CCF-44E1-B885-780E4671237C}"/>
                </a:ext>
              </a:extLst>
            </p:cNvPr>
            <p:cNvSpPr>
              <a:spLocks noGrp="1"/>
            </p:cNvSpPr>
            <p:nvPr/>
          </p:nvSpPr>
          <p:spPr>
            <a:xfrm>
              <a:off x="242175" y="3326284"/>
              <a:ext cx="35224" cy="281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1" name="asset_3419_14">
              <a:extLst>
                <a:ext uri="{FF2B5EF4-FFF2-40B4-BE49-F238E27FC236}">
                  <a16:creationId xmlns:a16="http://schemas.microsoft.com/office/drawing/2014/main" id="{AFEC96C6-81F9-47CB-99F2-B73D4EF6A070}"/>
                </a:ext>
              </a:extLst>
            </p:cNvPr>
            <p:cNvSpPr>
              <a:spLocks noGrp="1"/>
            </p:cNvSpPr>
            <p:nvPr/>
          </p:nvSpPr>
          <p:spPr>
            <a:xfrm>
              <a:off x="311032" y="3283806"/>
              <a:ext cx="45989" cy="3681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2" name="asset_3419_15">
              <a:extLst>
                <a:ext uri="{FF2B5EF4-FFF2-40B4-BE49-F238E27FC236}">
                  <a16:creationId xmlns:a16="http://schemas.microsoft.com/office/drawing/2014/main" id="{8E9DCA16-9B81-4C15-953A-9671E01E116A}"/>
                </a:ext>
              </a:extLst>
            </p:cNvPr>
            <p:cNvSpPr>
              <a:spLocks noGrp="1"/>
            </p:cNvSpPr>
            <p:nvPr/>
          </p:nvSpPr>
          <p:spPr>
            <a:xfrm>
              <a:off x="202672" y="3333436"/>
              <a:ext cx="47241" cy="378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3" name="asset_3419_16">
              <a:extLst>
                <a:ext uri="{FF2B5EF4-FFF2-40B4-BE49-F238E27FC236}">
                  <a16:creationId xmlns:a16="http://schemas.microsoft.com/office/drawing/2014/main" id="{DB08204D-F697-4B38-8CAD-AF992960BF57}"/>
                </a:ext>
              </a:extLst>
            </p:cNvPr>
            <p:cNvSpPr>
              <a:spLocks noGrp="1"/>
            </p:cNvSpPr>
            <p:nvPr/>
          </p:nvSpPr>
          <p:spPr>
            <a:xfrm>
              <a:off x="304573" y="3306993"/>
              <a:ext cx="47769" cy="382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4" name="asset_3419_17">
              <a:extLst>
                <a:ext uri="{FF2B5EF4-FFF2-40B4-BE49-F238E27FC236}">
                  <a16:creationId xmlns:a16="http://schemas.microsoft.com/office/drawing/2014/main" id="{8B874592-0071-4EF6-AF5B-CB6BD062D5F5}"/>
                </a:ext>
              </a:extLst>
            </p:cNvPr>
            <p:cNvSpPr>
              <a:spLocks noGrp="1"/>
            </p:cNvSpPr>
            <p:nvPr/>
          </p:nvSpPr>
          <p:spPr>
            <a:xfrm>
              <a:off x="217249" y="3310530"/>
              <a:ext cx="49893" cy="399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5" name="asset_3419_18">
              <a:extLst>
                <a:ext uri="{FF2B5EF4-FFF2-40B4-BE49-F238E27FC236}">
                  <a16:creationId xmlns:a16="http://schemas.microsoft.com/office/drawing/2014/main" id="{ADEC17A4-4FD0-41D2-857B-42EB14C19299}"/>
                </a:ext>
              </a:extLst>
            </p:cNvPr>
            <p:cNvSpPr>
              <a:spLocks noGrp="1"/>
            </p:cNvSpPr>
            <p:nvPr/>
          </p:nvSpPr>
          <p:spPr>
            <a:xfrm>
              <a:off x="308183" y="3284460"/>
              <a:ext cx="35565" cy="284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6" name="asset_3419_19">
              <a:extLst>
                <a:ext uri="{FF2B5EF4-FFF2-40B4-BE49-F238E27FC236}">
                  <a16:creationId xmlns:a16="http://schemas.microsoft.com/office/drawing/2014/main" id="{BBFD9A57-57B6-4217-8450-6199F35669FC}"/>
                </a:ext>
              </a:extLst>
            </p:cNvPr>
            <p:cNvSpPr>
              <a:spLocks noGrp="1"/>
            </p:cNvSpPr>
            <p:nvPr/>
          </p:nvSpPr>
          <p:spPr>
            <a:xfrm>
              <a:off x="245848" y="3307836"/>
              <a:ext cx="50742" cy="406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7" name="asset_3419_20">
              <a:extLst>
                <a:ext uri="{FF2B5EF4-FFF2-40B4-BE49-F238E27FC236}">
                  <a16:creationId xmlns:a16="http://schemas.microsoft.com/office/drawing/2014/main" id="{C9C34416-6B56-426A-A262-51D1B48289A4}"/>
                </a:ext>
              </a:extLst>
            </p:cNvPr>
            <p:cNvSpPr>
              <a:spLocks noGrp="1"/>
            </p:cNvSpPr>
            <p:nvPr/>
          </p:nvSpPr>
          <p:spPr>
            <a:xfrm>
              <a:off x="311298" y="3309246"/>
              <a:ext cx="28032" cy="224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8" name="asset_3419_21">
              <a:extLst>
                <a:ext uri="{FF2B5EF4-FFF2-40B4-BE49-F238E27FC236}">
                  <a16:creationId xmlns:a16="http://schemas.microsoft.com/office/drawing/2014/main" id="{743F4B5F-5725-43BD-A097-13433B7AF94C}"/>
                </a:ext>
              </a:extLst>
            </p:cNvPr>
            <p:cNvSpPr>
              <a:spLocks noGrp="1"/>
            </p:cNvSpPr>
            <p:nvPr/>
          </p:nvSpPr>
          <p:spPr>
            <a:xfrm>
              <a:off x="228651" y="3315668"/>
              <a:ext cx="29969" cy="239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39" name="asset_3419_22">
              <a:extLst>
                <a:ext uri="{FF2B5EF4-FFF2-40B4-BE49-F238E27FC236}">
                  <a16:creationId xmlns:a16="http://schemas.microsoft.com/office/drawing/2014/main" id="{9EC194BE-5A33-4EBD-9EBE-56F2518A0839}"/>
                </a:ext>
              </a:extLst>
            </p:cNvPr>
            <p:cNvSpPr>
              <a:spLocks noGrp="1"/>
            </p:cNvSpPr>
            <p:nvPr/>
          </p:nvSpPr>
          <p:spPr>
            <a:xfrm>
              <a:off x="279715" y="3281728"/>
              <a:ext cx="38686" cy="3096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0" name="asset_3419_23">
              <a:extLst>
                <a:ext uri="{FF2B5EF4-FFF2-40B4-BE49-F238E27FC236}">
                  <a16:creationId xmlns:a16="http://schemas.microsoft.com/office/drawing/2014/main" id="{B68FCEA6-65C2-4682-9063-27A9459508CB}"/>
                </a:ext>
              </a:extLst>
            </p:cNvPr>
            <p:cNvSpPr>
              <a:spLocks noGrp="1"/>
            </p:cNvSpPr>
            <p:nvPr/>
          </p:nvSpPr>
          <p:spPr>
            <a:xfrm>
              <a:off x="222408" y="3329464"/>
              <a:ext cx="36387" cy="2912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1" name="asset_3419_24">
              <a:extLst>
                <a:ext uri="{FF2B5EF4-FFF2-40B4-BE49-F238E27FC236}">
                  <a16:creationId xmlns:a16="http://schemas.microsoft.com/office/drawing/2014/main" id="{DC8263F0-CF30-4205-94C6-51633A51E1AF}"/>
                </a:ext>
              </a:extLst>
            </p:cNvPr>
            <p:cNvSpPr>
              <a:spLocks noGrp="1"/>
            </p:cNvSpPr>
            <p:nvPr/>
          </p:nvSpPr>
          <p:spPr>
            <a:xfrm>
              <a:off x="287470" y="3286956"/>
              <a:ext cx="29679" cy="237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2" name="asset_3419_25">
              <a:extLst>
                <a:ext uri="{FF2B5EF4-FFF2-40B4-BE49-F238E27FC236}">
                  <a16:creationId xmlns:a16="http://schemas.microsoft.com/office/drawing/2014/main" id="{EB74AB11-9238-4E12-AF59-DBD33722CA0E}"/>
                </a:ext>
              </a:extLst>
            </p:cNvPr>
            <p:cNvSpPr>
              <a:spLocks noGrp="1"/>
            </p:cNvSpPr>
            <p:nvPr/>
          </p:nvSpPr>
          <p:spPr>
            <a:xfrm>
              <a:off x="256524" y="3335578"/>
              <a:ext cx="27648" cy="221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3" name="asset_3419_26">
              <a:extLst>
                <a:ext uri="{FF2B5EF4-FFF2-40B4-BE49-F238E27FC236}">
                  <a16:creationId xmlns:a16="http://schemas.microsoft.com/office/drawing/2014/main" id="{31A8C5AE-DF5C-42BE-82FE-405FEAFF78F1}"/>
                </a:ext>
              </a:extLst>
            </p:cNvPr>
            <p:cNvSpPr>
              <a:spLocks noGrp="1"/>
            </p:cNvSpPr>
            <p:nvPr/>
          </p:nvSpPr>
          <p:spPr>
            <a:xfrm>
              <a:off x="305829" y="3314234"/>
              <a:ext cx="34218" cy="273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4" name="asset_3419_27">
              <a:extLst>
                <a:ext uri="{FF2B5EF4-FFF2-40B4-BE49-F238E27FC236}">
                  <a16:creationId xmlns:a16="http://schemas.microsoft.com/office/drawing/2014/main" id="{81BA1F3D-3A21-497D-B8E6-52152AE4B7F0}"/>
                </a:ext>
              </a:extLst>
            </p:cNvPr>
            <p:cNvSpPr>
              <a:spLocks noGrp="1"/>
            </p:cNvSpPr>
            <p:nvPr/>
          </p:nvSpPr>
          <p:spPr>
            <a:xfrm>
              <a:off x="223719" y="3339173"/>
              <a:ext cx="48031" cy="3844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5" name="asset_3419_28">
              <a:extLst>
                <a:ext uri="{FF2B5EF4-FFF2-40B4-BE49-F238E27FC236}">
                  <a16:creationId xmlns:a16="http://schemas.microsoft.com/office/drawing/2014/main" id="{DECE060C-294A-41BD-96B8-36BF23A39263}"/>
                </a:ext>
              </a:extLst>
            </p:cNvPr>
            <p:cNvSpPr>
              <a:spLocks noGrp="1"/>
            </p:cNvSpPr>
            <p:nvPr/>
          </p:nvSpPr>
          <p:spPr>
            <a:xfrm>
              <a:off x="311839" y="3306302"/>
              <a:ext cx="41899" cy="3353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6" name="asset_3419_29">
              <a:extLst>
                <a:ext uri="{FF2B5EF4-FFF2-40B4-BE49-F238E27FC236}">
                  <a16:creationId xmlns:a16="http://schemas.microsoft.com/office/drawing/2014/main" id="{0C28A1F5-FDA7-41D3-A62D-7B970C0C2E1A}"/>
                </a:ext>
              </a:extLst>
            </p:cNvPr>
            <p:cNvSpPr>
              <a:spLocks noGrp="1"/>
            </p:cNvSpPr>
            <p:nvPr/>
          </p:nvSpPr>
          <p:spPr>
            <a:xfrm>
              <a:off x="216626" y="3327809"/>
              <a:ext cx="48019" cy="3843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7" name="asset_3419_30">
              <a:extLst>
                <a:ext uri="{FF2B5EF4-FFF2-40B4-BE49-F238E27FC236}">
                  <a16:creationId xmlns:a16="http://schemas.microsoft.com/office/drawing/2014/main" id="{C9CD6603-F5AF-4AA5-BE1B-83D5069EDFB3}"/>
                </a:ext>
              </a:extLst>
            </p:cNvPr>
            <p:cNvSpPr>
              <a:spLocks noGrp="1"/>
            </p:cNvSpPr>
            <p:nvPr/>
          </p:nvSpPr>
          <p:spPr>
            <a:xfrm>
              <a:off x="281210" y="3313076"/>
              <a:ext cx="44806" cy="358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8" name="asset_3419_31">
              <a:extLst>
                <a:ext uri="{FF2B5EF4-FFF2-40B4-BE49-F238E27FC236}">
                  <a16:creationId xmlns:a16="http://schemas.microsoft.com/office/drawing/2014/main" id="{99A99315-4FF1-42C4-8062-950F1B1EB9BD}"/>
                </a:ext>
              </a:extLst>
            </p:cNvPr>
            <p:cNvSpPr>
              <a:spLocks noGrp="1"/>
            </p:cNvSpPr>
            <p:nvPr/>
          </p:nvSpPr>
          <p:spPr>
            <a:xfrm>
              <a:off x="239528" y="3338633"/>
              <a:ext cx="39791" cy="3185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49" name="asset_3419_32">
              <a:extLst>
                <a:ext uri="{FF2B5EF4-FFF2-40B4-BE49-F238E27FC236}">
                  <a16:creationId xmlns:a16="http://schemas.microsoft.com/office/drawing/2014/main" id="{F355CFB1-BBD3-45AA-A1A4-FC931A7AAA07}"/>
                </a:ext>
              </a:extLst>
            </p:cNvPr>
            <p:cNvSpPr>
              <a:spLocks noGrp="1"/>
            </p:cNvSpPr>
            <p:nvPr/>
          </p:nvSpPr>
          <p:spPr>
            <a:xfrm>
              <a:off x="289504" y="3293472"/>
              <a:ext cx="31455" cy="2517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0" name="asset_3419_33">
              <a:extLst>
                <a:ext uri="{FF2B5EF4-FFF2-40B4-BE49-F238E27FC236}">
                  <a16:creationId xmlns:a16="http://schemas.microsoft.com/office/drawing/2014/main" id="{B3894E0F-7FEF-477F-A87C-0C2C50EC70AE}"/>
                </a:ext>
              </a:extLst>
            </p:cNvPr>
            <p:cNvSpPr>
              <a:spLocks noGrp="1"/>
            </p:cNvSpPr>
            <p:nvPr/>
          </p:nvSpPr>
          <p:spPr>
            <a:xfrm>
              <a:off x="203611" y="3314914"/>
              <a:ext cx="43216" cy="345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1" name="asset_3419_34">
              <a:extLst>
                <a:ext uri="{FF2B5EF4-FFF2-40B4-BE49-F238E27FC236}">
                  <a16:creationId xmlns:a16="http://schemas.microsoft.com/office/drawing/2014/main" id="{1F58FB18-2B89-44CE-B8ED-691D95657609}"/>
                </a:ext>
              </a:extLst>
            </p:cNvPr>
            <p:cNvSpPr>
              <a:spLocks noGrp="1"/>
            </p:cNvSpPr>
            <p:nvPr/>
          </p:nvSpPr>
          <p:spPr>
            <a:xfrm>
              <a:off x="289174" y="3312109"/>
              <a:ext cx="32270" cy="258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2" name="asset_3419_35">
              <a:extLst>
                <a:ext uri="{FF2B5EF4-FFF2-40B4-BE49-F238E27FC236}">
                  <a16:creationId xmlns:a16="http://schemas.microsoft.com/office/drawing/2014/main" id="{4C348268-068D-4464-8B15-5F53DBD50101}"/>
                </a:ext>
              </a:extLst>
            </p:cNvPr>
            <p:cNvSpPr>
              <a:spLocks noGrp="1"/>
            </p:cNvSpPr>
            <p:nvPr/>
          </p:nvSpPr>
          <p:spPr>
            <a:xfrm>
              <a:off x="201533" y="3331153"/>
              <a:ext cx="37250" cy="2981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3" name="asset_3419_36">
              <a:extLst>
                <a:ext uri="{FF2B5EF4-FFF2-40B4-BE49-F238E27FC236}">
                  <a16:creationId xmlns:a16="http://schemas.microsoft.com/office/drawing/2014/main" id="{AC28643D-3042-44F2-81D1-82C01F0BCA88}"/>
                </a:ext>
              </a:extLst>
            </p:cNvPr>
            <p:cNvSpPr>
              <a:spLocks noGrp="1"/>
            </p:cNvSpPr>
            <p:nvPr/>
          </p:nvSpPr>
          <p:spPr>
            <a:xfrm>
              <a:off x="292252" y="3285755"/>
              <a:ext cx="36976" cy="295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4" name="asset_3419_37">
              <a:extLst>
                <a:ext uri="{FF2B5EF4-FFF2-40B4-BE49-F238E27FC236}">
                  <a16:creationId xmlns:a16="http://schemas.microsoft.com/office/drawing/2014/main" id="{ED2ED251-9B8A-4524-970F-38F6279FA254}"/>
                </a:ext>
              </a:extLst>
            </p:cNvPr>
            <p:cNvSpPr>
              <a:spLocks noGrp="1"/>
            </p:cNvSpPr>
            <p:nvPr/>
          </p:nvSpPr>
          <p:spPr>
            <a:xfrm>
              <a:off x="229489" y="3339846"/>
              <a:ext cx="29623" cy="237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5" name="asset_3419_38">
              <a:extLst>
                <a:ext uri="{FF2B5EF4-FFF2-40B4-BE49-F238E27FC236}">
                  <a16:creationId xmlns:a16="http://schemas.microsoft.com/office/drawing/2014/main" id="{E34310F5-BE6A-45B0-88A6-E5ABE9CF825B}"/>
                </a:ext>
              </a:extLst>
            </p:cNvPr>
            <p:cNvSpPr>
              <a:spLocks noGrp="1"/>
            </p:cNvSpPr>
            <p:nvPr/>
          </p:nvSpPr>
          <p:spPr>
            <a:xfrm>
              <a:off x="312083" y="3292108"/>
              <a:ext cx="27874" cy="223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6" name="asset_3419_39">
              <a:extLst>
                <a:ext uri="{FF2B5EF4-FFF2-40B4-BE49-F238E27FC236}">
                  <a16:creationId xmlns:a16="http://schemas.microsoft.com/office/drawing/2014/main" id="{CB658C1A-F838-4A51-8CA3-7A5215DAFCFB}"/>
                </a:ext>
              </a:extLst>
            </p:cNvPr>
            <p:cNvSpPr>
              <a:spLocks noGrp="1"/>
            </p:cNvSpPr>
            <p:nvPr/>
          </p:nvSpPr>
          <p:spPr>
            <a:xfrm>
              <a:off x="220674" y="3328367"/>
              <a:ext cx="47389" cy="379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7" name="asset_3419_40">
              <a:extLst>
                <a:ext uri="{FF2B5EF4-FFF2-40B4-BE49-F238E27FC236}">
                  <a16:creationId xmlns:a16="http://schemas.microsoft.com/office/drawing/2014/main" id="{6BBB95B4-E822-4DF6-93CF-34BDC6C58B4A}"/>
                </a:ext>
              </a:extLst>
            </p:cNvPr>
            <p:cNvSpPr>
              <a:spLocks noGrp="1"/>
            </p:cNvSpPr>
            <p:nvPr/>
          </p:nvSpPr>
          <p:spPr>
            <a:xfrm>
              <a:off x="285073" y="3306802"/>
              <a:ext cx="46606" cy="3730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8" name="asset_3419_41">
              <a:extLst>
                <a:ext uri="{FF2B5EF4-FFF2-40B4-BE49-F238E27FC236}">
                  <a16:creationId xmlns:a16="http://schemas.microsoft.com/office/drawing/2014/main" id="{F88ACF5E-847D-4FF2-B406-F147CEA72BC2}"/>
                </a:ext>
              </a:extLst>
            </p:cNvPr>
            <p:cNvSpPr>
              <a:spLocks noGrp="1"/>
            </p:cNvSpPr>
            <p:nvPr/>
          </p:nvSpPr>
          <p:spPr>
            <a:xfrm>
              <a:off x="198099" y="3328845"/>
              <a:ext cx="45504" cy="364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59" name="asset_3419_42">
              <a:extLst>
                <a:ext uri="{FF2B5EF4-FFF2-40B4-BE49-F238E27FC236}">
                  <a16:creationId xmlns:a16="http://schemas.microsoft.com/office/drawing/2014/main" id="{318045A0-D500-4287-B53B-10E9948BBD81}"/>
                </a:ext>
              </a:extLst>
            </p:cNvPr>
            <p:cNvSpPr>
              <a:spLocks noGrp="1"/>
            </p:cNvSpPr>
            <p:nvPr/>
          </p:nvSpPr>
          <p:spPr>
            <a:xfrm>
              <a:off x="312846" y="3310740"/>
              <a:ext cx="42839" cy="3429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0" name="asset_3419_43">
              <a:extLst>
                <a:ext uri="{FF2B5EF4-FFF2-40B4-BE49-F238E27FC236}">
                  <a16:creationId xmlns:a16="http://schemas.microsoft.com/office/drawing/2014/main" id="{D7FF2EAB-1CB0-41B7-AD59-0E106F61E05B}"/>
                </a:ext>
              </a:extLst>
            </p:cNvPr>
            <p:cNvSpPr>
              <a:spLocks noGrp="1"/>
            </p:cNvSpPr>
            <p:nvPr/>
          </p:nvSpPr>
          <p:spPr>
            <a:xfrm>
              <a:off x="243288" y="3322010"/>
              <a:ext cx="49122" cy="393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1" name="asset_3419_44">
              <a:extLst>
                <a:ext uri="{FF2B5EF4-FFF2-40B4-BE49-F238E27FC236}">
                  <a16:creationId xmlns:a16="http://schemas.microsoft.com/office/drawing/2014/main" id="{2BBE1DCF-7062-4732-826E-42E23849697E}"/>
                </a:ext>
              </a:extLst>
            </p:cNvPr>
            <p:cNvSpPr>
              <a:spLocks noGrp="1"/>
            </p:cNvSpPr>
            <p:nvPr/>
          </p:nvSpPr>
          <p:spPr>
            <a:xfrm>
              <a:off x="314407" y="3296790"/>
              <a:ext cx="42351" cy="339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2" name="asset_3419_45">
              <a:extLst>
                <a:ext uri="{FF2B5EF4-FFF2-40B4-BE49-F238E27FC236}">
                  <a16:creationId xmlns:a16="http://schemas.microsoft.com/office/drawing/2014/main" id="{C8FE71C2-A573-4FB2-9077-8E17BDADECD6}"/>
                </a:ext>
              </a:extLst>
            </p:cNvPr>
            <p:cNvSpPr>
              <a:spLocks noGrp="1"/>
            </p:cNvSpPr>
            <p:nvPr/>
          </p:nvSpPr>
          <p:spPr>
            <a:xfrm>
              <a:off x="225643" y="3336653"/>
              <a:ext cx="48657" cy="389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3" name="asset_3419_46">
              <a:extLst>
                <a:ext uri="{FF2B5EF4-FFF2-40B4-BE49-F238E27FC236}">
                  <a16:creationId xmlns:a16="http://schemas.microsoft.com/office/drawing/2014/main" id="{BCF1904A-9648-4261-86CF-B4A3CC773F57}"/>
                </a:ext>
              </a:extLst>
            </p:cNvPr>
            <p:cNvSpPr>
              <a:spLocks noGrp="1"/>
            </p:cNvSpPr>
            <p:nvPr/>
          </p:nvSpPr>
          <p:spPr>
            <a:xfrm>
              <a:off x="277958" y="3296525"/>
              <a:ext cx="39519" cy="316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4" name="asset_3419_47">
              <a:extLst>
                <a:ext uri="{FF2B5EF4-FFF2-40B4-BE49-F238E27FC236}">
                  <a16:creationId xmlns:a16="http://schemas.microsoft.com/office/drawing/2014/main" id="{A3C92328-309D-4E52-9DDB-F5B3A126F720}"/>
                </a:ext>
              </a:extLst>
            </p:cNvPr>
            <p:cNvSpPr>
              <a:spLocks noGrp="1"/>
            </p:cNvSpPr>
            <p:nvPr/>
          </p:nvSpPr>
          <p:spPr>
            <a:xfrm>
              <a:off x="224008" y="3331268"/>
              <a:ext cx="49365" cy="395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5" name="asset_3419_48">
              <a:extLst>
                <a:ext uri="{FF2B5EF4-FFF2-40B4-BE49-F238E27FC236}">
                  <a16:creationId xmlns:a16="http://schemas.microsoft.com/office/drawing/2014/main" id="{13875825-74FD-4171-A9BF-25AEFA581748}"/>
                </a:ext>
              </a:extLst>
            </p:cNvPr>
            <p:cNvSpPr>
              <a:spLocks noGrp="1"/>
            </p:cNvSpPr>
            <p:nvPr/>
          </p:nvSpPr>
          <p:spPr>
            <a:xfrm>
              <a:off x="312203" y="3286789"/>
              <a:ext cx="35817" cy="286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6A8D9">
                    <a:alpha val="80300"/>
                  </a:srgbClr>
                </a:gs>
                <a:gs pos="100000">
                  <a:srgbClr val="86A8D9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66" name="asset_3419_49">
              <a:extLst>
                <a:ext uri="{FF2B5EF4-FFF2-40B4-BE49-F238E27FC236}">
                  <a16:creationId xmlns:a16="http://schemas.microsoft.com/office/drawing/2014/main" id="{45913E88-8BF1-4ABB-ADDC-1D6B6304DC50}"/>
                </a:ext>
              </a:extLst>
            </p:cNvPr>
            <p:cNvSpPr>
              <a:spLocks noGrp="1"/>
            </p:cNvSpPr>
            <p:nvPr/>
          </p:nvSpPr>
          <p:spPr>
            <a:xfrm>
              <a:off x="17748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2100">
              <a:solidFill>
                <a:srgbClr val="8AB3D9"/>
              </a:solidFill>
            </a:ln>
          </p:spPr>
        </p:sp>
      </p:grpSp>
      <p:grpSp>
        <p:nvGrpSpPr>
          <p:cNvPr id="1267" name="a | spatial view receptor suppression x2 | v4 editable"/>
          <p:cNvGrpSpPr/>
          <p:nvPr/>
        </p:nvGrpSpPr>
        <p:grpSpPr>
          <a:xfrm>
            <a:off x="1794262" y="2333512"/>
            <a:ext cx="155421" cy="122657"/>
            <a:chOff x="584640" y="3241800"/>
            <a:chExt cx="249480" cy="196920"/>
          </a:xfrm>
        </p:grpSpPr>
        <p:sp>
          <p:nvSpPr>
            <p:cNvPr id="1268" name="asset_3420_0">
              <a:extLst>
                <a:ext uri="{FF2B5EF4-FFF2-40B4-BE49-F238E27FC236}">
                  <a16:creationId xmlns:a16="http://schemas.microsoft.com/office/drawing/2014/main" id="{11E24C19-4E6B-439B-A1B1-80CC339E5B8C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41800"/>
              <a:ext cx="249480" cy="33476"/>
            </a:xfrm>
            <a:custGeom>
              <a:avLst/>
              <a:gdLst/>
              <a:ahLst/>
              <a:cxnLst/>
              <a:rect l="0" t="0" r="0" b="0"/>
              <a:pathLst>
                <a:path w="249480" h="33476">
                  <a:moveTo>
                    <a:pt x="0" y="33476"/>
                  </a:moveTo>
                  <a:lnTo>
                    <a:pt x="47401" y="0"/>
                  </a:lnTo>
                  <a:lnTo>
                    <a:pt x="249480" y="0"/>
                  </a:lnTo>
                  <a:lnTo>
                    <a:pt x="202079" y="33476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39">
              <a:solidFill>
                <a:srgbClr val="87ADD3"/>
              </a:solidFill>
            </a:ln>
          </p:spPr>
        </p:sp>
        <p:sp>
          <p:nvSpPr>
            <p:cNvPr id="1269" name="asset_3420_1">
              <a:extLst>
                <a:ext uri="{FF2B5EF4-FFF2-40B4-BE49-F238E27FC236}">
                  <a16:creationId xmlns:a16="http://schemas.microsoft.com/office/drawing/2014/main" id="{B50E79DA-41F6-45C9-A4AE-D0F37EFF2872}"/>
                </a:ext>
              </a:extLst>
            </p:cNvPr>
            <p:cNvSpPr>
              <a:spLocks noGrp="1"/>
            </p:cNvSpPr>
            <p:nvPr/>
          </p:nvSpPr>
          <p:spPr>
            <a:xfrm>
              <a:off x="786719" y="3241800"/>
              <a:ext cx="47401" cy="196920"/>
            </a:xfrm>
            <a:custGeom>
              <a:avLst/>
              <a:gdLst/>
              <a:ahLst/>
              <a:cxnLst/>
              <a:rect l="0" t="0" r="0" b="0"/>
              <a:pathLst>
                <a:path w="47401" h="196920">
                  <a:moveTo>
                    <a:pt x="0" y="33476"/>
                  </a:moveTo>
                  <a:lnTo>
                    <a:pt x="47401" y="0"/>
                  </a:lnTo>
                  <a:lnTo>
                    <a:pt x="47401" y="163444"/>
                  </a:lnTo>
                  <a:lnTo>
                    <a:pt x="0" y="19692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70" name="asset_3420_2">
              <a:extLst>
                <a:ext uri="{FF2B5EF4-FFF2-40B4-BE49-F238E27FC236}">
                  <a16:creationId xmlns:a16="http://schemas.microsoft.com/office/drawing/2014/main" id="{89A2DE71-EF0A-4B04-BA0F-EA745AA443D8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39">
              <a:solidFill>
                <a:srgbClr val="87ADD3"/>
              </a:solidFill>
            </a:ln>
          </p:spPr>
        </p:sp>
        <p:sp>
          <p:nvSpPr>
            <p:cNvPr id="1271" name="asset_3420_3">
              <a:extLst>
                <a:ext uri="{FF2B5EF4-FFF2-40B4-BE49-F238E27FC236}">
                  <a16:creationId xmlns:a16="http://schemas.microsoft.com/office/drawing/2014/main" id="{A4CA4408-F942-4AE1-9AC7-BED1C70C9811}"/>
                </a:ext>
              </a:extLst>
            </p:cNvPr>
            <p:cNvSpPr>
              <a:spLocks noGrp="1"/>
            </p:cNvSpPr>
            <p:nvPr/>
          </p:nvSpPr>
          <p:spPr>
            <a:xfrm>
              <a:off x="635160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2" name="asset_3420_4">
              <a:extLst>
                <a:ext uri="{FF2B5EF4-FFF2-40B4-BE49-F238E27FC236}">
                  <a16:creationId xmlns:a16="http://schemas.microsoft.com/office/drawing/2014/main" id="{28CC5993-3375-4176-A25F-D7B5E05BD5BD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16137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3" name="asset_3420_5">
              <a:extLst>
                <a:ext uri="{FF2B5EF4-FFF2-40B4-BE49-F238E27FC236}">
                  <a16:creationId xmlns:a16="http://schemas.microsoft.com/office/drawing/2014/main" id="{31D3A39F-A4CF-4BDA-8288-68C45E4548DD}"/>
                </a:ext>
              </a:extLst>
            </p:cNvPr>
            <p:cNvSpPr>
              <a:spLocks noGrp="1"/>
            </p:cNvSpPr>
            <p:nvPr/>
          </p:nvSpPr>
          <p:spPr>
            <a:xfrm>
              <a:off x="68567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4" name="asset_3420_6">
              <a:extLst>
                <a:ext uri="{FF2B5EF4-FFF2-40B4-BE49-F238E27FC236}">
                  <a16:creationId xmlns:a16="http://schemas.microsoft.com/office/drawing/2014/main" id="{3339C51E-B9A4-4539-8B1C-FFAF967A8456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56998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5" name="asset_3420_7">
              <a:extLst>
                <a:ext uri="{FF2B5EF4-FFF2-40B4-BE49-F238E27FC236}">
                  <a16:creationId xmlns:a16="http://schemas.microsoft.com/office/drawing/2014/main" id="{A622E2FC-2515-47C8-A782-437951FF1509}"/>
                </a:ext>
              </a:extLst>
            </p:cNvPr>
            <p:cNvSpPr>
              <a:spLocks noGrp="1"/>
            </p:cNvSpPr>
            <p:nvPr/>
          </p:nvSpPr>
          <p:spPr>
            <a:xfrm>
              <a:off x="736199" y="3275276"/>
              <a:ext cx="4" cy="16344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6" name="asset_3420_8">
              <a:extLst>
                <a:ext uri="{FF2B5EF4-FFF2-40B4-BE49-F238E27FC236}">
                  <a16:creationId xmlns:a16="http://schemas.microsoft.com/office/drawing/2014/main" id="{9F1A92B1-1413-4520-83F6-E1F4DAFBBE42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397859"/>
              <a:ext cx="202079" cy="4"/>
            </a:xfrm>
            <a:prstGeom prst="line">
              <a:avLst/>
            </a:prstGeom>
            <a:noFill/>
            <a:ln w="982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277" name="asset_3420_9">
              <a:extLst>
                <a:ext uri="{FF2B5EF4-FFF2-40B4-BE49-F238E27FC236}">
                  <a16:creationId xmlns:a16="http://schemas.microsoft.com/office/drawing/2014/main" id="{A5D77FA2-8E0A-4ED9-A21F-B511FA6328D1}"/>
                </a:ext>
              </a:extLst>
            </p:cNvPr>
            <p:cNvSpPr>
              <a:spLocks noGrp="1"/>
            </p:cNvSpPr>
            <p:nvPr/>
          </p:nvSpPr>
          <p:spPr>
            <a:xfrm>
              <a:off x="624086" y="3305296"/>
              <a:ext cx="98008" cy="78453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B9B0">
                    <a:alpha val="66000"/>
                  </a:srgbClr>
                </a:gs>
                <a:gs pos="100000">
                  <a:srgbClr val="8CB9B0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78" name="asset_3420_10">
              <a:extLst>
                <a:ext uri="{FF2B5EF4-FFF2-40B4-BE49-F238E27FC236}">
                  <a16:creationId xmlns:a16="http://schemas.microsoft.com/office/drawing/2014/main" id="{469B0848-929A-4D4D-A53A-6762AE0290B3}"/>
                </a:ext>
              </a:extLst>
            </p:cNvPr>
            <p:cNvSpPr>
              <a:spLocks noGrp="1"/>
            </p:cNvSpPr>
            <p:nvPr/>
          </p:nvSpPr>
          <p:spPr>
            <a:xfrm>
              <a:off x="682891" y="3289605"/>
              <a:ext cx="74486" cy="59624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8CB9B0">
                    <a:alpha val="66000"/>
                  </a:srgbClr>
                </a:gs>
                <a:gs pos="100000">
                  <a:srgbClr val="8CB9B0">
                    <a:alpha val="38500"/>
                  </a:srgbClr>
                </a:gs>
              </a:gsLst>
              <a:lin ang="84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79" name="asset_3420_11">
              <a:extLst>
                <a:ext uri="{FF2B5EF4-FFF2-40B4-BE49-F238E27FC236}">
                  <a16:creationId xmlns:a16="http://schemas.microsoft.com/office/drawing/2014/main" id="{BDD49862-923C-4D3B-96E3-E1B8E4FBA028}"/>
                </a:ext>
              </a:extLst>
            </p:cNvPr>
            <p:cNvSpPr>
              <a:spLocks noGrp="1"/>
            </p:cNvSpPr>
            <p:nvPr/>
          </p:nvSpPr>
          <p:spPr>
            <a:xfrm>
              <a:off x="670266" y="3303139"/>
              <a:ext cx="47746" cy="382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0" name="asset_3420_12">
              <a:extLst>
                <a:ext uri="{FF2B5EF4-FFF2-40B4-BE49-F238E27FC236}">
                  <a16:creationId xmlns:a16="http://schemas.microsoft.com/office/drawing/2014/main" id="{8128719A-0A87-46F5-BC80-396B7B81430E}"/>
                </a:ext>
              </a:extLst>
            </p:cNvPr>
            <p:cNvSpPr>
              <a:spLocks noGrp="1"/>
            </p:cNvSpPr>
            <p:nvPr/>
          </p:nvSpPr>
          <p:spPr>
            <a:xfrm>
              <a:off x="711451" y="3294014"/>
              <a:ext cx="37849" cy="302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1" name="asset_3420_13">
              <a:extLst>
                <a:ext uri="{FF2B5EF4-FFF2-40B4-BE49-F238E27FC236}">
                  <a16:creationId xmlns:a16="http://schemas.microsoft.com/office/drawing/2014/main" id="{364C07F5-9466-4B00-8015-B571515F4691}"/>
                </a:ext>
              </a:extLst>
            </p:cNvPr>
            <p:cNvSpPr>
              <a:spLocks noGrp="1"/>
            </p:cNvSpPr>
            <p:nvPr/>
          </p:nvSpPr>
          <p:spPr>
            <a:xfrm>
              <a:off x="672118" y="3323666"/>
              <a:ext cx="30799" cy="2465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2" name="asset_3420_14">
              <a:extLst>
                <a:ext uri="{FF2B5EF4-FFF2-40B4-BE49-F238E27FC236}">
                  <a16:creationId xmlns:a16="http://schemas.microsoft.com/office/drawing/2014/main" id="{82D8FE83-A19F-4B3F-8FAD-F4098D8DBD66}"/>
                </a:ext>
              </a:extLst>
            </p:cNvPr>
            <p:cNvSpPr>
              <a:spLocks noGrp="1"/>
            </p:cNvSpPr>
            <p:nvPr/>
          </p:nvSpPr>
          <p:spPr>
            <a:xfrm>
              <a:off x="720590" y="3310972"/>
              <a:ext cx="43510" cy="348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3" name="asset_3420_15">
              <a:extLst>
                <a:ext uri="{FF2B5EF4-FFF2-40B4-BE49-F238E27FC236}">
                  <a16:creationId xmlns:a16="http://schemas.microsoft.com/office/drawing/2014/main" id="{E82D0C1E-6666-4130-A74E-85C7DF4797E9}"/>
                </a:ext>
              </a:extLst>
            </p:cNvPr>
            <p:cNvSpPr>
              <a:spLocks noGrp="1"/>
            </p:cNvSpPr>
            <p:nvPr/>
          </p:nvSpPr>
          <p:spPr>
            <a:xfrm>
              <a:off x="624742" y="3333552"/>
              <a:ext cx="37669" cy="3015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4" name="asset_3420_16">
              <a:extLst>
                <a:ext uri="{FF2B5EF4-FFF2-40B4-BE49-F238E27FC236}">
                  <a16:creationId xmlns:a16="http://schemas.microsoft.com/office/drawing/2014/main" id="{92D2CC00-B323-4F14-8D9D-E84CF45C8778}"/>
                </a:ext>
              </a:extLst>
            </p:cNvPr>
            <p:cNvSpPr>
              <a:spLocks noGrp="1"/>
            </p:cNvSpPr>
            <p:nvPr/>
          </p:nvSpPr>
          <p:spPr>
            <a:xfrm>
              <a:off x="715448" y="3289209"/>
              <a:ext cx="37688" cy="301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5" name="asset_3420_17">
              <a:extLst>
                <a:ext uri="{FF2B5EF4-FFF2-40B4-BE49-F238E27FC236}">
                  <a16:creationId xmlns:a16="http://schemas.microsoft.com/office/drawing/2014/main" id="{CD22A31E-3673-4F4D-B295-08C6AA3BC0D8}"/>
                </a:ext>
              </a:extLst>
            </p:cNvPr>
            <p:cNvSpPr>
              <a:spLocks noGrp="1"/>
            </p:cNvSpPr>
            <p:nvPr/>
          </p:nvSpPr>
          <p:spPr>
            <a:xfrm>
              <a:off x="646162" y="3350828"/>
              <a:ext cx="46763" cy="374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6" name="asset_3420_18">
              <a:extLst>
                <a:ext uri="{FF2B5EF4-FFF2-40B4-BE49-F238E27FC236}">
                  <a16:creationId xmlns:a16="http://schemas.microsoft.com/office/drawing/2014/main" id="{AD31653D-C011-4EC8-AF16-F64BF67D39D7}"/>
                </a:ext>
              </a:extLst>
            </p:cNvPr>
            <p:cNvSpPr>
              <a:spLocks noGrp="1"/>
            </p:cNvSpPr>
            <p:nvPr/>
          </p:nvSpPr>
          <p:spPr>
            <a:xfrm>
              <a:off x="702343" y="3308266"/>
              <a:ext cx="49843" cy="398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7" name="asset_3420_19">
              <a:extLst>
                <a:ext uri="{FF2B5EF4-FFF2-40B4-BE49-F238E27FC236}">
                  <a16:creationId xmlns:a16="http://schemas.microsoft.com/office/drawing/2014/main" id="{EFC97D9B-EF35-4C56-94C1-A9B8EC1D2EDF}"/>
                </a:ext>
              </a:extLst>
            </p:cNvPr>
            <p:cNvSpPr>
              <a:spLocks noGrp="1"/>
            </p:cNvSpPr>
            <p:nvPr/>
          </p:nvSpPr>
          <p:spPr>
            <a:xfrm>
              <a:off x="652039" y="3320722"/>
              <a:ext cx="44389" cy="355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8" name="asset_3420_20">
              <a:extLst>
                <a:ext uri="{FF2B5EF4-FFF2-40B4-BE49-F238E27FC236}">
                  <a16:creationId xmlns:a16="http://schemas.microsoft.com/office/drawing/2014/main" id="{292EF993-93E7-4CF4-AB76-C89BB24D69E4}"/>
                </a:ext>
              </a:extLst>
            </p:cNvPr>
            <p:cNvSpPr>
              <a:spLocks noGrp="1"/>
            </p:cNvSpPr>
            <p:nvPr/>
          </p:nvSpPr>
          <p:spPr>
            <a:xfrm>
              <a:off x="679298" y="3310384"/>
              <a:ext cx="31594" cy="252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89" name="asset_3420_21">
              <a:extLst>
                <a:ext uri="{FF2B5EF4-FFF2-40B4-BE49-F238E27FC236}">
                  <a16:creationId xmlns:a16="http://schemas.microsoft.com/office/drawing/2014/main" id="{6C332C1B-6308-4B21-BB7D-E7ED4BB8F9B4}"/>
                </a:ext>
              </a:extLst>
            </p:cNvPr>
            <p:cNvSpPr>
              <a:spLocks noGrp="1"/>
            </p:cNvSpPr>
            <p:nvPr/>
          </p:nvSpPr>
          <p:spPr>
            <a:xfrm>
              <a:off x="685995" y="3319433"/>
              <a:ext cx="42444" cy="339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0" name="asset_3420_22">
              <a:extLst>
                <a:ext uri="{FF2B5EF4-FFF2-40B4-BE49-F238E27FC236}">
                  <a16:creationId xmlns:a16="http://schemas.microsoft.com/office/drawing/2014/main" id="{28F705BA-13F4-4BE9-A9A5-ADAE622662E7}"/>
                </a:ext>
              </a:extLst>
            </p:cNvPr>
            <p:cNvSpPr>
              <a:spLocks noGrp="1"/>
            </p:cNvSpPr>
            <p:nvPr/>
          </p:nvSpPr>
          <p:spPr>
            <a:xfrm>
              <a:off x="690038" y="3284972"/>
              <a:ext cx="35409" cy="283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1" name="asset_3420_23">
              <a:extLst>
                <a:ext uri="{FF2B5EF4-FFF2-40B4-BE49-F238E27FC236}">
                  <a16:creationId xmlns:a16="http://schemas.microsoft.com/office/drawing/2014/main" id="{68A75A15-8FE0-470E-89B4-1EAB27B330BC}"/>
                </a:ext>
              </a:extLst>
            </p:cNvPr>
            <p:cNvSpPr>
              <a:spLocks noGrp="1"/>
            </p:cNvSpPr>
            <p:nvPr/>
          </p:nvSpPr>
          <p:spPr>
            <a:xfrm>
              <a:off x="666699" y="3337181"/>
              <a:ext cx="49507" cy="3962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2" name="asset_3420_24">
              <a:extLst>
                <a:ext uri="{FF2B5EF4-FFF2-40B4-BE49-F238E27FC236}">
                  <a16:creationId xmlns:a16="http://schemas.microsoft.com/office/drawing/2014/main" id="{D00B1058-A9EE-4901-A6BA-D72BE4BA4A29}"/>
                </a:ext>
              </a:extLst>
            </p:cNvPr>
            <p:cNvSpPr>
              <a:spLocks noGrp="1"/>
            </p:cNvSpPr>
            <p:nvPr/>
          </p:nvSpPr>
          <p:spPr>
            <a:xfrm>
              <a:off x="682973" y="3309820"/>
              <a:ext cx="35630" cy="285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3" name="asset_3420_25">
              <a:extLst>
                <a:ext uri="{FF2B5EF4-FFF2-40B4-BE49-F238E27FC236}">
                  <a16:creationId xmlns:a16="http://schemas.microsoft.com/office/drawing/2014/main" id="{9053C6CF-8909-41E0-AA21-F8F6E1D3BDD9}"/>
                </a:ext>
              </a:extLst>
            </p:cNvPr>
            <p:cNvSpPr>
              <a:spLocks noGrp="1"/>
            </p:cNvSpPr>
            <p:nvPr/>
          </p:nvSpPr>
          <p:spPr>
            <a:xfrm>
              <a:off x="653113" y="3330235"/>
              <a:ext cx="45929" cy="3676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4" name="asset_3420_26">
              <a:extLst>
                <a:ext uri="{FF2B5EF4-FFF2-40B4-BE49-F238E27FC236}">
                  <a16:creationId xmlns:a16="http://schemas.microsoft.com/office/drawing/2014/main" id="{33BC6A56-1C0E-440F-8735-08C35531BE28}"/>
                </a:ext>
              </a:extLst>
            </p:cNvPr>
            <p:cNvSpPr>
              <a:spLocks noGrp="1"/>
            </p:cNvSpPr>
            <p:nvPr/>
          </p:nvSpPr>
          <p:spPr>
            <a:xfrm>
              <a:off x="696444" y="3297262"/>
              <a:ext cx="36326" cy="290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5" name="asset_3420_27">
              <a:extLst>
                <a:ext uri="{FF2B5EF4-FFF2-40B4-BE49-F238E27FC236}">
                  <a16:creationId xmlns:a16="http://schemas.microsoft.com/office/drawing/2014/main" id="{D29C1E14-CFAA-4263-8DFC-B8FE8BE039D7}"/>
                </a:ext>
              </a:extLst>
            </p:cNvPr>
            <p:cNvSpPr>
              <a:spLocks noGrp="1"/>
            </p:cNvSpPr>
            <p:nvPr/>
          </p:nvSpPr>
          <p:spPr>
            <a:xfrm>
              <a:off x="639530" y="3342615"/>
              <a:ext cx="41193" cy="329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6" name="asset_3420_28">
              <a:extLst>
                <a:ext uri="{FF2B5EF4-FFF2-40B4-BE49-F238E27FC236}">
                  <a16:creationId xmlns:a16="http://schemas.microsoft.com/office/drawing/2014/main" id="{1D38E4FE-6C39-4C42-9B5B-EF389B4C7A82}"/>
                </a:ext>
              </a:extLst>
            </p:cNvPr>
            <p:cNvSpPr>
              <a:spLocks noGrp="1"/>
            </p:cNvSpPr>
            <p:nvPr/>
          </p:nvSpPr>
          <p:spPr>
            <a:xfrm>
              <a:off x="705748" y="3306110"/>
              <a:ext cx="48165" cy="3855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7" name="asset_3420_29">
              <a:extLst>
                <a:ext uri="{FF2B5EF4-FFF2-40B4-BE49-F238E27FC236}">
                  <a16:creationId xmlns:a16="http://schemas.microsoft.com/office/drawing/2014/main" id="{9D84099E-BBCE-4E17-A85A-E9C333DCA9A0}"/>
                </a:ext>
              </a:extLst>
            </p:cNvPr>
            <p:cNvSpPr>
              <a:spLocks noGrp="1"/>
            </p:cNvSpPr>
            <p:nvPr/>
          </p:nvSpPr>
          <p:spPr>
            <a:xfrm>
              <a:off x="650868" y="3310880"/>
              <a:ext cx="37770" cy="3023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8" name="asset_3420_30">
              <a:extLst>
                <a:ext uri="{FF2B5EF4-FFF2-40B4-BE49-F238E27FC236}">
                  <a16:creationId xmlns:a16="http://schemas.microsoft.com/office/drawing/2014/main" id="{C05C4DFD-984F-41D0-96A6-7DB3E3F7D03A}"/>
                </a:ext>
              </a:extLst>
            </p:cNvPr>
            <p:cNvSpPr>
              <a:spLocks noGrp="1"/>
            </p:cNvSpPr>
            <p:nvPr/>
          </p:nvSpPr>
          <p:spPr>
            <a:xfrm>
              <a:off x="711827" y="3300475"/>
              <a:ext cx="41716" cy="3339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299" name="asset_3420_31">
              <a:extLst>
                <a:ext uri="{FF2B5EF4-FFF2-40B4-BE49-F238E27FC236}">
                  <a16:creationId xmlns:a16="http://schemas.microsoft.com/office/drawing/2014/main" id="{0E314579-CD89-46E7-ACDC-A9CB434A8A7C}"/>
                </a:ext>
              </a:extLst>
            </p:cNvPr>
            <p:cNvSpPr>
              <a:spLocks noGrp="1"/>
            </p:cNvSpPr>
            <p:nvPr/>
          </p:nvSpPr>
          <p:spPr>
            <a:xfrm>
              <a:off x="644549" y="3299489"/>
              <a:ext cx="44112" cy="3531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0" name="asset_3420_32">
              <a:extLst>
                <a:ext uri="{FF2B5EF4-FFF2-40B4-BE49-F238E27FC236}">
                  <a16:creationId xmlns:a16="http://schemas.microsoft.com/office/drawing/2014/main" id="{3D1B9B2F-0606-49D7-96AA-D51CC90AAF94}"/>
                </a:ext>
              </a:extLst>
            </p:cNvPr>
            <p:cNvSpPr>
              <a:spLocks noGrp="1"/>
            </p:cNvSpPr>
            <p:nvPr/>
          </p:nvSpPr>
          <p:spPr>
            <a:xfrm>
              <a:off x="724933" y="3301907"/>
              <a:ext cx="40658" cy="325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1" name="asset_3420_33">
              <a:extLst>
                <a:ext uri="{FF2B5EF4-FFF2-40B4-BE49-F238E27FC236}">
                  <a16:creationId xmlns:a16="http://schemas.microsoft.com/office/drawing/2014/main" id="{69069EC4-8F17-4406-9D89-684D38FC5683}"/>
                </a:ext>
              </a:extLst>
            </p:cNvPr>
            <p:cNvSpPr>
              <a:spLocks noGrp="1"/>
            </p:cNvSpPr>
            <p:nvPr/>
          </p:nvSpPr>
          <p:spPr>
            <a:xfrm>
              <a:off x="650852" y="3354191"/>
              <a:ext cx="36781" cy="294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2" name="asset_3420_34">
              <a:extLst>
                <a:ext uri="{FF2B5EF4-FFF2-40B4-BE49-F238E27FC236}">
                  <a16:creationId xmlns:a16="http://schemas.microsoft.com/office/drawing/2014/main" id="{F5D5CB78-1525-4CEB-B504-66828D797D97}"/>
                </a:ext>
              </a:extLst>
            </p:cNvPr>
            <p:cNvSpPr>
              <a:spLocks noGrp="1"/>
            </p:cNvSpPr>
            <p:nvPr/>
          </p:nvSpPr>
          <p:spPr>
            <a:xfrm>
              <a:off x="692643" y="3302842"/>
              <a:ext cx="36191" cy="289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3" name="asset_3420_35">
              <a:extLst>
                <a:ext uri="{FF2B5EF4-FFF2-40B4-BE49-F238E27FC236}">
                  <a16:creationId xmlns:a16="http://schemas.microsoft.com/office/drawing/2014/main" id="{9C90E2D4-8546-4558-879E-0C4386923A0B}"/>
                </a:ext>
              </a:extLst>
            </p:cNvPr>
            <p:cNvSpPr>
              <a:spLocks noGrp="1"/>
            </p:cNvSpPr>
            <p:nvPr/>
          </p:nvSpPr>
          <p:spPr>
            <a:xfrm>
              <a:off x="640852" y="3347251"/>
              <a:ext cx="33861" cy="271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4" name="asset_3420_36">
              <a:extLst>
                <a:ext uri="{FF2B5EF4-FFF2-40B4-BE49-F238E27FC236}">
                  <a16:creationId xmlns:a16="http://schemas.microsoft.com/office/drawing/2014/main" id="{690F6F74-8736-412C-8FDE-A011EB6EE271}"/>
                </a:ext>
              </a:extLst>
            </p:cNvPr>
            <p:cNvSpPr>
              <a:spLocks noGrp="1"/>
            </p:cNvSpPr>
            <p:nvPr/>
          </p:nvSpPr>
          <p:spPr>
            <a:xfrm>
              <a:off x="693936" y="3311614"/>
              <a:ext cx="43306" cy="346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5" name="asset_3420_37">
              <a:extLst>
                <a:ext uri="{FF2B5EF4-FFF2-40B4-BE49-F238E27FC236}">
                  <a16:creationId xmlns:a16="http://schemas.microsoft.com/office/drawing/2014/main" id="{7616FEB5-82B9-40B4-883D-BACA837932F5}"/>
                </a:ext>
              </a:extLst>
            </p:cNvPr>
            <p:cNvSpPr>
              <a:spLocks noGrp="1"/>
            </p:cNvSpPr>
            <p:nvPr/>
          </p:nvSpPr>
          <p:spPr>
            <a:xfrm>
              <a:off x="644536" y="3349974"/>
              <a:ext cx="28278" cy="2263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6" name="asset_3420_38">
              <a:extLst>
                <a:ext uri="{FF2B5EF4-FFF2-40B4-BE49-F238E27FC236}">
                  <a16:creationId xmlns:a16="http://schemas.microsoft.com/office/drawing/2014/main" id="{31083F90-1B11-45E3-B3F2-047BA9864F6C}"/>
                </a:ext>
              </a:extLst>
            </p:cNvPr>
            <p:cNvSpPr>
              <a:spLocks noGrp="1"/>
            </p:cNvSpPr>
            <p:nvPr/>
          </p:nvSpPr>
          <p:spPr>
            <a:xfrm>
              <a:off x="705840" y="3319145"/>
              <a:ext cx="29686" cy="2376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7" name="asset_3420_39">
              <a:extLst>
                <a:ext uri="{FF2B5EF4-FFF2-40B4-BE49-F238E27FC236}">
                  <a16:creationId xmlns:a16="http://schemas.microsoft.com/office/drawing/2014/main" id="{E065BC61-296B-45CD-B80F-CEE25FF47D9A}"/>
                </a:ext>
              </a:extLst>
            </p:cNvPr>
            <p:cNvSpPr>
              <a:spLocks noGrp="1"/>
            </p:cNvSpPr>
            <p:nvPr/>
          </p:nvSpPr>
          <p:spPr>
            <a:xfrm>
              <a:off x="645822" y="3341687"/>
              <a:ext cx="47244" cy="3781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8" name="asset_3420_40">
              <a:extLst>
                <a:ext uri="{FF2B5EF4-FFF2-40B4-BE49-F238E27FC236}">
                  <a16:creationId xmlns:a16="http://schemas.microsoft.com/office/drawing/2014/main" id="{12E2975B-BAB3-43A6-9EF7-A7626BADD215}"/>
                </a:ext>
              </a:extLst>
            </p:cNvPr>
            <p:cNvSpPr>
              <a:spLocks noGrp="1"/>
            </p:cNvSpPr>
            <p:nvPr/>
          </p:nvSpPr>
          <p:spPr>
            <a:xfrm>
              <a:off x="720381" y="3301274"/>
              <a:ext cx="41422" cy="331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09" name="asset_3420_41">
              <a:extLst>
                <a:ext uri="{FF2B5EF4-FFF2-40B4-BE49-F238E27FC236}">
                  <a16:creationId xmlns:a16="http://schemas.microsoft.com/office/drawing/2014/main" id="{E19CABB6-ED67-472A-91EB-F1ABAD22D19C}"/>
                </a:ext>
              </a:extLst>
            </p:cNvPr>
            <p:cNvSpPr>
              <a:spLocks noGrp="1"/>
            </p:cNvSpPr>
            <p:nvPr/>
          </p:nvSpPr>
          <p:spPr>
            <a:xfrm>
              <a:off x="636944" y="3328503"/>
              <a:ext cx="48996" cy="392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0" name="asset_3420_42">
              <a:extLst>
                <a:ext uri="{FF2B5EF4-FFF2-40B4-BE49-F238E27FC236}">
                  <a16:creationId xmlns:a16="http://schemas.microsoft.com/office/drawing/2014/main" id="{1906A64D-2121-46AC-A25A-38889678E41E}"/>
                </a:ext>
              </a:extLst>
            </p:cNvPr>
            <p:cNvSpPr>
              <a:spLocks noGrp="1"/>
            </p:cNvSpPr>
            <p:nvPr/>
          </p:nvSpPr>
          <p:spPr>
            <a:xfrm>
              <a:off x="692669" y="3297447"/>
              <a:ext cx="40452" cy="3238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1" name="asset_3420_43">
              <a:extLst>
                <a:ext uri="{FF2B5EF4-FFF2-40B4-BE49-F238E27FC236}">
                  <a16:creationId xmlns:a16="http://schemas.microsoft.com/office/drawing/2014/main" id="{0FB0525E-786A-45F9-B471-0F54DE92F0FF}"/>
                </a:ext>
              </a:extLst>
            </p:cNvPr>
            <p:cNvSpPr>
              <a:spLocks noGrp="1"/>
            </p:cNvSpPr>
            <p:nvPr/>
          </p:nvSpPr>
          <p:spPr>
            <a:xfrm>
              <a:off x="688808" y="3344319"/>
              <a:ext cx="29315" cy="234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2" name="asset_3420_44">
              <a:extLst>
                <a:ext uri="{FF2B5EF4-FFF2-40B4-BE49-F238E27FC236}">
                  <a16:creationId xmlns:a16="http://schemas.microsoft.com/office/drawing/2014/main" id="{5A20BBEF-FC1F-4FAF-AFCE-8C4720AAE698}"/>
                </a:ext>
              </a:extLst>
            </p:cNvPr>
            <p:cNvSpPr>
              <a:spLocks noGrp="1"/>
            </p:cNvSpPr>
            <p:nvPr/>
          </p:nvSpPr>
          <p:spPr>
            <a:xfrm>
              <a:off x="706023" y="3290714"/>
              <a:ext cx="39437" cy="315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3" name="asset_3420_45">
              <a:extLst>
                <a:ext uri="{FF2B5EF4-FFF2-40B4-BE49-F238E27FC236}">
                  <a16:creationId xmlns:a16="http://schemas.microsoft.com/office/drawing/2014/main" id="{781A6E54-69BD-40FE-9502-0A30CA2F6117}"/>
                </a:ext>
              </a:extLst>
            </p:cNvPr>
            <p:cNvSpPr>
              <a:spLocks noGrp="1"/>
            </p:cNvSpPr>
            <p:nvPr/>
          </p:nvSpPr>
          <p:spPr>
            <a:xfrm>
              <a:off x="675510" y="3347917"/>
              <a:ext cx="43155" cy="3454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4" name="asset_3420_46">
              <a:extLst>
                <a:ext uri="{FF2B5EF4-FFF2-40B4-BE49-F238E27FC236}">
                  <a16:creationId xmlns:a16="http://schemas.microsoft.com/office/drawing/2014/main" id="{E79C1EB1-D632-46A1-8CAD-4515F2C584AF}"/>
                </a:ext>
              </a:extLst>
            </p:cNvPr>
            <p:cNvSpPr>
              <a:spLocks noGrp="1"/>
            </p:cNvSpPr>
            <p:nvPr/>
          </p:nvSpPr>
          <p:spPr>
            <a:xfrm>
              <a:off x="704669" y="3281389"/>
              <a:ext cx="49958" cy="399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5" name="asset_3420_47">
              <a:extLst>
                <a:ext uri="{FF2B5EF4-FFF2-40B4-BE49-F238E27FC236}">
                  <a16:creationId xmlns:a16="http://schemas.microsoft.com/office/drawing/2014/main" id="{46421164-8CA8-4E3E-BE64-257D370CD573}"/>
                </a:ext>
              </a:extLst>
            </p:cNvPr>
            <p:cNvSpPr>
              <a:spLocks noGrp="1"/>
            </p:cNvSpPr>
            <p:nvPr/>
          </p:nvSpPr>
          <p:spPr>
            <a:xfrm>
              <a:off x="624570" y="3333124"/>
              <a:ext cx="46055" cy="3686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6" name="asset_3420_48">
              <a:extLst>
                <a:ext uri="{FF2B5EF4-FFF2-40B4-BE49-F238E27FC236}">
                  <a16:creationId xmlns:a16="http://schemas.microsoft.com/office/drawing/2014/main" id="{BC1BB576-D4CA-4CCC-8E60-69AE59B61D64}"/>
                </a:ext>
              </a:extLst>
            </p:cNvPr>
            <p:cNvSpPr>
              <a:spLocks noGrp="1"/>
            </p:cNvSpPr>
            <p:nvPr/>
          </p:nvSpPr>
          <p:spPr>
            <a:xfrm>
              <a:off x="716832" y="3311717"/>
              <a:ext cx="43699" cy="3498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8CB9B0">
                    <a:alpha val="80300"/>
                  </a:srgbClr>
                </a:gs>
                <a:gs pos="100000">
                  <a:srgbClr val="8CB9B0">
                    <a:alpha val="46200"/>
                  </a:srgbClr>
                </a:gs>
              </a:gsLst>
              <a:lin ang="7500000"/>
            </a:gradFill>
            <a:ln w="2100">
              <a:noFill/>
            </a:ln>
            <a:effectLst>
              <a:softEdge rad="4320"/>
            </a:effectLst>
          </p:spPr>
        </p:sp>
        <p:sp>
          <p:nvSpPr>
            <p:cNvPr id="1317" name="asset_3420_49">
              <a:extLst>
                <a:ext uri="{FF2B5EF4-FFF2-40B4-BE49-F238E27FC236}">
                  <a16:creationId xmlns:a16="http://schemas.microsoft.com/office/drawing/2014/main" id="{351617DE-CD9B-45AA-BBFB-A6A70ABD89A9}"/>
                </a:ext>
              </a:extLst>
            </p:cNvPr>
            <p:cNvSpPr>
              <a:spLocks noGrp="1"/>
            </p:cNvSpPr>
            <p:nvPr/>
          </p:nvSpPr>
          <p:spPr>
            <a:xfrm>
              <a:off x="584640" y="3275276"/>
              <a:ext cx="202079" cy="163444"/>
            </a:xfrm>
            <a:custGeom>
              <a:avLst/>
              <a:gdLst/>
              <a:ahLst/>
              <a:cxnLst/>
              <a:rect l="0" t="0" r="0" b="0"/>
              <a:pathLst>
                <a:path w="202079" h="163444">
                  <a:moveTo>
                    <a:pt x="0" y="0"/>
                  </a:moveTo>
                  <a:lnTo>
                    <a:pt x="202079" y="0"/>
                  </a:lnTo>
                  <a:lnTo>
                    <a:pt x="202079" y="163444"/>
                  </a:lnTo>
                  <a:lnTo>
                    <a:pt x="0" y="163444"/>
                  </a:lnTo>
                  <a:close/>
                </a:path>
              </a:pathLst>
            </a:custGeom>
            <a:noFill/>
            <a:ln w="2100">
              <a:solidFill>
                <a:srgbClr val="8AB3D9"/>
              </a:solidFill>
            </a:ln>
          </p:spPr>
        </p:sp>
      </p:grpSp>
      <p:pic>
        <p:nvPicPr>
          <p:cNvPr id="1318" name="a | 56-channel tensor stack" descr="Synthetic voxel-grid density schematic">
            <a:extLst>
              <a:ext uri="{FF2B5EF4-FFF2-40B4-BE49-F238E27FC236}">
                <a16:creationId xmlns:a16="http://schemas.microsoft.com/office/drawing/2014/main" id="{7287F061-8D15-65D6-4058-DB8AC064F98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546335" y="2762108"/>
            <a:ext cx="343801" cy="237886"/>
          </a:xfrm>
          <a:prstGeom prst="rect">
            <a:avLst/>
          </a:prstGeom>
        </p:spPr>
      </p:pic>
      <p:grpSp>
        <p:nvGrpSpPr>
          <p:cNvPr id="1319" name="a | receptor atom cloud">
            <a:extLst>
              <a:ext uri="{FF2B5EF4-FFF2-40B4-BE49-F238E27FC236}">
                <a16:creationId xmlns:a16="http://schemas.microsoft.com/office/drawing/2014/main" id="{F74A3FCC-BD72-26D1-B6AE-B9FEF9BC2A6B}"/>
              </a:ext>
            </a:extLst>
          </p:cNvPr>
          <p:cNvGrpSpPr/>
          <p:nvPr/>
        </p:nvGrpSpPr>
        <p:grpSpPr>
          <a:xfrm>
            <a:off x="1480189" y="3442117"/>
            <a:ext cx="164024" cy="174466"/>
            <a:chOff x="169875" y="4807960"/>
            <a:chExt cx="229109" cy="243694"/>
          </a:xfrm>
        </p:grpSpPr>
        <p:sp>
          <p:nvSpPr>
            <p:cNvPr id="1320" name="asset_3422_0">
              <a:extLst>
                <a:ext uri="{FF2B5EF4-FFF2-40B4-BE49-F238E27FC236}">
                  <a16:creationId xmlns:a16="http://schemas.microsoft.com/office/drawing/2014/main" id="{ACF2FD45-5812-759F-5A96-387C77A814BB}"/>
                </a:ext>
              </a:extLst>
            </p:cNvPr>
            <p:cNvSpPr>
              <a:spLocks noGrp="1"/>
            </p:cNvSpPr>
            <p:nvPr/>
          </p:nvSpPr>
          <p:spPr>
            <a:xfrm>
              <a:off x="231052" y="4952240"/>
              <a:ext cx="50740" cy="5074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1" name="asset_3422_1">
              <a:extLst>
                <a:ext uri="{FF2B5EF4-FFF2-40B4-BE49-F238E27FC236}">
                  <a16:creationId xmlns:a16="http://schemas.microsoft.com/office/drawing/2014/main" id="{55079865-42D3-C677-C2BF-1713FCCC1437}"/>
                </a:ext>
              </a:extLst>
            </p:cNvPr>
            <p:cNvSpPr>
              <a:spLocks noGrp="1"/>
            </p:cNvSpPr>
            <p:nvPr/>
          </p:nvSpPr>
          <p:spPr>
            <a:xfrm>
              <a:off x="241961" y="4961881"/>
              <a:ext cx="16490" cy="96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2" name="asset_3422_2">
              <a:extLst>
                <a:ext uri="{FF2B5EF4-FFF2-40B4-BE49-F238E27FC236}">
                  <a16:creationId xmlns:a16="http://schemas.microsoft.com/office/drawing/2014/main" id="{7171C0AD-7D89-E1AD-C713-AEF7B9481C73}"/>
                </a:ext>
              </a:extLst>
            </p:cNvPr>
            <p:cNvSpPr>
              <a:spLocks noGrp="1"/>
            </p:cNvSpPr>
            <p:nvPr/>
          </p:nvSpPr>
          <p:spPr>
            <a:xfrm>
              <a:off x="257492" y="4890552"/>
              <a:ext cx="45016" cy="4501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3" name="asset_3422_3">
              <a:extLst>
                <a:ext uri="{FF2B5EF4-FFF2-40B4-BE49-F238E27FC236}">
                  <a16:creationId xmlns:a16="http://schemas.microsoft.com/office/drawing/2014/main" id="{8E5F53DA-EBD1-CB8F-E41F-F6FD7C9405F3}"/>
                </a:ext>
              </a:extLst>
            </p:cNvPr>
            <p:cNvSpPr>
              <a:spLocks noGrp="1"/>
            </p:cNvSpPr>
            <p:nvPr/>
          </p:nvSpPr>
          <p:spPr>
            <a:xfrm>
              <a:off x="267171" y="4899105"/>
              <a:ext cx="14630" cy="85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4" name="asset_3422_4">
              <a:extLst>
                <a:ext uri="{FF2B5EF4-FFF2-40B4-BE49-F238E27FC236}">
                  <a16:creationId xmlns:a16="http://schemas.microsoft.com/office/drawing/2014/main" id="{6E3017C2-1F82-0DEC-BA19-262A2880D659}"/>
                </a:ext>
              </a:extLst>
            </p:cNvPr>
            <p:cNvSpPr>
              <a:spLocks noGrp="1"/>
            </p:cNvSpPr>
            <p:nvPr/>
          </p:nvSpPr>
          <p:spPr>
            <a:xfrm>
              <a:off x="341683" y="4917382"/>
              <a:ext cx="49251" cy="4925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5" name="asset_3422_5">
              <a:extLst>
                <a:ext uri="{FF2B5EF4-FFF2-40B4-BE49-F238E27FC236}">
                  <a16:creationId xmlns:a16="http://schemas.microsoft.com/office/drawing/2014/main" id="{AD0B7A36-4B45-D76D-5300-517F0705ED41}"/>
                </a:ext>
              </a:extLst>
            </p:cNvPr>
            <p:cNvSpPr>
              <a:spLocks noGrp="1"/>
            </p:cNvSpPr>
            <p:nvPr/>
          </p:nvSpPr>
          <p:spPr>
            <a:xfrm>
              <a:off x="352272" y="4926740"/>
              <a:ext cx="16007" cy="93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6" name="asset_3422_6">
              <a:extLst>
                <a:ext uri="{FF2B5EF4-FFF2-40B4-BE49-F238E27FC236}">
                  <a16:creationId xmlns:a16="http://schemas.microsoft.com/office/drawing/2014/main" id="{4C4F4414-17C2-BBB3-9157-86F02F10A4A9}"/>
                </a:ext>
              </a:extLst>
            </p:cNvPr>
            <p:cNvSpPr>
              <a:spLocks noGrp="1"/>
            </p:cNvSpPr>
            <p:nvPr/>
          </p:nvSpPr>
          <p:spPr>
            <a:xfrm>
              <a:off x="271855" y="4975772"/>
              <a:ext cx="36195" cy="3619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7" name="asset_3422_7">
              <a:extLst>
                <a:ext uri="{FF2B5EF4-FFF2-40B4-BE49-F238E27FC236}">
                  <a16:creationId xmlns:a16="http://schemas.microsoft.com/office/drawing/2014/main" id="{1956429C-A303-4B13-0AED-D3A467174BFF}"/>
                </a:ext>
              </a:extLst>
            </p:cNvPr>
            <p:cNvSpPr>
              <a:spLocks noGrp="1"/>
            </p:cNvSpPr>
            <p:nvPr/>
          </p:nvSpPr>
          <p:spPr>
            <a:xfrm>
              <a:off x="279637" y="4982649"/>
              <a:ext cx="11764" cy="68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28" name="asset_3422_8">
              <a:extLst>
                <a:ext uri="{FF2B5EF4-FFF2-40B4-BE49-F238E27FC236}">
                  <a16:creationId xmlns:a16="http://schemas.microsoft.com/office/drawing/2014/main" id="{9B80EDB8-6E96-A11A-06EB-183694AC7664}"/>
                </a:ext>
              </a:extLst>
            </p:cNvPr>
            <p:cNvSpPr>
              <a:spLocks noGrp="1"/>
            </p:cNvSpPr>
            <p:nvPr/>
          </p:nvSpPr>
          <p:spPr>
            <a:xfrm>
              <a:off x="189829" y="4978084"/>
              <a:ext cx="46368" cy="4636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29" name="asset_3422_9">
              <a:extLst>
                <a:ext uri="{FF2B5EF4-FFF2-40B4-BE49-F238E27FC236}">
                  <a16:creationId xmlns:a16="http://schemas.microsoft.com/office/drawing/2014/main" id="{CF523F68-234C-05FF-1627-D79E0B1D337C}"/>
                </a:ext>
              </a:extLst>
            </p:cNvPr>
            <p:cNvSpPr>
              <a:spLocks noGrp="1"/>
            </p:cNvSpPr>
            <p:nvPr/>
          </p:nvSpPr>
          <p:spPr>
            <a:xfrm>
              <a:off x="199798" y="4986894"/>
              <a:ext cx="15070" cy="881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0" name="asset_3422_10">
              <a:extLst>
                <a:ext uri="{FF2B5EF4-FFF2-40B4-BE49-F238E27FC236}">
                  <a16:creationId xmlns:a16="http://schemas.microsoft.com/office/drawing/2014/main" id="{4A9D88E9-2993-19D5-B015-B833DECC7F1A}"/>
                </a:ext>
              </a:extLst>
            </p:cNvPr>
            <p:cNvSpPr>
              <a:spLocks noGrp="1"/>
            </p:cNvSpPr>
            <p:nvPr/>
          </p:nvSpPr>
          <p:spPr>
            <a:xfrm>
              <a:off x="225545" y="5013901"/>
              <a:ext cx="33003" cy="33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1" name="asset_3422_11">
              <a:extLst>
                <a:ext uri="{FF2B5EF4-FFF2-40B4-BE49-F238E27FC236}">
                  <a16:creationId xmlns:a16="http://schemas.microsoft.com/office/drawing/2014/main" id="{601983D3-9E52-1E47-7E7A-B07040CD24BC}"/>
                </a:ext>
              </a:extLst>
            </p:cNvPr>
            <p:cNvSpPr>
              <a:spLocks noGrp="1"/>
            </p:cNvSpPr>
            <p:nvPr/>
          </p:nvSpPr>
          <p:spPr>
            <a:xfrm>
              <a:off x="232640" y="5020172"/>
              <a:ext cx="10726" cy="627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2" name="asset_3422_12">
              <a:extLst>
                <a:ext uri="{FF2B5EF4-FFF2-40B4-BE49-F238E27FC236}">
                  <a16:creationId xmlns:a16="http://schemas.microsoft.com/office/drawing/2014/main" id="{EF9FD7CA-4CDE-2761-80DE-677269A8603B}"/>
                </a:ext>
              </a:extLst>
            </p:cNvPr>
            <p:cNvSpPr>
              <a:spLocks noGrp="1"/>
            </p:cNvSpPr>
            <p:nvPr/>
          </p:nvSpPr>
          <p:spPr>
            <a:xfrm>
              <a:off x="202899" y="4919795"/>
              <a:ext cx="44462" cy="444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3" name="asset_3422_13">
              <a:extLst>
                <a:ext uri="{FF2B5EF4-FFF2-40B4-BE49-F238E27FC236}">
                  <a16:creationId xmlns:a16="http://schemas.microsoft.com/office/drawing/2014/main" id="{52453685-3009-67E9-3DB3-28761AFCA070}"/>
                </a:ext>
              </a:extLst>
            </p:cNvPr>
            <p:cNvSpPr>
              <a:spLocks noGrp="1"/>
            </p:cNvSpPr>
            <p:nvPr/>
          </p:nvSpPr>
          <p:spPr>
            <a:xfrm>
              <a:off x="212458" y="4928243"/>
              <a:ext cx="14450" cy="84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4" name="asset_3422_14">
              <a:extLst>
                <a:ext uri="{FF2B5EF4-FFF2-40B4-BE49-F238E27FC236}">
                  <a16:creationId xmlns:a16="http://schemas.microsoft.com/office/drawing/2014/main" id="{69A697E6-D023-D641-916D-7C3C9B643472}"/>
                </a:ext>
              </a:extLst>
            </p:cNvPr>
            <p:cNvSpPr>
              <a:spLocks noGrp="1"/>
            </p:cNvSpPr>
            <p:nvPr/>
          </p:nvSpPr>
          <p:spPr>
            <a:xfrm>
              <a:off x="248117" y="4866798"/>
              <a:ext cx="41123" cy="411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5" name="asset_3422_15">
              <a:extLst>
                <a:ext uri="{FF2B5EF4-FFF2-40B4-BE49-F238E27FC236}">
                  <a16:creationId xmlns:a16="http://schemas.microsoft.com/office/drawing/2014/main" id="{AC97809E-7277-F83F-A74A-9B9AEF8F58F2}"/>
                </a:ext>
              </a:extLst>
            </p:cNvPr>
            <p:cNvSpPr>
              <a:spLocks noGrp="1"/>
            </p:cNvSpPr>
            <p:nvPr/>
          </p:nvSpPr>
          <p:spPr>
            <a:xfrm>
              <a:off x="256958" y="4874611"/>
              <a:ext cx="13365" cy="78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6" name="asset_3422_16">
              <a:extLst>
                <a:ext uri="{FF2B5EF4-FFF2-40B4-BE49-F238E27FC236}">
                  <a16:creationId xmlns:a16="http://schemas.microsoft.com/office/drawing/2014/main" id="{9C87B84D-E780-917F-4BCF-48D4EB2B2E77}"/>
                </a:ext>
              </a:extLst>
            </p:cNvPr>
            <p:cNvSpPr>
              <a:spLocks noGrp="1"/>
            </p:cNvSpPr>
            <p:nvPr/>
          </p:nvSpPr>
          <p:spPr>
            <a:xfrm>
              <a:off x="297907" y="4941502"/>
              <a:ext cx="42220" cy="422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7" name="asset_3422_17">
              <a:extLst>
                <a:ext uri="{FF2B5EF4-FFF2-40B4-BE49-F238E27FC236}">
                  <a16:creationId xmlns:a16="http://schemas.microsoft.com/office/drawing/2014/main" id="{1530846F-3332-6F3B-D169-176F7D0C4BD5}"/>
                </a:ext>
              </a:extLst>
            </p:cNvPr>
            <p:cNvSpPr>
              <a:spLocks noGrp="1"/>
            </p:cNvSpPr>
            <p:nvPr/>
          </p:nvSpPr>
          <p:spPr>
            <a:xfrm>
              <a:off x="306984" y="4949524"/>
              <a:ext cx="13721" cy="80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38" name="asset_3422_18">
              <a:extLst>
                <a:ext uri="{FF2B5EF4-FFF2-40B4-BE49-F238E27FC236}">
                  <a16:creationId xmlns:a16="http://schemas.microsoft.com/office/drawing/2014/main" id="{A49C83E0-A2EE-E231-658B-E200EA71D872}"/>
                </a:ext>
              </a:extLst>
            </p:cNvPr>
            <p:cNvSpPr>
              <a:spLocks noGrp="1"/>
            </p:cNvSpPr>
            <p:nvPr/>
          </p:nvSpPr>
          <p:spPr>
            <a:xfrm>
              <a:off x="197886" y="4901933"/>
              <a:ext cx="33418" cy="334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39" name="asset_3422_19">
              <a:extLst>
                <a:ext uri="{FF2B5EF4-FFF2-40B4-BE49-F238E27FC236}">
                  <a16:creationId xmlns:a16="http://schemas.microsoft.com/office/drawing/2014/main" id="{E9CEF760-F2C3-F390-1668-963AC8B62D79}"/>
                </a:ext>
              </a:extLst>
            </p:cNvPr>
            <p:cNvSpPr>
              <a:spLocks noGrp="1"/>
            </p:cNvSpPr>
            <p:nvPr/>
          </p:nvSpPr>
          <p:spPr>
            <a:xfrm>
              <a:off x="205071" y="4908282"/>
              <a:ext cx="10861" cy="63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0" name="asset_3422_20">
              <a:extLst>
                <a:ext uri="{FF2B5EF4-FFF2-40B4-BE49-F238E27FC236}">
                  <a16:creationId xmlns:a16="http://schemas.microsoft.com/office/drawing/2014/main" id="{7056093D-7C44-73BB-4545-31AFF856C4FD}"/>
                </a:ext>
              </a:extLst>
            </p:cNvPr>
            <p:cNvSpPr>
              <a:spLocks noGrp="1"/>
            </p:cNvSpPr>
            <p:nvPr/>
          </p:nvSpPr>
          <p:spPr>
            <a:xfrm>
              <a:off x="245477" y="4933298"/>
              <a:ext cx="48764" cy="487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1" name="asset_3422_21">
              <a:extLst>
                <a:ext uri="{FF2B5EF4-FFF2-40B4-BE49-F238E27FC236}">
                  <a16:creationId xmlns:a16="http://schemas.microsoft.com/office/drawing/2014/main" id="{1B196C74-08E0-74C2-1772-357BA72C4EBA}"/>
                </a:ext>
              </a:extLst>
            </p:cNvPr>
            <p:cNvSpPr>
              <a:spLocks noGrp="1"/>
            </p:cNvSpPr>
            <p:nvPr/>
          </p:nvSpPr>
          <p:spPr>
            <a:xfrm>
              <a:off x="255962" y="4942563"/>
              <a:ext cx="15848" cy="92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2" name="asset_3422_22">
              <a:extLst>
                <a:ext uri="{FF2B5EF4-FFF2-40B4-BE49-F238E27FC236}">
                  <a16:creationId xmlns:a16="http://schemas.microsoft.com/office/drawing/2014/main" id="{AEDCAA44-5091-3DBD-591B-7F3EFA6F12B2}"/>
                </a:ext>
              </a:extLst>
            </p:cNvPr>
            <p:cNvSpPr>
              <a:spLocks noGrp="1"/>
            </p:cNvSpPr>
            <p:nvPr/>
          </p:nvSpPr>
          <p:spPr>
            <a:xfrm>
              <a:off x="264633" y="4948569"/>
              <a:ext cx="40342" cy="4034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3" name="asset_3422_23">
              <a:extLst>
                <a:ext uri="{FF2B5EF4-FFF2-40B4-BE49-F238E27FC236}">
                  <a16:creationId xmlns:a16="http://schemas.microsoft.com/office/drawing/2014/main" id="{B36C2AA8-52A3-BB47-A1EB-B3880C36DAE1}"/>
                </a:ext>
              </a:extLst>
            </p:cNvPr>
            <p:cNvSpPr>
              <a:spLocks noGrp="1"/>
            </p:cNvSpPr>
            <p:nvPr/>
          </p:nvSpPr>
          <p:spPr>
            <a:xfrm>
              <a:off x="273306" y="4956234"/>
              <a:ext cx="13111" cy="766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4" name="asset_3422_24">
              <a:extLst>
                <a:ext uri="{FF2B5EF4-FFF2-40B4-BE49-F238E27FC236}">
                  <a16:creationId xmlns:a16="http://schemas.microsoft.com/office/drawing/2014/main" id="{AD021490-DF7A-6A66-BE06-26F597627320}"/>
                </a:ext>
              </a:extLst>
            </p:cNvPr>
            <p:cNvSpPr>
              <a:spLocks noGrp="1"/>
            </p:cNvSpPr>
            <p:nvPr/>
          </p:nvSpPr>
          <p:spPr>
            <a:xfrm>
              <a:off x="230598" y="4889071"/>
              <a:ext cx="32512" cy="3251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5" name="asset_3422_25">
              <a:extLst>
                <a:ext uri="{FF2B5EF4-FFF2-40B4-BE49-F238E27FC236}">
                  <a16:creationId xmlns:a16="http://schemas.microsoft.com/office/drawing/2014/main" id="{A4588BE7-F1A9-807B-DB52-8B51C8E5F39F}"/>
                </a:ext>
              </a:extLst>
            </p:cNvPr>
            <p:cNvSpPr>
              <a:spLocks noGrp="1"/>
            </p:cNvSpPr>
            <p:nvPr/>
          </p:nvSpPr>
          <p:spPr>
            <a:xfrm>
              <a:off x="237588" y="4895249"/>
              <a:ext cx="10566" cy="61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6" name="asset_3422_26">
              <a:extLst>
                <a:ext uri="{FF2B5EF4-FFF2-40B4-BE49-F238E27FC236}">
                  <a16:creationId xmlns:a16="http://schemas.microsoft.com/office/drawing/2014/main" id="{EF525F55-E473-BB6A-4B12-1708738A451D}"/>
                </a:ext>
              </a:extLst>
            </p:cNvPr>
            <p:cNvSpPr>
              <a:spLocks noGrp="1"/>
            </p:cNvSpPr>
            <p:nvPr/>
          </p:nvSpPr>
          <p:spPr>
            <a:xfrm>
              <a:off x="301686" y="4928199"/>
              <a:ext cx="31620" cy="3162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7" name="asset_3422_27">
              <a:extLst>
                <a:ext uri="{FF2B5EF4-FFF2-40B4-BE49-F238E27FC236}">
                  <a16:creationId xmlns:a16="http://schemas.microsoft.com/office/drawing/2014/main" id="{FAC073C9-7858-2063-3FC1-55A9F1287394}"/>
                </a:ext>
              </a:extLst>
            </p:cNvPr>
            <p:cNvSpPr>
              <a:spLocks noGrp="1"/>
            </p:cNvSpPr>
            <p:nvPr/>
          </p:nvSpPr>
          <p:spPr>
            <a:xfrm>
              <a:off x="308484" y="4934207"/>
              <a:ext cx="10277" cy="600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48" name="asset_3422_28">
              <a:extLst>
                <a:ext uri="{FF2B5EF4-FFF2-40B4-BE49-F238E27FC236}">
                  <a16:creationId xmlns:a16="http://schemas.microsoft.com/office/drawing/2014/main" id="{2C9CF4D3-A22B-A72B-EF6A-DE97D5B26228}"/>
                </a:ext>
              </a:extLst>
            </p:cNvPr>
            <p:cNvSpPr>
              <a:spLocks noGrp="1"/>
            </p:cNvSpPr>
            <p:nvPr/>
          </p:nvSpPr>
          <p:spPr>
            <a:xfrm>
              <a:off x="188764" y="4922985"/>
              <a:ext cx="37593" cy="375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49" name="asset_3422_29">
              <a:extLst>
                <a:ext uri="{FF2B5EF4-FFF2-40B4-BE49-F238E27FC236}">
                  <a16:creationId xmlns:a16="http://schemas.microsoft.com/office/drawing/2014/main" id="{4339CC24-1181-B2DA-F380-C865CE6EB33D}"/>
                </a:ext>
              </a:extLst>
            </p:cNvPr>
            <p:cNvSpPr>
              <a:spLocks noGrp="1"/>
            </p:cNvSpPr>
            <p:nvPr/>
          </p:nvSpPr>
          <p:spPr>
            <a:xfrm>
              <a:off x="196847" y="4930127"/>
              <a:ext cx="12218" cy="714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0" name="asset_3422_30">
              <a:extLst>
                <a:ext uri="{FF2B5EF4-FFF2-40B4-BE49-F238E27FC236}">
                  <a16:creationId xmlns:a16="http://schemas.microsoft.com/office/drawing/2014/main" id="{077C978E-F309-5BAE-79A0-936D9EF27E43}"/>
                </a:ext>
              </a:extLst>
            </p:cNvPr>
            <p:cNvSpPr>
              <a:spLocks noGrp="1"/>
            </p:cNvSpPr>
            <p:nvPr/>
          </p:nvSpPr>
          <p:spPr>
            <a:xfrm>
              <a:off x="218174" y="4997359"/>
              <a:ext cx="31164" cy="3116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1" name="asset_3422_31">
              <a:extLst>
                <a:ext uri="{FF2B5EF4-FFF2-40B4-BE49-F238E27FC236}">
                  <a16:creationId xmlns:a16="http://schemas.microsoft.com/office/drawing/2014/main" id="{40CD83CF-5A4F-5ADA-6D37-6DC86BFF1EAE}"/>
                </a:ext>
              </a:extLst>
            </p:cNvPr>
            <p:cNvSpPr>
              <a:spLocks noGrp="1"/>
            </p:cNvSpPr>
            <p:nvPr/>
          </p:nvSpPr>
          <p:spPr>
            <a:xfrm>
              <a:off x="224874" y="5003280"/>
              <a:ext cx="10128" cy="59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2" name="asset_3422_32">
              <a:extLst>
                <a:ext uri="{FF2B5EF4-FFF2-40B4-BE49-F238E27FC236}">
                  <a16:creationId xmlns:a16="http://schemas.microsoft.com/office/drawing/2014/main" id="{D1D86BA7-21BC-C658-7ABC-7E2800F635DF}"/>
                </a:ext>
              </a:extLst>
            </p:cNvPr>
            <p:cNvSpPr>
              <a:spLocks noGrp="1"/>
            </p:cNvSpPr>
            <p:nvPr/>
          </p:nvSpPr>
          <p:spPr>
            <a:xfrm>
              <a:off x="291333" y="4860690"/>
              <a:ext cx="35713" cy="35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3" name="asset_3422_33">
              <a:extLst>
                <a:ext uri="{FF2B5EF4-FFF2-40B4-BE49-F238E27FC236}">
                  <a16:creationId xmlns:a16="http://schemas.microsoft.com/office/drawing/2014/main" id="{3D56089D-89CA-E8F6-BD24-E31FF0B1673B}"/>
                </a:ext>
              </a:extLst>
            </p:cNvPr>
            <p:cNvSpPr>
              <a:spLocks noGrp="1"/>
            </p:cNvSpPr>
            <p:nvPr/>
          </p:nvSpPr>
          <p:spPr>
            <a:xfrm>
              <a:off x="299012" y="4867475"/>
              <a:ext cx="11607" cy="678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4" name="asset_3422_34">
              <a:extLst>
                <a:ext uri="{FF2B5EF4-FFF2-40B4-BE49-F238E27FC236}">
                  <a16:creationId xmlns:a16="http://schemas.microsoft.com/office/drawing/2014/main" id="{13269EEF-EE14-C014-7BBC-90B612509955}"/>
                </a:ext>
              </a:extLst>
            </p:cNvPr>
            <p:cNvSpPr>
              <a:spLocks noGrp="1"/>
            </p:cNvSpPr>
            <p:nvPr/>
          </p:nvSpPr>
          <p:spPr>
            <a:xfrm>
              <a:off x="190779" y="4973792"/>
              <a:ext cx="35794" cy="3579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5" name="asset_3422_35">
              <a:extLst>
                <a:ext uri="{FF2B5EF4-FFF2-40B4-BE49-F238E27FC236}">
                  <a16:creationId xmlns:a16="http://schemas.microsoft.com/office/drawing/2014/main" id="{660BB2F7-E70F-8FBC-9FB6-39F09B45A36D}"/>
                </a:ext>
              </a:extLst>
            </p:cNvPr>
            <p:cNvSpPr>
              <a:spLocks noGrp="1"/>
            </p:cNvSpPr>
            <p:nvPr/>
          </p:nvSpPr>
          <p:spPr>
            <a:xfrm>
              <a:off x="198475" y="4980593"/>
              <a:ext cx="11633" cy="680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6" name="asset_3422_36">
              <a:extLst>
                <a:ext uri="{FF2B5EF4-FFF2-40B4-BE49-F238E27FC236}">
                  <a16:creationId xmlns:a16="http://schemas.microsoft.com/office/drawing/2014/main" id="{5C2E263D-6E8A-DF33-5BAB-35F5A2C5F251}"/>
                </a:ext>
              </a:extLst>
            </p:cNvPr>
            <p:cNvSpPr>
              <a:spLocks noGrp="1"/>
            </p:cNvSpPr>
            <p:nvPr/>
          </p:nvSpPr>
          <p:spPr>
            <a:xfrm>
              <a:off x="225392" y="4818090"/>
              <a:ext cx="40954" cy="4095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7" name="asset_3422_37">
              <a:extLst>
                <a:ext uri="{FF2B5EF4-FFF2-40B4-BE49-F238E27FC236}">
                  <a16:creationId xmlns:a16="http://schemas.microsoft.com/office/drawing/2014/main" id="{A870849F-ECC8-5872-6923-6C13804AE340}"/>
                </a:ext>
              </a:extLst>
            </p:cNvPr>
            <p:cNvSpPr>
              <a:spLocks noGrp="1"/>
            </p:cNvSpPr>
            <p:nvPr/>
          </p:nvSpPr>
          <p:spPr>
            <a:xfrm>
              <a:off x="234197" y="4825872"/>
              <a:ext cx="13310" cy="778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58" name="asset_3422_38">
              <a:extLst>
                <a:ext uri="{FF2B5EF4-FFF2-40B4-BE49-F238E27FC236}">
                  <a16:creationId xmlns:a16="http://schemas.microsoft.com/office/drawing/2014/main" id="{AAFC3371-F314-0C8A-2D26-93DB33BF9511}"/>
                </a:ext>
              </a:extLst>
            </p:cNvPr>
            <p:cNvSpPr>
              <a:spLocks noGrp="1"/>
            </p:cNvSpPr>
            <p:nvPr/>
          </p:nvSpPr>
          <p:spPr>
            <a:xfrm>
              <a:off x="202785" y="4934968"/>
              <a:ext cx="44618" cy="446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59" name="asset_3422_39">
              <a:extLst>
                <a:ext uri="{FF2B5EF4-FFF2-40B4-BE49-F238E27FC236}">
                  <a16:creationId xmlns:a16="http://schemas.microsoft.com/office/drawing/2014/main" id="{BD72A813-458E-DB8C-209B-ED44600E60CB}"/>
                </a:ext>
              </a:extLst>
            </p:cNvPr>
            <p:cNvSpPr>
              <a:spLocks noGrp="1"/>
            </p:cNvSpPr>
            <p:nvPr/>
          </p:nvSpPr>
          <p:spPr>
            <a:xfrm>
              <a:off x="212377" y="4943445"/>
              <a:ext cx="14501" cy="84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0" name="asset_3422_40">
              <a:extLst>
                <a:ext uri="{FF2B5EF4-FFF2-40B4-BE49-F238E27FC236}">
                  <a16:creationId xmlns:a16="http://schemas.microsoft.com/office/drawing/2014/main" id="{5274F46A-89A9-E068-374C-E1DCAFE1E6F7}"/>
                </a:ext>
              </a:extLst>
            </p:cNvPr>
            <p:cNvSpPr>
              <a:spLocks noGrp="1"/>
            </p:cNvSpPr>
            <p:nvPr/>
          </p:nvSpPr>
          <p:spPr>
            <a:xfrm>
              <a:off x="338599" y="4889037"/>
              <a:ext cx="31138" cy="3113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1" name="asset_3422_41">
              <a:extLst>
                <a:ext uri="{FF2B5EF4-FFF2-40B4-BE49-F238E27FC236}">
                  <a16:creationId xmlns:a16="http://schemas.microsoft.com/office/drawing/2014/main" id="{167DD92E-7EB5-65B3-3589-E51172090FEC}"/>
                </a:ext>
              </a:extLst>
            </p:cNvPr>
            <p:cNvSpPr>
              <a:spLocks noGrp="1"/>
            </p:cNvSpPr>
            <p:nvPr/>
          </p:nvSpPr>
          <p:spPr>
            <a:xfrm>
              <a:off x="345294" y="4894953"/>
              <a:ext cx="10120" cy="591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2" name="asset_3422_42">
              <a:extLst>
                <a:ext uri="{FF2B5EF4-FFF2-40B4-BE49-F238E27FC236}">
                  <a16:creationId xmlns:a16="http://schemas.microsoft.com/office/drawing/2014/main" id="{BF83F7AA-47B4-3838-E342-7B1C73E00473}"/>
                </a:ext>
              </a:extLst>
            </p:cNvPr>
            <p:cNvSpPr>
              <a:spLocks noGrp="1"/>
            </p:cNvSpPr>
            <p:nvPr/>
          </p:nvSpPr>
          <p:spPr>
            <a:xfrm>
              <a:off x="320967" y="4999928"/>
              <a:ext cx="43221" cy="4322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3" name="asset_3422_43">
              <a:extLst>
                <a:ext uri="{FF2B5EF4-FFF2-40B4-BE49-F238E27FC236}">
                  <a16:creationId xmlns:a16="http://schemas.microsoft.com/office/drawing/2014/main" id="{B56296FE-EF96-50A6-278B-9F12F8099985}"/>
                </a:ext>
              </a:extLst>
            </p:cNvPr>
            <p:cNvSpPr>
              <a:spLocks noGrp="1"/>
            </p:cNvSpPr>
            <p:nvPr/>
          </p:nvSpPr>
          <p:spPr>
            <a:xfrm>
              <a:off x="330259" y="5008140"/>
              <a:ext cx="14047" cy="821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4" name="asset_3422_44">
              <a:extLst>
                <a:ext uri="{FF2B5EF4-FFF2-40B4-BE49-F238E27FC236}">
                  <a16:creationId xmlns:a16="http://schemas.microsoft.com/office/drawing/2014/main" id="{DEF89A4A-63B2-98BA-BC0D-71B77242DF0C}"/>
                </a:ext>
              </a:extLst>
            </p:cNvPr>
            <p:cNvSpPr>
              <a:spLocks noGrp="1"/>
            </p:cNvSpPr>
            <p:nvPr/>
          </p:nvSpPr>
          <p:spPr>
            <a:xfrm>
              <a:off x="350970" y="4966161"/>
              <a:ext cx="35562" cy="355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5" name="asset_3422_45">
              <a:extLst>
                <a:ext uri="{FF2B5EF4-FFF2-40B4-BE49-F238E27FC236}">
                  <a16:creationId xmlns:a16="http://schemas.microsoft.com/office/drawing/2014/main" id="{1DB842C2-D35C-AE28-25B6-490A9A6DEE3F}"/>
                </a:ext>
              </a:extLst>
            </p:cNvPr>
            <p:cNvSpPr>
              <a:spLocks noGrp="1"/>
            </p:cNvSpPr>
            <p:nvPr/>
          </p:nvSpPr>
          <p:spPr>
            <a:xfrm>
              <a:off x="358616" y="4972917"/>
              <a:ext cx="11558" cy="67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6" name="asset_3422_46">
              <a:extLst>
                <a:ext uri="{FF2B5EF4-FFF2-40B4-BE49-F238E27FC236}">
                  <a16:creationId xmlns:a16="http://schemas.microsoft.com/office/drawing/2014/main" id="{02C81F11-43A1-A876-3305-0436CF283F37}"/>
                </a:ext>
              </a:extLst>
            </p:cNvPr>
            <p:cNvSpPr>
              <a:spLocks noGrp="1"/>
            </p:cNvSpPr>
            <p:nvPr/>
          </p:nvSpPr>
          <p:spPr>
            <a:xfrm>
              <a:off x="218758" y="4839345"/>
              <a:ext cx="38113" cy="381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7" name="asset_3422_47">
              <a:extLst>
                <a:ext uri="{FF2B5EF4-FFF2-40B4-BE49-F238E27FC236}">
                  <a16:creationId xmlns:a16="http://schemas.microsoft.com/office/drawing/2014/main" id="{5F933E82-BE9C-FA10-0B49-D2CCD29071ED}"/>
                </a:ext>
              </a:extLst>
            </p:cNvPr>
            <p:cNvSpPr>
              <a:spLocks noGrp="1"/>
            </p:cNvSpPr>
            <p:nvPr/>
          </p:nvSpPr>
          <p:spPr>
            <a:xfrm>
              <a:off x="226952" y="4846587"/>
              <a:ext cx="12387" cy="72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68" name="asset_3422_48">
              <a:extLst>
                <a:ext uri="{FF2B5EF4-FFF2-40B4-BE49-F238E27FC236}">
                  <a16:creationId xmlns:a16="http://schemas.microsoft.com/office/drawing/2014/main" id="{3A41F4F8-1186-49C7-1DD1-0B4B311B7DB0}"/>
                </a:ext>
              </a:extLst>
            </p:cNvPr>
            <p:cNvSpPr>
              <a:spLocks noGrp="1"/>
            </p:cNvSpPr>
            <p:nvPr/>
          </p:nvSpPr>
          <p:spPr>
            <a:xfrm>
              <a:off x="341389" y="4932820"/>
              <a:ext cx="34691" cy="3469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69" name="asset_3422_49">
              <a:extLst>
                <a:ext uri="{FF2B5EF4-FFF2-40B4-BE49-F238E27FC236}">
                  <a16:creationId xmlns:a16="http://schemas.microsoft.com/office/drawing/2014/main" id="{A35A991F-81FF-0E7A-D00D-848EA888A991}"/>
                </a:ext>
              </a:extLst>
            </p:cNvPr>
            <p:cNvSpPr>
              <a:spLocks noGrp="1"/>
            </p:cNvSpPr>
            <p:nvPr/>
          </p:nvSpPr>
          <p:spPr>
            <a:xfrm>
              <a:off x="348848" y="4939412"/>
              <a:ext cx="11275" cy="659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0" name="asset_3422_50">
              <a:extLst>
                <a:ext uri="{FF2B5EF4-FFF2-40B4-BE49-F238E27FC236}">
                  <a16:creationId xmlns:a16="http://schemas.microsoft.com/office/drawing/2014/main" id="{E7F36E5B-E5D5-072B-8145-CE94A2DF7776}"/>
                </a:ext>
              </a:extLst>
            </p:cNvPr>
            <p:cNvSpPr>
              <a:spLocks noGrp="1"/>
            </p:cNvSpPr>
            <p:nvPr/>
          </p:nvSpPr>
          <p:spPr>
            <a:xfrm>
              <a:off x="216428" y="4994121"/>
              <a:ext cx="37106" cy="3710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1" name="asset_3422_51">
              <a:extLst>
                <a:ext uri="{FF2B5EF4-FFF2-40B4-BE49-F238E27FC236}">
                  <a16:creationId xmlns:a16="http://schemas.microsoft.com/office/drawing/2014/main" id="{6935ED76-18CA-F8C7-5728-A29FCAB7A6FC}"/>
                </a:ext>
              </a:extLst>
            </p:cNvPr>
            <p:cNvSpPr>
              <a:spLocks noGrp="1"/>
            </p:cNvSpPr>
            <p:nvPr/>
          </p:nvSpPr>
          <p:spPr>
            <a:xfrm>
              <a:off x="224406" y="5001171"/>
              <a:ext cx="12060" cy="705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2" name="asset_3422_52">
              <a:extLst>
                <a:ext uri="{FF2B5EF4-FFF2-40B4-BE49-F238E27FC236}">
                  <a16:creationId xmlns:a16="http://schemas.microsoft.com/office/drawing/2014/main" id="{908C31DA-A30E-3EBF-E34D-A9003764C1AD}"/>
                </a:ext>
              </a:extLst>
            </p:cNvPr>
            <p:cNvSpPr>
              <a:spLocks noGrp="1"/>
            </p:cNvSpPr>
            <p:nvPr/>
          </p:nvSpPr>
          <p:spPr>
            <a:xfrm>
              <a:off x="264136" y="4989684"/>
              <a:ext cx="38739" cy="3873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3" name="asset_3422_53">
              <a:extLst>
                <a:ext uri="{FF2B5EF4-FFF2-40B4-BE49-F238E27FC236}">
                  <a16:creationId xmlns:a16="http://schemas.microsoft.com/office/drawing/2014/main" id="{63ED6A96-12A1-6581-9622-A2140ECF37D3}"/>
                </a:ext>
              </a:extLst>
            </p:cNvPr>
            <p:cNvSpPr>
              <a:spLocks noGrp="1"/>
            </p:cNvSpPr>
            <p:nvPr/>
          </p:nvSpPr>
          <p:spPr>
            <a:xfrm>
              <a:off x="272465" y="4997045"/>
              <a:ext cx="12590" cy="736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4" name="asset_3422_54">
              <a:extLst>
                <a:ext uri="{FF2B5EF4-FFF2-40B4-BE49-F238E27FC236}">
                  <a16:creationId xmlns:a16="http://schemas.microsoft.com/office/drawing/2014/main" id="{28B28C08-BAD7-DC13-B457-18E0200352EB}"/>
                </a:ext>
              </a:extLst>
            </p:cNvPr>
            <p:cNvSpPr>
              <a:spLocks noGrp="1"/>
            </p:cNvSpPr>
            <p:nvPr/>
          </p:nvSpPr>
          <p:spPr>
            <a:xfrm>
              <a:off x="259170" y="4848057"/>
              <a:ext cx="31787" cy="3178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5" name="asset_3422_55">
              <a:extLst>
                <a:ext uri="{FF2B5EF4-FFF2-40B4-BE49-F238E27FC236}">
                  <a16:creationId xmlns:a16="http://schemas.microsoft.com/office/drawing/2014/main" id="{1F364F2A-41E2-D13E-4466-4E0ABCDE78ED}"/>
                </a:ext>
              </a:extLst>
            </p:cNvPr>
            <p:cNvSpPr>
              <a:spLocks noGrp="1"/>
            </p:cNvSpPr>
            <p:nvPr/>
          </p:nvSpPr>
          <p:spPr>
            <a:xfrm>
              <a:off x="266004" y="4854097"/>
              <a:ext cx="10331" cy="603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6" name="asset_3422_56">
              <a:extLst>
                <a:ext uri="{FF2B5EF4-FFF2-40B4-BE49-F238E27FC236}">
                  <a16:creationId xmlns:a16="http://schemas.microsoft.com/office/drawing/2014/main" id="{17717E4A-319D-BE88-6C5C-C557B085689F}"/>
                </a:ext>
              </a:extLst>
            </p:cNvPr>
            <p:cNvSpPr>
              <a:spLocks noGrp="1"/>
            </p:cNvSpPr>
            <p:nvPr/>
          </p:nvSpPr>
          <p:spPr>
            <a:xfrm>
              <a:off x="339932" y="4846499"/>
              <a:ext cx="35333" cy="353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7" name="asset_3422_57">
              <a:extLst>
                <a:ext uri="{FF2B5EF4-FFF2-40B4-BE49-F238E27FC236}">
                  <a16:creationId xmlns:a16="http://schemas.microsoft.com/office/drawing/2014/main" id="{075D2F07-7E73-BF79-BBB7-9CC012B997E9}"/>
                </a:ext>
              </a:extLst>
            </p:cNvPr>
            <p:cNvSpPr>
              <a:spLocks noGrp="1"/>
            </p:cNvSpPr>
            <p:nvPr/>
          </p:nvSpPr>
          <p:spPr>
            <a:xfrm>
              <a:off x="347528" y="4853212"/>
              <a:ext cx="11483" cy="671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78" name="asset_3422_58">
              <a:extLst>
                <a:ext uri="{FF2B5EF4-FFF2-40B4-BE49-F238E27FC236}">
                  <a16:creationId xmlns:a16="http://schemas.microsoft.com/office/drawing/2014/main" id="{55A01054-349F-1A16-EDF9-A43768EBC870}"/>
                </a:ext>
              </a:extLst>
            </p:cNvPr>
            <p:cNvSpPr>
              <a:spLocks noGrp="1"/>
            </p:cNvSpPr>
            <p:nvPr/>
          </p:nvSpPr>
          <p:spPr>
            <a:xfrm>
              <a:off x="247737" y="4821086"/>
              <a:ext cx="41986" cy="4198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79" name="asset_3422_59">
              <a:extLst>
                <a:ext uri="{FF2B5EF4-FFF2-40B4-BE49-F238E27FC236}">
                  <a16:creationId xmlns:a16="http://schemas.microsoft.com/office/drawing/2014/main" id="{C1A5AEF5-98EA-3100-B831-1ABBCDF10C88}"/>
                </a:ext>
              </a:extLst>
            </p:cNvPr>
            <p:cNvSpPr>
              <a:spLocks noGrp="1"/>
            </p:cNvSpPr>
            <p:nvPr/>
          </p:nvSpPr>
          <p:spPr>
            <a:xfrm>
              <a:off x="256763" y="4829063"/>
              <a:ext cx="13645" cy="797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0" name="asset_3422_60">
              <a:extLst>
                <a:ext uri="{FF2B5EF4-FFF2-40B4-BE49-F238E27FC236}">
                  <a16:creationId xmlns:a16="http://schemas.microsoft.com/office/drawing/2014/main" id="{50839469-254F-A0C1-6B70-615D1531864D}"/>
                </a:ext>
              </a:extLst>
            </p:cNvPr>
            <p:cNvSpPr>
              <a:spLocks noGrp="1"/>
            </p:cNvSpPr>
            <p:nvPr/>
          </p:nvSpPr>
          <p:spPr>
            <a:xfrm>
              <a:off x="352013" y="4951727"/>
              <a:ext cx="41933" cy="4193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1" name="asset_3422_61">
              <a:extLst>
                <a:ext uri="{FF2B5EF4-FFF2-40B4-BE49-F238E27FC236}">
                  <a16:creationId xmlns:a16="http://schemas.microsoft.com/office/drawing/2014/main" id="{20946B5C-8E8E-B01A-E522-C1C94B55A006}"/>
                </a:ext>
              </a:extLst>
            </p:cNvPr>
            <p:cNvSpPr>
              <a:spLocks noGrp="1"/>
            </p:cNvSpPr>
            <p:nvPr/>
          </p:nvSpPr>
          <p:spPr>
            <a:xfrm>
              <a:off x="361028" y="4959695"/>
              <a:ext cx="13628" cy="796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2" name="asset_3422_62">
              <a:extLst>
                <a:ext uri="{FF2B5EF4-FFF2-40B4-BE49-F238E27FC236}">
                  <a16:creationId xmlns:a16="http://schemas.microsoft.com/office/drawing/2014/main" id="{C261760A-C396-4C69-4FB2-570363B76D2B}"/>
                </a:ext>
              </a:extLst>
            </p:cNvPr>
            <p:cNvSpPr>
              <a:spLocks noGrp="1"/>
            </p:cNvSpPr>
            <p:nvPr/>
          </p:nvSpPr>
          <p:spPr>
            <a:xfrm>
              <a:off x="280588" y="4991959"/>
              <a:ext cx="33271" cy="3327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3" name="asset_3422_63">
              <a:extLst>
                <a:ext uri="{FF2B5EF4-FFF2-40B4-BE49-F238E27FC236}">
                  <a16:creationId xmlns:a16="http://schemas.microsoft.com/office/drawing/2014/main" id="{95D4AECC-4C0E-4869-BD24-C98A4D27DBF3}"/>
                </a:ext>
              </a:extLst>
            </p:cNvPr>
            <p:cNvSpPr>
              <a:spLocks noGrp="1"/>
            </p:cNvSpPr>
            <p:nvPr/>
          </p:nvSpPr>
          <p:spPr>
            <a:xfrm>
              <a:off x="287741" y="4998280"/>
              <a:ext cx="10813" cy="632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4" name="asset_3422_64">
              <a:extLst>
                <a:ext uri="{FF2B5EF4-FFF2-40B4-BE49-F238E27FC236}">
                  <a16:creationId xmlns:a16="http://schemas.microsoft.com/office/drawing/2014/main" id="{EF4314FD-3B81-AC6B-4EF1-6B0247A76615}"/>
                </a:ext>
              </a:extLst>
            </p:cNvPr>
            <p:cNvSpPr>
              <a:spLocks noGrp="1"/>
            </p:cNvSpPr>
            <p:nvPr/>
          </p:nvSpPr>
          <p:spPr>
            <a:xfrm>
              <a:off x="335774" y="4884877"/>
              <a:ext cx="37623" cy="3762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5" name="asset_3422_65">
              <a:extLst>
                <a:ext uri="{FF2B5EF4-FFF2-40B4-BE49-F238E27FC236}">
                  <a16:creationId xmlns:a16="http://schemas.microsoft.com/office/drawing/2014/main" id="{59BE31B4-42C6-EC42-43BD-50A0A5581CB9}"/>
                </a:ext>
              </a:extLst>
            </p:cNvPr>
            <p:cNvSpPr>
              <a:spLocks noGrp="1"/>
            </p:cNvSpPr>
            <p:nvPr/>
          </p:nvSpPr>
          <p:spPr>
            <a:xfrm>
              <a:off x="343862" y="4892025"/>
              <a:ext cx="12227" cy="714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6" name="asset_3422_66">
              <a:extLst>
                <a:ext uri="{FF2B5EF4-FFF2-40B4-BE49-F238E27FC236}">
                  <a16:creationId xmlns:a16="http://schemas.microsoft.com/office/drawing/2014/main" id="{942AD861-633D-D5A0-43DA-97DAC7D17CE9}"/>
                </a:ext>
              </a:extLst>
            </p:cNvPr>
            <p:cNvSpPr>
              <a:spLocks noGrp="1"/>
            </p:cNvSpPr>
            <p:nvPr/>
          </p:nvSpPr>
          <p:spPr>
            <a:xfrm>
              <a:off x="328939" y="4981497"/>
              <a:ext cx="33522" cy="3352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7" name="asset_3422_67">
              <a:extLst>
                <a:ext uri="{FF2B5EF4-FFF2-40B4-BE49-F238E27FC236}">
                  <a16:creationId xmlns:a16="http://schemas.microsoft.com/office/drawing/2014/main" id="{41FF9A94-22D8-EC1B-5A83-3CE6CC60C904}"/>
                </a:ext>
              </a:extLst>
            </p:cNvPr>
            <p:cNvSpPr>
              <a:spLocks noGrp="1"/>
            </p:cNvSpPr>
            <p:nvPr/>
          </p:nvSpPr>
          <p:spPr>
            <a:xfrm>
              <a:off x="336146" y="4987866"/>
              <a:ext cx="10895" cy="63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88" name="asset_3422_68">
              <a:extLst>
                <a:ext uri="{FF2B5EF4-FFF2-40B4-BE49-F238E27FC236}">
                  <a16:creationId xmlns:a16="http://schemas.microsoft.com/office/drawing/2014/main" id="{97DEADC4-375C-4C05-3156-678B0C8226E5}"/>
                </a:ext>
              </a:extLst>
            </p:cNvPr>
            <p:cNvSpPr>
              <a:spLocks noGrp="1"/>
            </p:cNvSpPr>
            <p:nvPr/>
          </p:nvSpPr>
          <p:spPr>
            <a:xfrm>
              <a:off x="252204" y="4955574"/>
              <a:ext cx="31928" cy="3192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89" name="asset_3422_69">
              <a:extLst>
                <a:ext uri="{FF2B5EF4-FFF2-40B4-BE49-F238E27FC236}">
                  <a16:creationId xmlns:a16="http://schemas.microsoft.com/office/drawing/2014/main" id="{9D49C6DC-5879-9CD6-D171-8FA8EBCF7BF1}"/>
                </a:ext>
              </a:extLst>
            </p:cNvPr>
            <p:cNvSpPr>
              <a:spLocks noGrp="1"/>
            </p:cNvSpPr>
            <p:nvPr/>
          </p:nvSpPr>
          <p:spPr>
            <a:xfrm>
              <a:off x="259069" y="4961640"/>
              <a:ext cx="10376" cy="606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0" name="asset_3422_70">
              <a:extLst>
                <a:ext uri="{FF2B5EF4-FFF2-40B4-BE49-F238E27FC236}">
                  <a16:creationId xmlns:a16="http://schemas.microsoft.com/office/drawing/2014/main" id="{41234642-59FA-8F6F-B9E1-FC86F49F0371}"/>
                </a:ext>
              </a:extLst>
            </p:cNvPr>
            <p:cNvSpPr>
              <a:spLocks noGrp="1"/>
            </p:cNvSpPr>
            <p:nvPr/>
          </p:nvSpPr>
          <p:spPr>
            <a:xfrm>
              <a:off x="351225" y="4959284"/>
              <a:ext cx="35375" cy="35375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1" name="asset_3422_71">
              <a:extLst>
                <a:ext uri="{FF2B5EF4-FFF2-40B4-BE49-F238E27FC236}">
                  <a16:creationId xmlns:a16="http://schemas.microsoft.com/office/drawing/2014/main" id="{65231BD1-B4C3-F85A-F7E1-C5BFA0E5968F}"/>
                </a:ext>
              </a:extLst>
            </p:cNvPr>
            <p:cNvSpPr>
              <a:spLocks noGrp="1"/>
            </p:cNvSpPr>
            <p:nvPr/>
          </p:nvSpPr>
          <p:spPr>
            <a:xfrm>
              <a:off x="358831" y="4966005"/>
              <a:ext cx="11497" cy="672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2" name="asset_3422_72">
              <a:extLst>
                <a:ext uri="{FF2B5EF4-FFF2-40B4-BE49-F238E27FC236}">
                  <a16:creationId xmlns:a16="http://schemas.microsoft.com/office/drawing/2014/main" id="{97DAE6CE-6796-2E2A-1467-FEE328A8099A}"/>
                </a:ext>
              </a:extLst>
            </p:cNvPr>
            <p:cNvSpPr>
              <a:spLocks noGrp="1"/>
            </p:cNvSpPr>
            <p:nvPr/>
          </p:nvSpPr>
          <p:spPr>
            <a:xfrm>
              <a:off x="283858" y="4807960"/>
              <a:ext cx="50708" cy="5070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3" name="asset_3422_73">
              <a:extLst>
                <a:ext uri="{FF2B5EF4-FFF2-40B4-BE49-F238E27FC236}">
                  <a16:creationId xmlns:a16="http://schemas.microsoft.com/office/drawing/2014/main" id="{5B8B712B-0248-552D-1402-1CD77914548B}"/>
                </a:ext>
              </a:extLst>
            </p:cNvPr>
            <p:cNvSpPr>
              <a:spLocks noGrp="1"/>
            </p:cNvSpPr>
            <p:nvPr/>
          </p:nvSpPr>
          <p:spPr>
            <a:xfrm>
              <a:off x="294760" y="4817594"/>
              <a:ext cx="16480" cy="96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4" name="asset_3422_74">
              <a:extLst>
                <a:ext uri="{FF2B5EF4-FFF2-40B4-BE49-F238E27FC236}">
                  <a16:creationId xmlns:a16="http://schemas.microsoft.com/office/drawing/2014/main" id="{2646C4E3-91A5-CA61-A5CC-09F4F0188022}"/>
                </a:ext>
              </a:extLst>
            </p:cNvPr>
            <p:cNvSpPr>
              <a:spLocks noGrp="1"/>
            </p:cNvSpPr>
            <p:nvPr/>
          </p:nvSpPr>
          <p:spPr>
            <a:xfrm>
              <a:off x="227957" y="4916303"/>
              <a:ext cx="43904" cy="439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5" name="asset_3422_75">
              <a:extLst>
                <a:ext uri="{FF2B5EF4-FFF2-40B4-BE49-F238E27FC236}">
                  <a16:creationId xmlns:a16="http://schemas.microsoft.com/office/drawing/2014/main" id="{4EF13AFC-1814-3AC3-4BE8-2920BF2E8FD5}"/>
                </a:ext>
              </a:extLst>
            </p:cNvPr>
            <p:cNvSpPr>
              <a:spLocks noGrp="1"/>
            </p:cNvSpPr>
            <p:nvPr/>
          </p:nvSpPr>
          <p:spPr>
            <a:xfrm>
              <a:off x="237396" y="4924644"/>
              <a:ext cx="14269" cy="834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6" name="asset_3422_76">
              <a:extLst>
                <a:ext uri="{FF2B5EF4-FFF2-40B4-BE49-F238E27FC236}">
                  <a16:creationId xmlns:a16="http://schemas.microsoft.com/office/drawing/2014/main" id="{205E869B-12A8-7301-607A-E7F6C15CE78B}"/>
                </a:ext>
              </a:extLst>
            </p:cNvPr>
            <p:cNvSpPr>
              <a:spLocks noGrp="1"/>
            </p:cNvSpPr>
            <p:nvPr/>
          </p:nvSpPr>
          <p:spPr>
            <a:xfrm>
              <a:off x="308000" y="4902881"/>
              <a:ext cx="50802" cy="5080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7" name="asset_3422_77">
              <a:extLst>
                <a:ext uri="{FF2B5EF4-FFF2-40B4-BE49-F238E27FC236}">
                  <a16:creationId xmlns:a16="http://schemas.microsoft.com/office/drawing/2014/main" id="{E0410E34-BBBC-DC69-6AED-677F08626CFB}"/>
                </a:ext>
              </a:extLst>
            </p:cNvPr>
            <p:cNvSpPr>
              <a:spLocks noGrp="1"/>
            </p:cNvSpPr>
            <p:nvPr/>
          </p:nvSpPr>
          <p:spPr>
            <a:xfrm>
              <a:off x="318923" y="4912533"/>
              <a:ext cx="16511" cy="965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398" name="asset_3422_78">
              <a:extLst>
                <a:ext uri="{FF2B5EF4-FFF2-40B4-BE49-F238E27FC236}">
                  <a16:creationId xmlns:a16="http://schemas.microsoft.com/office/drawing/2014/main" id="{1D955330-36B3-BC61-BE93-DA48B3F01DD3}"/>
                </a:ext>
              </a:extLst>
            </p:cNvPr>
            <p:cNvSpPr>
              <a:spLocks noGrp="1"/>
            </p:cNvSpPr>
            <p:nvPr/>
          </p:nvSpPr>
          <p:spPr>
            <a:xfrm>
              <a:off x="221278" y="4892246"/>
              <a:ext cx="31003" cy="3100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399" name="asset_3422_79">
              <a:extLst>
                <a:ext uri="{FF2B5EF4-FFF2-40B4-BE49-F238E27FC236}">
                  <a16:creationId xmlns:a16="http://schemas.microsoft.com/office/drawing/2014/main" id="{D3534057-214E-054A-0678-B5B0364CFC21}"/>
                </a:ext>
              </a:extLst>
            </p:cNvPr>
            <p:cNvSpPr>
              <a:spLocks noGrp="1"/>
            </p:cNvSpPr>
            <p:nvPr/>
          </p:nvSpPr>
          <p:spPr>
            <a:xfrm>
              <a:off x="227943" y="4898137"/>
              <a:ext cx="10076" cy="5890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0" name="asset_3422_80">
              <a:extLst>
                <a:ext uri="{FF2B5EF4-FFF2-40B4-BE49-F238E27FC236}">
                  <a16:creationId xmlns:a16="http://schemas.microsoft.com/office/drawing/2014/main" id="{26C05388-4DEE-2F66-8912-EA6C907FE5F6}"/>
                </a:ext>
              </a:extLst>
            </p:cNvPr>
            <p:cNvSpPr>
              <a:spLocks noGrp="1"/>
            </p:cNvSpPr>
            <p:nvPr/>
          </p:nvSpPr>
          <p:spPr>
            <a:xfrm>
              <a:off x="245288" y="4946120"/>
              <a:ext cx="42319" cy="42319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1" name="asset_3422_81">
              <a:extLst>
                <a:ext uri="{FF2B5EF4-FFF2-40B4-BE49-F238E27FC236}">
                  <a16:creationId xmlns:a16="http://schemas.microsoft.com/office/drawing/2014/main" id="{58FCBAFA-8804-8857-A6EE-1A97E8649505}"/>
                </a:ext>
              </a:extLst>
            </p:cNvPr>
            <p:cNvSpPr>
              <a:spLocks noGrp="1"/>
            </p:cNvSpPr>
            <p:nvPr/>
          </p:nvSpPr>
          <p:spPr>
            <a:xfrm>
              <a:off x="254387" y="4954160"/>
              <a:ext cx="13754" cy="804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2" name="asset_3422_82">
              <a:extLst>
                <a:ext uri="{FF2B5EF4-FFF2-40B4-BE49-F238E27FC236}">
                  <a16:creationId xmlns:a16="http://schemas.microsoft.com/office/drawing/2014/main" id="{B4AF2FBF-3BB0-1A56-3EDA-C9C35BC1CC2C}"/>
                </a:ext>
              </a:extLst>
            </p:cNvPr>
            <p:cNvSpPr>
              <a:spLocks noGrp="1"/>
            </p:cNvSpPr>
            <p:nvPr/>
          </p:nvSpPr>
          <p:spPr>
            <a:xfrm>
              <a:off x="295710" y="4881024"/>
              <a:ext cx="31860" cy="3186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3" name="asset_3422_83">
              <a:extLst>
                <a:ext uri="{FF2B5EF4-FFF2-40B4-BE49-F238E27FC236}">
                  <a16:creationId xmlns:a16="http://schemas.microsoft.com/office/drawing/2014/main" id="{BAB91C6D-DEF3-947D-F491-016EFDE83DAD}"/>
                </a:ext>
              </a:extLst>
            </p:cNvPr>
            <p:cNvSpPr>
              <a:spLocks noGrp="1"/>
            </p:cNvSpPr>
            <p:nvPr/>
          </p:nvSpPr>
          <p:spPr>
            <a:xfrm>
              <a:off x="302560" y="4887077"/>
              <a:ext cx="10354" cy="605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4" name="asset_3422_84">
              <a:extLst>
                <a:ext uri="{FF2B5EF4-FFF2-40B4-BE49-F238E27FC236}">
                  <a16:creationId xmlns:a16="http://schemas.microsoft.com/office/drawing/2014/main" id="{FF158B71-E1A3-CD3B-5D23-8EA31DEE4AD5}"/>
                </a:ext>
              </a:extLst>
            </p:cNvPr>
            <p:cNvSpPr>
              <a:spLocks noGrp="1"/>
            </p:cNvSpPr>
            <p:nvPr/>
          </p:nvSpPr>
          <p:spPr>
            <a:xfrm>
              <a:off x="220856" y="4873218"/>
              <a:ext cx="35097" cy="3509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5" name="asset_3422_85">
              <a:extLst>
                <a:ext uri="{FF2B5EF4-FFF2-40B4-BE49-F238E27FC236}">
                  <a16:creationId xmlns:a16="http://schemas.microsoft.com/office/drawing/2014/main" id="{0DFCE3CB-9380-9080-62CE-E600E22BD765}"/>
                </a:ext>
              </a:extLst>
            </p:cNvPr>
            <p:cNvSpPr>
              <a:spLocks noGrp="1"/>
            </p:cNvSpPr>
            <p:nvPr/>
          </p:nvSpPr>
          <p:spPr>
            <a:xfrm>
              <a:off x="228402" y="4879887"/>
              <a:ext cx="11407" cy="666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6" name="asset_3422_86">
              <a:extLst>
                <a:ext uri="{FF2B5EF4-FFF2-40B4-BE49-F238E27FC236}">
                  <a16:creationId xmlns:a16="http://schemas.microsoft.com/office/drawing/2014/main" id="{5257BCC6-6B37-38B5-750A-B9FB1D37D4CF}"/>
                </a:ext>
              </a:extLst>
            </p:cNvPr>
            <p:cNvSpPr>
              <a:spLocks noGrp="1"/>
            </p:cNvSpPr>
            <p:nvPr/>
          </p:nvSpPr>
          <p:spPr>
            <a:xfrm>
              <a:off x="196153" y="4954990"/>
              <a:ext cx="38214" cy="3821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7" name="asset_3422_87">
              <a:extLst>
                <a:ext uri="{FF2B5EF4-FFF2-40B4-BE49-F238E27FC236}">
                  <a16:creationId xmlns:a16="http://schemas.microsoft.com/office/drawing/2014/main" id="{C9B4B7F3-7C3E-4BA4-BD2B-D0D02B4B9EFA}"/>
                </a:ext>
              </a:extLst>
            </p:cNvPr>
            <p:cNvSpPr>
              <a:spLocks noGrp="1"/>
            </p:cNvSpPr>
            <p:nvPr/>
          </p:nvSpPr>
          <p:spPr>
            <a:xfrm>
              <a:off x="204369" y="4962251"/>
              <a:ext cx="12420" cy="726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08" name="asset_3422_88">
              <a:extLst>
                <a:ext uri="{FF2B5EF4-FFF2-40B4-BE49-F238E27FC236}">
                  <a16:creationId xmlns:a16="http://schemas.microsoft.com/office/drawing/2014/main" id="{9C47EB2E-2202-16D6-FA41-E794D3D49ABC}"/>
                </a:ext>
              </a:extLst>
            </p:cNvPr>
            <p:cNvSpPr>
              <a:spLocks noGrp="1"/>
            </p:cNvSpPr>
            <p:nvPr/>
          </p:nvSpPr>
          <p:spPr>
            <a:xfrm>
              <a:off x="311634" y="4857039"/>
              <a:ext cx="32924" cy="329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09" name="asset_3422_89">
              <a:extLst>
                <a:ext uri="{FF2B5EF4-FFF2-40B4-BE49-F238E27FC236}">
                  <a16:creationId xmlns:a16="http://schemas.microsoft.com/office/drawing/2014/main" id="{3D7A6E9E-92C0-ED2C-9FAB-28497D2F2124}"/>
                </a:ext>
              </a:extLst>
            </p:cNvPr>
            <p:cNvSpPr>
              <a:spLocks noGrp="1"/>
            </p:cNvSpPr>
            <p:nvPr/>
          </p:nvSpPr>
          <p:spPr>
            <a:xfrm>
              <a:off x="318713" y="4863294"/>
              <a:ext cx="10700" cy="625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0" name="asset_3422_90">
              <a:extLst>
                <a:ext uri="{FF2B5EF4-FFF2-40B4-BE49-F238E27FC236}">
                  <a16:creationId xmlns:a16="http://schemas.microsoft.com/office/drawing/2014/main" id="{06F5C2D0-D556-FCF2-A437-9F7F71693FF5}"/>
                </a:ext>
              </a:extLst>
            </p:cNvPr>
            <p:cNvSpPr>
              <a:spLocks noGrp="1"/>
            </p:cNvSpPr>
            <p:nvPr/>
          </p:nvSpPr>
          <p:spPr>
            <a:xfrm>
              <a:off x="222322" y="4929964"/>
              <a:ext cx="42100" cy="4210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1" name="asset_3422_91">
              <a:extLst>
                <a:ext uri="{FF2B5EF4-FFF2-40B4-BE49-F238E27FC236}">
                  <a16:creationId xmlns:a16="http://schemas.microsoft.com/office/drawing/2014/main" id="{36C49975-94FE-2741-4CEA-A47ADC9B588E}"/>
                </a:ext>
              </a:extLst>
            </p:cNvPr>
            <p:cNvSpPr>
              <a:spLocks noGrp="1"/>
            </p:cNvSpPr>
            <p:nvPr/>
          </p:nvSpPr>
          <p:spPr>
            <a:xfrm>
              <a:off x="231373" y="4937963"/>
              <a:ext cx="13683" cy="7999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2" name="asset_3422_92">
              <a:extLst>
                <a:ext uri="{FF2B5EF4-FFF2-40B4-BE49-F238E27FC236}">
                  <a16:creationId xmlns:a16="http://schemas.microsoft.com/office/drawing/2014/main" id="{08518CB7-5FC9-399E-7522-87750B3BD07E}"/>
                </a:ext>
              </a:extLst>
            </p:cNvPr>
            <p:cNvSpPr>
              <a:spLocks noGrp="1"/>
            </p:cNvSpPr>
            <p:nvPr/>
          </p:nvSpPr>
          <p:spPr>
            <a:xfrm>
              <a:off x="290257" y="4968623"/>
              <a:ext cx="44062" cy="44062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3" name="asset_3422_93">
              <a:extLst>
                <a:ext uri="{FF2B5EF4-FFF2-40B4-BE49-F238E27FC236}">
                  <a16:creationId xmlns:a16="http://schemas.microsoft.com/office/drawing/2014/main" id="{9F7909F0-C743-5248-E9D0-3EAB7BED8322}"/>
                </a:ext>
              </a:extLst>
            </p:cNvPr>
            <p:cNvSpPr>
              <a:spLocks noGrp="1"/>
            </p:cNvSpPr>
            <p:nvPr/>
          </p:nvSpPr>
          <p:spPr>
            <a:xfrm>
              <a:off x="299730" y="4976995"/>
              <a:ext cx="14320" cy="837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4" name="asset_3422_94">
              <a:extLst>
                <a:ext uri="{FF2B5EF4-FFF2-40B4-BE49-F238E27FC236}">
                  <a16:creationId xmlns:a16="http://schemas.microsoft.com/office/drawing/2014/main" id="{CC657E90-9303-E3F4-A56D-D23BBA806602}"/>
                </a:ext>
              </a:extLst>
            </p:cNvPr>
            <p:cNvSpPr>
              <a:spLocks noGrp="1"/>
            </p:cNvSpPr>
            <p:nvPr/>
          </p:nvSpPr>
          <p:spPr>
            <a:xfrm>
              <a:off x="278874" y="4994845"/>
              <a:ext cx="47350" cy="4735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5" name="asset_3422_95">
              <a:extLst>
                <a:ext uri="{FF2B5EF4-FFF2-40B4-BE49-F238E27FC236}">
                  <a16:creationId xmlns:a16="http://schemas.microsoft.com/office/drawing/2014/main" id="{2EE0A96B-A2A7-ADF9-A755-732FC6BCD648}"/>
                </a:ext>
              </a:extLst>
            </p:cNvPr>
            <p:cNvSpPr>
              <a:spLocks noGrp="1"/>
            </p:cNvSpPr>
            <p:nvPr/>
          </p:nvSpPr>
          <p:spPr>
            <a:xfrm>
              <a:off x="289054" y="5003841"/>
              <a:ext cx="15389" cy="89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6" name="asset_3422_96">
              <a:extLst>
                <a:ext uri="{FF2B5EF4-FFF2-40B4-BE49-F238E27FC236}">
                  <a16:creationId xmlns:a16="http://schemas.microsoft.com/office/drawing/2014/main" id="{47FFD0DE-B302-69C4-5EAD-3F3D18DDE18A}"/>
                </a:ext>
              </a:extLst>
            </p:cNvPr>
            <p:cNvSpPr>
              <a:spLocks noGrp="1"/>
            </p:cNvSpPr>
            <p:nvPr/>
          </p:nvSpPr>
          <p:spPr>
            <a:xfrm>
              <a:off x="339177" y="4942783"/>
              <a:ext cx="35427" cy="3542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7" name="asset_3422_97">
              <a:extLst>
                <a:ext uri="{FF2B5EF4-FFF2-40B4-BE49-F238E27FC236}">
                  <a16:creationId xmlns:a16="http://schemas.microsoft.com/office/drawing/2014/main" id="{370AA74C-C27E-E32F-89A5-8D03D4E5EE05}"/>
                </a:ext>
              </a:extLst>
            </p:cNvPr>
            <p:cNvSpPr>
              <a:spLocks noGrp="1"/>
            </p:cNvSpPr>
            <p:nvPr/>
          </p:nvSpPr>
          <p:spPr>
            <a:xfrm>
              <a:off x="346794" y="4949514"/>
              <a:ext cx="11514" cy="673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18" name="asset_3422_98">
              <a:extLst>
                <a:ext uri="{FF2B5EF4-FFF2-40B4-BE49-F238E27FC236}">
                  <a16:creationId xmlns:a16="http://schemas.microsoft.com/office/drawing/2014/main" id="{B3EFF36E-0DA8-B002-B991-18C5DE41D9D0}"/>
                </a:ext>
              </a:extLst>
            </p:cNvPr>
            <p:cNvSpPr>
              <a:spLocks noGrp="1"/>
            </p:cNvSpPr>
            <p:nvPr/>
          </p:nvSpPr>
          <p:spPr>
            <a:xfrm>
              <a:off x="181300" y="4897328"/>
              <a:ext cx="39596" cy="39596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19" name="asset_3422_99">
              <a:extLst>
                <a:ext uri="{FF2B5EF4-FFF2-40B4-BE49-F238E27FC236}">
                  <a16:creationId xmlns:a16="http://schemas.microsoft.com/office/drawing/2014/main" id="{B1669691-1A41-509E-4F31-50992DB8107C}"/>
                </a:ext>
              </a:extLst>
            </p:cNvPr>
            <p:cNvSpPr>
              <a:spLocks noGrp="1"/>
            </p:cNvSpPr>
            <p:nvPr/>
          </p:nvSpPr>
          <p:spPr>
            <a:xfrm>
              <a:off x="189813" y="4904851"/>
              <a:ext cx="12869" cy="7523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0" name="asset_3422_100">
              <a:extLst>
                <a:ext uri="{FF2B5EF4-FFF2-40B4-BE49-F238E27FC236}">
                  <a16:creationId xmlns:a16="http://schemas.microsoft.com/office/drawing/2014/main" id="{341090B1-00B5-3753-37FA-2A7644BEB276}"/>
                </a:ext>
              </a:extLst>
            </p:cNvPr>
            <p:cNvSpPr>
              <a:spLocks noGrp="1"/>
            </p:cNvSpPr>
            <p:nvPr/>
          </p:nvSpPr>
          <p:spPr>
            <a:xfrm>
              <a:off x="270474" y="4941710"/>
              <a:ext cx="45030" cy="4503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1" name="asset_3422_101">
              <a:extLst>
                <a:ext uri="{FF2B5EF4-FFF2-40B4-BE49-F238E27FC236}">
                  <a16:creationId xmlns:a16="http://schemas.microsoft.com/office/drawing/2014/main" id="{904C0278-BF26-562A-D2D8-9E8E1AB94294}"/>
                </a:ext>
              </a:extLst>
            </p:cNvPr>
            <p:cNvSpPr>
              <a:spLocks noGrp="1"/>
            </p:cNvSpPr>
            <p:nvPr/>
          </p:nvSpPr>
          <p:spPr>
            <a:xfrm>
              <a:off x="280155" y="4950266"/>
              <a:ext cx="14635" cy="855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2" name="asset_3422_102">
              <a:extLst>
                <a:ext uri="{FF2B5EF4-FFF2-40B4-BE49-F238E27FC236}">
                  <a16:creationId xmlns:a16="http://schemas.microsoft.com/office/drawing/2014/main" id="{A183616A-83E1-61E2-F17A-4558792A3353}"/>
                </a:ext>
              </a:extLst>
            </p:cNvPr>
            <p:cNvSpPr>
              <a:spLocks noGrp="1"/>
            </p:cNvSpPr>
            <p:nvPr/>
          </p:nvSpPr>
          <p:spPr>
            <a:xfrm>
              <a:off x="353860" y="4863561"/>
              <a:ext cx="45124" cy="4512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3" name="asset_3422_103">
              <a:extLst>
                <a:ext uri="{FF2B5EF4-FFF2-40B4-BE49-F238E27FC236}">
                  <a16:creationId xmlns:a16="http://schemas.microsoft.com/office/drawing/2014/main" id="{B1757740-7328-68D5-C6BB-5029280D9C21}"/>
                </a:ext>
              </a:extLst>
            </p:cNvPr>
            <p:cNvSpPr>
              <a:spLocks noGrp="1"/>
            </p:cNvSpPr>
            <p:nvPr/>
          </p:nvSpPr>
          <p:spPr>
            <a:xfrm>
              <a:off x="363561" y="4872135"/>
              <a:ext cx="14665" cy="8574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4" name="asset_3422_104">
              <a:extLst>
                <a:ext uri="{FF2B5EF4-FFF2-40B4-BE49-F238E27FC236}">
                  <a16:creationId xmlns:a16="http://schemas.microsoft.com/office/drawing/2014/main" id="{17139438-B9D0-8999-40E9-519F976B3739}"/>
                </a:ext>
              </a:extLst>
            </p:cNvPr>
            <p:cNvSpPr>
              <a:spLocks noGrp="1"/>
            </p:cNvSpPr>
            <p:nvPr/>
          </p:nvSpPr>
          <p:spPr>
            <a:xfrm>
              <a:off x="292608" y="4856843"/>
              <a:ext cx="47953" cy="4795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AA90CC">
                    <a:alpha val="100000"/>
                  </a:srgbClr>
                </a:gs>
                <a:gs pos="74000">
                  <a:srgbClr val="AA90C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5" name="asset_3422_105">
              <a:extLst>
                <a:ext uri="{FF2B5EF4-FFF2-40B4-BE49-F238E27FC236}">
                  <a16:creationId xmlns:a16="http://schemas.microsoft.com/office/drawing/2014/main" id="{66C56846-18F0-44B1-2DBF-73E579B41289}"/>
                </a:ext>
              </a:extLst>
            </p:cNvPr>
            <p:cNvSpPr>
              <a:spLocks noGrp="1"/>
            </p:cNvSpPr>
            <p:nvPr/>
          </p:nvSpPr>
          <p:spPr>
            <a:xfrm>
              <a:off x="302918" y="4865954"/>
              <a:ext cx="15585" cy="9111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6" name="asset_3422_106">
              <a:extLst>
                <a:ext uri="{FF2B5EF4-FFF2-40B4-BE49-F238E27FC236}">
                  <a16:creationId xmlns:a16="http://schemas.microsoft.com/office/drawing/2014/main" id="{5251878A-2A30-6938-EAA1-58E9A2E07FD6}"/>
                </a:ext>
              </a:extLst>
            </p:cNvPr>
            <p:cNvSpPr>
              <a:spLocks noGrp="1"/>
            </p:cNvSpPr>
            <p:nvPr/>
          </p:nvSpPr>
          <p:spPr>
            <a:xfrm>
              <a:off x="325107" y="5005898"/>
              <a:ext cx="40713" cy="4071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7" name="asset_3422_107">
              <a:extLst>
                <a:ext uri="{FF2B5EF4-FFF2-40B4-BE49-F238E27FC236}">
                  <a16:creationId xmlns:a16="http://schemas.microsoft.com/office/drawing/2014/main" id="{4121F3E1-15A7-EC84-2E47-67DCF58B138A}"/>
                </a:ext>
              </a:extLst>
            </p:cNvPr>
            <p:cNvSpPr>
              <a:spLocks noGrp="1"/>
            </p:cNvSpPr>
            <p:nvPr/>
          </p:nvSpPr>
          <p:spPr>
            <a:xfrm>
              <a:off x="333860" y="5013633"/>
              <a:ext cx="13232" cy="7735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28" name="asset_3422_108">
              <a:extLst>
                <a:ext uri="{FF2B5EF4-FFF2-40B4-BE49-F238E27FC236}">
                  <a16:creationId xmlns:a16="http://schemas.microsoft.com/office/drawing/2014/main" id="{89E11EA1-FC3E-A9C5-FE82-C6BA831B80EB}"/>
                </a:ext>
              </a:extLst>
            </p:cNvPr>
            <p:cNvSpPr>
              <a:spLocks noGrp="1"/>
            </p:cNvSpPr>
            <p:nvPr/>
          </p:nvSpPr>
          <p:spPr>
            <a:xfrm>
              <a:off x="229166" y="5002250"/>
              <a:ext cx="49404" cy="49404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29" name="asset_3422_109">
              <a:extLst>
                <a:ext uri="{FF2B5EF4-FFF2-40B4-BE49-F238E27FC236}">
                  <a16:creationId xmlns:a16="http://schemas.microsoft.com/office/drawing/2014/main" id="{72122DDE-B111-36DE-40F5-7227E1EB89EF}"/>
                </a:ext>
              </a:extLst>
            </p:cNvPr>
            <p:cNvSpPr>
              <a:spLocks noGrp="1"/>
            </p:cNvSpPr>
            <p:nvPr/>
          </p:nvSpPr>
          <p:spPr>
            <a:xfrm>
              <a:off x="239788" y="5011637"/>
              <a:ext cx="16056" cy="938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0" name="asset_3422_110">
              <a:extLst>
                <a:ext uri="{FF2B5EF4-FFF2-40B4-BE49-F238E27FC236}">
                  <a16:creationId xmlns:a16="http://schemas.microsoft.com/office/drawing/2014/main" id="{F10CC179-131C-8312-5089-1877AAC82D33}"/>
                </a:ext>
              </a:extLst>
            </p:cNvPr>
            <p:cNvSpPr>
              <a:spLocks noGrp="1"/>
            </p:cNvSpPr>
            <p:nvPr/>
          </p:nvSpPr>
          <p:spPr>
            <a:xfrm>
              <a:off x="310153" y="4825306"/>
              <a:ext cx="38398" cy="3839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6EA3D3">
                    <a:alpha val="100000"/>
                  </a:srgbClr>
                </a:gs>
                <a:gs pos="74000">
                  <a:srgbClr val="6EA3D3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1" name="asset_3422_111">
              <a:extLst>
                <a:ext uri="{FF2B5EF4-FFF2-40B4-BE49-F238E27FC236}">
                  <a16:creationId xmlns:a16="http://schemas.microsoft.com/office/drawing/2014/main" id="{CD66646E-7538-6968-F086-E41C8F4365A5}"/>
                </a:ext>
              </a:extLst>
            </p:cNvPr>
            <p:cNvSpPr>
              <a:spLocks noGrp="1"/>
            </p:cNvSpPr>
            <p:nvPr/>
          </p:nvSpPr>
          <p:spPr>
            <a:xfrm>
              <a:off x="318409" y="4832601"/>
              <a:ext cx="12479" cy="729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2" name="asset_3422_112">
              <a:extLst>
                <a:ext uri="{FF2B5EF4-FFF2-40B4-BE49-F238E27FC236}">
                  <a16:creationId xmlns:a16="http://schemas.microsoft.com/office/drawing/2014/main" id="{A0FF7DBA-C800-BE39-7C34-0D8FE4DFCEC8}"/>
                </a:ext>
              </a:extLst>
            </p:cNvPr>
            <p:cNvSpPr>
              <a:spLocks noGrp="1"/>
            </p:cNvSpPr>
            <p:nvPr/>
          </p:nvSpPr>
          <p:spPr>
            <a:xfrm>
              <a:off x="169875" y="4921315"/>
              <a:ext cx="31880" cy="31880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3" name="asset_3422_113">
              <a:extLst>
                <a:ext uri="{FF2B5EF4-FFF2-40B4-BE49-F238E27FC236}">
                  <a16:creationId xmlns:a16="http://schemas.microsoft.com/office/drawing/2014/main" id="{69EA3A95-C469-4FB7-A7A3-51BA1BA52674}"/>
                </a:ext>
              </a:extLst>
            </p:cNvPr>
            <p:cNvSpPr>
              <a:spLocks noGrp="1"/>
            </p:cNvSpPr>
            <p:nvPr/>
          </p:nvSpPr>
          <p:spPr>
            <a:xfrm>
              <a:off x="176729" y="4927373"/>
              <a:ext cx="10361" cy="6057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4" name="asset_3422_114">
              <a:extLst>
                <a:ext uri="{FF2B5EF4-FFF2-40B4-BE49-F238E27FC236}">
                  <a16:creationId xmlns:a16="http://schemas.microsoft.com/office/drawing/2014/main" id="{B488EF24-D24B-0F80-9C97-41656C2E08D1}"/>
                </a:ext>
              </a:extLst>
            </p:cNvPr>
            <p:cNvSpPr>
              <a:spLocks noGrp="1"/>
            </p:cNvSpPr>
            <p:nvPr/>
          </p:nvSpPr>
          <p:spPr>
            <a:xfrm>
              <a:off x="337382" y="4943216"/>
              <a:ext cx="45411" cy="45411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5" name="asset_3422_115">
              <a:extLst>
                <a:ext uri="{FF2B5EF4-FFF2-40B4-BE49-F238E27FC236}">
                  <a16:creationId xmlns:a16="http://schemas.microsoft.com/office/drawing/2014/main" id="{1BB10544-2009-4D25-779F-2347CF5A0575}"/>
                </a:ext>
              </a:extLst>
            </p:cNvPr>
            <p:cNvSpPr>
              <a:spLocks noGrp="1"/>
            </p:cNvSpPr>
            <p:nvPr/>
          </p:nvSpPr>
          <p:spPr>
            <a:xfrm>
              <a:off x="347146" y="4951844"/>
              <a:ext cx="14759" cy="862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6" name="asset_3422_116">
              <a:extLst>
                <a:ext uri="{FF2B5EF4-FFF2-40B4-BE49-F238E27FC236}">
                  <a16:creationId xmlns:a16="http://schemas.microsoft.com/office/drawing/2014/main" id="{4ABC882C-9958-036D-219A-7B89CCE8022E}"/>
                </a:ext>
              </a:extLst>
            </p:cNvPr>
            <p:cNvSpPr>
              <a:spLocks noGrp="1"/>
            </p:cNvSpPr>
            <p:nvPr/>
          </p:nvSpPr>
          <p:spPr>
            <a:xfrm>
              <a:off x="286766" y="4989439"/>
              <a:ext cx="37293" cy="37293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7" name="asset_3422_117">
              <a:extLst>
                <a:ext uri="{FF2B5EF4-FFF2-40B4-BE49-F238E27FC236}">
                  <a16:creationId xmlns:a16="http://schemas.microsoft.com/office/drawing/2014/main" id="{188AADE0-E8D9-1102-D383-90A9F03B0923}"/>
                </a:ext>
              </a:extLst>
            </p:cNvPr>
            <p:cNvSpPr>
              <a:spLocks noGrp="1"/>
            </p:cNvSpPr>
            <p:nvPr/>
          </p:nvSpPr>
          <p:spPr>
            <a:xfrm>
              <a:off x="294784" y="4996525"/>
              <a:ext cx="12120" cy="7086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38" name="asset_3422_118">
              <a:extLst>
                <a:ext uri="{FF2B5EF4-FFF2-40B4-BE49-F238E27FC236}">
                  <a16:creationId xmlns:a16="http://schemas.microsoft.com/office/drawing/2014/main" id="{5BB24AEF-FD38-074D-FF60-74BD7A7752D4}"/>
                </a:ext>
              </a:extLst>
            </p:cNvPr>
            <p:cNvSpPr>
              <a:spLocks noGrp="1"/>
            </p:cNvSpPr>
            <p:nvPr/>
          </p:nvSpPr>
          <p:spPr>
            <a:xfrm>
              <a:off x="348022" y="4844260"/>
              <a:ext cx="48957" cy="4895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39" name="asset_3422_119">
              <a:extLst>
                <a:ext uri="{FF2B5EF4-FFF2-40B4-BE49-F238E27FC236}">
                  <a16:creationId xmlns:a16="http://schemas.microsoft.com/office/drawing/2014/main" id="{7B40CFA6-D75A-3539-4FC2-D7FA9720FB2C}"/>
                </a:ext>
              </a:extLst>
            </p:cNvPr>
            <p:cNvSpPr>
              <a:spLocks noGrp="1"/>
            </p:cNvSpPr>
            <p:nvPr/>
          </p:nvSpPr>
          <p:spPr>
            <a:xfrm>
              <a:off x="358547" y="4853562"/>
              <a:ext cx="15911" cy="930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40" name="asset_3422_120">
              <a:extLst>
                <a:ext uri="{FF2B5EF4-FFF2-40B4-BE49-F238E27FC236}">
                  <a16:creationId xmlns:a16="http://schemas.microsoft.com/office/drawing/2014/main" id="{1737C6D6-FE64-854E-7920-429B04C822E8}"/>
                </a:ext>
              </a:extLst>
            </p:cNvPr>
            <p:cNvSpPr>
              <a:spLocks noGrp="1"/>
            </p:cNvSpPr>
            <p:nvPr/>
          </p:nvSpPr>
          <p:spPr>
            <a:xfrm>
              <a:off x="214854" y="4846950"/>
              <a:ext cx="50307" cy="50307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41" name="asset_3422_121">
              <a:extLst>
                <a:ext uri="{FF2B5EF4-FFF2-40B4-BE49-F238E27FC236}">
                  <a16:creationId xmlns:a16="http://schemas.microsoft.com/office/drawing/2014/main" id="{A0D3BF6E-7FB5-E935-C1AD-9FCE1647343B}"/>
                </a:ext>
              </a:extLst>
            </p:cNvPr>
            <p:cNvSpPr>
              <a:spLocks noGrp="1"/>
            </p:cNvSpPr>
            <p:nvPr/>
          </p:nvSpPr>
          <p:spPr>
            <a:xfrm>
              <a:off x="225670" y="4856508"/>
              <a:ext cx="16350" cy="9558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  <p:sp>
          <p:nvSpPr>
            <p:cNvPr id="1442" name="asset_3422_122">
              <a:extLst>
                <a:ext uri="{FF2B5EF4-FFF2-40B4-BE49-F238E27FC236}">
                  <a16:creationId xmlns:a16="http://schemas.microsoft.com/office/drawing/2014/main" id="{9D54F9EC-B99D-0823-576F-7840F5063CF8}"/>
                </a:ext>
              </a:extLst>
            </p:cNvPr>
            <p:cNvSpPr>
              <a:spLocks noGrp="1"/>
            </p:cNvSpPr>
            <p:nvPr/>
          </p:nvSpPr>
          <p:spPr>
            <a:xfrm>
              <a:off x="238599" y="5005575"/>
              <a:ext cx="36118" cy="36118"/>
            </a:xfrm>
            <a:prstGeom prst="ellipse">
              <a:avLst/>
            </a:prstGeom>
            <a:gradFill>
              <a:gsLst>
                <a:gs pos="0">
                  <a:srgbClr val="FFFFFF">
                    <a:alpha val="100000"/>
                  </a:srgbClr>
                </a:gs>
                <a:gs pos="46000">
                  <a:srgbClr val="C8D2DC">
                    <a:alpha val="100000"/>
                  </a:srgbClr>
                </a:gs>
                <a:gs pos="74000">
                  <a:srgbClr val="C8D2DC">
                    <a:alpha val="100000"/>
                  </a:srgbClr>
                </a:gs>
                <a:gs pos="100000">
                  <a:srgbClr val="69829D">
                    <a:alpha val="100000"/>
                  </a:srgbClr>
                </a:gs>
              </a:gsLst>
              <a:lin ang="7800000"/>
            </a:gradFill>
            <a:ln w="3600">
              <a:noFill/>
            </a:ln>
          </p:spPr>
        </p:sp>
        <p:sp>
          <p:nvSpPr>
            <p:cNvPr id="1443" name="asset_3422_123">
              <a:extLst>
                <a:ext uri="{FF2B5EF4-FFF2-40B4-BE49-F238E27FC236}">
                  <a16:creationId xmlns:a16="http://schemas.microsoft.com/office/drawing/2014/main" id="{A964C3FE-D6E0-043B-1863-C1FB6ED3833F}"/>
                </a:ext>
              </a:extLst>
            </p:cNvPr>
            <p:cNvSpPr>
              <a:spLocks noGrp="1"/>
            </p:cNvSpPr>
            <p:nvPr/>
          </p:nvSpPr>
          <p:spPr>
            <a:xfrm>
              <a:off x="246364" y="5012438"/>
              <a:ext cx="11738" cy="6862"/>
            </a:xfrm>
            <a:prstGeom prst="ellipse">
              <a:avLst/>
            </a:prstGeom>
            <a:gradFill>
              <a:gsLst>
                <a:gs pos="0">
                  <a:srgbClr val="FFFFFF">
                    <a:alpha val="65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00"/>
            </a:gradFill>
            <a:ln w="3600">
              <a:noFill/>
            </a:ln>
          </p:spPr>
        </p:sp>
      </p:grpSp>
      <p:pic>
        <p:nvPicPr>
          <p:cNvPr id="1444" name="a | 50D atom feature bar" descr="bar.png">
            <a:extLst>
              <a:ext uri="{FF2B5EF4-FFF2-40B4-BE49-F238E27FC236}">
                <a16:creationId xmlns:a16="http://schemas.microsoft.com/office/drawing/2014/main" id="{314C068A-4F2C-BCB3-7662-1A20D5E7397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84247" y="3501830"/>
            <a:ext cx="204607" cy="54091"/>
          </a:xfrm>
          <a:prstGeom prst="rect">
            <a:avLst/>
          </a:prstGeom>
        </p:spPr>
      </p:pic>
      <p:sp>
        <p:nvSpPr>
          <p:cNvPr id="1445" name="b | panel background">
            <a:extLst>
              <a:ext uri="{FF2B5EF4-FFF2-40B4-BE49-F238E27FC236}">
                <a16:creationId xmlns:a16="http://schemas.microsoft.com/office/drawing/2014/main" id="{02BF5837-B54E-E4C2-2130-483E762B554F}"/>
              </a:ext>
            </a:extLst>
          </p:cNvPr>
          <p:cNvSpPr>
            <a:spLocks noGrp="1"/>
          </p:cNvSpPr>
          <p:nvPr/>
        </p:nvSpPr>
        <p:spPr>
          <a:xfrm>
            <a:off x="2111300" y="56569"/>
            <a:ext cx="2963267" cy="1599224"/>
          </a:xfrm>
          <a:prstGeom prst="roundRect">
            <a:avLst>
              <a:gd name="adj" fmla="val 1737"/>
            </a:avLst>
          </a:prstGeom>
          <a:solidFill>
            <a:srgbClr val="F4F8FC"/>
          </a:solidFill>
          <a:ln w="5174">
            <a:solidFill>
              <a:srgbClr val="BCD3E4"/>
            </a:solidFill>
            <a:prstDash val="solid"/>
          </a:ln>
        </p:spPr>
        <p:txBody>
          <a:bodyPr/>
          <a:lstStyle/>
          <a:p>
            <a:endParaRPr lang="zh-CN" altLang="en-US" sz="1289" dirty="0"/>
          </a:p>
        </p:txBody>
      </p:sp>
      <p:pic>
        <p:nvPicPr>
          <p:cNvPr id="1446" name="图片 12">
            <a:extLst>
              <a:ext uri="{FF2B5EF4-FFF2-40B4-BE49-F238E27FC236}">
                <a16:creationId xmlns:a16="http://schemas.microsoft.com/office/drawing/2014/main" id="{2F7DA45D-AE9E-3B07-4724-68D6D69C2ED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2923374" y="526649"/>
            <a:ext cx="1398292" cy="274055"/>
          </a:xfrm>
          <a:prstGeom prst="rect">
            <a:avLst/>
          </a:prstGeom>
        </p:spPr>
      </p:pic>
      <p:sp>
        <p:nvSpPr>
          <p:cNvPr id="1447" name="b | panel label">
            <a:extLst>
              <a:ext uri="{FF2B5EF4-FFF2-40B4-BE49-F238E27FC236}">
                <a16:creationId xmlns:a16="http://schemas.microsoft.com/office/drawing/2014/main" id="{11E5D961-222A-6581-566E-DF20C6614C66}"/>
              </a:ext>
            </a:extLst>
          </p:cNvPr>
          <p:cNvSpPr>
            <a:spLocks noGrp="1"/>
          </p:cNvSpPr>
          <p:nvPr/>
        </p:nvSpPr>
        <p:spPr>
          <a:xfrm>
            <a:off x="2151536" y="66886"/>
            <a:ext cx="88898" cy="1111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8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700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448" name="b | title">
            <a:extLst>
              <a:ext uri="{FF2B5EF4-FFF2-40B4-BE49-F238E27FC236}">
                <a16:creationId xmlns:a16="http://schemas.microsoft.com/office/drawing/2014/main" id="{1A0FB519-4490-A7C0-E4F7-E6765B554A8D}"/>
              </a:ext>
            </a:extLst>
          </p:cNvPr>
          <p:cNvSpPr>
            <a:spLocks noGrp="1"/>
          </p:cNvSpPr>
          <p:nvPr/>
        </p:nvSpPr>
        <p:spPr>
          <a:xfrm>
            <a:off x="2257102" y="68905"/>
            <a:ext cx="2148369" cy="1018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6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627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Find: locate ligand regions</a:t>
            </a:r>
          </a:p>
        </p:txBody>
      </p:sp>
      <p:sp>
        <p:nvSpPr>
          <p:cNvPr id="1449" name="b | density input frame">
            <a:extLst>
              <a:ext uri="{FF2B5EF4-FFF2-40B4-BE49-F238E27FC236}">
                <a16:creationId xmlns:a16="http://schemas.microsoft.com/office/drawing/2014/main" id="{7F3C1719-57FD-D4DE-E2C0-80F67E525277}"/>
              </a:ext>
            </a:extLst>
          </p:cNvPr>
          <p:cNvSpPr>
            <a:spLocks noGrp="1"/>
          </p:cNvSpPr>
          <p:nvPr/>
        </p:nvSpPr>
        <p:spPr>
          <a:xfrm>
            <a:off x="2155240" y="306126"/>
            <a:ext cx="416709" cy="453735"/>
          </a:xfrm>
          <a:prstGeom prst="roundRect">
            <a:avLst>
              <a:gd name="adj" fmla="val 3556"/>
            </a:avLst>
          </a:prstGeom>
          <a:noFill/>
          <a:ln w="4010">
            <a:solidFill>
              <a:srgbClr val="B9D1E7"/>
            </a:solidFill>
            <a:prstDash val="solid"/>
          </a:ln>
        </p:spPr>
      </p:sp>
      <p:sp>
        <p:nvSpPr>
          <p:cNvPr id="1450" name="b | receptor input frame">
            <a:extLst>
              <a:ext uri="{FF2B5EF4-FFF2-40B4-BE49-F238E27FC236}">
                <a16:creationId xmlns:a16="http://schemas.microsoft.com/office/drawing/2014/main" id="{FE17CE43-2BDC-2758-133A-0C5952E473E2}"/>
              </a:ext>
            </a:extLst>
          </p:cNvPr>
          <p:cNvSpPr>
            <a:spLocks noGrp="1"/>
          </p:cNvSpPr>
          <p:nvPr/>
        </p:nvSpPr>
        <p:spPr>
          <a:xfrm>
            <a:off x="2155240" y="846648"/>
            <a:ext cx="416709" cy="329652"/>
          </a:xfrm>
          <a:prstGeom prst="roundRect">
            <a:avLst>
              <a:gd name="adj" fmla="val 4494"/>
            </a:avLst>
          </a:prstGeom>
          <a:noFill/>
          <a:ln w="4010">
            <a:solidFill>
              <a:srgbClr val="C8BEDB"/>
            </a:solidFill>
            <a:prstDash val="solid"/>
          </a:ln>
        </p:spPr>
      </p:sp>
      <p:sp>
        <p:nvSpPr>
          <p:cNvPr id="1451" name="b | pseudo input frame">
            <a:extLst>
              <a:ext uri="{FF2B5EF4-FFF2-40B4-BE49-F238E27FC236}">
                <a16:creationId xmlns:a16="http://schemas.microsoft.com/office/drawing/2014/main" id="{11F363B5-679E-A2C5-22C5-75C61774C768}"/>
              </a:ext>
            </a:extLst>
          </p:cNvPr>
          <p:cNvSpPr>
            <a:spLocks noGrp="1"/>
          </p:cNvSpPr>
          <p:nvPr/>
        </p:nvSpPr>
        <p:spPr>
          <a:xfrm>
            <a:off x="2155240" y="1236000"/>
            <a:ext cx="416709" cy="329652"/>
          </a:xfrm>
          <a:prstGeom prst="roundRect">
            <a:avLst>
              <a:gd name="adj" fmla="val 6202"/>
            </a:avLst>
          </a:prstGeom>
          <a:noFill/>
          <a:ln w="4010">
            <a:solidFill>
              <a:srgbClr val="DEC6A0"/>
            </a:solidFill>
            <a:prstDash val="solid"/>
          </a:ln>
        </p:spPr>
      </p:sp>
      <p:sp>
        <p:nvSpPr>
          <p:cNvPr id="1452" name="b | ligand probability frame">
            <a:extLst>
              <a:ext uri="{FF2B5EF4-FFF2-40B4-BE49-F238E27FC236}">
                <a16:creationId xmlns:a16="http://schemas.microsoft.com/office/drawing/2014/main" id="{B61AB487-C051-D435-090E-1CA0411E47DB}"/>
              </a:ext>
            </a:extLst>
          </p:cNvPr>
          <p:cNvSpPr>
            <a:spLocks noGrp="1"/>
          </p:cNvSpPr>
          <p:nvPr/>
        </p:nvSpPr>
        <p:spPr>
          <a:xfrm>
            <a:off x="4423992" y="302422"/>
            <a:ext cx="601914" cy="459291"/>
          </a:xfrm>
          <a:prstGeom prst="roundRect">
            <a:avLst>
              <a:gd name="adj" fmla="val 3226"/>
            </a:avLst>
          </a:prstGeom>
          <a:noFill/>
          <a:ln w="4398">
            <a:solidFill>
              <a:srgbClr val="AFC9DF"/>
            </a:solidFill>
            <a:prstDash val="solid"/>
          </a:ln>
        </p:spPr>
      </p:sp>
      <p:sp>
        <p:nvSpPr>
          <p:cNvPr id="1453" name="b | cues frame">
            <a:extLst>
              <a:ext uri="{FF2B5EF4-FFF2-40B4-BE49-F238E27FC236}">
                <a16:creationId xmlns:a16="http://schemas.microsoft.com/office/drawing/2014/main" id="{B0EA5805-BAD3-1160-7239-471F7FD99AB9}"/>
              </a:ext>
            </a:extLst>
          </p:cNvPr>
          <p:cNvSpPr>
            <a:spLocks noGrp="1"/>
          </p:cNvSpPr>
          <p:nvPr/>
        </p:nvSpPr>
        <p:spPr>
          <a:xfrm>
            <a:off x="4423992" y="802457"/>
            <a:ext cx="601914" cy="303725"/>
          </a:xfrm>
          <a:prstGeom prst="roundRect">
            <a:avLst>
              <a:gd name="adj" fmla="val 4878"/>
            </a:avLst>
          </a:prstGeom>
          <a:noFill/>
          <a:ln w="4139">
            <a:solidFill>
              <a:srgbClr val="AFC9DF"/>
            </a:solidFill>
            <a:prstDash val="dash"/>
          </a:ln>
        </p:spPr>
      </p:sp>
      <p:sp>
        <p:nvSpPr>
          <p:cNvPr id="1454" name="b | atom probability frame">
            <a:extLst>
              <a:ext uri="{FF2B5EF4-FFF2-40B4-BE49-F238E27FC236}">
                <a16:creationId xmlns:a16="http://schemas.microsoft.com/office/drawing/2014/main" id="{F56E138D-2892-2908-5907-D8185F1E0079}"/>
              </a:ext>
            </a:extLst>
          </p:cNvPr>
          <p:cNvSpPr>
            <a:spLocks noGrp="1"/>
          </p:cNvSpPr>
          <p:nvPr/>
        </p:nvSpPr>
        <p:spPr>
          <a:xfrm>
            <a:off x="4423992" y="1146925"/>
            <a:ext cx="601914" cy="412992"/>
          </a:xfrm>
          <a:prstGeom prst="roundRect">
            <a:avLst>
              <a:gd name="adj" fmla="val 3587"/>
            </a:avLst>
          </a:prstGeom>
          <a:noFill/>
          <a:ln w="4398">
            <a:solidFill>
              <a:srgbClr val="C2B8D4"/>
            </a:solidFill>
            <a:prstDash val="solid"/>
          </a:ln>
        </p:spPr>
      </p:sp>
      <p:sp>
        <p:nvSpPr>
          <p:cNvPr id="1455" name="b | point pathway frame">
            <a:extLst>
              <a:ext uri="{FF2B5EF4-FFF2-40B4-BE49-F238E27FC236}">
                <a16:creationId xmlns:a16="http://schemas.microsoft.com/office/drawing/2014/main" id="{3264C251-F6FC-248A-E5E8-F7A4D926DF64}"/>
              </a:ext>
            </a:extLst>
          </p:cNvPr>
          <p:cNvSpPr>
            <a:spLocks noGrp="1"/>
          </p:cNvSpPr>
          <p:nvPr/>
        </p:nvSpPr>
        <p:spPr>
          <a:xfrm>
            <a:off x="2896056" y="1112667"/>
            <a:ext cx="1474225" cy="465769"/>
          </a:xfrm>
          <a:prstGeom prst="roundRect">
            <a:avLst>
              <a:gd name="adj" fmla="val 4202"/>
            </a:avLst>
          </a:prstGeom>
          <a:solidFill>
            <a:srgbClr val="F7F6FC"/>
          </a:solidFill>
          <a:ln w="4398">
            <a:solidFill>
              <a:srgbClr val="C6BCDA"/>
            </a:solidFill>
            <a:prstDash val="solid"/>
          </a:ln>
        </p:spPr>
      </p:sp>
      <p:sp>
        <p:nvSpPr>
          <p:cNvPr id="1456" name="Density bank">
            <a:extLst>
              <a:ext uri="{FF2B5EF4-FFF2-40B4-BE49-F238E27FC236}">
                <a16:creationId xmlns:a16="http://schemas.microsoft.com/office/drawing/2014/main" id="{A63D619D-FEAE-DAF5-B9B2-B34000771536}"/>
              </a:ext>
            </a:extLst>
          </p:cNvPr>
          <p:cNvSpPr>
            <a:spLocks noGrp="1"/>
          </p:cNvSpPr>
          <p:nvPr/>
        </p:nvSpPr>
        <p:spPr>
          <a:xfrm>
            <a:off x="2181169" y="320942"/>
            <a:ext cx="368557" cy="740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1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37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Density bank</a:t>
            </a:r>
          </a:p>
        </p:txBody>
      </p:sp>
      <p:grpSp>
        <p:nvGrpSpPr>
          <p:cNvPr id="1457" name="b | 56-channel density input cube | v4 editable"/>
          <p:cNvGrpSpPr/>
          <p:nvPr/>
        </p:nvGrpSpPr>
        <p:grpSpPr>
          <a:xfrm>
            <a:off x="2190000" y="428621"/>
            <a:ext cx="342000" cy="280759"/>
            <a:chOff x="1166040" y="530640"/>
            <a:chExt cx="440280" cy="361440"/>
          </a:xfrm>
        </p:grpSpPr>
        <p:sp>
          <p:nvSpPr>
            <p:cNvPr id="1458" name="asset_1581_0">
              <a:extLst>
                <a:ext uri="{FF2B5EF4-FFF2-40B4-BE49-F238E27FC236}">
                  <a16:creationId xmlns:a16="http://schemas.microsoft.com/office/drawing/2014/main" id="{3205C013-9DEC-48D4-B03E-BF08D4423450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30640"/>
              <a:ext cx="440280" cy="61445"/>
            </a:xfrm>
            <a:custGeom>
              <a:avLst/>
              <a:gdLst/>
              <a:ahLst/>
              <a:cxnLst/>
              <a:rect l="0" t="0" r="0" b="0"/>
              <a:pathLst>
                <a:path w="440280" h="61445">
                  <a:moveTo>
                    <a:pt x="0" y="61445"/>
                  </a:moveTo>
                  <a:lnTo>
                    <a:pt x="83653" y="0"/>
                  </a:lnTo>
                  <a:lnTo>
                    <a:pt x="440280" y="0"/>
                  </a:lnTo>
                  <a:lnTo>
                    <a:pt x="356627" y="61445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782">
              <a:solidFill>
                <a:srgbClr val="87ADD3"/>
              </a:solidFill>
            </a:ln>
          </p:spPr>
        </p:sp>
        <p:sp>
          <p:nvSpPr>
            <p:cNvPr id="1459" name="asset_1581_1">
              <a:extLst>
                <a:ext uri="{FF2B5EF4-FFF2-40B4-BE49-F238E27FC236}">
                  <a16:creationId xmlns:a16="http://schemas.microsoft.com/office/drawing/2014/main" id="{4EA5EB99-0F7C-4A7C-86F0-02C0F10C5825}"/>
                </a:ext>
              </a:extLst>
            </p:cNvPr>
            <p:cNvSpPr>
              <a:spLocks noGrp="1"/>
            </p:cNvSpPr>
            <p:nvPr/>
          </p:nvSpPr>
          <p:spPr>
            <a:xfrm>
              <a:off x="1522667" y="530640"/>
              <a:ext cx="83653" cy="361440"/>
            </a:xfrm>
            <a:custGeom>
              <a:avLst/>
              <a:gdLst/>
              <a:ahLst/>
              <a:cxnLst/>
              <a:rect l="0" t="0" r="0" b="0"/>
              <a:pathLst>
                <a:path w="83653" h="361440">
                  <a:moveTo>
                    <a:pt x="0" y="61445"/>
                  </a:moveTo>
                  <a:lnTo>
                    <a:pt x="83653" y="0"/>
                  </a:lnTo>
                  <a:lnTo>
                    <a:pt x="83653" y="299995"/>
                  </a:lnTo>
                  <a:lnTo>
                    <a:pt x="0" y="36144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782">
              <a:solidFill>
                <a:srgbClr val="87ADD3"/>
              </a:solidFill>
            </a:ln>
          </p:spPr>
        </p:sp>
        <p:sp>
          <p:nvSpPr>
            <p:cNvPr id="1460" name="asset_1581_2">
              <a:extLst>
                <a:ext uri="{FF2B5EF4-FFF2-40B4-BE49-F238E27FC236}">
                  <a16:creationId xmlns:a16="http://schemas.microsoft.com/office/drawing/2014/main" id="{C83C781F-4163-4F45-A576-FF381D6B7124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782">
              <a:solidFill>
                <a:srgbClr val="87ADD3"/>
              </a:solidFill>
            </a:ln>
          </p:spPr>
        </p:sp>
        <p:sp>
          <p:nvSpPr>
            <p:cNvPr id="1461" name="asset_1581_3">
              <a:extLst>
                <a:ext uri="{FF2B5EF4-FFF2-40B4-BE49-F238E27FC236}">
                  <a16:creationId xmlns:a16="http://schemas.microsoft.com/office/drawing/2014/main" id="{4814FF20-AF82-4EF2-9BB9-2297FCECF2A5}"/>
                </a:ext>
              </a:extLst>
            </p:cNvPr>
            <p:cNvSpPr>
              <a:spLocks noGrp="1"/>
            </p:cNvSpPr>
            <p:nvPr/>
          </p:nvSpPr>
          <p:spPr>
            <a:xfrm>
              <a:off x="1255197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2" name="asset_1581_4">
              <a:extLst>
                <a:ext uri="{FF2B5EF4-FFF2-40B4-BE49-F238E27FC236}">
                  <a16:creationId xmlns:a16="http://schemas.microsoft.com/office/drawing/2014/main" id="{C8D2FDE4-E7E6-4930-A42E-B2B020E5E6FE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667084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3" name="asset_1581_5">
              <a:extLst>
                <a:ext uri="{FF2B5EF4-FFF2-40B4-BE49-F238E27FC236}">
                  <a16:creationId xmlns:a16="http://schemas.microsoft.com/office/drawing/2014/main" id="{815570DD-5E1B-4A48-A88B-AB9342DB5FB9}"/>
                </a:ext>
              </a:extLst>
            </p:cNvPr>
            <p:cNvSpPr>
              <a:spLocks noGrp="1"/>
            </p:cNvSpPr>
            <p:nvPr/>
          </p:nvSpPr>
          <p:spPr>
            <a:xfrm>
              <a:off x="1344353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4" name="asset_1581_6">
              <a:extLst>
                <a:ext uri="{FF2B5EF4-FFF2-40B4-BE49-F238E27FC236}">
                  <a16:creationId xmlns:a16="http://schemas.microsoft.com/office/drawing/2014/main" id="{C23B0A45-5F83-4490-8AE3-9C0F30E2FB98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742082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5" name="asset_1581_7">
              <a:extLst>
                <a:ext uri="{FF2B5EF4-FFF2-40B4-BE49-F238E27FC236}">
                  <a16:creationId xmlns:a16="http://schemas.microsoft.com/office/drawing/2014/main" id="{54E6855F-E094-4217-B1D4-A57893976318}"/>
                </a:ext>
              </a:extLst>
            </p:cNvPr>
            <p:cNvSpPr>
              <a:spLocks noGrp="1"/>
            </p:cNvSpPr>
            <p:nvPr/>
          </p:nvSpPr>
          <p:spPr>
            <a:xfrm>
              <a:off x="1433510" y="592085"/>
              <a:ext cx="4" cy="299995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6" name="asset_1581_8">
              <a:extLst>
                <a:ext uri="{FF2B5EF4-FFF2-40B4-BE49-F238E27FC236}">
                  <a16:creationId xmlns:a16="http://schemas.microsoft.com/office/drawing/2014/main" id="{CC675C05-33DA-4598-BE5F-E5E4CE603F60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817081"/>
              <a:ext cx="356627" cy="4"/>
            </a:xfrm>
            <a:prstGeom prst="line">
              <a:avLst/>
            </a:prstGeom>
            <a:noFill/>
            <a:ln w="1307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467" name="asset_1581_9">
              <a:extLst>
                <a:ext uri="{FF2B5EF4-FFF2-40B4-BE49-F238E27FC236}">
                  <a16:creationId xmlns:a16="http://schemas.microsoft.com/office/drawing/2014/main" id="{AE9F7C31-36A5-472F-8764-7B217BC69915}"/>
                </a:ext>
              </a:extLst>
            </p:cNvPr>
            <p:cNvSpPr>
              <a:spLocks noGrp="1"/>
            </p:cNvSpPr>
            <p:nvPr/>
          </p:nvSpPr>
          <p:spPr>
            <a:xfrm>
              <a:off x="1197601" y="632784"/>
              <a:ext cx="166045" cy="13823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68" name="asset_1581_10">
              <a:extLst>
                <a:ext uri="{FF2B5EF4-FFF2-40B4-BE49-F238E27FC236}">
                  <a16:creationId xmlns:a16="http://schemas.microsoft.com/office/drawing/2014/main" id="{B2B81824-5500-4EDD-B86C-BFD330C7B44E}"/>
                </a:ext>
              </a:extLst>
            </p:cNvPr>
            <p:cNvSpPr>
              <a:spLocks noGrp="1"/>
            </p:cNvSpPr>
            <p:nvPr/>
          </p:nvSpPr>
          <p:spPr>
            <a:xfrm>
              <a:off x="1273706" y="673104"/>
              <a:ext cx="179883" cy="14975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69" name="asset_1581_11">
              <a:extLst>
                <a:ext uri="{FF2B5EF4-FFF2-40B4-BE49-F238E27FC236}">
                  <a16:creationId xmlns:a16="http://schemas.microsoft.com/office/drawing/2014/main" id="{1D48FAA2-8A1A-4C33-B539-827801F7314D}"/>
                </a:ext>
              </a:extLst>
            </p:cNvPr>
            <p:cNvSpPr>
              <a:spLocks noGrp="1"/>
            </p:cNvSpPr>
            <p:nvPr/>
          </p:nvSpPr>
          <p:spPr>
            <a:xfrm>
              <a:off x="1339432" y="598225"/>
              <a:ext cx="159127" cy="13247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0" name="asset_1581_12">
              <a:extLst>
                <a:ext uri="{FF2B5EF4-FFF2-40B4-BE49-F238E27FC236}">
                  <a16:creationId xmlns:a16="http://schemas.microsoft.com/office/drawing/2014/main" id="{660B5A44-38E9-4890-BCD6-36653AEE837A}"/>
                </a:ext>
              </a:extLst>
            </p:cNvPr>
            <p:cNvSpPr>
              <a:spLocks noGrp="1"/>
            </p:cNvSpPr>
            <p:nvPr/>
          </p:nvSpPr>
          <p:spPr>
            <a:xfrm>
              <a:off x="1266787" y="578065"/>
              <a:ext cx="152208" cy="12671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7AA9DF">
                    <a:alpha val="66000"/>
                  </a:srgbClr>
                </a:gs>
                <a:gs pos="100000">
                  <a:srgbClr val="7AA9DF">
                    <a:alpha val="38500"/>
                  </a:srgbClr>
                </a:gs>
              </a:gsLst>
              <a:lin ang="84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1" name="asset_1581_13">
              <a:extLst>
                <a:ext uri="{FF2B5EF4-FFF2-40B4-BE49-F238E27FC236}">
                  <a16:creationId xmlns:a16="http://schemas.microsoft.com/office/drawing/2014/main" id="{A54C3BC1-A76A-42BF-A775-045933A231E0}"/>
                </a:ext>
              </a:extLst>
            </p:cNvPr>
            <p:cNvSpPr>
              <a:spLocks noGrp="1"/>
            </p:cNvSpPr>
            <p:nvPr/>
          </p:nvSpPr>
          <p:spPr>
            <a:xfrm>
              <a:off x="1267782" y="628001"/>
              <a:ext cx="89810" cy="7476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2" name="asset_1581_14">
              <a:extLst>
                <a:ext uri="{FF2B5EF4-FFF2-40B4-BE49-F238E27FC236}">
                  <a16:creationId xmlns:a16="http://schemas.microsoft.com/office/drawing/2014/main" id="{944F3B14-0DD0-4984-A86E-55658AF6431E}"/>
                </a:ext>
              </a:extLst>
            </p:cNvPr>
            <p:cNvSpPr>
              <a:spLocks noGrp="1"/>
            </p:cNvSpPr>
            <p:nvPr/>
          </p:nvSpPr>
          <p:spPr>
            <a:xfrm>
              <a:off x="1308490" y="708756"/>
              <a:ext cx="85440" cy="7113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3" name="asset_1581_15">
              <a:extLst>
                <a:ext uri="{FF2B5EF4-FFF2-40B4-BE49-F238E27FC236}">
                  <a16:creationId xmlns:a16="http://schemas.microsoft.com/office/drawing/2014/main" id="{1C484209-71E8-4F3C-BCB5-E545D61C95A7}"/>
                </a:ext>
              </a:extLst>
            </p:cNvPr>
            <p:cNvSpPr>
              <a:spLocks noGrp="1"/>
            </p:cNvSpPr>
            <p:nvPr/>
          </p:nvSpPr>
          <p:spPr>
            <a:xfrm>
              <a:off x="1329273" y="646628"/>
              <a:ext cx="68879" cy="573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4" name="asset_1581_16">
              <a:extLst>
                <a:ext uri="{FF2B5EF4-FFF2-40B4-BE49-F238E27FC236}">
                  <a16:creationId xmlns:a16="http://schemas.microsoft.com/office/drawing/2014/main" id="{EE253FFA-FAA9-4637-9B05-9F975F05475E}"/>
                </a:ext>
              </a:extLst>
            </p:cNvPr>
            <p:cNvSpPr>
              <a:spLocks noGrp="1"/>
            </p:cNvSpPr>
            <p:nvPr/>
          </p:nvSpPr>
          <p:spPr>
            <a:xfrm>
              <a:off x="1303611" y="590001"/>
              <a:ext cx="89020" cy="7411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5" name="asset_1581_17">
              <a:extLst>
                <a:ext uri="{FF2B5EF4-FFF2-40B4-BE49-F238E27FC236}">
                  <a16:creationId xmlns:a16="http://schemas.microsoft.com/office/drawing/2014/main" id="{E9F94C94-F491-4F79-AFFE-AFE6DB01D3E0}"/>
                </a:ext>
              </a:extLst>
            </p:cNvPr>
            <p:cNvSpPr>
              <a:spLocks noGrp="1"/>
            </p:cNvSpPr>
            <p:nvPr/>
          </p:nvSpPr>
          <p:spPr>
            <a:xfrm>
              <a:off x="1254986" y="668492"/>
              <a:ext cx="87304" cy="726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6" name="asset_1581_18">
              <a:extLst>
                <a:ext uri="{FF2B5EF4-FFF2-40B4-BE49-F238E27FC236}">
                  <a16:creationId xmlns:a16="http://schemas.microsoft.com/office/drawing/2014/main" id="{CF287EE7-CBD1-419B-B412-5114F8EE522C}"/>
                </a:ext>
              </a:extLst>
            </p:cNvPr>
            <p:cNvSpPr>
              <a:spLocks noGrp="1"/>
            </p:cNvSpPr>
            <p:nvPr/>
          </p:nvSpPr>
          <p:spPr>
            <a:xfrm>
              <a:off x="1366193" y="686325"/>
              <a:ext cx="64869" cy="540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7" name="asset_1581_19">
              <a:extLst>
                <a:ext uri="{FF2B5EF4-FFF2-40B4-BE49-F238E27FC236}">
                  <a16:creationId xmlns:a16="http://schemas.microsoft.com/office/drawing/2014/main" id="{3934C044-1AEB-40CD-8435-76A96DC8F529}"/>
                </a:ext>
              </a:extLst>
            </p:cNvPr>
            <p:cNvSpPr>
              <a:spLocks noGrp="1"/>
            </p:cNvSpPr>
            <p:nvPr/>
          </p:nvSpPr>
          <p:spPr>
            <a:xfrm>
              <a:off x="1403693" y="656125"/>
              <a:ext cx="79255" cy="659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8" name="asset_1581_20">
              <a:extLst>
                <a:ext uri="{FF2B5EF4-FFF2-40B4-BE49-F238E27FC236}">
                  <a16:creationId xmlns:a16="http://schemas.microsoft.com/office/drawing/2014/main" id="{B947AA40-95EB-4B42-8E17-68B5000BEFD0}"/>
                </a:ext>
              </a:extLst>
            </p:cNvPr>
            <p:cNvSpPr>
              <a:spLocks noGrp="1"/>
            </p:cNvSpPr>
            <p:nvPr/>
          </p:nvSpPr>
          <p:spPr>
            <a:xfrm>
              <a:off x="1354563" y="601883"/>
              <a:ext cx="65444" cy="544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79" name="asset_1581_21">
              <a:extLst>
                <a:ext uri="{FF2B5EF4-FFF2-40B4-BE49-F238E27FC236}">
                  <a16:creationId xmlns:a16="http://schemas.microsoft.com/office/drawing/2014/main" id="{88DA60A4-9D2E-45B3-91D3-4CCAC622D763}"/>
                </a:ext>
              </a:extLst>
            </p:cNvPr>
            <p:cNvSpPr>
              <a:spLocks noGrp="1"/>
            </p:cNvSpPr>
            <p:nvPr/>
          </p:nvSpPr>
          <p:spPr>
            <a:xfrm>
              <a:off x="1195102" y="652037"/>
              <a:ext cx="77351" cy="643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0" name="asset_1581_22">
              <a:extLst>
                <a:ext uri="{FF2B5EF4-FFF2-40B4-BE49-F238E27FC236}">
                  <a16:creationId xmlns:a16="http://schemas.microsoft.com/office/drawing/2014/main" id="{07A18488-8880-4572-A74B-89AE9F6756E0}"/>
                </a:ext>
              </a:extLst>
            </p:cNvPr>
            <p:cNvSpPr>
              <a:spLocks noGrp="1"/>
            </p:cNvSpPr>
            <p:nvPr/>
          </p:nvSpPr>
          <p:spPr>
            <a:xfrm>
              <a:off x="1384387" y="701587"/>
              <a:ext cx="79465" cy="6615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1" name="asset_1581_23">
              <a:extLst>
                <a:ext uri="{FF2B5EF4-FFF2-40B4-BE49-F238E27FC236}">
                  <a16:creationId xmlns:a16="http://schemas.microsoft.com/office/drawing/2014/main" id="{6F869924-C87C-4542-AF02-358EE88B5C3E}"/>
                </a:ext>
              </a:extLst>
            </p:cNvPr>
            <p:cNvSpPr>
              <a:spLocks noGrp="1"/>
            </p:cNvSpPr>
            <p:nvPr/>
          </p:nvSpPr>
          <p:spPr>
            <a:xfrm>
              <a:off x="1356467" y="604314"/>
              <a:ext cx="78434" cy="6529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2" name="asset_1581_24">
              <a:extLst>
                <a:ext uri="{FF2B5EF4-FFF2-40B4-BE49-F238E27FC236}">
                  <a16:creationId xmlns:a16="http://schemas.microsoft.com/office/drawing/2014/main" id="{D4A359B9-4BC4-4F2F-9C3B-A736D78E428B}"/>
                </a:ext>
              </a:extLst>
            </p:cNvPr>
            <p:cNvSpPr>
              <a:spLocks noGrp="1"/>
            </p:cNvSpPr>
            <p:nvPr/>
          </p:nvSpPr>
          <p:spPr>
            <a:xfrm>
              <a:off x="1331768" y="602204"/>
              <a:ext cx="55523" cy="462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3" name="asset_1581_25">
              <a:extLst>
                <a:ext uri="{FF2B5EF4-FFF2-40B4-BE49-F238E27FC236}">
                  <a16:creationId xmlns:a16="http://schemas.microsoft.com/office/drawing/2014/main" id="{AA9DAE7B-C072-4D9C-9114-D41D267A99B9}"/>
                </a:ext>
              </a:extLst>
            </p:cNvPr>
            <p:cNvSpPr>
              <a:spLocks noGrp="1"/>
            </p:cNvSpPr>
            <p:nvPr/>
          </p:nvSpPr>
          <p:spPr>
            <a:xfrm>
              <a:off x="1265035" y="648588"/>
              <a:ext cx="78317" cy="652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4" name="asset_1581_26">
              <a:extLst>
                <a:ext uri="{FF2B5EF4-FFF2-40B4-BE49-F238E27FC236}">
                  <a16:creationId xmlns:a16="http://schemas.microsoft.com/office/drawing/2014/main" id="{5C0E4635-69D9-4CCB-8AF4-005FB40620D6}"/>
                </a:ext>
              </a:extLst>
            </p:cNvPr>
            <p:cNvSpPr>
              <a:spLocks noGrp="1"/>
            </p:cNvSpPr>
            <p:nvPr/>
          </p:nvSpPr>
          <p:spPr>
            <a:xfrm>
              <a:off x="1271877" y="738553"/>
              <a:ext cx="78927" cy="657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5" name="asset_1581_27">
              <a:extLst>
                <a:ext uri="{FF2B5EF4-FFF2-40B4-BE49-F238E27FC236}">
                  <a16:creationId xmlns:a16="http://schemas.microsoft.com/office/drawing/2014/main" id="{4AFD1DA4-8614-485B-8FC4-D6C868BE1E55}"/>
                </a:ext>
              </a:extLst>
            </p:cNvPr>
            <p:cNvSpPr>
              <a:spLocks noGrp="1"/>
            </p:cNvSpPr>
            <p:nvPr/>
          </p:nvSpPr>
          <p:spPr>
            <a:xfrm>
              <a:off x="1346286" y="645828"/>
              <a:ext cx="81581" cy="6791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6" name="asset_1581_28">
              <a:extLst>
                <a:ext uri="{FF2B5EF4-FFF2-40B4-BE49-F238E27FC236}">
                  <a16:creationId xmlns:a16="http://schemas.microsoft.com/office/drawing/2014/main" id="{435FC0BA-F446-4627-A792-A7D26955FFA3}"/>
                </a:ext>
              </a:extLst>
            </p:cNvPr>
            <p:cNvSpPr>
              <a:spLocks noGrp="1"/>
            </p:cNvSpPr>
            <p:nvPr/>
          </p:nvSpPr>
          <p:spPr>
            <a:xfrm>
              <a:off x="1275855" y="598815"/>
              <a:ext cx="59505" cy="4954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7" name="asset_1581_29">
              <a:extLst>
                <a:ext uri="{FF2B5EF4-FFF2-40B4-BE49-F238E27FC236}">
                  <a16:creationId xmlns:a16="http://schemas.microsoft.com/office/drawing/2014/main" id="{2705A797-7EE2-495B-B909-1340C299D43A}"/>
                </a:ext>
              </a:extLst>
            </p:cNvPr>
            <p:cNvSpPr>
              <a:spLocks noGrp="1"/>
            </p:cNvSpPr>
            <p:nvPr/>
          </p:nvSpPr>
          <p:spPr>
            <a:xfrm>
              <a:off x="1298797" y="658112"/>
              <a:ext cx="81860" cy="681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8" name="asset_1581_30">
              <a:extLst>
                <a:ext uri="{FF2B5EF4-FFF2-40B4-BE49-F238E27FC236}">
                  <a16:creationId xmlns:a16="http://schemas.microsoft.com/office/drawing/2014/main" id="{68ED42AE-36D2-41B0-81A5-F19F3765BD34}"/>
                </a:ext>
              </a:extLst>
            </p:cNvPr>
            <p:cNvSpPr>
              <a:spLocks noGrp="1"/>
            </p:cNvSpPr>
            <p:nvPr/>
          </p:nvSpPr>
          <p:spPr>
            <a:xfrm>
              <a:off x="1307873" y="672119"/>
              <a:ext cx="67974" cy="565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89" name="asset_1581_31">
              <a:extLst>
                <a:ext uri="{FF2B5EF4-FFF2-40B4-BE49-F238E27FC236}">
                  <a16:creationId xmlns:a16="http://schemas.microsoft.com/office/drawing/2014/main" id="{570CA1DB-AE1A-46F9-874E-5C63A0584C84}"/>
                </a:ext>
              </a:extLst>
            </p:cNvPr>
            <p:cNvSpPr>
              <a:spLocks noGrp="1"/>
            </p:cNvSpPr>
            <p:nvPr/>
          </p:nvSpPr>
          <p:spPr>
            <a:xfrm>
              <a:off x="1380715" y="596498"/>
              <a:ext cx="50330" cy="4190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0" name="asset_1581_32">
              <a:extLst>
                <a:ext uri="{FF2B5EF4-FFF2-40B4-BE49-F238E27FC236}">
                  <a16:creationId xmlns:a16="http://schemas.microsoft.com/office/drawing/2014/main" id="{7DAC0771-FFD9-4D18-831E-141093886668}"/>
                </a:ext>
              </a:extLst>
            </p:cNvPr>
            <p:cNvSpPr>
              <a:spLocks noGrp="1"/>
            </p:cNvSpPr>
            <p:nvPr/>
          </p:nvSpPr>
          <p:spPr>
            <a:xfrm>
              <a:off x="1272577" y="634689"/>
              <a:ext cx="73845" cy="614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1" name="asset_1581_33">
              <a:extLst>
                <a:ext uri="{FF2B5EF4-FFF2-40B4-BE49-F238E27FC236}">
                  <a16:creationId xmlns:a16="http://schemas.microsoft.com/office/drawing/2014/main" id="{B3171AA5-06B2-4F18-AD43-E15FA653F86B}"/>
                </a:ext>
              </a:extLst>
            </p:cNvPr>
            <p:cNvSpPr>
              <a:spLocks noGrp="1"/>
            </p:cNvSpPr>
            <p:nvPr/>
          </p:nvSpPr>
          <p:spPr>
            <a:xfrm>
              <a:off x="1212340" y="692783"/>
              <a:ext cx="65414" cy="5445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2" name="asset_1581_34">
              <a:extLst>
                <a:ext uri="{FF2B5EF4-FFF2-40B4-BE49-F238E27FC236}">
                  <a16:creationId xmlns:a16="http://schemas.microsoft.com/office/drawing/2014/main" id="{B30B9448-10C3-4A24-B25F-BA92A232A741}"/>
                </a:ext>
              </a:extLst>
            </p:cNvPr>
            <p:cNvSpPr>
              <a:spLocks noGrp="1"/>
            </p:cNvSpPr>
            <p:nvPr/>
          </p:nvSpPr>
          <p:spPr>
            <a:xfrm>
              <a:off x="1322656" y="736905"/>
              <a:ext cx="50345" cy="4191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3" name="asset_1581_35">
              <a:extLst>
                <a:ext uri="{FF2B5EF4-FFF2-40B4-BE49-F238E27FC236}">
                  <a16:creationId xmlns:a16="http://schemas.microsoft.com/office/drawing/2014/main" id="{15807BA9-6FC6-4791-B349-AE30B87C86A4}"/>
                </a:ext>
              </a:extLst>
            </p:cNvPr>
            <p:cNvSpPr>
              <a:spLocks noGrp="1"/>
            </p:cNvSpPr>
            <p:nvPr/>
          </p:nvSpPr>
          <p:spPr>
            <a:xfrm>
              <a:off x="1367542" y="615447"/>
              <a:ext cx="89009" cy="741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4" name="asset_1581_36">
              <a:extLst>
                <a:ext uri="{FF2B5EF4-FFF2-40B4-BE49-F238E27FC236}">
                  <a16:creationId xmlns:a16="http://schemas.microsoft.com/office/drawing/2014/main" id="{B8028308-95DD-4FE0-8578-82EC16EAB52D}"/>
                </a:ext>
              </a:extLst>
            </p:cNvPr>
            <p:cNvSpPr>
              <a:spLocks noGrp="1"/>
            </p:cNvSpPr>
            <p:nvPr/>
          </p:nvSpPr>
          <p:spPr>
            <a:xfrm>
              <a:off x="1296881" y="621880"/>
              <a:ext cx="66929" cy="5572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5" name="asset_1581_37">
              <a:extLst>
                <a:ext uri="{FF2B5EF4-FFF2-40B4-BE49-F238E27FC236}">
                  <a16:creationId xmlns:a16="http://schemas.microsoft.com/office/drawing/2014/main" id="{DE1D7B0A-8FB6-41EA-A480-4EAF7F961838}"/>
                </a:ext>
              </a:extLst>
            </p:cNvPr>
            <p:cNvSpPr>
              <a:spLocks noGrp="1"/>
            </p:cNvSpPr>
            <p:nvPr/>
          </p:nvSpPr>
          <p:spPr>
            <a:xfrm>
              <a:off x="1277458" y="665345"/>
              <a:ext cx="68439" cy="569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6" name="asset_1581_38">
              <a:extLst>
                <a:ext uri="{FF2B5EF4-FFF2-40B4-BE49-F238E27FC236}">
                  <a16:creationId xmlns:a16="http://schemas.microsoft.com/office/drawing/2014/main" id="{5610F228-B690-4146-935C-E1CD6E2A8D08}"/>
                </a:ext>
              </a:extLst>
            </p:cNvPr>
            <p:cNvSpPr>
              <a:spLocks noGrp="1"/>
            </p:cNvSpPr>
            <p:nvPr/>
          </p:nvSpPr>
          <p:spPr>
            <a:xfrm>
              <a:off x="1356515" y="745086"/>
              <a:ext cx="71762" cy="5974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7" name="asset_1581_39">
              <a:extLst>
                <a:ext uri="{FF2B5EF4-FFF2-40B4-BE49-F238E27FC236}">
                  <a16:creationId xmlns:a16="http://schemas.microsoft.com/office/drawing/2014/main" id="{FD6B0E2F-3BAB-4DAC-9F76-FBC230B82B49}"/>
                </a:ext>
              </a:extLst>
            </p:cNvPr>
            <p:cNvSpPr>
              <a:spLocks noGrp="1"/>
            </p:cNvSpPr>
            <p:nvPr/>
          </p:nvSpPr>
          <p:spPr>
            <a:xfrm>
              <a:off x="1386650" y="585659"/>
              <a:ext cx="88123" cy="7336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8" name="asset_1581_40">
              <a:extLst>
                <a:ext uri="{FF2B5EF4-FFF2-40B4-BE49-F238E27FC236}">
                  <a16:creationId xmlns:a16="http://schemas.microsoft.com/office/drawing/2014/main" id="{5A168792-540D-45E8-B808-1DD71F0B1A81}"/>
                </a:ext>
              </a:extLst>
            </p:cNvPr>
            <p:cNvSpPr>
              <a:spLocks noGrp="1"/>
            </p:cNvSpPr>
            <p:nvPr/>
          </p:nvSpPr>
          <p:spPr>
            <a:xfrm>
              <a:off x="1280729" y="604385"/>
              <a:ext cx="58619" cy="4880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499" name="asset_1581_41">
              <a:extLst>
                <a:ext uri="{FF2B5EF4-FFF2-40B4-BE49-F238E27FC236}">
                  <a16:creationId xmlns:a16="http://schemas.microsoft.com/office/drawing/2014/main" id="{847FD70E-5A8B-4114-A01D-F2EF50F4423E}"/>
                </a:ext>
              </a:extLst>
            </p:cNvPr>
            <p:cNvSpPr>
              <a:spLocks noGrp="1"/>
            </p:cNvSpPr>
            <p:nvPr/>
          </p:nvSpPr>
          <p:spPr>
            <a:xfrm>
              <a:off x="1252552" y="707551"/>
              <a:ext cx="67155" cy="559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0" name="asset_1581_42">
              <a:extLst>
                <a:ext uri="{FF2B5EF4-FFF2-40B4-BE49-F238E27FC236}">
                  <a16:creationId xmlns:a16="http://schemas.microsoft.com/office/drawing/2014/main" id="{B8465718-2209-4785-8D6C-FEFD5ED88B50}"/>
                </a:ext>
              </a:extLst>
            </p:cNvPr>
            <p:cNvSpPr>
              <a:spLocks noGrp="1"/>
            </p:cNvSpPr>
            <p:nvPr/>
          </p:nvSpPr>
          <p:spPr>
            <a:xfrm>
              <a:off x="1294512" y="681051"/>
              <a:ext cx="62827" cy="5230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1" name="asset_1581_43">
              <a:extLst>
                <a:ext uri="{FF2B5EF4-FFF2-40B4-BE49-F238E27FC236}">
                  <a16:creationId xmlns:a16="http://schemas.microsoft.com/office/drawing/2014/main" id="{CF9D731D-DAD3-42C6-A1D4-17669C521916}"/>
                </a:ext>
              </a:extLst>
            </p:cNvPr>
            <p:cNvSpPr>
              <a:spLocks noGrp="1"/>
            </p:cNvSpPr>
            <p:nvPr/>
          </p:nvSpPr>
          <p:spPr>
            <a:xfrm>
              <a:off x="1396532" y="648285"/>
              <a:ext cx="49406" cy="4113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2" name="asset_1581_44">
              <a:extLst>
                <a:ext uri="{FF2B5EF4-FFF2-40B4-BE49-F238E27FC236}">
                  <a16:creationId xmlns:a16="http://schemas.microsoft.com/office/drawing/2014/main" id="{26272332-EDB6-4712-B694-B8364E118BAB}"/>
                </a:ext>
              </a:extLst>
            </p:cNvPr>
            <p:cNvSpPr>
              <a:spLocks noGrp="1"/>
            </p:cNvSpPr>
            <p:nvPr/>
          </p:nvSpPr>
          <p:spPr>
            <a:xfrm>
              <a:off x="1284646" y="570918"/>
              <a:ext cx="72058" cy="5999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3" name="asset_1581_45">
              <a:extLst>
                <a:ext uri="{FF2B5EF4-FFF2-40B4-BE49-F238E27FC236}">
                  <a16:creationId xmlns:a16="http://schemas.microsoft.com/office/drawing/2014/main" id="{C32BD334-D78F-4BEA-8822-055E65717176}"/>
                </a:ext>
              </a:extLst>
            </p:cNvPr>
            <p:cNvSpPr>
              <a:spLocks noGrp="1"/>
            </p:cNvSpPr>
            <p:nvPr/>
          </p:nvSpPr>
          <p:spPr>
            <a:xfrm>
              <a:off x="1301463" y="668973"/>
              <a:ext cx="57033" cy="4748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4" name="asset_1581_46">
              <a:extLst>
                <a:ext uri="{FF2B5EF4-FFF2-40B4-BE49-F238E27FC236}">
                  <a16:creationId xmlns:a16="http://schemas.microsoft.com/office/drawing/2014/main" id="{767C0757-1EE1-4F32-B866-0F460338FCCC}"/>
                </a:ext>
              </a:extLst>
            </p:cNvPr>
            <p:cNvSpPr>
              <a:spLocks noGrp="1"/>
            </p:cNvSpPr>
            <p:nvPr/>
          </p:nvSpPr>
          <p:spPr>
            <a:xfrm>
              <a:off x="1314200" y="715321"/>
              <a:ext cx="64969" cy="5408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5" name="asset_1581_47">
              <a:extLst>
                <a:ext uri="{FF2B5EF4-FFF2-40B4-BE49-F238E27FC236}">
                  <a16:creationId xmlns:a16="http://schemas.microsoft.com/office/drawing/2014/main" id="{80494F87-B1E7-47F1-A0ED-34B1F248D749}"/>
                </a:ext>
              </a:extLst>
            </p:cNvPr>
            <p:cNvSpPr>
              <a:spLocks noGrp="1"/>
            </p:cNvSpPr>
            <p:nvPr/>
          </p:nvSpPr>
          <p:spPr>
            <a:xfrm>
              <a:off x="1337030" y="644689"/>
              <a:ext cx="54017" cy="4497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6" name="asset_1581_48">
              <a:extLst>
                <a:ext uri="{FF2B5EF4-FFF2-40B4-BE49-F238E27FC236}">
                  <a16:creationId xmlns:a16="http://schemas.microsoft.com/office/drawing/2014/main" id="{4CFA04E2-554C-4D33-A89E-58E94823C882}"/>
                </a:ext>
              </a:extLst>
            </p:cNvPr>
            <p:cNvSpPr>
              <a:spLocks noGrp="1"/>
            </p:cNvSpPr>
            <p:nvPr/>
          </p:nvSpPr>
          <p:spPr>
            <a:xfrm>
              <a:off x="1342926" y="612101"/>
              <a:ext cx="68657" cy="5715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7" name="asset_1581_49">
              <a:extLst>
                <a:ext uri="{FF2B5EF4-FFF2-40B4-BE49-F238E27FC236}">
                  <a16:creationId xmlns:a16="http://schemas.microsoft.com/office/drawing/2014/main" id="{6F10174C-29BC-4AF4-BBC1-4D20CFA0EF2A}"/>
                </a:ext>
              </a:extLst>
            </p:cNvPr>
            <p:cNvSpPr>
              <a:spLocks noGrp="1"/>
            </p:cNvSpPr>
            <p:nvPr/>
          </p:nvSpPr>
          <p:spPr>
            <a:xfrm>
              <a:off x="1241398" y="686021"/>
              <a:ext cx="57012" cy="474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8" name="asset_1581_50">
              <a:extLst>
                <a:ext uri="{FF2B5EF4-FFF2-40B4-BE49-F238E27FC236}">
                  <a16:creationId xmlns:a16="http://schemas.microsoft.com/office/drawing/2014/main" id="{E8F36DE9-E1F8-409F-9720-5A2344F983DE}"/>
                </a:ext>
              </a:extLst>
            </p:cNvPr>
            <p:cNvSpPr>
              <a:spLocks noGrp="1"/>
            </p:cNvSpPr>
            <p:nvPr/>
          </p:nvSpPr>
          <p:spPr>
            <a:xfrm>
              <a:off x="1358871" y="742809"/>
              <a:ext cx="63056" cy="5249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7AA9DF">
                    <a:alpha val="80300"/>
                  </a:srgbClr>
                </a:gs>
                <a:gs pos="100000">
                  <a:srgbClr val="7AA9DF">
                    <a:alpha val="46200"/>
                  </a:srgbClr>
                </a:gs>
              </a:gsLst>
              <a:lin ang="7500000"/>
            </a:gradFill>
            <a:ln w="2796">
              <a:noFill/>
            </a:ln>
            <a:effectLst>
              <a:softEdge rad="4320"/>
            </a:effectLst>
          </p:spPr>
        </p:sp>
        <p:sp>
          <p:nvSpPr>
            <p:cNvPr id="1509" name="asset_1581_51">
              <a:extLst>
                <a:ext uri="{FF2B5EF4-FFF2-40B4-BE49-F238E27FC236}">
                  <a16:creationId xmlns:a16="http://schemas.microsoft.com/office/drawing/2014/main" id="{BEDF2D03-4738-43DD-8C34-6D4A9302BC28}"/>
                </a:ext>
              </a:extLst>
            </p:cNvPr>
            <p:cNvSpPr>
              <a:spLocks noGrp="1"/>
            </p:cNvSpPr>
            <p:nvPr/>
          </p:nvSpPr>
          <p:spPr>
            <a:xfrm>
              <a:off x="1166040" y="592085"/>
              <a:ext cx="356627" cy="299995"/>
            </a:xfrm>
            <a:custGeom>
              <a:avLst/>
              <a:gdLst/>
              <a:ahLst/>
              <a:cxnLst/>
              <a:rect l="0" t="0" r="0" b="0"/>
              <a:pathLst>
                <a:path w="356627" h="299995">
                  <a:moveTo>
                    <a:pt x="0" y="0"/>
                  </a:moveTo>
                  <a:lnTo>
                    <a:pt x="356627" y="0"/>
                  </a:lnTo>
                  <a:lnTo>
                    <a:pt x="356627" y="299995"/>
                  </a:lnTo>
                  <a:lnTo>
                    <a:pt x="0" y="299995"/>
                  </a:lnTo>
                  <a:close/>
                </a:path>
              </a:pathLst>
            </a:custGeom>
            <a:noFill/>
            <a:ln w="2377">
              <a:solidFill>
                <a:srgbClr val="87ADD3"/>
              </a:solidFill>
            </a:ln>
          </p:spPr>
        </p:sp>
      </p:grpSp>
      <p:sp>
        <p:nvSpPr>
          <p:cNvPr id="1510" name="Receptor atoms">
            <a:extLst>
              <a:ext uri="{FF2B5EF4-FFF2-40B4-BE49-F238E27FC236}">
                <a16:creationId xmlns:a16="http://schemas.microsoft.com/office/drawing/2014/main" id="{5D7544A2-240E-DDA9-1AB9-E12149F271ED}"/>
              </a:ext>
            </a:extLst>
          </p:cNvPr>
          <p:cNvSpPr>
            <a:spLocks noGrp="1"/>
          </p:cNvSpPr>
          <p:nvPr/>
        </p:nvSpPr>
        <p:spPr>
          <a:xfrm>
            <a:off x="2177465" y="863315"/>
            <a:ext cx="372260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23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Receptor atoms</a:t>
            </a:r>
          </a:p>
        </p:txBody>
      </p:sp>
      <p:pic>
        <p:nvPicPr>
          <p:cNvPr id="1511" name="图片 25">
            <a:extLst>
              <a:ext uri="{FF2B5EF4-FFF2-40B4-BE49-F238E27FC236}">
                <a16:creationId xmlns:a16="http://schemas.microsoft.com/office/drawing/2014/main" id="{03B67142-EE20-4DDE-6193-04475769B47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/>
        </p:blipFill>
        <p:spPr>
          <a:xfrm>
            <a:off x="2210184" y="939246"/>
            <a:ext cx="308673" cy="185198"/>
          </a:xfrm>
          <a:prstGeom prst="rect">
            <a:avLst/>
          </a:prstGeom>
        </p:spPr>
      </p:pic>
      <p:sp>
        <p:nvSpPr>
          <p:cNvPr id="1512" name="Atom encoding">
            <a:extLst>
              <a:ext uri="{FF2B5EF4-FFF2-40B4-BE49-F238E27FC236}">
                <a16:creationId xmlns:a16="http://schemas.microsoft.com/office/drawing/2014/main" id="{C4A641D4-251A-BEDD-2DAE-30A29083273E}"/>
              </a:ext>
            </a:extLst>
          </p:cNvPr>
          <p:cNvSpPr>
            <a:spLocks noGrp="1"/>
          </p:cNvSpPr>
          <p:nvPr/>
        </p:nvSpPr>
        <p:spPr>
          <a:xfrm>
            <a:off x="2554995" y="914499"/>
            <a:ext cx="307123" cy="15653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lang="en-US" sz="394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Embedding</a:t>
            </a:r>
          </a:p>
          <a:p>
            <a:pPr algn="ctr">
              <a:defRPr sz="550" b="0">
                <a:solidFill>
                  <a:srgbClr val="776399"/>
                </a:solidFill>
                <a:latin typeface="Arial"/>
                <a:ea typeface="Arial"/>
                <a:cs typeface="Arial"/>
              </a:defRPr>
            </a:pPr>
            <a:r>
              <a:rPr lang="en-US" sz="394" dirty="0">
                <a:solidFill>
                  <a:srgbClr val="776399"/>
                </a:solidFill>
                <a:latin typeface="Arial"/>
                <a:ea typeface="Arial"/>
                <a:cs typeface="Arial"/>
              </a:rPr>
              <a:t> head</a:t>
            </a:r>
            <a:endParaRPr sz="394" dirty="0">
              <a:solidFill>
                <a:srgbClr val="77639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13" name="Pseudo atoms">
            <a:extLst>
              <a:ext uri="{FF2B5EF4-FFF2-40B4-BE49-F238E27FC236}">
                <a16:creationId xmlns:a16="http://schemas.microsoft.com/office/drawing/2014/main" id="{64588B34-94ED-1FB7-03A9-8B77EC477C8B}"/>
              </a:ext>
            </a:extLst>
          </p:cNvPr>
          <p:cNvSpPr>
            <a:spLocks noGrp="1"/>
          </p:cNvSpPr>
          <p:nvPr/>
        </p:nvSpPr>
        <p:spPr>
          <a:xfrm>
            <a:off x="2177465" y="1252667"/>
            <a:ext cx="372260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23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23" b="1" dirty="0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1514" name="3D voxel U-Net">
            <a:extLst>
              <a:ext uri="{FF2B5EF4-FFF2-40B4-BE49-F238E27FC236}">
                <a16:creationId xmlns:a16="http://schemas.microsoft.com/office/drawing/2014/main" id="{9D0744D6-BEFB-82C6-87A4-995256EE6073}"/>
              </a:ext>
            </a:extLst>
          </p:cNvPr>
          <p:cNvSpPr>
            <a:spLocks noGrp="1"/>
          </p:cNvSpPr>
          <p:nvPr/>
        </p:nvSpPr>
        <p:spPr>
          <a:xfrm>
            <a:off x="3120154" y="250567"/>
            <a:ext cx="1009363" cy="8148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713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3D voxel U-Net</a:t>
            </a:r>
          </a:p>
        </p:txBody>
      </p:sp>
      <p:sp>
        <p:nvSpPr>
          <p:cNvPr id="1515" name="Density bank to voxel input">
            <a:extLst>
              <a:ext uri="{FF2B5EF4-FFF2-40B4-BE49-F238E27FC236}">
                <a16:creationId xmlns:a16="http://schemas.microsoft.com/office/drawing/2014/main" id="{45E08DBF-96A0-EB74-147C-C015FAC3C54A}"/>
              </a:ext>
            </a:extLst>
          </p:cNvPr>
          <p:cNvSpPr>
            <a:spLocks noGrp="1"/>
          </p:cNvSpPr>
          <p:nvPr/>
        </p:nvSpPr>
        <p:spPr>
          <a:xfrm>
            <a:off x="2571949" y="657267"/>
            <a:ext cx="346332" cy="92"/>
          </a:xfrm>
          <a:custGeom>
            <a:avLst/>
            <a:gdLst/>
            <a:ahLst/>
            <a:cxnLst/>
            <a:rect l="0" t="0" r="0" b="0"/>
            <a:pathLst>
              <a:path w="1781175" h="476">
                <a:moveTo>
                  <a:pt x="0" y="0"/>
                </a:moveTo>
                <a:lnTo>
                  <a:pt x="1781175" y="0"/>
                </a:lnTo>
              </a:path>
            </a:pathLst>
          </a:custGeom>
          <a:noFill/>
          <a:ln w="7243">
            <a:solidFill>
              <a:srgbClr val="388BBE"/>
            </a:solidFill>
            <a:prstDash val="solid"/>
          </a:ln>
        </p:spPr>
      </p:sp>
      <p:sp>
        <p:nvSpPr>
          <p:cNvPr id="1516" name="Density bank to voxel input | arrowhead">
            <a:extLst>
              <a:ext uri="{FF2B5EF4-FFF2-40B4-BE49-F238E27FC236}">
                <a16:creationId xmlns:a16="http://schemas.microsoft.com/office/drawing/2014/main" id="{0CB6E354-CB56-56C0-95D5-76D44CC90AF4}"/>
              </a:ext>
            </a:extLst>
          </p:cNvPr>
          <p:cNvSpPr>
            <a:spLocks noGrp="1"/>
          </p:cNvSpPr>
          <p:nvPr/>
        </p:nvSpPr>
        <p:spPr>
          <a:xfrm>
            <a:off x="2904285" y="649089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17" name="Atom encoding shared trunk">
            <a:extLst>
              <a:ext uri="{FF2B5EF4-FFF2-40B4-BE49-F238E27FC236}">
                <a16:creationId xmlns:a16="http://schemas.microsoft.com/office/drawing/2014/main" id="{DA042B81-6DAF-8419-93D3-99F57AAF64C1}"/>
              </a:ext>
            </a:extLst>
          </p:cNvPr>
          <p:cNvSpPr>
            <a:spLocks noGrp="1"/>
          </p:cNvSpPr>
          <p:nvPr/>
        </p:nvSpPr>
        <p:spPr>
          <a:xfrm>
            <a:off x="2571949" y="995552"/>
            <a:ext cx="272250" cy="92"/>
          </a:xfrm>
          <a:custGeom>
            <a:avLst/>
            <a:gdLst/>
            <a:ahLst/>
            <a:cxnLst/>
            <a:rect l="0" t="0" r="0" b="0"/>
            <a:pathLst>
              <a:path w="1400175" h="476">
                <a:moveTo>
                  <a:pt x="0" y="0"/>
                </a:moveTo>
                <a:lnTo>
                  <a:pt x="1400175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18" name="Atom encoding to voxel input">
            <a:extLst>
              <a:ext uri="{FF2B5EF4-FFF2-40B4-BE49-F238E27FC236}">
                <a16:creationId xmlns:a16="http://schemas.microsoft.com/office/drawing/2014/main" id="{7CDE9097-E599-90F4-6A05-29F540F04056}"/>
              </a:ext>
            </a:extLst>
          </p:cNvPr>
          <p:cNvSpPr>
            <a:spLocks noGrp="1"/>
          </p:cNvSpPr>
          <p:nvPr/>
        </p:nvSpPr>
        <p:spPr>
          <a:xfrm>
            <a:off x="2844200" y="699014"/>
            <a:ext cx="74081" cy="370396"/>
          </a:xfrm>
          <a:custGeom>
            <a:avLst/>
            <a:gdLst/>
            <a:ahLst/>
            <a:cxnLst/>
            <a:rect l="0" t="0" r="0" b="0"/>
            <a:pathLst>
              <a:path w="381000" h="1905000">
                <a:moveTo>
                  <a:pt x="0" y="1905000"/>
                </a:moveTo>
                <a:lnTo>
                  <a:pt x="0" y="0"/>
                </a:lnTo>
                <a:lnTo>
                  <a:pt x="381000" y="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19" name="Atom encoding to voxel input | arrowhead">
            <a:extLst>
              <a:ext uri="{FF2B5EF4-FFF2-40B4-BE49-F238E27FC236}">
                <a16:creationId xmlns:a16="http://schemas.microsoft.com/office/drawing/2014/main" id="{9B971C50-EB92-8C86-2442-5981E30A5431}"/>
              </a:ext>
            </a:extLst>
          </p:cNvPr>
          <p:cNvSpPr>
            <a:spLocks noGrp="1"/>
          </p:cNvSpPr>
          <p:nvPr/>
        </p:nvSpPr>
        <p:spPr>
          <a:xfrm>
            <a:off x="2902011" y="69045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20" name="Atom encoding to point input">
            <a:extLst>
              <a:ext uri="{FF2B5EF4-FFF2-40B4-BE49-F238E27FC236}">
                <a16:creationId xmlns:a16="http://schemas.microsoft.com/office/drawing/2014/main" id="{48B20397-B0DA-43BE-26BA-BEEA22910267}"/>
              </a:ext>
            </a:extLst>
          </p:cNvPr>
          <p:cNvSpPr>
            <a:spLocks noGrp="1"/>
          </p:cNvSpPr>
          <p:nvPr/>
        </p:nvSpPr>
        <p:spPr>
          <a:xfrm>
            <a:off x="2844199" y="1046120"/>
            <a:ext cx="66674" cy="200014"/>
          </a:xfrm>
          <a:custGeom>
            <a:avLst/>
            <a:gdLst/>
            <a:ahLst/>
            <a:cxnLst/>
            <a:rect l="0" t="0" r="0" b="0"/>
            <a:pathLst>
              <a:path w="342900" h="1028700">
                <a:moveTo>
                  <a:pt x="0" y="0"/>
                </a:moveTo>
                <a:lnTo>
                  <a:pt x="0" y="1028700"/>
                </a:lnTo>
                <a:lnTo>
                  <a:pt x="342900" y="1028700"/>
                </a:lnTo>
              </a:path>
            </a:pathLst>
          </a:custGeom>
          <a:noFill/>
          <a:ln w="6467">
            <a:solidFill>
              <a:srgbClr val="8C77B3"/>
            </a:solidFill>
            <a:prstDash val="solid"/>
          </a:ln>
        </p:spPr>
      </p:sp>
      <p:sp>
        <p:nvSpPr>
          <p:cNvPr id="1521" name="Pseudo atoms to point input | arrowhead">
            <a:extLst>
              <a:ext uri="{FF2B5EF4-FFF2-40B4-BE49-F238E27FC236}">
                <a16:creationId xmlns:a16="http://schemas.microsoft.com/office/drawing/2014/main" id="{0A3342A2-0DC0-FA3F-DE1B-1F81197EB5A9}"/>
              </a:ext>
            </a:extLst>
          </p:cNvPr>
          <p:cNvSpPr>
            <a:spLocks noGrp="1"/>
          </p:cNvSpPr>
          <p:nvPr/>
        </p:nvSpPr>
        <p:spPr>
          <a:xfrm>
            <a:off x="2891427" y="1278320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C78A2B"/>
          </a:solidFill>
          <a:ln w="0">
            <a:noFill/>
          </a:ln>
        </p:spPr>
      </p:sp>
      <p:sp>
        <p:nvSpPr>
          <p:cNvPr id="1522" name="U-Net forward">
            <a:extLst>
              <a:ext uri="{FF2B5EF4-FFF2-40B4-BE49-F238E27FC236}">
                <a16:creationId xmlns:a16="http://schemas.microsoft.com/office/drawing/2014/main" id="{7611D78E-9268-F5AF-70FB-0BD35A3C2875}"/>
              </a:ext>
            </a:extLst>
          </p:cNvPr>
          <p:cNvSpPr>
            <a:spLocks noGrp="1"/>
          </p:cNvSpPr>
          <p:nvPr/>
        </p:nvSpPr>
        <p:spPr>
          <a:xfrm>
            <a:off x="3066445" y="768792"/>
            <a:ext cx="16668" cy="92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3" name="U-Net forward | arrowhead">
            <a:extLst>
              <a:ext uri="{FF2B5EF4-FFF2-40B4-BE49-F238E27FC236}">
                <a16:creationId xmlns:a16="http://schemas.microsoft.com/office/drawing/2014/main" id="{270930B1-BF1A-621B-AA98-758996368094}"/>
              </a:ext>
            </a:extLst>
          </p:cNvPr>
          <p:cNvSpPr>
            <a:spLocks noGrp="1"/>
          </p:cNvSpPr>
          <p:nvPr/>
        </p:nvSpPr>
        <p:spPr>
          <a:xfrm>
            <a:off x="3072279" y="764025"/>
            <a:ext cx="10835" cy="9534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4" name="U-Net forward">
            <a:extLst>
              <a:ext uri="{FF2B5EF4-FFF2-40B4-BE49-F238E27FC236}">
                <a16:creationId xmlns:a16="http://schemas.microsoft.com/office/drawing/2014/main" id="{773CA041-C2B2-0258-10F9-D933556745E3}"/>
              </a:ext>
            </a:extLst>
          </p:cNvPr>
          <p:cNvSpPr>
            <a:spLocks noGrp="1"/>
          </p:cNvSpPr>
          <p:nvPr/>
        </p:nvSpPr>
        <p:spPr>
          <a:xfrm>
            <a:off x="3184975" y="768792"/>
            <a:ext cx="16668" cy="92"/>
          </a:xfrm>
          <a:custGeom>
            <a:avLst/>
            <a:gdLst/>
            <a:ahLst/>
            <a:cxnLst/>
            <a:rect l="0" t="0" r="0" b="0"/>
            <a:pathLst>
              <a:path w="85725" h="476">
                <a:moveTo>
                  <a:pt x="0" y="0"/>
                </a:moveTo>
                <a:lnTo>
                  <a:pt x="857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5" name="U-Net forward | arrowhead">
            <a:extLst>
              <a:ext uri="{FF2B5EF4-FFF2-40B4-BE49-F238E27FC236}">
                <a16:creationId xmlns:a16="http://schemas.microsoft.com/office/drawing/2014/main" id="{D09C7F23-52B5-57DF-EC53-71B545166F99}"/>
              </a:ext>
            </a:extLst>
          </p:cNvPr>
          <p:cNvSpPr>
            <a:spLocks noGrp="1"/>
          </p:cNvSpPr>
          <p:nvPr/>
        </p:nvSpPr>
        <p:spPr>
          <a:xfrm>
            <a:off x="3190809" y="764025"/>
            <a:ext cx="10835" cy="9534"/>
          </a:xfrm>
          <a:custGeom>
            <a:avLst/>
            <a:gdLst/>
            <a:ahLst/>
            <a:cxnLst/>
            <a:rect l="0" t="0" r="0" b="0"/>
            <a:pathLst>
              <a:path w="55721" h="49035">
                <a:moveTo>
                  <a:pt x="55721" y="24517"/>
                </a:moveTo>
                <a:lnTo>
                  <a:pt x="0" y="0"/>
                </a:lnTo>
                <a:lnTo>
                  <a:pt x="0" y="49035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6" name="U-Net forward">
            <a:extLst>
              <a:ext uri="{FF2B5EF4-FFF2-40B4-BE49-F238E27FC236}">
                <a16:creationId xmlns:a16="http://schemas.microsoft.com/office/drawing/2014/main" id="{464A525D-E7AA-9576-D5CE-D8CDF6EBA24B}"/>
              </a:ext>
            </a:extLst>
          </p:cNvPr>
          <p:cNvSpPr>
            <a:spLocks noGrp="1"/>
          </p:cNvSpPr>
          <p:nvPr/>
        </p:nvSpPr>
        <p:spPr>
          <a:xfrm>
            <a:off x="3333139" y="768792"/>
            <a:ext cx="12965" cy="92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7" name="U-Net forward | arrowhead">
            <a:extLst>
              <a:ext uri="{FF2B5EF4-FFF2-40B4-BE49-F238E27FC236}">
                <a16:creationId xmlns:a16="http://schemas.microsoft.com/office/drawing/2014/main" id="{7BB17DBA-6110-691E-9D84-D991AC364EDD}"/>
              </a:ext>
            </a:extLst>
          </p:cNvPr>
          <p:cNvSpPr>
            <a:spLocks noGrp="1"/>
          </p:cNvSpPr>
          <p:nvPr/>
        </p:nvSpPr>
        <p:spPr>
          <a:xfrm>
            <a:off x="3337677" y="765084"/>
            <a:ext cx="8427" cy="7416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28" name="U-Net forward">
            <a:extLst>
              <a:ext uri="{FF2B5EF4-FFF2-40B4-BE49-F238E27FC236}">
                <a16:creationId xmlns:a16="http://schemas.microsoft.com/office/drawing/2014/main" id="{FFB7CE73-540D-F440-1BA9-86A3E5E714A1}"/>
              </a:ext>
            </a:extLst>
          </p:cNvPr>
          <p:cNvSpPr>
            <a:spLocks noGrp="1"/>
          </p:cNvSpPr>
          <p:nvPr/>
        </p:nvSpPr>
        <p:spPr>
          <a:xfrm>
            <a:off x="3451670" y="768792"/>
            <a:ext cx="12965" cy="92"/>
          </a:xfrm>
          <a:custGeom>
            <a:avLst/>
            <a:gdLst/>
            <a:ahLst/>
            <a:cxnLst/>
            <a:rect l="0" t="0" r="0" b="0"/>
            <a:pathLst>
              <a:path w="66675" h="476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29" name="U-Net forward | arrowhead">
            <a:extLst>
              <a:ext uri="{FF2B5EF4-FFF2-40B4-BE49-F238E27FC236}">
                <a16:creationId xmlns:a16="http://schemas.microsoft.com/office/drawing/2014/main" id="{01C9ED8D-A4DF-2F15-3B12-1F711A73A0AC}"/>
              </a:ext>
            </a:extLst>
          </p:cNvPr>
          <p:cNvSpPr>
            <a:spLocks noGrp="1"/>
          </p:cNvSpPr>
          <p:nvPr/>
        </p:nvSpPr>
        <p:spPr>
          <a:xfrm>
            <a:off x="3456207" y="765084"/>
            <a:ext cx="8427" cy="7416"/>
          </a:xfrm>
          <a:custGeom>
            <a:avLst/>
            <a:gdLst/>
            <a:ahLst/>
            <a:cxnLst/>
            <a:rect l="0" t="0" r="0" b="0"/>
            <a:pathLst>
              <a:path w="43339" h="38138">
                <a:moveTo>
                  <a:pt x="43339" y="19069"/>
                </a:moveTo>
                <a:lnTo>
                  <a:pt x="0" y="0"/>
                </a:lnTo>
                <a:lnTo>
                  <a:pt x="0" y="3813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0" name="U-Net forward">
            <a:extLst>
              <a:ext uri="{FF2B5EF4-FFF2-40B4-BE49-F238E27FC236}">
                <a16:creationId xmlns:a16="http://schemas.microsoft.com/office/drawing/2014/main" id="{75F72920-8BC3-A484-4EAE-095566A22179}"/>
              </a:ext>
            </a:extLst>
          </p:cNvPr>
          <p:cNvSpPr>
            <a:spLocks noGrp="1"/>
          </p:cNvSpPr>
          <p:nvPr/>
        </p:nvSpPr>
        <p:spPr>
          <a:xfrm>
            <a:off x="3557235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1" name="U-Net forward | arrowhead">
            <a:extLst>
              <a:ext uri="{FF2B5EF4-FFF2-40B4-BE49-F238E27FC236}">
                <a16:creationId xmlns:a16="http://schemas.microsoft.com/office/drawing/2014/main" id="{CFED499F-1457-D329-76CB-A9E4F8D11B03}"/>
              </a:ext>
            </a:extLst>
          </p:cNvPr>
          <p:cNvSpPr>
            <a:spLocks noGrp="1"/>
          </p:cNvSpPr>
          <p:nvPr/>
        </p:nvSpPr>
        <p:spPr>
          <a:xfrm>
            <a:off x="3562421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2" name="U-Net forward">
            <a:extLst>
              <a:ext uri="{FF2B5EF4-FFF2-40B4-BE49-F238E27FC236}">
                <a16:creationId xmlns:a16="http://schemas.microsoft.com/office/drawing/2014/main" id="{7D943315-1DFF-021B-05A8-B660042A1F1D}"/>
              </a:ext>
            </a:extLst>
          </p:cNvPr>
          <p:cNvSpPr>
            <a:spLocks noGrp="1"/>
          </p:cNvSpPr>
          <p:nvPr/>
        </p:nvSpPr>
        <p:spPr>
          <a:xfrm>
            <a:off x="3673914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3" name="U-Net forward | arrowhead">
            <a:extLst>
              <a:ext uri="{FF2B5EF4-FFF2-40B4-BE49-F238E27FC236}">
                <a16:creationId xmlns:a16="http://schemas.microsoft.com/office/drawing/2014/main" id="{EC062492-B1E0-0945-F706-784DEDB3474E}"/>
              </a:ext>
            </a:extLst>
          </p:cNvPr>
          <p:cNvSpPr>
            <a:spLocks noGrp="1"/>
          </p:cNvSpPr>
          <p:nvPr/>
        </p:nvSpPr>
        <p:spPr>
          <a:xfrm>
            <a:off x="3679100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4" name="U-Net forward">
            <a:extLst>
              <a:ext uri="{FF2B5EF4-FFF2-40B4-BE49-F238E27FC236}">
                <a16:creationId xmlns:a16="http://schemas.microsoft.com/office/drawing/2014/main" id="{8261DEF9-A4DB-4B87-744B-5F0A48CEF3AF}"/>
              </a:ext>
            </a:extLst>
          </p:cNvPr>
          <p:cNvSpPr>
            <a:spLocks noGrp="1"/>
          </p:cNvSpPr>
          <p:nvPr/>
        </p:nvSpPr>
        <p:spPr>
          <a:xfrm>
            <a:off x="3786888" y="768792"/>
            <a:ext cx="11113" cy="92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5" name="U-Net forward | arrowhead">
            <a:extLst>
              <a:ext uri="{FF2B5EF4-FFF2-40B4-BE49-F238E27FC236}">
                <a16:creationId xmlns:a16="http://schemas.microsoft.com/office/drawing/2014/main" id="{7E1EBBAF-AEE2-37B8-8DBE-54560A42C6AC}"/>
              </a:ext>
            </a:extLst>
          </p:cNvPr>
          <p:cNvSpPr>
            <a:spLocks noGrp="1"/>
          </p:cNvSpPr>
          <p:nvPr/>
        </p:nvSpPr>
        <p:spPr>
          <a:xfrm>
            <a:off x="3789667" y="765125"/>
            <a:ext cx="8334" cy="733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6" name="U-Net forward">
            <a:extLst>
              <a:ext uri="{FF2B5EF4-FFF2-40B4-BE49-F238E27FC236}">
                <a16:creationId xmlns:a16="http://schemas.microsoft.com/office/drawing/2014/main" id="{9096B61B-84F7-8577-8679-59C65AB15457}"/>
              </a:ext>
            </a:extLst>
          </p:cNvPr>
          <p:cNvSpPr>
            <a:spLocks noGrp="1"/>
          </p:cNvSpPr>
          <p:nvPr/>
        </p:nvSpPr>
        <p:spPr>
          <a:xfrm>
            <a:off x="3903567" y="768792"/>
            <a:ext cx="11113" cy="92"/>
          </a:xfrm>
          <a:custGeom>
            <a:avLst/>
            <a:gdLst/>
            <a:ahLst/>
            <a:cxnLst/>
            <a:rect l="0" t="0" r="0" b="0"/>
            <a:pathLst>
              <a:path w="57150" h="476">
                <a:moveTo>
                  <a:pt x="0" y="0"/>
                </a:moveTo>
                <a:lnTo>
                  <a:pt x="5715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7" name="U-Net forward | arrowhead">
            <a:extLst>
              <a:ext uri="{FF2B5EF4-FFF2-40B4-BE49-F238E27FC236}">
                <a16:creationId xmlns:a16="http://schemas.microsoft.com/office/drawing/2014/main" id="{BFB2C954-D1FD-06A0-4F3E-CF96F96DA463}"/>
              </a:ext>
            </a:extLst>
          </p:cNvPr>
          <p:cNvSpPr>
            <a:spLocks noGrp="1"/>
          </p:cNvSpPr>
          <p:nvPr/>
        </p:nvSpPr>
        <p:spPr>
          <a:xfrm>
            <a:off x="3906346" y="765125"/>
            <a:ext cx="8334" cy="7334"/>
          </a:xfrm>
          <a:custGeom>
            <a:avLst/>
            <a:gdLst/>
            <a:ahLst/>
            <a:cxnLst/>
            <a:rect l="0" t="0" r="0" b="0"/>
            <a:pathLst>
              <a:path w="42863" h="37719">
                <a:moveTo>
                  <a:pt x="42863" y="18860"/>
                </a:moveTo>
                <a:lnTo>
                  <a:pt x="0" y="0"/>
                </a:lnTo>
                <a:lnTo>
                  <a:pt x="0" y="37719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38" name="U-Net forward">
            <a:extLst>
              <a:ext uri="{FF2B5EF4-FFF2-40B4-BE49-F238E27FC236}">
                <a16:creationId xmlns:a16="http://schemas.microsoft.com/office/drawing/2014/main" id="{C1BE5FF1-F9CD-1967-580B-236B78166D90}"/>
              </a:ext>
            </a:extLst>
          </p:cNvPr>
          <p:cNvSpPr>
            <a:spLocks noGrp="1"/>
          </p:cNvSpPr>
          <p:nvPr/>
        </p:nvSpPr>
        <p:spPr>
          <a:xfrm>
            <a:off x="4048027" y="768792"/>
            <a:ext cx="14817" cy="92"/>
          </a:xfrm>
          <a:custGeom>
            <a:avLst/>
            <a:gdLst/>
            <a:ahLst/>
            <a:cxnLst/>
            <a:rect l="0" t="0" r="0" b="0"/>
            <a:pathLst>
              <a:path w="76200" h="476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39" name="U-Net forward | arrowhead">
            <a:extLst>
              <a:ext uri="{FF2B5EF4-FFF2-40B4-BE49-F238E27FC236}">
                <a16:creationId xmlns:a16="http://schemas.microsoft.com/office/drawing/2014/main" id="{C60DF523-572C-DEB3-8FEE-034453786CA8}"/>
              </a:ext>
            </a:extLst>
          </p:cNvPr>
          <p:cNvSpPr>
            <a:spLocks noGrp="1"/>
          </p:cNvSpPr>
          <p:nvPr/>
        </p:nvSpPr>
        <p:spPr>
          <a:xfrm>
            <a:off x="4053212" y="764555"/>
            <a:ext cx="9631" cy="8474"/>
          </a:xfrm>
          <a:custGeom>
            <a:avLst/>
            <a:gdLst/>
            <a:ahLst/>
            <a:cxnLst/>
            <a:rect l="0" t="0" r="0" b="0"/>
            <a:pathLst>
              <a:path w="49530" h="43586">
                <a:moveTo>
                  <a:pt x="49530" y="21793"/>
                </a:moveTo>
                <a:lnTo>
                  <a:pt x="0" y="0"/>
                </a:lnTo>
                <a:lnTo>
                  <a:pt x="0" y="43586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40" name="U-Net forward">
            <a:extLst>
              <a:ext uri="{FF2B5EF4-FFF2-40B4-BE49-F238E27FC236}">
                <a16:creationId xmlns:a16="http://schemas.microsoft.com/office/drawing/2014/main" id="{9DE6FC83-28F8-434F-18B4-E17854E44748}"/>
              </a:ext>
            </a:extLst>
          </p:cNvPr>
          <p:cNvSpPr>
            <a:spLocks noGrp="1"/>
          </p:cNvSpPr>
          <p:nvPr/>
        </p:nvSpPr>
        <p:spPr>
          <a:xfrm>
            <a:off x="4159150" y="768792"/>
            <a:ext cx="24076" cy="92"/>
          </a:xfrm>
          <a:custGeom>
            <a:avLst/>
            <a:gdLst/>
            <a:ahLst/>
            <a:cxnLst/>
            <a:rect l="0" t="0" r="0" b="0"/>
            <a:pathLst>
              <a:path w="123825" h="476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4656">
            <a:solidFill>
              <a:srgbClr val="6993B4"/>
            </a:solidFill>
            <a:prstDash val="solid"/>
          </a:ln>
        </p:spPr>
      </p:sp>
      <p:sp>
        <p:nvSpPr>
          <p:cNvPr id="1541" name="U-Net forward | arrowhead">
            <a:extLst>
              <a:ext uri="{FF2B5EF4-FFF2-40B4-BE49-F238E27FC236}">
                <a16:creationId xmlns:a16="http://schemas.microsoft.com/office/drawing/2014/main" id="{E54137A6-4214-96DF-FD65-670C91FFA5B9}"/>
              </a:ext>
            </a:extLst>
          </p:cNvPr>
          <p:cNvSpPr>
            <a:spLocks noGrp="1"/>
          </p:cNvSpPr>
          <p:nvPr/>
        </p:nvSpPr>
        <p:spPr>
          <a:xfrm>
            <a:off x="4167576" y="761906"/>
            <a:ext cx="15650" cy="13771"/>
          </a:xfrm>
          <a:custGeom>
            <a:avLst/>
            <a:gdLst/>
            <a:ahLst/>
            <a:cxnLst/>
            <a:rect l="0" t="0" r="0" b="0"/>
            <a:pathLst>
              <a:path w="80486" h="70828">
                <a:moveTo>
                  <a:pt x="80486" y="35414"/>
                </a:moveTo>
                <a:lnTo>
                  <a:pt x="0" y="0"/>
                </a:lnTo>
                <a:lnTo>
                  <a:pt x="0" y="70828"/>
                </a:lnTo>
                <a:close/>
              </a:path>
            </a:pathLst>
          </a:custGeom>
          <a:solidFill>
            <a:srgbClr val="6993B4"/>
          </a:solidFill>
          <a:ln w="0">
            <a:noFill/>
          </a:ln>
        </p:spPr>
      </p:sp>
      <p:sp>
        <p:nvSpPr>
          <p:cNvPr id="1542" name="U-Net skip 1">
            <a:extLst>
              <a:ext uri="{FF2B5EF4-FFF2-40B4-BE49-F238E27FC236}">
                <a16:creationId xmlns:a16="http://schemas.microsoft.com/office/drawing/2014/main" id="{AD552ABD-E0E2-815D-6A83-7AD770480241}"/>
              </a:ext>
            </a:extLst>
          </p:cNvPr>
          <p:cNvSpPr>
            <a:spLocks noGrp="1"/>
          </p:cNvSpPr>
          <p:nvPr/>
        </p:nvSpPr>
        <p:spPr>
          <a:xfrm>
            <a:off x="2997919" y="427180"/>
            <a:ext cx="1257537" cy="101858"/>
          </a:xfrm>
          <a:custGeom>
            <a:avLst/>
            <a:gdLst/>
            <a:ahLst/>
            <a:cxnLst/>
            <a:rect l="0" t="0" r="0" b="0"/>
            <a:pathLst>
              <a:path w="6467475" h="438150">
                <a:moveTo>
                  <a:pt x="0" y="438150"/>
                </a:moveTo>
                <a:lnTo>
                  <a:pt x="0" y="0"/>
                </a:lnTo>
                <a:lnTo>
                  <a:pt x="6467475" y="0"/>
                </a:lnTo>
                <a:lnTo>
                  <a:pt x="6467475" y="43815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3" name="U-Net skip 1 | arrowhead">
            <a:extLst>
              <a:ext uri="{FF2B5EF4-FFF2-40B4-BE49-F238E27FC236}">
                <a16:creationId xmlns:a16="http://schemas.microsoft.com/office/drawing/2014/main" id="{E7B8FA34-F47F-DCAD-84B6-74D8B71F6275}"/>
              </a:ext>
            </a:extLst>
          </p:cNvPr>
          <p:cNvSpPr>
            <a:spLocks noGrp="1"/>
          </p:cNvSpPr>
          <p:nvPr/>
        </p:nvSpPr>
        <p:spPr>
          <a:xfrm>
            <a:off x="4247279" y="508836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4" name="U-Net skip 2">
            <a:extLst>
              <a:ext uri="{FF2B5EF4-FFF2-40B4-BE49-F238E27FC236}">
                <a16:creationId xmlns:a16="http://schemas.microsoft.com/office/drawing/2014/main" id="{95BB343C-1C80-6070-10F4-B7E5EF6062F5}"/>
              </a:ext>
            </a:extLst>
          </p:cNvPr>
          <p:cNvSpPr>
            <a:spLocks noGrp="1"/>
          </p:cNvSpPr>
          <p:nvPr/>
        </p:nvSpPr>
        <p:spPr>
          <a:xfrm>
            <a:off x="3134970" y="457966"/>
            <a:ext cx="976026" cy="101046"/>
          </a:xfrm>
          <a:custGeom>
            <a:avLst/>
            <a:gdLst/>
            <a:ahLst/>
            <a:cxnLst/>
            <a:rect l="0" t="0" r="0" b="0"/>
            <a:pathLst>
              <a:path w="5019675" h="447675">
                <a:moveTo>
                  <a:pt x="0" y="447675"/>
                </a:moveTo>
                <a:lnTo>
                  <a:pt x="0" y="0"/>
                </a:lnTo>
                <a:lnTo>
                  <a:pt x="5019675" y="0"/>
                </a:lnTo>
                <a:lnTo>
                  <a:pt x="5019675" y="44767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5" name="U-Net skip 2 | arrowhead">
            <a:extLst>
              <a:ext uri="{FF2B5EF4-FFF2-40B4-BE49-F238E27FC236}">
                <a16:creationId xmlns:a16="http://schemas.microsoft.com/office/drawing/2014/main" id="{D84B5D4D-A7EA-B33C-43CD-D33B51D4FA9E}"/>
              </a:ext>
            </a:extLst>
          </p:cNvPr>
          <p:cNvSpPr>
            <a:spLocks noGrp="1"/>
          </p:cNvSpPr>
          <p:nvPr/>
        </p:nvSpPr>
        <p:spPr>
          <a:xfrm>
            <a:off x="4102440" y="555135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5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6" name="U-Net skip 3">
            <a:extLst>
              <a:ext uri="{FF2B5EF4-FFF2-40B4-BE49-F238E27FC236}">
                <a16:creationId xmlns:a16="http://schemas.microsoft.com/office/drawing/2014/main" id="{2D3B2364-4969-FDFD-AC5A-83105465B6C2}"/>
              </a:ext>
            </a:extLst>
          </p:cNvPr>
          <p:cNvSpPr>
            <a:spLocks noGrp="1"/>
          </p:cNvSpPr>
          <p:nvPr/>
        </p:nvSpPr>
        <p:spPr>
          <a:xfrm>
            <a:off x="3268317" y="490609"/>
            <a:ext cx="717378" cy="112354"/>
          </a:xfrm>
          <a:custGeom>
            <a:avLst/>
            <a:gdLst/>
            <a:ahLst/>
            <a:cxnLst/>
            <a:rect l="0" t="0" r="0" b="0"/>
            <a:pathLst>
              <a:path w="3667125" h="419100">
                <a:moveTo>
                  <a:pt x="0" y="419100"/>
                </a:moveTo>
                <a:lnTo>
                  <a:pt x="0" y="0"/>
                </a:lnTo>
                <a:lnTo>
                  <a:pt x="3667125" y="0"/>
                </a:lnTo>
                <a:lnTo>
                  <a:pt x="3667125" y="419100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7" name="U-Net skip 3 | arrowhead">
            <a:extLst>
              <a:ext uri="{FF2B5EF4-FFF2-40B4-BE49-F238E27FC236}">
                <a16:creationId xmlns:a16="http://schemas.microsoft.com/office/drawing/2014/main" id="{6D635E38-CB4E-A992-ABBF-5D055F9693AE}"/>
              </a:ext>
            </a:extLst>
          </p:cNvPr>
          <p:cNvSpPr>
            <a:spLocks noGrp="1"/>
          </p:cNvSpPr>
          <p:nvPr/>
        </p:nvSpPr>
        <p:spPr>
          <a:xfrm>
            <a:off x="3976964" y="592175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48" name="U-Net skip 4">
            <a:extLst>
              <a:ext uri="{FF2B5EF4-FFF2-40B4-BE49-F238E27FC236}">
                <a16:creationId xmlns:a16="http://schemas.microsoft.com/office/drawing/2014/main" id="{BA2C6548-BBC3-B71B-E60A-3A2EA5FF0977}"/>
              </a:ext>
            </a:extLst>
          </p:cNvPr>
          <p:cNvSpPr>
            <a:spLocks noGrp="1"/>
          </p:cNvSpPr>
          <p:nvPr/>
        </p:nvSpPr>
        <p:spPr>
          <a:xfrm>
            <a:off x="3399812" y="523778"/>
            <a:ext cx="450046" cy="145254"/>
          </a:xfrm>
          <a:custGeom>
            <a:avLst/>
            <a:gdLst/>
            <a:ahLst/>
            <a:cxnLst/>
            <a:rect l="0" t="0" r="0" b="0"/>
            <a:pathLst>
              <a:path w="2314575" h="504825">
                <a:moveTo>
                  <a:pt x="0" y="504825"/>
                </a:moveTo>
                <a:lnTo>
                  <a:pt x="0" y="0"/>
                </a:lnTo>
                <a:lnTo>
                  <a:pt x="2314575" y="0"/>
                </a:lnTo>
                <a:lnTo>
                  <a:pt x="2314575" y="504825"/>
                </a:lnTo>
              </a:path>
            </a:pathLst>
          </a:custGeom>
          <a:noFill/>
          <a:ln w="4915">
            <a:solidFill>
              <a:srgbClr val="86A6C7"/>
            </a:solidFill>
            <a:prstDash val="dash"/>
          </a:ln>
        </p:spPr>
      </p:sp>
      <p:sp>
        <p:nvSpPr>
          <p:cNvPr id="1549" name="U-Net skip 4 | arrowhead">
            <a:extLst>
              <a:ext uri="{FF2B5EF4-FFF2-40B4-BE49-F238E27FC236}">
                <a16:creationId xmlns:a16="http://schemas.microsoft.com/office/drawing/2014/main" id="{01B6D0C1-FD5C-8FB7-2E1A-F879D49E6750}"/>
              </a:ext>
            </a:extLst>
          </p:cNvPr>
          <p:cNvSpPr>
            <a:spLocks noGrp="1"/>
          </p:cNvSpPr>
          <p:nvPr/>
        </p:nvSpPr>
        <p:spPr>
          <a:xfrm>
            <a:off x="3841302" y="660951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6A6C7"/>
          </a:solidFill>
          <a:ln w="0">
            <a:noFill/>
          </a:ln>
        </p:spPr>
      </p:sp>
      <p:sp>
        <p:nvSpPr>
          <p:cNvPr id="1550" name="Skip connections">
            <a:extLst>
              <a:ext uri="{FF2B5EF4-FFF2-40B4-BE49-F238E27FC236}">
                <a16:creationId xmlns:a16="http://schemas.microsoft.com/office/drawing/2014/main" id="{2B09B6C9-B0D1-3A19-7995-EA0E25A48C3F}"/>
              </a:ext>
            </a:extLst>
          </p:cNvPr>
          <p:cNvSpPr>
            <a:spLocks noGrp="1"/>
          </p:cNvSpPr>
          <p:nvPr/>
        </p:nvSpPr>
        <p:spPr>
          <a:xfrm>
            <a:off x="3322472" y="349024"/>
            <a:ext cx="592653" cy="6296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617F9F"/>
                </a:solidFill>
                <a:latin typeface="Arial"/>
                <a:ea typeface="Arial"/>
                <a:cs typeface="Arial"/>
              </a:defRPr>
            </a:pPr>
            <a:r>
              <a:rPr sz="364" dirty="0">
                <a:solidFill>
                  <a:srgbClr val="617F9F"/>
                </a:solidFill>
                <a:latin typeface="Arial"/>
                <a:ea typeface="Arial"/>
                <a:cs typeface="Arial"/>
              </a:rPr>
              <a:t>Skip connections</a:t>
            </a:r>
          </a:p>
        </p:txBody>
      </p:sp>
      <p:sp>
        <p:nvSpPr>
          <p:cNvPr id="1551" name="Encoder">
            <a:extLst>
              <a:ext uri="{FF2B5EF4-FFF2-40B4-BE49-F238E27FC236}">
                <a16:creationId xmlns:a16="http://schemas.microsoft.com/office/drawing/2014/main" id="{299C2F67-A7DE-87F9-2EF4-DF6C176C1359}"/>
              </a:ext>
            </a:extLst>
          </p:cNvPr>
          <p:cNvSpPr>
            <a:spLocks noGrp="1"/>
          </p:cNvSpPr>
          <p:nvPr/>
        </p:nvSpPr>
        <p:spPr>
          <a:xfrm>
            <a:off x="2959721" y="800705"/>
            <a:ext cx="431525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507CAB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507CAB"/>
                </a:solidFill>
                <a:latin typeface="Arial"/>
                <a:ea typeface="Arial"/>
                <a:cs typeface="Arial"/>
              </a:rPr>
              <a:t>Encoder</a:t>
            </a:r>
          </a:p>
        </p:txBody>
      </p:sp>
      <p:sp>
        <p:nvSpPr>
          <p:cNvPr id="1552" name="Bottleneck">
            <a:extLst>
              <a:ext uri="{FF2B5EF4-FFF2-40B4-BE49-F238E27FC236}">
                <a16:creationId xmlns:a16="http://schemas.microsoft.com/office/drawing/2014/main" id="{950E82E8-8259-B728-51CB-C945479A2E07}"/>
              </a:ext>
            </a:extLst>
          </p:cNvPr>
          <p:cNvSpPr>
            <a:spLocks noGrp="1"/>
          </p:cNvSpPr>
          <p:nvPr/>
        </p:nvSpPr>
        <p:spPr>
          <a:xfrm>
            <a:off x="3453522" y="791599"/>
            <a:ext cx="338924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8C72AC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8C72AC"/>
                </a:solidFill>
                <a:latin typeface="Arial"/>
                <a:ea typeface="Arial"/>
                <a:cs typeface="Arial"/>
              </a:rPr>
              <a:t>Bottleneck</a:t>
            </a:r>
          </a:p>
        </p:txBody>
      </p:sp>
      <p:sp>
        <p:nvSpPr>
          <p:cNvPr id="1553" name="Decoder">
            <a:extLst>
              <a:ext uri="{FF2B5EF4-FFF2-40B4-BE49-F238E27FC236}">
                <a16:creationId xmlns:a16="http://schemas.microsoft.com/office/drawing/2014/main" id="{B76259FB-1513-7C07-340C-DB6B45E72088}"/>
              </a:ext>
            </a:extLst>
          </p:cNvPr>
          <p:cNvSpPr>
            <a:spLocks noGrp="1"/>
          </p:cNvSpPr>
          <p:nvPr/>
        </p:nvSpPr>
        <p:spPr>
          <a:xfrm>
            <a:off x="3876230" y="797038"/>
            <a:ext cx="411153" cy="75931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F8E84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4F8E84"/>
                </a:solidFill>
                <a:latin typeface="Arial"/>
                <a:ea typeface="Arial"/>
                <a:cs typeface="Arial"/>
              </a:rPr>
              <a:t>Decoder</a:t>
            </a:r>
          </a:p>
        </p:txBody>
      </p:sp>
      <p:sp>
        <p:nvSpPr>
          <p:cNvPr id="1554" name="Voxel-to-point fusion">
            <a:extLst>
              <a:ext uri="{FF2B5EF4-FFF2-40B4-BE49-F238E27FC236}">
                <a16:creationId xmlns:a16="http://schemas.microsoft.com/office/drawing/2014/main" id="{BE1E1F3A-60EB-1A55-D87C-54C2BACBA4CF}"/>
              </a:ext>
            </a:extLst>
          </p:cNvPr>
          <p:cNvSpPr>
            <a:spLocks noGrp="1"/>
          </p:cNvSpPr>
          <p:nvPr/>
        </p:nvSpPr>
        <p:spPr>
          <a:xfrm>
            <a:off x="3313416" y="875863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555" name="Voxel-to-point fusion | arrowhead">
            <a:extLst>
              <a:ext uri="{FF2B5EF4-FFF2-40B4-BE49-F238E27FC236}">
                <a16:creationId xmlns:a16="http://schemas.microsoft.com/office/drawing/2014/main" id="{499892AD-7BFD-F77B-07D4-AE34BAC7B430}"/>
              </a:ext>
            </a:extLst>
          </p:cNvPr>
          <p:cNvSpPr>
            <a:spLocks noGrp="1"/>
          </p:cNvSpPr>
          <p:nvPr/>
        </p:nvSpPr>
        <p:spPr>
          <a:xfrm>
            <a:off x="3304373" y="1167231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56" name="Voxel-to-point fusion">
            <a:extLst>
              <a:ext uri="{FF2B5EF4-FFF2-40B4-BE49-F238E27FC236}">
                <a16:creationId xmlns:a16="http://schemas.microsoft.com/office/drawing/2014/main" id="{5309417F-8CA5-0B08-F277-05DF890119A6}"/>
              </a:ext>
            </a:extLst>
          </p:cNvPr>
          <p:cNvSpPr>
            <a:spLocks noGrp="1"/>
          </p:cNvSpPr>
          <p:nvPr/>
        </p:nvSpPr>
        <p:spPr>
          <a:xfrm>
            <a:off x="3183123" y="927668"/>
            <a:ext cx="865366" cy="13704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388BBE"/>
                </a:solidFill>
                <a:latin typeface="Arial"/>
                <a:ea typeface="Arial"/>
                <a:cs typeface="Arial"/>
              </a:defRPr>
            </a:pPr>
            <a:r>
              <a:rPr sz="423" dirty="0">
                <a:solidFill>
                  <a:srgbClr val="388BBE"/>
                </a:solidFill>
                <a:latin typeface="Arial"/>
                <a:ea typeface="Arial"/>
                <a:cs typeface="Arial"/>
              </a:rPr>
              <a:t>Voxel-to-point fusion</a:t>
            </a:r>
          </a:p>
        </p:txBody>
      </p:sp>
      <p:sp>
        <p:nvSpPr>
          <p:cNvPr id="1557" name="b | refined point stage">
            <a:extLst>
              <a:ext uri="{FF2B5EF4-FFF2-40B4-BE49-F238E27FC236}">
                <a16:creationId xmlns:a16="http://schemas.microsoft.com/office/drawing/2014/main" id="{E55B4B73-F3BC-2FE1-D809-C85935104050}"/>
              </a:ext>
            </a:extLst>
          </p:cNvPr>
          <p:cNvSpPr>
            <a:spLocks noGrp="1"/>
          </p:cNvSpPr>
          <p:nvPr/>
        </p:nvSpPr>
        <p:spPr>
          <a:xfrm>
            <a:off x="292013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58" name="b | refined point stage">
            <a:extLst>
              <a:ext uri="{FF2B5EF4-FFF2-40B4-BE49-F238E27FC236}">
                <a16:creationId xmlns:a16="http://schemas.microsoft.com/office/drawing/2014/main" id="{A0A6F2C9-B73E-15D5-63F7-D68D3F715458}"/>
              </a:ext>
            </a:extLst>
          </p:cNvPr>
          <p:cNvSpPr>
            <a:spLocks noGrp="1"/>
          </p:cNvSpPr>
          <p:nvPr/>
        </p:nvSpPr>
        <p:spPr>
          <a:xfrm>
            <a:off x="3223868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59" name="b | refined point stage">
            <a:extLst>
              <a:ext uri="{FF2B5EF4-FFF2-40B4-BE49-F238E27FC236}">
                <a16:creationId xmlns:a16="http://schemas.microsoft.com/office/drawing/2014/main" id="{8139EA1E-C6F4-E621-FB9C-9E8F58649FE5}"/>
              </a:ext>
            </a:extLst>
          </p:cNvPr>
          <p:cNvSpPr>
            <a:spLocks noGrp="1"/>
          </p:cNvSpPr>
          <p:nvPr/>
        </p:nvSpPr>
        <p:spPr>
          <a:xfrm>
            <a:off x="352760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60" name="b | refined point stage">
            <a:extLst>
              <a:ext uri="{FF2B5EF4-FFF2-40B4-BE49-F238E27FC236}">
                <a16:creationId xmlns:a16="http://schemas.microsoft.com/office/drawing/2014/main" id="{5917C98C-391A-46FD-7364-624A734B8047}"/>
              </a:ext>
            </a:extLst>
          </p:cNvPr>
          <p:cNvSpPr>
            <a:spLocks noGrp="1"/>
          </p:cNvSpPr>
          <p:nvPr/>
        </p:nvSpPr>
        <p:spPr>
          <a:xfrm>
            <a:off x="3831338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</p:sp>
      <p:sp>
        <p:nvSpPr>
          <p:cNvPr id="1561" name="b | refined point stage">
            <a:extLst>
              <a:ext uri="{FF2B5EF4-FFF2-40B4-BE49-F238E27FC236}">
                <a16:creationId xmlns:a16="http://schemas.microsoft.com/office/drawing/2014/main" id="{967EF3AB-149C-A44F-2B56-C729D3172EE7}"/>
              </a:ext>
            </a:extLst>
          </p:cNvPr>
          <p:cNvSpPr>
            <a:spLocks noGrp="1"/>
          </p:cNvSpPr>
          <p:nvPr/>
        </p:nvSpPr>
        <p:spPr>
          <a:xfrm>
            <a:off x="4135073" y="1191372"/>
            <a:ext cx="192613" cy="151863"/>
          </a:xfrm>
          <a:prstGeom prst="roundRect">
            <a:avLst>
              <a:gd name="adj" fmla="val 8537"/>
            </a:avLst>
          </a:prstGeom>
          <a:solidFill>
            <a:srgbClr val="FCFBFF"/>
          </a:solidFill>
          <a:ln w="4010">
            <a:solidFill>
              <a:srgbClr val="B6A6CF"/>
            </a:solidFill>
            <a:prstDash val="solid"/>
          </a:ln>
        </p:spPr>
        <p:txBody>
          <a:bodyPr/>
          <a:lstStyle/>
          <a:p>
            <a:endParaRPr lang="zh-CN" altLang="en-US" sz="1289" dirty="0"/>
          </a:p>
        </p:txBody>
      </p:sp>
      <p:sp>
        <p:nvSpPr>
          <p:cNvPr id="1562" name="Point pathway forward">
            <a:extLst>
              <a:ext uri="{FF2B5EF4-FFF2-40B4-BE49-F238E27FC236}">
                <a16:creationId xmlns:a16="http://schemas.microsoft.com/office/drawing/2014/main" id="{A5784651-2F7C-015A-5CD5-DA1136A57365}"/>
              </a:ext>
            </a:extLst>
          </p:cNvPr>
          <p:cNvSpPr>
            <a:spLocks noGrp="1"/>
          </p:cNvSpPr>
          <p:nvPr/>
        </p:nvSpPr>
        <p:spPr>
          <a:xfrm>
            <a:off x="3123858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3" name="Point pathway forward | arrowhead">
            <a:extLst>
              <a:ext uri="{FF2B5EF4-FFF2-40B4-BE49-F238E27FC236}">
                <a16:creationId xmlns:a16="http://schemas.microsoft.com/office/drawing/2014/main" id="{8A8CAC6B-B84C-021F-EE3C-07253A7A5BF3}"/>
              </a:ext>
            </a:extLst>
          </p:cNvPr>
          <p:cNvSpPr>
            <a:spLocks noGrp="1"/>
          </p:cNvSpPr>
          <p:nvPr/>
        </p:nvSpPr>
        <p:spPr>
          <a:xfrm>
            <a:off x="3191458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4" name="Point pathway forward">
            <a:extLst>
              <a:ext uri="{FF2B5EF4-FFF2-40B4-BE49-F238E27FC236}">
                <a16:creationId xmlns:a16="http://schemas.microsoft.com/office/drawing/2014/main" id="{2086DACA-F211-0516-83ED-EAF40E78A93E}"/>
              </a:ext>
            </a:extLst>
          </p:cNvPr>
          <p:cNvSpPr>
            <a:spLocks noGrp="1"/>
          </p:cNvSpPr>
          <p:nvPr/>
        </p:nvSpPr>
        <p:spPr>
          <a:xfrm>
            <a:off x="3427593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5" name="Point pathway forward | arrowhead">
            <a:extLst>
              <a:ext uri="{FF2B5EF4-FFF2-40B4-BE49-F238E27FC236}">
                <a16:creationId xmlns:a16="http://schemas.microsoft.com/office/drawing/2014/main" id="{68848876-B942-EEB8-2919-3245FBD72825}"/>
              </a:ext>
            </a:extLst>
          </p:cNvPr>
          <p:cNvSpPr>
            <a:spLocks noGrp="1"/>
          </p:cNvSpPr>
          <p:nvPr/>
        </p:nvSpPr>
        <p:spPr>
          <a:xfrm>
            <a:off x="3495193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6" name="Point pathway forward">
            <a:extLst>
              <a:ext uri="{FF2B5EF4-FFF2-40B4-BE49-F238E27FC236}">
                <a16:creationId xmlns:a16="http://schemas.microsoft.com/office/drawing/2014/main" id="{517B7A95-56CA-6722-2034-A58159BBABF4}"/>
              </a:ext>
            </a:extLst>
          </p:cNvPr>
          <p:cNvSpPr>
            <a:spLocks noGrp="1"/>
          </p:cNvSpPr>
          <p:nvPr/>
        </p:nvSpPr>
        <p:spPr>
          <a:xfrm>
            <a:off x="3731327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7" name="Point pathway forward | arrowhead">
            <a:extLst>
              <a:ext uri="{FF2B5EF4-FFF2-40B4-BE49-F238E27FC236}">
                <a16:creationId xmlns:a16="http://schemas.microsoft.com/office/drawing/2014/main" id="{1F9B8113-BD39-3048-DC67-8BC6A2FBE701}"/>
              </a:ext>
            </a:extLst>
          </p:cNvPr>
          <p:cNvSpPr>
            <a:spLocks noGrp="1"/>
          </p:cNvSpPr>
          <p:nvPr/>
        </p:nvSpPr>
        <p:spPr>
          <a:xfrm>
            <a:off x="3798928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68" name="Point pathway forward">
            <a:extLst>
              <a:ext uri="{FF2B5EF4-FFF2-40B4-BE49-F238E27FC236}">
                <a16:creationId xmlns:a16="http://schemas.microsoft.com/office/drawing/2014/main" id="{1109744A-46DE-5186-2FB6-5238163A3E79}"/>
              </a:ext>
            </a:extLst>
          </p:cNvPr>
          <p:cNvSpPr>
            <a:spLocks noGrp="1"/>
          </p:cNvSpPr>
          <p:nvPr/>
        </p:nvSpPr>
        <p:spPr>
          <a:xfrm>
            <a:off x="4035062" y="1267304"/>
            <a:ext cx="87046" cy="92"/>
          </a:xfrm>
          <a:custGeom>
            <a:avLst/>
            <a:gdLst/>
            <a:ahLst/>
            <a:cxnLst/>
            <a:rect l="0" t="0" r="0" b="0"/>
            <a:pathLst>
              <a:path w="447675" h="476">
                <a:moveTo>
                  <a:pt x="0" y="0"/>
                </a:moveTo>
                <a:lnTo>
                  <a:pt x="447675" y="0"/>
                </a:lnTo>
              </a:path>
            </a:pathLst>
          </a:custGeom>
          <a:noFill/>
          <a:ln w="6726">
            <a:solidFill>
              <a:srgbClr val="8C77B3"/>
            </a:solidFill>
            <a:prstDash val="solid"/>
          </a:ln>
        </p:spPr>
      </p:sp>
      <p:sp>
        <p:nvSpPr>
          <p:cNvPr id="1569" name="Point pathway forward | arrowhead">
            <a:extLst>
              <a:ext uri="{FF2B5EF4-FFF2-40B4-BE49-F238E27FC236}">
                <a16:creationId xmlns:a16="http://schemas.microsoft.com/office/drawing/2014/main" id="{04CF95D7-587B-A305-EC6B-C95DE4453B36}"/>
              </a:ext>
            </a:extLst>
          </p:cNvPr>
          <p:cNvSpPr>
            <a:spLocks noGrp="1"/>
          </p:cNvSpPr>
          <p:nvPr/>
        </p:nvSpPr>
        <p:spPr>
          <a:xfrm>
            <a:off x="4102662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70" name="Point recycling rounded return">
            <a:extLst>
              <a:ext uri="{FF2B5EF4-FFF2-40B4-BE49-F238E27FC236}">
                <a16:creationId xmlns:a16="http://schemas.microsoft.com/office/drawing/2014/main" id="{F141F842-8A45-7DB7-B3CD-5C2078764727}"/>
              </a:ext>
            </a:extLst>
          </p:cNvPr>
          <p:cNvSpPr>
            <a:spLocks noGrp="1"/>
          </p:cNvSpPr>
          <p:nvPr/>
        </p:nvSpPr>
        <p:spPr>
          <a:xfrm>
            <a:off x="3016439" y="1359902"/>
            <a:ext cx="1214940" cy="105563"/>
          </a:xfrm>
          <a:custGeom>
            <a:avLst/>
            <a:gdLst/>
            <a:ahLst/>
            <a:cxnLst/>
            <a:rect l="0" t="0" r="0" b="0"/>
            <a:pathLst>
              <a:path w="6248400" h="542925">
                <a:moveTo>
                  <a:pt x="6248400" y="0"/>
                </a:moveTo>
                <a:lnTo>
                  <a:pt x="6248400" y="314325"/>
                </a:lnTo>
                <a:lnTo>
                  <a:pt x="6247148" y="338220"/>
                </a:lnTo>
                <a:lnTo>
                  <a:pt x="6243405" y="361854"/>
                </a:lnTo>
                <a:lnTo>
                  <a:pt x="6237212" y="384966"/>
                </a:lnTo>
                <a:lnTo>
                  <a:pt x="6228636" y="407305"/>
                </a:lnTo>
                <a:lnTo>
                  <a:pt x="6217773" y="428625"/>
                </a:lnTo>
                <a:lnTo>
                  <a:pt x="6204741" y="448693"/>
                </a:lnTo>
                <a:lnTo>
                  <a:pt x="6189683" y="467288"/>
                </a:lnTo>
                <a:lnTo>
                  <a:pt x="6172763" y="484208"/>
                </a:lnTo>
                <a:lnTo>
                  <a:pt x="6154168" y="499266"/>
                </a:lnTo>
                <a:lnTo>
                  <a:pt x="6134100" y="512298"/>
                </a:lnTo>
                <a:lnTo>
                  <a:pt x="6112780" y="523161"/>
                </a:lnTo>
                <a:lnTo>
                  <a:pt x="6090441" y="531737"/>
                </a:lnTo>
                <a:lnTo>
                  <a:pt x="6067329" y="537930"/>
                </a:lnTo>
                <a:lnTo>
                  <a:pt x="6043695" y="541673"/>
                </a:lnTo>
                <a:lnTo>
                  <a:pt x="6019800" y="542925"/>
                </a:lnTo>
                <a:lnTo>
                  <a:pt x="228600" y="542925"/>
                </a:lnTo>
                <a:lnTo>
                  <a:pt x="204705" y="541673"/>
                </a:lnTo>
                <a:lnTo>
                  <a:pt x="181071" y="537930"/>
                </a:lnTo>
                <a:lnTo>
                  <a:pt x="157959" y="531737"/>
                </a:lnTo>
                <a:lnTo>
                  <a:pt x="135620" y="523161"/>
                </a:lnTo>
                <a:lnTo>
                  <a:pt x="114300" y="512298"/>
                </a:lnTo>
                <a:lnTo>
                  <a:pt x="94232" y="499266"/>
                </a:lnTo>
                <a:lnTo>
                  <a:pt x="75637" y="484208"/>
                </a:lnTo>
                <a:lnTo>
                  <a:pt x="58717" y="467288"/>
                </a:lnTo>
                <a:lnTo>
                  <a:pt x="43659" y="448693"/>
                </a:lnTo>
                <a:lnTo>
                  <a:pt x="30627" y="428625"/>
                </a:lnTo>
                <a:lnTo>
                  <a:pt x="19764" y="407305"/>
                </a:lnTo>
                <a:lnTo>
                  <a:pt x="11188" y="384966"/>
                </a:lnTo>
                <a:lnTo>
                  <a:pt x="4995" y="361854"/>
                </a:lnTo>
                <a:lnTo>
                  <a:pt x="1252" y="338220"/>
                </a:lnTo>
                <a:lnTo>
                  <a:pt x="0" y="314325"/>
                </a:lnTo>
                <a:lnTo>
                  <a:pt x="0" y="0"/>
                </a:lnTo>
              </a:path>
            </a:pathLst>
          </a:custGeom>
          <a:noFill/>
          <a:ln w="7761">
            <a:solidFill>
              <a:srgbClr val="6B94B8"/>
            </a:solidFill>
            <a:prstDash val="solid"/>
          </a:ln>
        </p:spPr>
      </p:sp>
      <p:sp>
        <p:nvSpPr>
          <p:cNvPr id="1571" name="Point recycling rounded return | arrowhead">
            <a:extLst>
              <a:ext uri="{FF2B5EF4-FFF2-40B4-BE49-F238E27FC236}">
                <a16:creationId xmlns:a16="http://schemas.microsoft.com/office/drawing/2014/main" id="{5DEC4188-1754-0CB5-9AD4-91EE68720798}"/>
              </a:ext>
            </a:extLst>
          </p:cNvPr>
          <p:cNvSpPr>
            <a:spLocks noGrp="1"/>
          </p:cNvSpPr>
          <p:nvPr/>
        </p:nvSpPr>
        <p:spPr>
          <a:xfrm>
            <a:off x="3007883" y="1359902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0"/>
                </a:moveTo>
                <a:lnTo>
                  <a:pt x="0" y="100013"/>
                </a:lnTo>
                <a:lnTo>
                  <a:pt x="88011" y="100013"/>
                </a:lnTo>
                <a:close/>
              </a:path>
            </a:pathLst>
          </a:custGeom>
          <a:solidFill>
            <a:srgbClr val="6B94B8"/>
          </a:solidFill>
          <a:ln w="0">
            <a:noFill/>
          </a:ln>
        </p:spPr>
      </p:sp>
      <p:sp>
        <p:nvSpPr>
          <p:cNvPr id="1572" name="Recycle">
            <a:extLst>
              <a:ext uri="{FF2B5EF4-FFF2-40B4-BE49-F238E27FC236}">
                <a16:creationId xmlns:a16="http://schemas.microsoft.com/office/drawing/2014/main" id="{5DDA785A-E893-2768-BFEA-5E3D10103A25}"/>
              </a:ext>
            </a:extLst>
          </p:cNvPr>
          <p:cNvSpPr>
            <a:spLocks noGrp="1"/>
          </p:cNvSpPr>
          <p:nvPr/>
        </p:nvSpPr>
        <p:spPr>
          <a:xfrm>
            <a:off x="3466486" y="1385830"/>
            <a:ext cx="314847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91" b="0">
                <a:solidFill>
                  <a:srgbClr val="4E769C"/>
                </a:solidFill>
                <a:latin typeface="Arial"/>
                <a:ea typeface="Arial"/>
                <a:cs typeface="Arial"/>
              </a:defRPr>
            </a:pPr>
            <a:r>
              <a:rPr sz="423" i="1">
                <a:solidFill>
                  <a:srgbClr val="4E769C"/>
                </a:solidFill>
                <a:latin typeface="Segoe UI"/>
                <a:ea typeface="Segoe UI"/>
                <a:cs typeface="Segoe UI"/>
              </a:rPr>
              <a:t>Recycle</a:t>
            </a:r>
          </a:p>
        </p:txBody>
      </p:sp>
      <p:sp>
        <p:nvSpPr>
          <p:cNvPr id="1573" name="Point Transformer V3">
            <a:extLst>
              <a:ext uri="{FF2B5EF4-FFF2-40B4-BE49-F238E27FC236}">
                <a16:creationId xmlns:a16="http://schemas.microsoft.com/office/drawing/2014/main" id="{9C229B53-2310-3BBE-B80C-8418F3E56817}"/>
              </a:ext>
            </a:extLst>
          </p:cNvPr>
          <p:cNvSpPr>
            <a:spLocks noGrp="1"/>
          </p:cNvSpPr>
          <p:nvPr/>
        </p:nvSpPr>
        <p:spPr>
          <a:xfrm>
            <a:off x="3007180" y="1498801"/>
            <a:ext cx="1235312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652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67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Point Transformer V3</a:t>
            </a:r>
          </a:p>
        </p:txBody>
      </p:sp>
      <p:sp>
        <p:nvSpPr>
          <p:cNvPr id="1574" name="Voxel pathway to ligand-area probability">
            <a:extLst>
              <a:ext uri="{FF2B5EF4-FFF2-40B4-BE49-F238E27FC236}">
                <a16:creationId xmlns:a16="http://schemas.microsoft.com/office/drawing/2014/main" id="{D0453500-5D20-9075-AC83-53BAE7836991}"/>
              </a:ext>
            </a:extLst>
          </p:cNvPr>
          <p:cNvSpPr>
            <a:spLocks noGrp="1"/>
          </p:cNvSpPr>
          <p:nvPr/>
        </p:nvSpPr>
        <p:spPr>
          <a:xfrm>
            <a:off x="4329537" y="615407"/>
            <a:ext cx="94454" cy="92"/>
          </a:xfrm>
          <a:custGeom>
            <a:avLst/>
            <a:gdLst/>
            <a:ahLst/>
            <a:cxnLst/>
            <a:rect l="0" t="0" r="0" b="0"/>
            <a:pathLst>
              <a:path w="485775" h="476">
                <a:moveTo>
                  <a:pt x="0" y="0"/>
                </a:moveTo>
                <a:lnTo>
                  <a:pt x="485775" y="0"/>
                </a:lnTo>
              </a:path>
            </a:pathLst>
          </a:custGeom>
          <a:noFill/>
          <a:ln w="7502">
            <a:solidFill>
              <a:srgbClr val="388BBE"/>
            </a:solidFill>
            <a:prstDash val="solid"/>
          </a:ln>
        </p:spPr>
      </p:sp>
      <p:sp>
        <p:nvSpPr>
          <p:cNvPr id="1575" name="Voxel pathway to ligand-area probability | arrowhead">
            <a:extLst>
              <a:ext uri="{FF2B5EF4-FFF2-40B4-BE49-F238E27FC236}">
                <a16:creationId xmlns:a16="http://schemas.microsoft.com/office/drawing/2014/main" id="{31B7DEAC-191C-5141-A148-178A012222C6}"/>
              </a:ext>
            </a:extLst>
          </p:cNvPr>
          <p:cNvSpPr>
            <a:spLocks noGrp="1"/>
          </p:cNvSpPr>
          <p:nvPr/>
        </p:nvSpPr>
        <p:spPr>
          <a:xfrm>
            <a:off x="4404545" y="606851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576" name="Point pathway to atom binding probability">
            <a:extLst>
              <a:ext uri="{FF2B5EF4-FFF2-40B4-BE49-F238E27FC236}">
                <a16:creationId xmlns:a16="http://schemas.microsoft.com/office/drawing/2014/main" id="{86FA6A24-595A-1A3E-A431-A91DE831A4B8}"/>
              </a:ext>
            </a:extLst>
          </p:cNvPr>
          <p:cNvSpPr>
            <a:spLocks noGrp="1"/>
          </p:cNvSpPr>
          <p:nvPr/>
        </p:nvSpPr>
        <p:spPr>
          <a:xfrm>
            <a:off x="4342502" y="1267304"/>
            <a:ext cx="81490" cy="92"/>
          </a:xfrm>
          <a:custGeom>
            <a:avLst/>
            <a:gdLst/>
            <a:ahLst/>
            <a:cxnLst/>
            <a:rect l="0" t="0" r="0" b="0"/>
            <a:pathLst>
              <a:path w="419100" h="476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/>
          <a:ln w="7502">
            <a:solidFill>
              <a:srgbClr val="8C77B3"/>
            </a:solidFill>
            <a:prstDash val="solid"/>
          </a:ln>
        </p:spPr>
      </p:sp>
      <p:sp>
        <p:nvSpPr>
          <p:cNvPr id="1577" name="Point pathway to atom binding probability | arrowhead">
            <a:extLst>
              <a:ext uri="{FF2B5EF4-FFF2-40B4-BE49-F238E27FC236}">
                <a16:creationId xmlns:a16="http://schemas.microsoft.com/office/drawing/2014/main" id="{1D3BEB45-F38A-A727-7D8A-1AD77E7A3952}"/>
              </a:ext>
            </a:extLst>
          </p:cNvPr>
          <p:cNvSpPr>
            <a:spLocks noGrp="1"/>
          </p:cNvSpPr>
          <p:nvPr/>
        </p:nvSpPr>
        <p:spPr>
          <a:xfrm>
            <a:off x="4404545" y="1258747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  <p:sp>
        <p:nvSpPr>
          <p:cNvPr id="1578" name="Ligand-area probability">
            <a:extLst>
              <a:ext uri="{FF2B5EF4-FFF2-40B4-BE49-F238E27FC236}">
                <a16:creationId xmlns:a16="http://schemas.microsoft.com/office/drawing/2014/main" id="{46599E5C-9E07-10FE-27B5-35D57B7D6FE4}"/>
              </a:ext>
            </a:extLst>
          </p:cNvPr>
          <p:cNvSpPr>
            <a:spLocks noGrp="1"/>
          </p:cNvSpPr>
          <p:nvPr/>
        </p:nvSpPr>
        <p:spPr>
          <a:xfrm>
            <a:off x="4464737" y="320942"/>
            <a:ext cx="520423" cy="11482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Ligand-region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grpSp>
        <p:nvGrpSpPr>
          <p:cNvPr id="1579" name="b | Ligand-area probability cube | v4 editable"/>
          <p:cNvGrpSpPr/>
          <p:nvPr/>
        </p:nvGrpSpPr>
        <p:grpSpPr>
          <a:xfrm>
            <a:off x="4490442" y="459000"/>
            <a:ext cx="334115" cy="263000"/>
            <a:chOff x="4043880" y="489960"/>
            <a:chExt cx="571680" cy="450000"/>
          </a:xfrm>
        </p:grpSpPr>
        <p:sp>
          <p:nvSpPr>
            <p:cNvPr id="1580" name="asset_2027_0">
              <a:extLst>
                <a:ext uri="{FF2B5EF4-FFF2-40B4-BE49-F238E27FC236}">
                  <a16:creationId xmlns:a16="http://schemas.microsoft.com/office/drawing/2014/main" id="{8E79CF82-FECD-4D00-AB68-C2266EE3EBE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1341">
              <a:solidFill>
                <a:srgbClr val="87ADD3"/>
              </a:solidFill>
            </a:ln>
          </p:spPr>
        </p:sp>
        <p:sp>
          <p:nvSpPr>
            <p:cNvPr id="1581" name="asset_2027_1">
              <a:extLst>
                <a:ext uri="{FF2B5EF4-FFF2-40B4-BE49-F238E27FC236}">
                  <a16:creationId xmlns:a16="http://schemas.microsoft.com/office/drawing/2014/main" id="{E446BF4D-A2D0-496C-B38C-B55BBAF933D7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1341">
              <a:solidFill>
                <a:srgbClr val="87ADD3"/>
              </a:solidFill>
            </a:ln>
          </p:spPr>
        </p:sp>
        <p:sp>
          <p:nvSpPr>
            <p:cNvPr id="1582" name="asset_2027_2">
              <a:extLst>
                <a:ext uri="{FF2B5EF4-FFF2-40B4-BE49-F238E27FC236}">
                  <a16:creationId xmlns:a16="http://schemas.microsoft.com/office/drawing/2014/main" id="{626787CB-A188-4A03-A26D-D0FCE8934E5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1341">
              <a:solidFill>
                <a:srgbClr val="87ADD3"/>
              </a:solidFill>
            </a:ln>
          </p:spPr>
        </p:sp>
        <p:sp>
          <p:nvSpPr>
            <p:cNvPr id="1583" name="asset_2027_3">
              <a:extLst>
                <a:ext uri="{FF2B5EF4-FFF2-40B4-BE49-F238E27FC236}">
                  <a16:creationId xmlns:a16="http://schemas.microsoft.com/office/drawing/2014/main" id="{3F137EB4-FF78-4209-90D6-2A8A13DE644F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4" name="asset_2027_4">
              <a:extLst>
                <a:ext uri="{FF2B5EF4-FFF2-40B4-BE49-F238E27FC236}">
                  <a16:creationId xmlns:a16="http://schemas.microsoft.com/office/drawing/2014/main" id="{9F951526-25DB-40E6-9DC1-B23B253533F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5" name="asset_2027_5">
              <a:extLst>
                <a:ext uri="{FF2B5EF4-FFF2-40B4-BE49-F238E27FC236}">
                  <a16:creationId xmlns:a16="http://schemas.microsoft.com/office/drawing/2014/main" id="{837FF1A3-137E-4D28-823C-000E5C57B683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6" name="asset_2027_6">
              <a:extLst>
                <a:ext uri="{FF2B5EF4-FFF2-40B4-BE49-F238E27FC236}">
                  <a16:creationId xmlns:a16="http://schemas.microsoft.com/office/drawing/2014/main" id="{AFE4A50A-6F82-4E63-8DB4-8D3C7C96603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7" name="asset_2027_7">
              <a:extLst>
                <a:ext uri="{FF2B5EF4-FFF2-40B4-BE49-F238E27FC236}">
                  <a16:creationId xmlns:a16="http://schemas.microsoft.com/office/drawing/2014/main" id="{299F691F-376F-40D0-AD4D-4C95D359315B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8" name="asset_2027_8">
              <a:extLst>
                <a:ext uri="{FF2B5EF4-FFF2-40B4-BE49-F238E27FC236}">
                  <a16:creationId xmlns:a16="http://schemas.microsoft.com/office/drawing/2014/main" id="{E80AF0E3-F6FB-4A8B-A36F-8831B2AAC55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983">
              <a:solidFill>
                <a:srgbClr val="C9DEED">
                  <a:alpha val="33000"/>
                </a:srgbClr>
              </a:solidFill>
            </a:ln>
          </p:spPr>
        </p:sp>
        <p:sp>
          <p:nvSpPr>
            <p:cNvPr id="1589" name="asset_2027_9">
              <a:extLst>
                <a:ext uri="{FF2B5EF4-FFF2-40B4-BE49-F238E27FC236}">
                  <a16:creationId xmlns:a16="http://schemas.microsoft.com/office/drawing/2014/main" id="{34405941-63EA-46AA-946F-D6856B6416DA}"/>
                </a:ext>
              </a:extLst>
            </p:cNvPr>
            <p:cNvSpPr>
              <a:spLocks noGrp="1"/>
            </p:cNvSpPr>
            <p:nvPr/>
          </p:nvSpPr>
          <p:spPr>
            <a:xfrm>
              <a:off x="4084861" y="617132"/>
              <a:ext cx="215601" cy="172109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0" name="asset_2027_10">
              <a:extLst>
                <a:ext uri="{FF2B5EF4-FFF2-40B4-BE49-F238E27FC236}">
                  <a16:creationId xmlns:a16="http://schemas.microsoft.com/office/drawing/2014/main" id="{4E3119D4-E48B-4F84-A71E-8556AF9CADD2}"/>
                </a:ext>
              </a:extLst>
            </p:cNvPr>
            <p:cNvSpPr>
              <a:spLocks noGrp="1"/>
            </p:cNvSpPr>
            <p:nvPr/>
          </p:nvSpPr>
          <p:spPr>
            <a:xfrm>
              <a:off x="4183678" y="667330"/>
              <a:ext cx="233568" cy="186451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1" name="asset_2027_11">
              <a:extLst>
                <a:ext uri="{FF2B5EF4-FFF2-40B4-BE49-F238E27FC236}">
                  <a16:creationId xmlns:a16="http://schemas.microsoft.com/office/drawing/2014/main" id="{ADC0132E-476D-467C-9C2F-6C3273DDA927}"/>
                </a:ext>
              </a:extLst>
            </p:cNvPr>
            <p:cNvSpPr>
              <a:spLocks noGrp="1"/>
            </p:cNvSpPr>
            <p:nvPr/>
          </p:nvSpPr>
          <p:spPr>
            <a:xfrm>
              <a:off x="4269020" y="574105"/>
              <a:ext cx="206618" cy="164938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2" name="asset_2027_12">
              <a:extLst>
                <a:ext uri="{FF2B5EF4-FFF2-40B4-BE49-F238E27FC236}">
                  <a16:creationId xmlns:a16="http://schemas.microsoft.com/office/drawing/2014/main" id="{7245DCBA-40B5-4896-A0B6-69F047D40D11}"/>
                </a:ext>
              </a:extLst>
            </p:cNvPr>
            <p:cNvSpPr>
              <a:spLocks noGrp="1"/>
            </p:cNvSpPr>
            <p:nvPr/>
          </p:nvSpPr>
          <p:spPr>
            <a:xfrm>
              <a:off x="4174695" y="549005"/>
              <a:ext cx="197634" cy="157766"/>
            </a:xfrm>
            <a:prstGeom prst="ellipse">
              <a:avLst/>
            </a:prstGeom>
            <a:gradFill>
              <a:gsLst>
                <a:gs pos="0">
                  <a:srgbClr val="E5F0FF">
                    <a:alpha val="60500"/>
                  </a:srgbClr>
                </a:gs>
                <a:gs pos="48000">
                  <a:srgbClr val="6D9EDA">
                    <a:alpha val="66000"/>
                  </a:srgbClr>
                </a:gs>
                <a:gs pos="100000">
                  <a:srgbClr val="6D9EDA">
                    <a:alpha val="38500"/>
                  </a:srgbClr>
                </a:gs>
              </a:gsLst>
              <a:lin ang="84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3" name="asset_2027_13">
              <a:extLst>
                <a:ext uri="{FF2B5EF4-FFF2-40B4-BE49-F238E27FC236}">
                  <a16:creationId xmlns:a16="http://schemas.microsoft.com/office/drawing/2014/main" id="{D1AC94DD-CA80-42AC-B0FF-2AB7EAB03A11}"/>
                </a:ext>
              </a:extLst>
            </p:cNvPr>
            <p:cNvSpPr>
              <a:spLocks noGrp="1"/>
            </p:cNvSpPr>
            <p:nvPr/>
          </p:nvSpPr>
          <p:spPr>
            <a:xfrm>
              <a:off x="4195034" y="653113"/>
              <a:ext cx="64474" cy="5146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4" name="asset_2027_14">
              <a:extLst>
                <a:ext uri="{FF2B5EF4-FFF2-40B4-BE49-F238E27FC236}">
                  <a16:creationId xmlns:a16="http://schemas.microsoft.com/office/drawing/2014/main" id="{A3978DBD-AB1B-4A62-99A3-BA8E981F98E7}"/>
                </a:ext>
              </a:extLst>
            </p:cNvPr>
            <p:cNvSpPr>
              <a:spLocks noGrp="1"/>
            </p:cNvSpPr>
            <p:nvPr/>
          </p:nvSpPr>
          <p:spPr>
            <a:xfrm>
              <a:off x="4258141" y="665850"/>
              <a:ext cx="91626" cy="731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5" name="asset_2027_15">
              <a:extLst>
                <a:ext uri="{FF2B5EF4-FFF2-40B4-BE49-F238E27FC236}">
                  <a16:creationId xmlns:a16="http://schemas.microsoft.com/office/drawing/2014/main" id="{688BB42A-2690-464A-876F-9DDF54F92102}"/>
                </a:ext>
              </a:extLst>
            </p:cNvPr>
            <p:cNvSpPr>
              <a:spLocks noGrp="1"/>
            </p:cNvSpPr>
            <p:nvPr/>
          </p:nvSpPr>
          <p:spPr>
            <a:xfrm>
              <a:off x="4348055" y="621224"/>
              <a:ext cx="65375" cy="5218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6" name="asset_2027_16">
              <a:extLst>
                <a:ext uri="{FF2B5EF4-FFF2-40B4-BE49-F238E27FC236}">
                  <a16:creationId xmlns:a16="http://schemas.microsoft.com/office/drawing/2014/main" id="{361B14F3-926B-4209-9774-7EAD2B13E9EF}"/>
                </a:ext>
              </a:extLst>
            </p:cNvPr>
            <p:cNvSpPr>
              <a:spLocks noGrp="1"/>
            </p:cNvSpPr>
            <p:nvPr/>
          </p:nvSpPr>
          <p:spPr>
            <a:xfrm>
              <a:off x="4168048" y="571175"/>
              <a:ext cx="90914" cy="7257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7" name="asset_2027_17">
              <a:extLst>
                <a:ext uri="{FF2B5EF4-FFF2-40B4-BE49-F238E27FC236}">
                  <a16:creationId xmlns:a16="http://schemas.microsoft.com/office/drawing/2014/main" id="{66E73D46-F7D5-4249-BCC8-A80566549CFC}"/>
                </a:ext>
              </a:extLst>
            </p:cNvPr>
            <p:cNvSpPr>
              <a:spLocks noGrp="1"/>
            </p:cNvSpPr>
            <p:nvPr/>
          </p:nvSpPr>
          <p:spPr>
            <a:xfrm>
              <a:off x="4139689" y="653199"/>
              <a:ext cx="75101" cy="599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8" name="asset_2027_18">
              <a:extLst>
                <a:ext uri="{FF2B5EF4-FFF2-40B4-BE49-F238E27FC236}">
                  <a16:creationId xmlns:a16="http://schemas.microsoft.com/office/drawing/2014/main" id="{60DAB196-3FDD-49BF-8D6E-67037AE1C8E3}"/>
                </a:ext>
              </a:extLst>
            </p:cNvPr>
            <p:cNvSpPr>
              <a:spLocks noGrp="1"/>
            </p:cNvSpPr>
            <p:nvPr/>
          </p:nvSpPr>
          <p:spPr>
            <a:xfrm>
              <a:off x="4267337" y="678651"/>
              <a:ext cx="81363" cy="649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599" name="asset_2027_19">
              <a:extLst>
                <a:ext uri="{FF2B5EF4-FFF2-40B4-BE49-F238E27FC236}">
                  <a16:creationId xmlns:a16="http://schemas.microsoft.com/office/drawing/2014/main" id="{4C138FF3-2B02-4767-956B-9F501C36EBA0}"/>
                </a:ext>
              </a:extLst>
            </p:cNvPr>
            <p:cNvSpPr>
              <a:spLocks noGrp="1"/>
            </p:cNvSpPr>
            <p:nvPr/>
          </p:nvSpPr>
          <p:spPr>
            <a:xfrm>
              <a:off x="4391745" y="612898"/>
              <a:ext cx="69400" cy="5540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0" name="asset_2027_20">
              <a:extLst>
                <a:ext uri="{FF2B5EF4-FFF2-40B4-BE49-F238E27FC236}">
                  <a16:creationId xmlns:a16="http://schemas.microsoft.com/office/drawing/2014/main" id="{1A1E79AC-17AD-43DA-9021-7A448741C36C}"/>
                </a:ext>
              </a:extLst>
            </p:cNvPr>
            <p:cNvSpPr>
              <a:spLocks noGrp="1"/>
            </p:cNvSpPr>
            <p:nvPr/>
          </p:nvSpPr>
          <p:spPr>
            <a:xfrm>
              <a:off x="4273822" y="611161"/>
              <a:ext cx="105790" cy="844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1" name="asset_2027_21">
              <a:extLst>
                <a:ext uri="{FF2B5EF4-FFF2-40B4-BE49-F238E27FC236}">
                  <a16:creationId xmlns:a16="http://schemas.microsoft.com/office/drawing/2014/main" id="{67E612D4-3E6A-4231-BE3B-0E6ECA8F7EB4}"/>
                </a:ext>
              </a:extLst>
            </p:cNvPr>
            <p:cNvSpPr>
              <a:spLocks noGrp="1"/>
            </p:cNvSpPr>
            <p:nvPr/>
          </p:nvSpPr>
          <p:spPr>
            <a:xfrm>
              <a:off x="4079727" y="646303"/>
              <a:ext cx="109942" cy="8776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2" name="asset_2027_22">
              <a:extLst>
                <a:ext uri="{FF2B5EF4-FFF2-40B4-BE49-F238E27FC236}">
                  <a16:creationId xmlns:a16="http://schemas.microsoft.com/office/drawing/2014/main" id="{144523C5-0416-4230-96CB-1EAF1BAD0779}"/>
                </a:ext>
              </a:extLst>
            </p:cNvPr>
            <p:cNvSpPr>
              <a:spLocks noGrp="1"/>
            </p:cNvSpPr>
            <p:nvPr/>
          </p:nvSpPr>
          <p:spPr>
            <a:xfrm>
              <a:off x="4236492" y="714962"/>
              <a:ext cx="84609" cy="6754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3" name="asset_2027_23">
              <a:extLst>
                <a:ext uri="{FF2B5EF4-FFF2-40B4-BE49-F238E27FC236}">
                  <a16:creationId xmlns:a16="http://schemas.microsoft.com/office/drawing/2014/main" id="{C35832E6-9C22-410B-89DF-65A3C9FECA47}"/>
                </a:ext>
              </a:extLst>
            </p:cNvPr>
            <p:cNvSpPr>
              <a:spLocks noGrp="1"/>
            </p:cNvSpPr>
            <p:nvPr/>
          </p:nvSpPr>
          <p:spPr>
            <a:xfrm>
              <a:off x="4326191" y="626834"/>
              <a:ext cx="75016" cy="5988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4" name="asset_2027_24">
              <a:extLst>
                <a:ext uri="{FF2B5EF4-FFF2-40B4-BE49-F238E27FC236}">
                  <a16:creationId xmlns:a16="http://schemas.microsoft.com/office/drawing/2014/main" id="{DA42F372-F74C-49BF-8BFF-8264CCE324BC}"/>
                </a:ext>
              </a:extLst>
            </p:cNvPr>
            <p:cNvSpPr>
              <a:spLocks noGrp="1"/>
            </p:cNvSpPr>
            <p:nvPr/>
          </p:nvSpPr>
          <p:spPr>
            <a:xfrm>
              <a:off x="4191230" y="582183"/>
              <a:ext cx="88744" cy="708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5" name="asset_2027_25">
              <a:extLst>
                <a:ext uri="{FF2B5EF4-FFF2-40B4-BE49-F238E27FC236}">
                  <a16:creationId xmlns:a16="http://schemas.microsoft.com/office/drawing/2014/main" id="{1C82A8F9-2B7C-41FA-868F-35115471245A}"/>
                </a:ext>
              </a:extLst>
            </p:cNvPr>
            <p:cNvSpPr>
              <a:spLocks noGrp="1"/>
            </p:cNvSpPr>
            <p:nvPr/>
          </p:nvSpPr>
          <p:spPr>
            <a:xfrm>
              <a:off x="4122858" y="684972"/>
              <a:ext cx="86331" cy="6891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6" name="asset_2027_26">
              <a:extLst>
                <a:ext uri="{FF2B5EF4-FFF2-40B4-BE49-F238E27FC236}">
                  <a16:creationId xmlns:a16="http://schemas.microsoft.com/office/drawing/2014/main" id="{1FBF9B24-5307-46E3-9E88-626CD784980E}"/>
                </a:ext>
              </a:extLst>
            </p:cNvPr>
            <p:cNvSpPr>
              <a:spLocks noGrp="1"/>
            </p:cNvSpPr>
            <p:nvPr/>
          </p:nvSpPr>
          <p:spPr>
            <a:xfrm>
              <a:off x="4263971" y="749193"/>
              <a:ext cx="94340" cy="7530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7" name="asset_2027_27">
              <a:extLst>
                <a:ext uri="{FF2B5EF4-FFF2-40B4-BE49-F238E27FC236}">
                  <a16:creationId xmlns:a16="http://schemas.microsoft.com/office/drawing/2014/main" id="{DF200888-1FB7-4595-88B3-13C42D5C625F}"/>
                </a:ext>
              </a:extLst>
            </p:cNvPr>
            <p:cNvSpPr>
              <a:spLocks noGrp="1"/>
            </p:cNvSpPr>
            <p:nvPr/>
          </p:nvSpPr>
          <p:spPr>
            <a:xfrm>
              <a:off x="4328927" y="671282"/>
              <a:ext cx="73906" cy="58997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8" name="asset_2027_28">
              <a:extLst>
                <a:ext uri="{FF2B5EF4-FFF2-40B4-BE49-F238E27FC236}">
                  <a16:creationId xmlns:a16="http://schemas.microsoft.com/office/drawing/2014/main" id="{826D53F6-F0E2-4DFF-B647-A55BD5ABE7D5}"/>
                </a:ext>
              </a:extLst>
            </p:cNvPr>
            <p:cNvSpPr>
              <a:spLocks noGrp="1"/>
            </p:cNvSpPr>
            <p:nvPr/>
          </p:nvSpPr>
          <p:spPr>
            <a:xfrm>
              <a:off x="4191714" y="625737"/>
              <a:ext cx="79574" cy="635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09" name="asset_2027_29">
              <a:extLst>
                <a:ext uri="{FF2B5EF4-FFF2-40B4-BE49-F238E27FC236}">
                  <a16:creationId xmlns:a16="http://schemas.microsoft.com/office/drawing/2014/main" id="{FA89C153-5459-451F-BF9C-1062D1B17B3E}"/>
                </a:ext>
              </a:extLst>
            </p:cNvPr>
            <p:cNvSpPr>
              <a:spLocks noGrp="1"/>
            </p:cNvSpPr>
            <p:nvPr/>
          </p:nvSpPr>
          <p:spPr>
            <a:xfrm>
              <a:off x="4165324" y="712808"/>
              <a:ext cx="87906" cy="7017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0" name="asset_2027_30">
              <a:extLst>
                <a:ext uri="{FF2B5EF4-FFF2-40B4-BE49-F238E27FC236}">
                  <a16:creationId xmlns:a16="http://schemas.microsoft.com/office/drawing/2014/main" id="{EFE35B6A-8884-40CA-89ED-7B60AE28B9B8}"/>
                </a:ext>
              </a:extLst>
            </p:cNvPr>
            <p:cNvSpPr>
              <a:spLocks noGrp="1"/>
            </p:cNvSpPr>
            <p:nvPr/>
          </p:nvSpPr>
          <p:spPr>
            <a:xfrm>
              <a:off x="4306197" y="742925"/>
              <a:ext cx="82957" cy="6622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1" name="asset_2027_31">
              <a:extLst>
                <a:ext uri="{FF2B5EF4-FFF2-40B4-BE49-F238E27FC236}">
                  <a16:creationId xmlns:a16="http://schemas.microsoft.com/office/drawing/2014/main" id="{F66F1E84-B351-4917-A693-D8513B8B7034}"/>
                </a:ext>
              </a:extLst>
            </p:cNvPr>
            <p:cNvSpPr>
              <a:spLocks noGrp="1"/>
            </p:cNvSpPr>
            <p:nvPr/>
          </p:nvSpPr>
          <p:spPr>
            <a:xfrm>
              <a:off x="4316951" y="684022"/>
              <a:ext cx="63942" cy="5104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2" name="asset_2027_32">
              <a:extLst>
                <a:ext uri="{FF2B5EF4-FFF2-40B4-BE49-F238E27FC236}">
                  <a16:creationId xmlns:a16="http://schemas.microsoft.com/office/drawing/2014/main" id="{99D54062-A6F7-4DD1-8E9E-42ACD355CAAD}"/>
                </a:ext>
              </a:extLst>
            </p:cNvPr>
            <p:cNvSpPr>
              <a:spLocks noGrp="1"/>
            </p:cNvSpPr>
            <p:nvPr/>
          </p:nvSpPr>
          <p:spPr>
            <a:xfrm>
              <a:off x="4219749" y="640722"/>
              <a:ext cx="76653" cy="6119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3" name="asset_2027_33">
              <a:extLst>
                <a:ext uri="{FF2B5EF4-FFF2-40B4-BE49-F238E27FC236}">
                  <a16:creationId xmlns:a16="http://schemas.microsoft.com/office/drawing/2014/main" id="{E78FE44C-E947-4F2C-B2EE-5123430CAFBF}"/>
                </a:ext>
              </a:extLst>
            </p:cNvPr>
            <p:cNvSpPr>
              <a:spLocks noGrp="1"/>
            </p:cNvSpPr>
            <p:nvPr/>
          </p:nvSpPr>
          <p:spPr>
            <a:xfrm>
              <a:off x="4079240" y="689413"/>
              <a:ext cx="112660" cy="8993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4" name="asset_2027_34">
              <a:extLst>
                <a:ext uri="{FF2B5EF4-FFF2-40B4-BE49-F238E27FC236}">
                  <a16:creationId xmlns:a16="http://schemas.microsoft.com/office/drawing/2014/main" id="{1C1925E8-0217-4DDA-8B70-FBB79493D4C8}"/>
                </a:ext>
              </a:extLst>
            </p:cNvPr>
            <p:cNvSpPr>
              <a:spLocks noGrp="1"/>
            </p:cNvSpPr>
            <p:nvPr/>
          </p:nvSpPr>
          <p:spPr>
            <a:xfrm>
              <a:off x="4287443" y="729475"/>
              <a:ext cx="116098" cy="9267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5" name="asset_2027_35">
              <a:extLst>
                <a:ext uri="{FF2B5EF4-FFF2-40B4-BE49-F238E27FC236}">
                  <a16:creationId xmlns:a16="http://schemas.microsoft.com/office/drawing/2014/main" id="{7B1065D1-6E9E-4B4B-A57B-38F7033F8756}"/>
                </a:ext>
              </a:extLst>
            </p:cNvPr>
            <p:cNvSpPr>
              <a:spLocks noGrp="1"/>
            </p:cNvSpPr>
            <p:nvPr/>
          </p:nvSpPr>
          <p:spPr>
            <a:xfrm>
              <a:off x="4353400" y="652668"/>
              <a:ext cx="107604" cy="858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6" name="asset_2027_36">
              <a:extLst>
                <a:ext uri="{FF2B5EF4-FFF2-40B4-BE49-F238E27FC236}">
                  <a16:creationId xmlns:a16="http://schemas.microsoft.com/office/drawing/2014/main" id="{031C8BB0-D0D4-4850-9E24-9DD349BAEC2B}"/>
                </a:ext>
              </a:extLst>
            </p:cNvPr>
            <p:cNvSpPr>
              <a:spLocks noGrp="1"/>
            </p:cNvSpPr>
            <p:nvPr/>
          </p:nvSpPr>
          <p:spPr>
            <a:xfrm>
              <a:off x="4223635" y="557958"/>
              <a:ext cx="109609" cy="87498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7" name="asset_2027_37">
              <a:extLst>
                <a:ext uri="{FF2B5EF4-FFF2-40B4-BE49-F238E27FC236}">
                  <a16:creationId xmlns:a16="http://schemas.microsoft.com/office/drawing/2014/main" id="{E06DF51A-A98F-424D-A5F6-95603CC128D3}"/>
                </a:ext>
              </a:extLst>
            </p:cNvPr>
            <p:cNvSpPr>
              <a:spLocks noGrp="1"/>
            </p:cNvSpPr>
            <p:nvPr/>
          </p:nvSpPr>
          <p:spPr>
            <a:xfrm>
              <a:off x="4179249" y="649750"/>
              <a:ext cx="106334" cy="84884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8" name="asset_2027_38">
              <a:extLst>
                <a:ext uri="{FF2B5EF4-FFF2-40B4-BE49-F238E27FC236}">
                  <a16:creationId xmlns:a16="http://schemas.microsoft.com/office/drawing/2014/main" id="{79012AB9-04C9-4C5B-9542-11B93745F898}"/>
                </a:ext>
              </a:extLst>
            </p:cNvPr>
            <p:cNvSpPr>
              <a:spLocks noGrp="1"/>
            </p:cNvSpPr>
            <p:nvPr/>
          </p:nvSpPr>
          <p:spPr>
            <a:xfrm>
              <a:off x="4228499" y="667856"/>
              <a:ext cx="105197" cy="8397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19" name="asset_2027_39">
              <a:extLst>
                <a:ext uri="{FF2B5EF4-FFF2-40B4-BE49-F238E27FC236}">
                  <a16:creationId xmlns:a16="http://schemas.microsoft.com/office/drawing/2014/main" id="{C1D186F1-5504-4ED9-827A-EB669B14FD96}"/>
                </a:ext>
              </a:extLst>
            </p:cNvPr>
            <p:cNvSpPr>
              <a:spLocks noGrp="1"/>
            </p:cNvSpPr>
            <p:nvPr/>
          </p:nvSpPr>
          <p:spPr>
            <a:xfrm>
              <a:off x="4241306" y="621458"/>
              <a:ext cx="114436" cy="913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0" name="asset_2027_40">
              <a:extLst>
                <a:ext uri="{FF2B5EF4-FFF2-40B4-BE49-F238E27FC236}">
                  <a16:creationId xmlns:a16="http://schemas.microsoft.com/office/drawing/2014/main" id="{1A8BCF88-2C3B-4AAF-A348-7356448B79E8}"/>
                </a:ext>
              </a:extLst>
            </p:cNvPr>
            <p:cNvSpPr>
              <a:spLocks noGrp="1"/>
            </p:cNvSpPr>
            <p:nvPr/>
          </p:nvSpPr>
          <p:spPr>
            <a:xfrm>
              <a:off x="4180454" y="586994"/>
              <a:ext cx="74974" cy="5985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1" name="asset_2027_41">
              <a:extLst>
                <a:ext uri="{FF2B5EF4-FFF2-40B4-BE49-F238E27FC236}">
                  <a16:creationId xmlns:a16="http://schemas.microsoft.com/office/drawing/2014/main" id="{6B6D00EE-D856-41A2-B092-27CEC1D19C0C}"/>
                </a:ext>
              </a:extLst>
            </p:cNvPr>
            <p:cNvSpPr>
              <a:spLocks noGrp="1"/>
            </p:cNvSpPr>
            <p:nvPr/>
          </p:nvSpPr>
          <p:spPr>
            <a:xfrm>
              <a:off x="4138019" y="635475"/>
              <a:ext cx="64716" cy="5166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2" name="asset_2027_42">
              <a:extLst>
                <a:ext uri="{FF2B5EF4-FFF2-40B4-BE49-F238E27FC236}">
                  <a16:creationId xmlns:a16="http://schemas.microsoft.com/office/drawing/2014/main" id="{FD5D9615-FDEC-47C1-8E2F-27690D31EA42}"/>
                </a:ext>
              </a:extLst>
            </p:cNvPr>
            <p:cNvSpPr>
              <a:spLocks noGrp="1"/>
            </p:cNvSpPr>
            <p:nvPr/>
          </p:nvSpPr>
          <p:spPr>
            <a:xfrm>
              <a:off x="4216931" y="737024"/>
              <a:ext cx="97423" cy="7777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3" name="asset_2027_43">
              <a:extLst>
                <a:ext uri="{FF2B5EF4-FFF2-40B4-BE49-F238E27FC236}">
                  <a16:creationId xmlns:a16="http://schemas.microsoft.com/office/drawing/2014/main" id="{03ACF71B-9F98-49D2-8E5E-0D53A083AC20}"/>
                </a:ext>
              </a:extLst>
            </p:cNvPr>
            <p:cNvSpPr>
              <a:spLocks noGrp="1"/>
            </p:cNvSpPr>
            <p:nvPr/>
          </p:nvSpPr>
          <p:spPr>
            <a:xfrm>
              <a:off x="4317133" y="564618"/>
              <a:ext cx="108008" cy="86220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4" name="asset_2027_44">
              <a:extLst>
                <a:ext uri="{FF2B5EF4-FFF2-40B4-BE49-F238E27FC236}">
                  <a16:creationId xmlns:a16="http://schemas.microsoft.com/office/drawing/2014/main" id="{724CFBDA-F7E3-4C52-A69B-62485EDF81F1}"/>
                </a:ext>
              </a:extLst>
            </p:cNvPr>
            <p:cNvSpPr>
              <a:spLocks noGrp="1"/>
            </p:cNvSpPr>
            <p:nvPr/>
          </p:nvSpPr>
          <p:spPr>
            <a:xfrm>
              <a:off x="4193257" y="633037"/>
              <a:ext cx="105416" cy="84151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5" name="asset_2027_45">
              <a:extLst>
                <a:ext uri="{FF2B5EF4-FFF2-40B4-BE49-F238E27FC236}">
                  <a16:creationId xmlns:a16="http://schemas.microsoft.com/office/drawing/2014/main" id="{FCAA0437-0AB5-4B5C-9D61-8D532428BE63}"/>
                </a:ext>
              </a:extLst>
            </p:cNvPr>
            <p:cNvSpPr>
              <a:spLocks noGrp="1"/>
            </p:cNvSpPr>
            <p:nvPr/>
          </p:nvSpPr>
          <p:spPr>
            <a:xfrm>
              <a:off x="4155603" y="656380"/>
              <a:ext cx="109670" cy="8754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6" name="asset_2027_46">
              <a:extLst>
                <a:ext uri="{FF2B5EF4-FFF2-40B4-BE49-F238E27FC236}">
                  <a16:creationId xmlns:a16="http://schemas.microsoft.com/office/drawing/2014/main" id="{560E5AF9-9BEE-43A1-8ED6-D936E75C34DE}"/>
                </a:ext>
              </a:extLst>
            </p:cNvPr>
            <p:cNvSpPr>
              <a:spLocks noGrp="1"/>
            </p:cNvSpPr>
            <p:nvPr/>
          </p:nvSpPr>
          <p:spPr>
            <a:xfrm>
              <a:off x="4309729" y="755020"/>
              <a:ext cx="74665" cy="59603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7" name="asset_2027_47">
              <a:extLst>
                <a:ext uri="{FF2B5EF4-FFF2-40B4-BE49-F238E27FC236}">
                  <a16:creationId xmlns:a16="http://schemas.microsoft.com/office/drawing/2014/main" id="{0B464A76-1B1F-4D22-820E-0D794E7B2B77}"/>
                </a:ext>
              </a:extLst>
            </p:cNvPr>
            <p:cNvSpPr>
              <a:spLocks noGrp="1"/>
            </p:cNvSpPr>
            <p:nvPr/>
          </p:nvSpPr>
          <p:spPr>
            <a:xfrm>
              <a:off x="4370973" y="641458"/>
              <a:ext cx="80485" cy="64249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8" name="asset_2027_48">
              <a:extLst>
                <a:ext uri="{FF2B5EF4-FFF2-40B4-BE49-F238E27FC236}">
                  <a16:creationId xmlns:a16="http://schemas.microsoft.com/office/drawing/2014/main" id="{CF938A00-1880-4525-A4C7-304301BFED96}"/>
                </a:ext>
              </a:extLst>
            </p:cNvPr>
            <p:cNvSpPr>
              <a:spLocks noGrp="1"/>
            </p:cNvSpPr>
            <p:nvPr/>
          </p:nvSpPr>
          <p:spPr>
            <a:xfrm>
              <a:off x="4211550" y="563563"/>
              <a:ext cx="100623" cy="80325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29" name="asset_2027_49">
              <a:extLst>
                <a:ext uri="{FF2B5EF4-FFF2-40B4-BE49-F238E27FC236}">
                  <a16:creationId xmlns:a16="http://schemas.microsoft.com/office/drawing/2014/main" id="{119ADBD8-A970-4D99-A982-9C8EA3F8074F}"/>
                </a:ext>
              </a:extLst>
            </p:cNvPr>
            <p:cNvSpPr>
              <a:spLocks noGrp="1"/>
            </p:cNvSpPr>
            <p:nvPr/>
          </p:nvSpPr>
          <p:spPr>
            <a:xfrm>
              <a:off x="4074324" y="667639"/>
              <a:ext cx="79905" cy="63786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30" name="asset_2027_50">
              <a:extLst>
                <a:ext uri="{FF2B5EF4-FFF2-40B4-BE49-F238E27FC236}">
                  <a16:creationId xmlns:a16="http://schemas.microsoft.com/office/drawing/2014/main" id="{C3BC6789-B85C-463C-A9F0-6F1AAA0D33FE}"/>
                </a:ext>
              </a:extLst>
            </p:cNvPr>
            <p:cNvSpPr>
              <a:spLocks noGrp="1"/>
            </p:cNvSpPr>
            <p:nvPr/>
          </p:nvSpPr>
          <p:spPr>
            <a:xfrm>
              <a:off x="4311133" y="726504"/>
              <a:ext cx="79349" cy="63342"/>
            </a:xfrm>
            <a:prstGeom prst="ellipse">
              <a:avLst/>
            </a:prstGeom>
            <a:gradFill>
              <a:gsLst>
                <a:gs pos="0">
                  <a:srgbClr val="DCEAFF">
                    <a:alpha val="69300"/>
                  </a:srgbClr>
                </a:gs>
                <a:gs pos="52000">
                  <a:srgbClr val="6D9EDA">
                    <a:alpha val="80300"/>
                  </a:srgbClr>
                </a:gs>
                <a:gs pos="100000">
                  <a:srgbClr val="6D9EDA">
                    <a:alpha val="46200"/>
                  </a:srgbClr>
                </a:gs>
              </a:gsLst>
              <a:lin ang="7500000"/>
            </a:gradFill>
            <a:ln w="2104">
              <a:noFill/>
            </a:ln>
            <a:effectLst>
              <a:softEdge rad="7200"/>
            </a:effectLst>
          </p:spPr>
        </p:sp>
        <p:sp>
          <p:nvSpPr>
            <p:cNvPr id="1631" name="asset_2027_51">
              <a:extLst>
                <a:ext uri="{FF2B5EF4-FFF2-40B4-BE49-F238E27FC236}">
                  <a16:creationId xmlns:a16="http://schemas.microsoft.com/office/drawing/2014/main" id="{CE4DD89B-764C-4055-87DA-1ACA2DC83E40}"/>
                </a:ext>
              </a:extLst>
            </p:cNvPr>
            <p:cNvSpPr>
              <a:spLocks noGrp="1"/>
            </p:cNvSpPr>
            <p:nvPr/>
          </p:nvSpPr>
          <p:spPr>
            <a:xfrm>
              <a:off x="4150384" y="671040"/>
              <a:ext cx="101873" cy="82170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1788">
              <a:noFill/>
            </a:ln>
            <a:effectLst>
              <a:softEdge rad="7200"/>
            </a:effectLst>
          </p:spPr>
        </p:sp>
        <p:sp>
          <p:nvSpPr>
            <p:cNvPr id="1632" name="asset_2027_52">
              <a:extLst>
                <a:ext uri="{FF2B5EF4-FFF2-40B4-BE49-F238E27FC236}">
                  <a16:creationId xmlns:a16="http://schemas.microsoft.com/office/drawing/2014/main" id="{C84C1206-2200-4D85-B478-81F3D96C2BD6}"/>
                </a:ext>
              </a:extLst>
            </p:cNvPr>
            <p:cNvSpPr>
              <a:spLocks noGrp="1"/>
            </p:cNvSpPr>
            <p:nvPr/>
          </p:nvSpPr>
          <p:spPr>
            <a:xfrm>
              <a:off x="4300879" y="784958"/>
              <a:ext cx="87982" cy="70965"/>
            </a:xfrm>
            <a:prstGeom prst="ellipse">
              <a:avLst/>
            </a:prstGeom>
            <a:gradFill>
              <a:gsLst>
                <a:gs pos="0">
                  <a:srgbClr val="FFF19B"/>
                </a:gs>
                <a:gs pos="28000">
                  <a:srgbClr val="FFB448">
                    <a:alpha val="90000"/>
                  </a:srgbClr>
                </a:gs>
                <a:gs pos="57000">
                  <a:srgbClr val="ED645D">
                    <a:alpha val="80000"/>
                  </a:srgbClr>
                </a:gs>
                <a:gs pos="100000">
                  <a:srgbClr val="DE5665">
                    <a:alpha val="0"/>
                  </a:srgbClr>
                </a:gs>
              </a:gsLst>
              <a:path path="shape"/>
            </a:gradFill>
            <a:ln w="1788">
              <a:noFill/>
            </a:ln>
            <a:effectLst>
              <a:softEdge rad="7200"/>
            </a:effectLst>
          </p:spPr>
        </p:sp>
        <p:sp>
          <p:nvSpPr>
            <p:cNvPr id="1633" name="asset_2027_53">
              <a:extLst>
                <a:ext uri="{FF2B5EF4-FFF2-40B4-BE49-F238E27FC236}">
                  <a16:creationId xmlns:a16="http://schemas.microsoft.com/office/drawing/2014/main" id="{104AC922-CCC5-4BEB-8EFB-FE92A2E0B9AD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1788">
              <a:solidFill>
                <a:srgbClr val="87ADD3"/>
              </a:solidFill>
            </a:ln>
          </p:spPr>
        </p:sp>
      </p:grpSp>
      <p:sp>
        <p:nvSpPr>
          <p:cNvPr id="1634" name="Cues to Match">
            <a:extLst>
              <a:ext uri="{FF2B5EF4-FFF2-40B4-BE49-F238E27FC236}">
                <a16:creationId xmlns:a16="http://schemas.microsoft.com/office/drawing/2014/main" id="{A46FBCA6-9F66-EE76-B7C9-EAEB8C765FFB}"/>
              </a:ext>
            </a:extLst>
          </p:cNvPr>
          <p:cNvSpPr>
            <a:spLocks noGrp="1"/>
          </p:cNvSpPr>
          <p:nvPr/>
        </p:nvSpPr>
        <p:spPr>
          <a:xfrm>
            <a:off x="4464737" y="820977"/>
            <a:ext cx="520423" cy="6667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Cues to Match</a:t>
            </a:r>
          </a:p>
        </p:txBody>
      </p:sp>
      <p:sp>
        <p:nvSpPr>
          <p:cNvPr id="1635" name="Blob">
            <a:extLst>
              <a:ext uri="{FF2B5EF4-FFF2-40B4-BE49-F238E27FC236}">
                <a16:creationId xmlns:a16="http://schemas.microsoft.com/office/drawing/2014/main" id="{C984FFB6-0157-13F6-B346-927155FE3003}"/>
              </a:ext>
            </a:extLst>
          </p:cNvPr>
          <p:cNvSpPr>
            <a:spLocks noGrp="1"/>
          </p:cNvSpPr>
          <p:nvPr/>
        </p:nvSpPr>
        <p:spPr>
          <a:xfrm>
            <a:off x="4467000" y="1020000"/>
            <a:ext cx="204000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193044"/>
                </a:solidFill>
                <a:latin typeface="Arial"/>
                <a:ea typeface="Arial"/>
                <a:cs typeface="Arial"/>
              </a:rPr>
              <a:t>Blob</a:t>
            </a:r>
          </a:p>
        </p:txBody>
      </p:sp>
      <p:sp>
        <p:nvSpPr>
          <p:cNvPr id="1636" name="Pseudo atoms cue">
            <a:extLst>
              <a:ext uri="{FF2B5EF4-FFF2-40B4-BE49-F238E27FC236}">
                <a16:creationId xmlns:a16="http://schemas.microsoft.com/office/drawing/2014/main" id="{C7D21ADD-C1C6-6F77-8384-CD0F811E345A}"/>
              </a:ext>
            </a:extLst>
          </p:cNvPr>
          <p:cNvSpPr>
            <a:spLocks noGrp="1"/>
          </p:cNvSpPr>
          <p:nvPr/>
        </p:nvSpPr>
        <p:spPr>
          <a:xfrm>
            <a:off x="4722500" y="1020000"/>
            <a:ext cx="270000" cy="6481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09" b="0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193044"/>
                </a:solidFill>
                <a:latin typeface="Arial"/>
                <a:ea typeface="Arial"/>
                <a:cs typeface="Arial"/>
              </a:rPr>
              <a:t>Pseudo atoms</a:t>
            </a:r>
          </a:p>
        </p:txBody>
      </p:sp>
      <p:sp>
        <p:nvSpPr>
          <p:cNvPr id="1637" name="Atom binding probability">
            <a:extLst>
              <a:ext uri="{FF2B5EF4-FFF2-40B4-BE49-F238E27FC236}">
                <a16:creationId xmlns:a16="http://schemas.microsoft.com/office/drawing/2014/main" id="{498779F8-0A99-B1EC-651E-6D2DD93E51F5}"/>
              </a:ext>
            </a:extLst>
          </p:cNvPr>
          <p:cNvSpPr>
            <a:spLocks noGrp="1"/>
          </p:cNvSpPr>
          <p:nvPr/>
        </p:nvSpPr>
        <p:spPr>
          <a:xfrm>
            <a:off x="4464737" y="1167297"/>
            <a:ext cx="520423" cy="11482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Atom binding</a:t>
            </a:r>
          </a:p>
          <a:p>
            <a:pPr algn="ctr">
              <a:defRPr sz="570" b="1">
                <a:solidFill>
                  <a:srgbClr val="193044"/>
                </a:solidFill>
                <a:latin typeface="Arial"/>
                <a:ea typeface="Arial"/>
                <a:cs typeface="Arial"/>
              </a:defRPr>
            </a:pPr>
            <a:r>
              <a:rPr sz="408" b="1">
                <a:solidFill>
                  <a:srgbClr val="193044"/>
                </a:solidFill>
                <a:latin typeface="Arial"/>
                <a:ea typeface="Arial"/>
                <a:cs typeface="Arial"/>
              </a:rPr>
              <a:t>probability</a:t>
            </a:r>
          </a:p>
        </p:txBody>
      </p:sp>
      <p:sp>
        <p:nvSpPr>
          <p:cNvPr id="1638" name="Probability scale">
            <a:extLst>
              <a:ext uri="{FF2B5EF4-FFF2-40B4-BE49-F238E27FC236}">
                <a16:creationId xmlns:a16="http://schemas.microsoft.com/office/drawing/2014/main" id="{95B887C2-207A-BE0B-527F-6A6C16005E39}"/>
              </a:ext>
            </a:extLst>
          </p:cNvPr>
          <p:cNvSpPr>
            <a:spLocks noGrp="1"/>
          </p:cNvSpPr>
          <p:nvPr/>
        </p:nvSpPr>
        <p:spPr>
          <a:xfrm>
            <a:off x="4862926" y="489472"/>
            <a:ext cx="18520" cy="179642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639" name="High">
            <a:extLst>
              <a:ext uri="{FF2B5EF4-FFF2-40B4-BE49-F238E27FC236}">
                <a16:creationId xmlns:a16="http://schemas.microsoft.com/office/drawing/2014/main" id="{2BEBAA7B-8D04-20B0-84C7-F5A713DDE497}"/>
              </a:ext>
            </a:extLst>
          </p:cNvPr>
          <p:cNvSpPr>
            <a:spLocks noGrp="1"/>
          </p:cNvSpPr>
          <p:nvPr/>
        </p:nvSpPr>
        <p:spPr>
          <a:xfrm>
            <a:off x="4899967" y="476508"/>
            <a:ext cx="105566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640" name="Low">
            <a:extLst>
              <a:ext uri="{FF2B5EF4-FFF2-40B4-BE49-F238E27FC236}">
                <a16:creationId xmlns:a16="http://schemas.microsoft.com/office/drawing/2014/main" id="{5005B897-48F5-7EA3-88AB-4A93BB37564D}"/>
              </a:ext>
            </a:extLst>
          </p:cNvPr>
          <p:cNvSpPr>
            <a:spLocks noGrp="1"/>
          </p:cNvSpPr>
          <p:nvPr/>
        </p:nvSpPr>
        <p:spPr>
          <a:xfrm>
            <a:off x="4899966" y="628371"/>
            <a:ext cx="103715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sp>
        <p:nvSpPr>
          <p:cNvPr id="1641" name="Probability scale">
            <a:extLst>
              <a:ext uri="{FF2B5EF4-FFF2-40B4-BE49-F238E27FC236}">
                <a16:creationId xmlns:a16="http://schemas.microsoft.com/office/drawing/2014/main" id="{0112C579-36F6-6864-EAC6-BA99D1305608}"/>
              </a:ext>
            </a:extLst>
          </p:cNvPr>
          <p:cNvSpPr>
            <a:spLocks noGrp="1"/>
          </p:cNvSpPr>
          <p:nvPr/>
        </p:nvSpPr>
        <p:spPr>
          <a:xfrm>
            <a:off x="4862926" y="1326568"/>
            <a:ext cx="18520" cy="179642"/>
          </a:xfrm>
          <a:prstGeom prst="rect">
            <a:avLst/>
          </a:prstGeom>
          <a:gradFill>
            <a:gsLst>
              <a:gs pos="0">
                <a:srgbClr val="D54C69"/>
              </a:gs>
              <a:gs pos="50000">
                <a:srgbClr val="FCFCFE"/>
              </a:gs>
              <a:gs pos="100000">
                <a:srgbClr val="3481B4"/>
              </a:gs>
            </a:gsLst>
            <a:lin ang="5400000"/>
          </a:gradFill>
          <a:ln w="0">
            <a:noFill/>
          </a:ln>
        </p:spPr>
      </p:sp>
      <p:sp>
        <p:nvSpPr>
          <p:cNvPr id="1642" name="High">
            <a:extLst>
              <a:ext uri="{FF2B5EF4-FFF2-40B4-BE49-F238E27FC236}">
                <a16:creationId xmlns:a16="http://schemas.microsoft.com/office/drawing/2014/main" id="{BCA0213E-3EB7-17B9-6A44-96B27FB3CD03}"/>
              </a:ext>
            </a:extLst>
          </p:cNvPr>
          <p:cNvSpPr>
            <a:spLocks noGrp="1"/>
          </p:cNvSpPr>
          <p:nvPr/>
        </p:nvSpPr>
        <p:spPr>
          <a:xfrm>
            <a:off x="4899967" y="1313604"/>
            <a:ext cx="105566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643" name="Low">
            <a:extLst>
              <a:ext uri="{FF2B5EF4-FFF2-40B4-BE49-F238E27FC236}">
                <a16:creationId xmlns:a16="http://schemas.microsoft.com/office/drawing/2014/main" id="{2314D53B-604F-16C3-2C81-8E8C6C6961B9}"/>
              </a:ext>
            </a:extLst>
          </p:cNvPr>
          <p:cNvSpPr>
            <a:spLocks noGrp="1"/>
          </p:cNvSpPr>
          <p:nvPr/>
        </p:nvSpPr>
        <p:spPr>
          <a:xfrm>
            <a:off x="4899966" y="1465466"/>
            <a:ext cx="103715" cy="5926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509" b="0">
                <a:solidFill>
                  <a:srgbClr val="4E6579"/>
                </a:solidFill>
                <a:latin typeface="Arial"/>
                <a:ea typeface="Arial"/>
                <a:cs typeface="Arial"/>
              </a:defRPr>
            </a:pPr>
            <a:r>
              <a:rPr sz="364">
                <a:solidFill>
                  <a:srgbClr val="4E6579"/>
                </a:solidFill>
                <a:latin typeface="Arial"/>
                <a:ea typeface="Arial"/>
                <a:cs typeface="Arial"/>
              </a:rPr>
              <a:t>Low</a:t>
            </a:r>
          </a:p>
        </p:txBody>
      </p:sp>
      <p:grpSp>
        <p:nvGrpSpPr>
          <p:cNvPr id="1644" name="b | PTV3 stage 1">
            <a:extLst>
              <a:ext uri="{FF2B5EF4-FFF2-40B4-BE49-F238E27FC236}">
                <a16:creationId xmlns:a16="http://schemas.microsoft.com/office/drawing/2014/main" id="{C1676FA9-E2CE-FBE1-C182-8854FD639BCB}"/>
              </a:ext>
            </a:extLst>
          </p:cNvPr>
          <p:cNvGrpSpPr/>
          <p:nvPr/>
        </p:nvGrpSpPr>
        <p:grpSpPr>
          <a:xfrm>
            <a:off x="2920133" y="1191372"/>
            <a:ext cx="192613" cy="151863"/>
            <a:chOff x="1837958" y="1438830"/>
            <a:chExt cx="279225" cy="243090"/>
          </a:xfrm>
        </p:grpSpPr>
        <p:sp>
          <p:nvSpPr>
            <p:cNvPr id="1645" name="ellipse_1845">
              <a:extLst>
                <a:ext uri="{FF2B5EF4-FFF2-40B4-BE49-F238E27FC236}">
                  <a16:creationId xmlns:a16="http://schemas.microsoft.com/office/drawing/2014/main" id="{6E764F25-DBA9-554E-C4CE-2FD02327DB99}"/>
                </a:ext>
              </a:extLst>
            </p:cNvPr>
            <p:cNvSpPr/>
            <p:nvPr/>
          </p:nvSpPr>
          <p:spPr>
            <a:xfrm>
              <a:off x="1913865" y="155124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6" name="ellipse_1846">
              <a:extLst>
                <a:ext uri="{FF2B5EF4-FFF2-40B4-BE49-F238E27FC236}">
                  <a16:creationId xmlns:a16="http://schemas.microsoft.com/office/drawing/2014/main" id="{197B7050-3D76-A2AB-BD38-1764B1343A22}"/>
                </a:ext>
              </a:extLst>
            </p:cNvPr>
            <p:cNvSpPr/>
            <p:nvPr/>
          </p:nvSpPr>
          <p:spPr>
            <a:xfrm>
              <a:off x="2018743" y="15705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7" name="ellipse_1847">
              <a:extLst>
                <a:ext uri="{FF2B5EF4-FFF2-40B4-BE49-F238E27FC236}">
                  <a16:creationId xmlns:a16="http://schemas.microsoft.com/office/drawing/2014/main" id="{81DD4F70-0917-A1BE-79E6-62615F75B8CC}"/>
                </a:ext>
              </a:extLst>
            </p:cNvPr>
            <p:cNvSpPr/>
            <p:nvPr/>
          </p:nvSpPr>
          <p:spPr>
            <a:xfrm>
              <a:off x="1903691" y="1464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8" name="ellipse_1848">
              <a:extLst>
                <a:ext uri="{FF2B5EF4-FFF2-40B4-BE49-F238E27FC236}">
                  <a16:creationId xmlns:a16="http://schemas.microsoft.com/office/drawing/2014/main" id="{D952897A-5895-C7BE-F43A-95CAB4B2A795}"/>
                </a:ext>
              </a:extLst>
            </p:cNvPr>
            <p:cNvSpPr/>
            <p:nvPr/>
          </p:nvSpPr>
          <p:spPr>
            <a:xfrm>
              <a:off x="1969603" y="149258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49" name="ellipse_1849">
              <a:extLst>
                <a:ext uri="{FF2B5EF4-FFF2-40B4-BE49-F238E27FC236}">
                  <a16:creationId xmlns:a16="http://schemas.microsoft.com/office/drawing/2014/main" id="{A963D769-952A-7D3A-3F80-8699A441E634}"/>
                </a:ext>
              </a:extLst>
            </p:cNvPr>
            <p:cNvSpPr/>
            <p:nvPr/>
          </p:nvSpPr>
          <p:spPr>
            <a:xfrm>
              <a:off x="1983888" y="146333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0" name="ellipse_1850">
              <a:extLst>
                <a:ext uri="{FF2B5EF4-FFF2-40B4-BE49-F238E27FC236}">
                  <a16:creationId xmlns:a16="http://schemas.microsoft.com/office/drawing/2014/main" id="{57152106-03AD-F124-8014-3B98F56CFEC2}"/>
                </a:ext>
              </a:extLst>
            </p:cNvPr>
            <p:cNvSpPr/>
            <p:nvPr/>
          </p:nvSpPr>
          <p:spPr>
            <a:xfrm>
              <a:off x="2028487" y="1524139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1" name="ellipse_1851">
              <a:extLst>
                <a:ext uri="{FF2B5EF4-FFF2-40B4-BE49-F238E27FC236}">
                  <a16:creationId xmlns:a16="http://schemas.microsoft.com/office/drawing/2014/main" id="{CE30E060-453E-DE2F-D1A5-53744423F89F}"/>
                </a:ext>
              </a:extLst>
            </p:cNvPr>
            <p:cNvSpPr/>
            <p:nvPr/>
          </p:nvSpPr>
          <p:spPr>
            <a:xfrm>
              <a:off x="1926343" y="157544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2" name="ellipse_1852">
              <a:extLst>
                <a:ext uri="{FF2B5EF4-FFF2-40B4-BE49-F238E27FC236}">
                  <a16:creationId xmlns:a16="http://schemas.microsoft.com/office/drawing/2014/main" id="{BCD21C73-A23D-DC08-C217-5024F875B013}"/>
                </a:ext>
              </a:extLst>
            </p:cNvPr>
            <p:cNvSpPr/>
            <p:nvPr/>
          </p:nvSpPr>
          <p:spPr>
            <a:xfrm>
              <a:off x="2049637" y="149404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3" name="ellipse_1853">
              <a:extLst>
                <a:ext uri="{FF2B5EF4-FFF2-40B4-BE49-F238E27FC236}">
                  <a16:creationId xmlns:a16="http://schemas.microsoft.com/office/drawing/2014/main" id="{B2668D05-AB99-45E2-3A48-0AE3CC708E79}"/>
                </a:ext>
              </a:extLst>
            </p:cNvPr>
            <p:cNvSpPr/>
            <p:nvPr/>
          </p:nvSpPr>
          <p:spPr>
            <a:xfrm>
              <a:off x="1974089" y="162258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4" name="ellipse_1854">
              <a:extLst>
                <a:ext uri="{FF2B5EF4-FFF2-40B4-BE49-F238E27FC236}">
                  <a16:creationId xmlns:a16="http://schemas.microsoft.com/office/drawing/2014/main" id="{C3FC532B-0C18-4686-B3F9-ECB23E3C8E5B}"/>
                </a:ext>
              </a:extLst>
            </p:cNvPr>
            <p:cNvSpPr/>
            <p:nvPr/>
          </p:nvSpPr>
          <p:spPr>
            <a:xfrm>
              <a:off x="1919318" y="1485061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5" name="Pseudo atom | small solid diamond">
              <a:extLst>
                <a:ext uri="{FF2B5EF4-FFF2-40B4-BE49-F238E27FC236}">
                  <a16:creationId xmlns:a16="http://schemas.microsoft.com/office/drawing/2014/main" id="{D47F9E70-6E4F-13F4-8384-DCC1953ED3AB}"/>
                </a:ext>
              </a:extLst>
            </p:cNvPr>
            <p:cNvSpPr/>
            <p:nvPr/>
          </p:nvSpPr>
          <p:spPr>
            <a:xfrm>
              <a:off x="1936117" y="1496523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6" name="Pseudo atom | small solid diamond">
              <a:extLst>
                <a:ext uri="{FF2B5EF4-FFF2-40B4-BE49-F238E27FC236}">
                  <a16:creationId xmlns:a16="http://schemas.microsoft.com/office/drawing/2014/main" id="{40A95EC5-07C8-CBE3-8B5E-76D354B0F803}"/>
                </a:ext>
              </a:extLst>
            </p:cNvPr>
            <p:cNvSpPr/>
            <p:nvPr/>
          </p:nvSpPr>
          <p:spPr>
            <a:xfrm>
              <a:off x="2009328" y="15343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7" name="Pseudo atom | small solid diamond">
              <a:extLst>
                <a:ext uri="{FF2B5EF4-FFF2-40B4-BE49-F238E27FC236}">
                  <a16:creationId xmlns:a16="http://schemas.microsoft.com/office/drawing/2014/main" id="{C55498F9-6468-6DFB-4A0D-F610CB9A5706}"/>
                </a:ext>
              </a:extLst>
            </p:cNvPr>
            <p:cNvSpPr/>
            <p:nvPr/>
          </p:nvSpPr>
          <p:spPr>
            <a:xfrm>
              <a:off x="2067998" y="155712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8" name="Pseudo atom | small solid diamond">
              <a:extLst>
                <a:ext uri="{FF2B5EF4-FFF2-40B4-BE49-F238E27FC236}">
                  <a16:creationId xmlns:a16="http://schemas.microsoft.com/office/drawing/2014/main" id="{0248D6CC-526B-E1EC-3CB1-D1883E4B1B2D}"/>
                </a:ext>
              </a:extLst>
            </p:cNvPr>
            <p:cNvSpPr/>
            <p:nvPr/>
          </p:nvSpPr>
          <p:spPr>
            <a:xfrm>
              <a:off x="1932440" y="1602598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59" name="Pseudo atom | small solid diamond">
              <a:extLst>
                <a:ext uri="{FF2B5EF4-FFF2-40B4-BE49-F238E27FC236}">
                  <a16:creationId xmlns:a16="http://schemas.microsoft.com/office/drawing/2014/main" id="{FA4E3C3B-8000-8401-0A8B-FABB928F4EE1}"/>
                </a:ext>
              </a:extLst>
            </p:cNvPr>
            <p:cNvSpPr/>
            <p:nvPr/>
          </p:nvSpPr>
          <p:spPr>
            <a:xfrm>
              <a:off x="2064662" y="1552465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60" name="b | PTV3 stage 2">
            <a:extLst>
              <a:ext uri="{FF2B5EF4-FFF2-40B4-BE49-F238E27FC236}">
                <a16:creationId xmlns:a16="http://schemas.microsoft.com/office/drawing/2014/main" id="{23A1EA82-E394-5DFA-6214-4AC3E743A029}"/>
              </a:ext>
            </a:extLst>
          </p:cNvPr>
          <p:cNvGrpSpPr/>
          <p:nvPr/>
        </p:nvGrpSpPr>
        <p:grpSpPr>
          <a:xfrm>
            <a:off x="3223868" y="1191372"/>
            <a:ext cx="192613" cy="151863"/>
            <a:chOff x="2276505" y="1465110"/>
            <a:chExt cx="243090" cy="190530"/>
          </a:xfrm>
        </p:grpSpPr>
        <p:sp>
          <p:nvSpPr>
            <p:cNvPr id="1661" name="ellipse_1861">
              <a:extLst>
                <a:ext uri="{FF2B5EF4-FFF2-40B4-BE49-F238E27FC236}">
                  <a16:creationId xmlns:a16="http://schemas.microsoft.com/office/drawing/2014/main" id="{B37A0A4A-E74F-5F9F-BAC3-F3FF01CBC46F}"/>
                </a:ext>
              </a:extLst>
            </p:cNvPr>
            <p:cNvSpPr/>
            <p:nvPr/>
          </p:nvSpPr>
          <p:spPr>
            <a:xfrm>
              <a:off x="2447720" y="147978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2" name="ellipse_1862">
              <a:extLst>
                <a:ext uri="{FF2B5EF4-FFF2-40B4-BE49-F238E27FC236}">
                  <a16:creationId xmlns:a16="http://schemas.microsoft.com/office/drawing/2014/main" id="{083301EA-AB1C-7899-FCE1-2BDF36418D76}"/>
                </a:ext>
              </a:extLst>
            </p:cNvPr>
            <p:cNvSpPr/>
            <p:nvPr/>
          </p:nvSpPr>
          <p:spPr>
            <a:xfrm>
              <a:off x="2338639" y="149494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3" name="ellipse_1863">
              <a:extLst>
                <a:ext uri="{FF2B5EF4-FFF2-40B4-BE49-F238E27FC236}">
                  <a16:creationId xmlns:a16="http://schemas.microsoft.com/office/drawing/2014/main" id="{F8403B38-B817-0FE9-48D0-4A1ECA4A3BA7}"/>
                </a:ext>
              </a:extLst>
            </p:cNvPr>
            <p:cNvSpPr/>
            <p:nvPr/>
          </p:nvSpPr>
          <p:spPr>
            <a:xfrm>
              <a:off x="2425728" y="152261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4" name="ellipse_1864">
              <a:extLst>
                <a:ext uri="{FF2B5EF4-FFF2-40B4-BE49-F238E27FC236}">
                  <a16:creationId xmlns:a16="http://schemas.microsoft.com/office/drawing/2014/main" id="{4869A9CB-0815-B038-134E-8053AF841AE3}"/>
                </a:ext>
              </a:extLst>
            </p:cNvPr>
            <p:cNvSpPr/>
            <p:nvPr/>
          </p:nvSpPr>
          <p:spPr>
            <a:xfrm>
              <a:off x="2400135" y="1486158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5" name="ellipse_1865">
              <a:extLst>
                <a:ext uri="{FF2B5EF4-FFF2-40B4-BE49-F238E27FC236}">
                  <a16:creationId xmlns:a16="http://schemas.microsoft.com/office/drawing/2014/main" id="{7FB3C033-ABDB-5C38-781B-5597EA5C77B2}"/>
                </a:ext>
              </a:extLst>
            </p:cNvPr>
            <p:cNvSpPr/>
            <p:nvPr/>
          </p:nvSpPr>
          <p:spPr>
            <a:xfrm>
              <a:off x="2349408" y="1613290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6" name="ellipse_1866">
              <a:extLst>
                <a:ext uri="{FF2B5EF4-FFF2-40B4-BE49-F238E27FC236}">
                  <a16:creationId xmlns:a16="http://schemas.microsoft.com/office/drawing/2014/main" id="{B90E425D-0867-8CFC-E647-C3FE3AF07CC6}"/>
                </a:ext>
              </a:extLst>
            </p:cNvPr>
            <p:cNvSpPr/>
            <p:nvPr/>
          </p:nvSpPr>
          <p:spPr>
            <a:xfrm>
              <a:off x="2460264" y="15279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7" name="ellipse_1867">
              <a:extLst>
                <a:ext uri="{FF2B5EF4-FFF2-40B4-BE49-F238E27FC236}">
                  <a16:creationId xmlns:a16="http://schemas.microsoft.com/office/drawing/2014/main" id="{5604C167-9769-BBCA-D178-2F3C8E783802}"/>
                </a:ext>
              </a:extLst>
            </p:cNvPr>
            <p:cNvSpPr/>
            <p:nvPr/>
          </p:nvSpPr>
          <p:spPr>
            <a:xfrm>
              <a:off x="2419949" y="154267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8" name="ellipse_1868">
              <a:extLst>
                <a:ext uri="{FF2B5EF4-FFF2-40B4-BE49-F238E27FC236}">
                  <a16:creationId xmlns:a16="http://schemas.microsoft.com/office/drawing/2014/main" id="{39A43F83-145B-C2C0-84E9-D50DD7699877}"/>
                </a:ext>
              </a:extLst>
            </p:cNvPr>
            <p:cNvSpPr/>
            <p:nvPr/>
          </p:nvSpPr>
          <p:spPr>
            <a:xfrm>
              <a:off x="2388499" y="155825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69" name="Pseudo atom | small solid diamond">
              <a:extLst>
                <a:ext uri="{FF2B5EF4-FFF2-40B4-BE49-F238E27FC236}">
                  <a16:creationId xmlns:a16="http://schemas.microsoft.com/office/drawing/2014/main" id="{C820E601-BB4E-7C30-63CB-0FC71FC4C14D}"/>
                </a:ext>
              </a:extLst>
            </p:cNvPr>
            <p:cNvSpPr/>
            <p:nvPr/>
          </p:nvSpPr>
          <p:spPr>
            <a:xfrm>
              <a:off x="2441335" y="155611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0" name="Pseudo atom | small solid diamond">
              <a:extLst>
                <a:ext uri="{FF2B5EF4-FFF2-40B4-BE49-F238E27FC236}">
                  <a16:creationId xmlns:a16="http://schemas.microsoft.com/office/drawing/2014/main" id="{FD16D9BB-ECB4-FAA1-E243-91C1AC6B6860}"/>
                </a:ext>
              </a:extLst>
            </p:cNvPr>
            <p:cNvSpPr/>
            <p:nvPr/>
          </p:nvSpPr>
          <p:spPr>
            <a:xfrm>
              <a:off x="2444088" y="1505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1" name="Pseudo atom | small solid diamond">
              <a:extLst>
                <a:ext uri="{FF2B5EF4-FFF2-40B4-BE49-F238E27FC236}">
                  <a16:creationId xmlns:a16="http://schemas.microsoft.com/office/drawing/2014/main" id="{F149C5F6-56E3-A04F-21A0-3C229CAF5E15}"/>
                </a:ext>
              </a:extLst>
            </p:cNvPr>
            <p:cNvSpPr/>
            <p:nvPr/>
          </p:nvSpPr>
          <p:spPr>
            <a:xfrm>
              <a:off x="2476774" y="14977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2" name="Pseudo atom | small solid diamond">
              <a:extLst>
                <a:ext uri="{FF2B5EF4-FFF2-40B4-BE49-F238E27FC236}">
                  <a16:creationId xmlns:a16="http://schemas.microsoft.com/office/drawing/2014/main" id="{77CEDCA4-F08A-788B-C9CF-76180514982B}"/>
                </a:ext>
              </a:extLst>
            </p:cNvPr>
            <p:cNvSpPr/>
            <p:nvPr/>
          </p:nvSpPr>
          <p:spPr>
            <a:xfrm>
              <a:off x="2439608" y="156170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3" name="Pseudo atom | small solid diamond">
              <a:extLst>
                <a:ext uri="{FF2B5EF4-FFF2-40B4-BE49-F238E27FC236}">
                  <a16:creationId xmlns:a16="http://schemas.microsoft.com/office/drawing/2014/main" id="{57A19B96-D93C-651B-A20F-2726C4535687}"/>
                </a:ext>
              </a:extLst>
            </p:cNvPr>
            <p:cNvSpPr/>
            <p:nvPr/>
          </p:nvSpPr>
          <p:spPr>
            <a:xfrm>
              <a:off x="2309778" y="1549378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74" name="b | PTV3 stage 3">
            <a:extLst>
              <a:ext uri="{FF2B5EF4-FFF2-40B4-BE49-F238E27FC236}">
                <a16:creationId xmlns:a16="http://schemas.microsoft.com/office/drawing/2014/main" id="{9D4E07F7-A1B3-6D94-9D3B-C87A009EFC9E}"/>
              </a:ext>
            </a:extLst>
          </p:cNvPr>
          <p:cNvGrpSpPr/>
          <p:nvPr/>
        </p:nvGrpSpPr>
        <p:grpSpPr>
          <a:xfrm>
            <a:off x="3527603" y="1191372"/>
            <a:ext cx="192613" cy="151863"/>
            <a:chOff x="2703555" y="1491390"/>
            <a:chExt cx="190530" cy="137970"/>
          </a:xfrm>
        </p:grpSpPr>
        <p:sp>
          <p:nvSpPr>
            <p:cNvPr id="1675" name="ellipse_1875">
              <a:extLst>
                <a:ext uri="{FF2B5EF4-FFF2-40B4-BE49-F238E27FC236}">
                  <a16:creationId xmlns:a16="http://schemas.microsoft.com/office/drawing/2014/main" id="{C2EBAE14-9677-3CC3-2EFF-3B8B5AC3E674}"/>
                </a:ext>
              </a:extLst>
            </p:cNvPr>
            <p:cNvSpPr/>
            <p:nvPr/>
          </p:nvSpPr>
          <p:spPr>
            <a:xfrm>
              <a:off x="2789079" y="1532307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6" name="ellipse_1876">
              <a:extLst>
                <a:ext uri="{FF2B5EF4-FFF2-40B4-BE49-F238E27FC236}">
                  <a16:creationId xmlns:a16="http://schemas.microsoft.com/office/drawing/2014/main" id="{2FEF0058-7009-8E93-CFA0-25D0C93585CB}"/>
                </a:ext>
              </a:extLst>
            </p:cNvPr>
            <p:cNvSpPr/>
            <p:nvPr/>
          </p:nvSpPr>
          <p:spPr>
            <a:xfrm>
              <a:off x="2757487" y="1601916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7" name="ellipse_1877">
              <a:extLst>
                <a:ext uri="{FF2B5EF4-FFF2-40B4-BE49-F238E27FC236}">
                  <a16:creationId xmlns:a16="http://schemas.microsoft.com/office/drawing/2014/main" id="{F309FE41-9380-9A20-1E9E-0129102A2DFC}"/>
                </a:ext>
              </a:extLst>
            </p:cNvPr>
            <p:cNvSpPr/>
            <p:nvPr/>
          </p:nvSpPr>
          <p:spPr>
            <a:xfrm>
              <a:off x="2750624" y="1504602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8" name="ellipse_1878">
              <a:extLst>
                <a:ext uri="{FF2B5EF4-FFF2-40B4-BE49-F238E27FC236}">
                  <a16:creationId xmlns:a16="http://schemas.microsoft.com/office/drawing/2014/main" id="{B469328C-6613-AD48-066F-F45135B95DD5}"/>
                </a:ext>
              </a:extLst>
            </p:cNvPr>
            <p:cNvSpPr/>
            <p:nvPr/>
          </p:nvSpPr>
          <p:spPr>
            <a:xfrm>
              <a:off x="2840127" y="1518774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79" name="ellipse_1879">
              <a:extLst>
                <a:ext uri="{FF2B5EF4-FFF2-40B4-BE49-F238E27FC236}">
                  <a16:creationId xmlns:a16="http://schemas.microsoft.com/office/drawing/2014/main" id="{4021B8FF-12FE-5E1D-2EE3-B6B8BF2B4042}"/>
                </a:ext>
              </a:extLst>
            </p:cNvPr>
            <p:cNvSpPr/>
            <p:nvPr/>
          </p:nvSpPr>
          <p:spPr>
            <a:xfrm>
              <a:off x="2838529" y="1575175"/>
              <a:ext cx="17404" cy="1598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0" name="Pseudo atom | small solid diamond">
              <a:extLst>
                <a:ext uri="{FF2B5EF4-FFF2-40B4-BE49-F238E27FC236}">
                  <a16:creationId xmlns:a16="http://schemas.microsoft.com/office/drawing/2014/main" id="{31A67893-603B-350D-3159-5447E6DABFC4}"/>
                </a:ext>
              </a:extLst>
            </p:cNvPr>
            <p:cNvSpPr/>
            <p:nvPr/>
          </p:nvSpPr>
          <p:spPr>
            <a:xfrm>
              <a:off x="2732391" y="1513767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1" name="Pseudo atom | small solid diamond">
              <a:extLst>
                <a:ext uri="{FF2B5EF4-FFF2-40B4-BE49-F238E27FC236}">
                  <a16:creationId xmlns:a16="http://schemas.microsoft.com/office/drawing/2014/main" id="{13D427F8-351E-54EB-34A4-216EA0B8B747}"/>
                </a:ext>
              </a:extLst>
            </p:cNvPr>
            <p:cNvSpPr/>
            <p:nvPr/>
          </p:nvSpPr>
          <p:spPr>
            <a:xfrm>
              <a:off x="2786505" y="1580800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2" name="Pseudo atom | small solid diamond">
              <a:extLst>
                <a:ext uri="{FF2B5EF4-FFF2-40B4-BE49-F238E27FC236}">
                  <a16:creationId xmlns:a16="http://schemas.microsoft.com/office/drawing/2014/main" id="{C2EE35F7-35A5-2044-B1C6-8481D2A5BB7C}"/>
                </a:ext>
              </a:extLst>
            </p:cNvPr>
            <p:cNvSpPr/>
            <p:nvPr/>
          </p:nvSpPr>
          <p:spPr>
            <a:xfrm>
              <a:off x="2737720" y="152162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3" name="Pseudo atom | small solid diamond">
              <a:extLst>
                <a:ext uri="{FF2B5EF4-FFF2-40B4-BE49-F238E27FC236}">
                  <a16:creationId xmlns:a16="http://schemas.microsoft.com/office/drawing/2014/main" id="{42574D19-CAE6-7297-BB38-A12C136A5088}"/>
                </a:ext>
              </a:extLst>
            </p:cNvPr>
            <p:cNvSpPr/>
            <p:nvPr/>
          </p:nvSpPr>
          <p:spPr>
            <a:xfrm>
              <a:off x="2832745" y="1536936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4" name="Pseudo atom | small solid diamond">
              <a:extLst>
                <a:ext uri="{FF2B5EF4-FFF2-40B4-BE49-F238E27FC236}">
                  <a16:creationId xmlns:a16="http://schemas.microsoft.com/office/drawing/2014/main" id="{BF0A4DD9-CF3C-E4B4-D387-9F9EB8427226}"/>
                </a:ext>
              </a:extLst>
            </p:cNvPr>
            <p:cNvSpPr/>
            <p:nvPr/>
          </p:nvSpPr>
          <p:spPr>
            <a:xfrm>
              <a:off x="2837638" y="1514943"/>
              <a:ext cx="10992" cy="10095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85" name="b | PTV3 stage 4">
            <a:extLst>
              <a:ext uri="{FF2B5EF4-FFF2-40B4-BE49-F238E27FC236}">
                <a16:creationId xmlns:a16="http://schemas.microsoft.com/office/drawing/2014/main" id="{4E625ACB-7730-EABD-CA7E-31410DC3EA27}"/>
              </a:ext>
            </a:extLst>
          </p:cNvPr>
          <p:cNvGrpSpPr/>
          <p:nvPr/>
        </p:nvGrpSpPr>
        <p:grpSpPr>
          <a:xfrm>
            <a:off x="3831338" y="1191372"/>
            <a:ext cx="192613" cy="151863"/>
            <a:chOff x="3097755" y="1465110"/>
            <a:chExt cx="243090" cy="190530"/>
          </a:xfrm>
        </p:grpSpPr>
        <p:sp>
          <p:nvSpPr>
            <p:cNvPr id="1686" name="ellipse_1886">
              <a:extLst>
                <a:ext uri="{FF2B5EF4-FFF2-40B4-BE49-F238E27FC236}">
                  <a16:creationId xmlns:a16="http://schemas.microsoft.com/office/drawing/2014/main" id="{DEBDD630-39CB-4945-69A7-C45ECCCB414A}"/>
                </a:ext>
              </a:extLst>
            </p:cNvPr>
            <p:cNvSpPr/>
            <p:nvPr/>
          </p:nvSpPr>
          <p:spPr>
            <a:xfrm>
              <a:off x="3279141" y="155225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7" name="ellipse_1887">
              <a:extLst>
                <a:ext uri="{FF2B5EF4-FFF2-40B4-BE49-F238E27FC236}">
                  <a16:creationId xmlns:a16="http://schemas.microsoft.com/office/drawing/2014/main" id="{59BC77A0-9969-AC6F-6915-C0B51253D787}"/>
                </a:ext>
              </a:extLst>
            </p:cNvPr>
            <p:cNvSpPr/>
            <p:nvPr/>
          </p:nvSpPr>
          <p:spPr>
            <a:xfrm>
              <a:off x="3239930" y="1573193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8" name="ellipse_1888">
              <a:extLst>
                <a:ext uri="{FF2B5EF4-FFF2-40B4-BE49-F238E27FC236}">
                  <a16:creationId xmlns:a16="http://schemas.microsoft.com/office/drawing/2014/main" id="{A8042CFE-DABB-883F-C190-FD15F1C91EFF}"/>
                </a:ext>
              </a:extLst>
            </p:cNvPr>
            <p:cNvSpPr/>
            <p:nvPr/>
          </p:nvSpPr>
          <p:spPr>
            <a:xfrm>
              <a:off x="3219861" y="155279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89" name="ellipse_1889">
              <a:extLst>
                <a:ext uri="{FF2B5EF4-FFF2-40B4-BE49-F238E27FC236}">
                  <a16:creationId xmlns:a16="http://schemas.microsoft.com/office/drawing/2014/main" id="{017434A9-431C-0625-D9E0-828875C1F2EF}"/>
                </a:ext>
              </a:extLst>
            </p:cNvPr>
            <p:cNvSpPr/>
            <p:nvPr/>
          </p:nvSpPr>
          <p:spPr>
            <a:xfrm>
              <a:off x="3118969" y="1584357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0" name="ellipse_1890">
              <a:extLst>
                <a:ext uri="{FF2B5EF4-FFF2-40B4-BE49-F238E27FC236}">
                  <a16:creationId xmlns:a16="http://schemas.microsoft.com/office/drawing/2014/main" id="{1F5E9B61-38E1-5584-6A50-23987A9B7F59}"/>
                </a:ext>
              </a:extLst>
            </p:cNvPr>
            <p:cNvSpPr/>
            <p:nvPr/>
          </p:nvSpPr>
          <p:spPr>
            <a:xfrm>
              <a:off x="3292564" y="158854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1" name="ellipse_1891">
              <a:extLst>
                <a:ext uri="{FF2B5EF4-FFF2-40B4-BE49-F238E27FC236}">
                  <a16:creationId xmlns:a16="http://schemas.microsoft.com/office/drawing/2014/main" id="{38C39B4A-C03C-0EF8-548B-0DE9A9149171}"/>
                </a:ext>
              </a:extLst>
            </p:cNvPr>
            <p:cNvSpPr/>
            <p:nvPr/>
          </p:nvSpPr>
          <p:spPr>
            <a:xfrm>
              <a:off x="3210805" y="1614479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2" name="ellipse_1892">
              <a:extLst>
                <a:ext uri="{FF2B5EF4-FFF2-40B4-BE49-F238E27FC236}">
                  <a16:creationId xmlns:a16="http://schemas.microsoft.com/office/drawing/2014/main" id="{D43FF6D2-A629-F11C-E0AD-13723D83D57E}"/>
                </a:ext>
              </a:extLst>
            </p:cNvPr>
            <p:cNvSpPr/>
            <p:nvPr/>
          </p:nvSpPr>
          <p:spPr>
            <a:xfrm>
              <a:off x="3229188" y="1616582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3" name="ellipse_1893">
              <a:extLst>
                <a:ext uri="{FF2B5EF4-FFF2-40B4-BE49-F238E27FC236}">
                  <a16:creationId xmlns:a16="http://schemas.microsoft.com/office/drawing/2014/main" id="{831CC9BA-B03C-7279-23E0-EA17BC41F284}"/>
                </a:ext>
              </a:extLst>
            </p:cNvPr>
            <p:cNvSpPr/>
            <p:nvPr/>
          </p:nvSpPr>
          <p:spPr>
            <a:xfrm>
              <a:off x="3260194" y="1481644"/>
              <a:ext cx="22205" cy="22074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4" name="Pseudo atom | small solid diamond">
              <a:extLst>
                <a:ext uri="{FF2B5EF4-FFF2-40B4-BE49-F238E27FC236}">
                  <a16:creationId xmlns:a16="http://schemas.microsoft.com/office/drawing/2014/main" id="{23898752-E7C0-52EA-C7E0-063556BD910C}"/>
                </a:ext>
              </a:extLst>
            </p:cNvPr>
            <p:cNvSpPr/>
            <p:nvPr/>
          </p:nvSpPr>
          <p:spPr>
            <a:xfrm>
              <a:off x="3148094" y="1611532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5" name="Pseudo atom | small solid diamond">
              <a:extLst>
                <a:ext uri="{FF2B5EF4-FFF2-40B4-BE49-F238E27FC236}">
                  <a16:creationId xmlns:a16="http://schemas.microsoft.com/office/drawing/2014/main" id="{6D5015BF-5484-B8E6-B0E2-02407DF2F178}"/>
                </a:ext>
              </a:extLst>
            </p:cNvPr>
            <p:cNvSpPr/>
            <p:nvPr/>
          </p:nvSpPr>
          <p:spPr>
            <a:xfrm>
              <a:off x="3138576" y="1510364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6" name="Pseudo atom | small solid diamond">
              <a:extLst>
                <a:ext uri="{FF2B5EF4-FFF2-40B4-BE49-F238E27FC236}">
                  <a16:creationId xmlns:a16="http://schemas.microsoft.com/office/drawing/2014/main" id="{2726F865-88D0-A4CF-0993-9AA0E0C36A47}"/>
                </a:ext>
              </a:extLst>
            </p:cNvPr>
            <p:cNvSpPr/>
            <p:nvPr/>
          </p:nvSpPr>
          <p:spPr>
            <a:xfrm>
              <a:off x="3167444" y="1532517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7" name="Pseudo atom | small solid diamond">
              <a:extLst>
                <a:ext uri="{FF2B5EF4-FFF2-40B4-BE49-F238E27FC236}">
                  <a16:creationId xmlns:a16="http://schemas.microsoft.com/office/drawing/2014/main" id="{DECB651C-331E-DA33-2FA6-8298C9E48C8D}"/>
                </a:ext>
              </a:extLst>
            </p:cNvPr>
            <p:cNvSpPr/>
            <p:nvPr/>
          </p:nvSpPr>
          <p:spPr>
            <a:xfrm>
              <a:off x="3192186" y="1545481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698" name="Pseudo atom | small solid diamond">
              <a:extLst>
                <a:ext uri="{FF2B5EF4-FFF2-40B4-BE49-F238E27FC236}">
                  <a16:creationId xmlns:a16="http://schemas.microsoft.com/office/drawing/2014/main" id="{84133FDC-C3B3-8510-5D8C-B98696EC3BCE}"/>
                </a:ext>
              </a:extLst>
            </p:cNvPr>
            <p:cNvSpPr/>
            <p:nvPr/>
          </p:nvSpPr>
          <p:spPr>
            <a:xfrm>
              <a:off x="3219021" y="1555020"/>
              <a:ext cx="14024" cy="13941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699" name="b | PTV3 stage 5">
            <a:extLst>
              <a:ext uri="{FF2B5EF4-FFF2-40B4-BE49-F238E27FC236}">
                <a16:creationId xmlns:a16="http://schemas.microsoft.com/office/drawing/2014/main" id="{BA8DF252-2B5F-29DA-4136-E9858897891C}"/>
              </a:ext>
            </a:extLst>
          </p:cNvPr>
          <p:cNvGrpSpPr/>
          <p:nvPr/>
        </p:nvGrpSpPr>
        <p:grpSpPr>
          <a:xfrm>
            <a:off x="4135073" y="1191372"/>
            <a:ext cx="192613" cy="151863"/>
            <a:chOff x="3473888" y="1438830"/>
            <a:chExt cx="279225" cy="243090"/>
          </a:xfrm>
        </p:grpSpPr>
        <p:sp>
          <p:nvSpPr>
            <p:cNvPr id="1700" name="ellipse_1900">
              <a:extLst>
                <a:ext uri="{FF2B5EF4-FFF2-40B4-BE49-F238E27FC236}">
                  <a16:creationId xmlns:a16="http://schemas.microsoft.com/office/drawing/2014/main" id="{1A40232D-4A98-E958-9D43-C2005E585A2F}"/>
                </a:ext>
              </a:extLst>
            </p:cNvPr>
            <p:cNvSpPr/>
            <p:nvPr/>
          </p:nvSpPr>
          <p:spPr>
            <a:xfrm>
              <a:off x="3541505" y="1483896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1" name="ellipse_1901">
              <a:extLst>
                <a:ext uri="{FF2B5EF4-FFF2-40B4-BE49-F238E27FC236}">
                  <a16:creationId xmlns:a16="http://schemas.microsoft.com/office/drawing/2014/main" id="{5F7139B2-9C53-F883-B610-E2D0FCA1C3EF}"/>
                </a:ext>
              </a:extLst>
            </p:cNvPr>
            <p:cNvSpPr/>
            <p:nvPr/>
          </p:nvSpPr>
          <p:spPr>
            <a:xfrm>
              <a:off x="3634685" y="157945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2" name="ellipse_1902">
              <a:extLst>
                <a:ext uri="{FF2B5EF4-FFF2-40B4-BE49-F238E27FC236}">
                  <a16:creationId xmlns:a16="http://schemas.microsoft.com/office/drawing/2014/main" id="{DF5325C2-D24A-E8C1-AFC4-A1D6FCE146CF}"/>
                </a:ext>
              </a:extLst>
            </p:cNvPr>
            <p:cNvSpPr/>
            <p:nvPr/>
          </p:nvSpPr>
          <p:spPr>
            <a:xfrm>
              <a:off x="3690250" y="1591533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3" name="ellipse_1903">
              <a:extLst>
                <a:ext uri="{FF2B5EF4-FFF2-40B4-BE49-F238E27FC236}">
                  <a16:creationId xmlns:a16="http://schemas.microsoft.com/office/drawing/2014/main" id="{CCB15768-37EE-E144-F5BD-50E1F0D6A00B}"/>
                </a:ext>
              </a:extLst>
            </p:cNvPr>
            <p:cNvSpPr/>
            <p:nvPr/>
          </p:nvSpPr>
          <p:spPr>
            <a:xfrm>
              <a:off x="3688948" y="1626754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4" name="ellipse_1904">
              <a:extLst>
                <a:ext uri="{FF2B5EF4-FFF2-40B4-BE49-F238E27FC236}">
                  <a16:creationId xmlns:a16="http://schemas.microsoft.com/office/drawing/2014/main" id="{3C6FC5A4-3EEC-DFF4-C7AC-4BEF9B715E73}"/>
                </a:ext>
              </a:extLst>
            </p:cNvPr>
            <p:cNvSpPr/>
            <p:nvPr/>
          </p:nvSpPr>
          <p:spPr>
            <a:xfrm>
              <a:off x="3676533" y="145861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5" name="ellipse_1905">
              <a:extLst>
                <a:ext uri="{FF2B5EF4-FFF2-40B4-BE49-F238E27FC236}">
                  <a16:creationId xmlns:a16="http://schemas.microsoft.com/office/drawing/2014/main" id="{A7DBCE17-E9CD-22D1-5C2E-ABD09A4F3ADB}"/>
                </a:ext>
              </a:extLst>
            </p:cNvPr>
            <p:cNvSpPr/>
            <p:nvPr/>
          </p:nvSpPr>
          <p:spPr>
            <a:xfrm>
              <a:off x="3582836" y="160440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6" name="ellipse_1906">
              <a:extLst>
                <a:ext uri="{FF2B5EF4-FFF2-40B4-BE49-F238E27FC236}">
                  <a16:creationId xmlns:a16="http://schemas.microsoft.com/office/drawing/2014/main" id="{09B08BB9-FF7D-78AF-132C-E1E6E3B32ACC}"/>
                </a:ext>
              </a:extLst>
            </p:cNvPr>
            <p:cNvSpPr/>
            <p:nvPr/>
          </p:nvSpPr>
          <p:spPr>
            <a:xfrm>
              <a:off x="3502117" y="1481357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7" name="ellipse_1907">
              <a:extLst>
                <a:ext uri="{FF2B5EF4-FFF2-40B4-BE49-F238E27FC236}">
                  <a16:creationId xmlns:a16="http://schemas.microsoft.com/office/drawing/2014/main" id="{9065E74D-C006-BE02-81E5-504C0667EEC4}"/>
                </a:ext>
              </a:extLst>
            </p:cNvPr>
            <p:cNvSpPr/>
            <p:nvPr/>
          </p:nvSpPr>
          <p:spPr>
            <a:xfrm>
              <a:off x="3701184" y="1635112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8" name="ellipse_1908">
              <a:extLst>
                <a:ext uri="{FF2B5EF4-FFF2-40B4-BE49-F238E27FC236}">
                  <a16:creationId xmlns:a16="http://schemas.microsoft.com/office/drawing/2014/main" id="{3E7CCF9B-D08E-7B45-FD81-449880C15D5E}"/>
                </a:ext>
              </a:extLst>
            </p:cNvPr>
            <p:cNvSpPr/>
            <p:nvPr/>
          </p:nvSpPr>
          <p:spPr>
            <a:xfrm>
              <a:off x="3667161" y="1608045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09" name="ellipse_1909">
              <a:extLst>
                <a:ext uri="{FF2B5EF4-FFF2-40B4-BE49-F238E27FC236}">
                  <a16:creationId xmlns:a16="http://schemas.microsoft.com/office/drawing/2014/main" id="{7381DA4A-DE28-CFB2-088D-D48CA57D0EB3}"/>
                </a:ext>
              </a:extLst>
            </p:cNvPr>
            <p:cNvSpPr/>
            <p:nvPr/>
          </p:nvSpPr>
          <p:spPr>
            <a:xfrm>
              <a:off x="3580356" y="1576358"/>
              <a:ext cx="25506" cy="28163"/>
            </a:xfrm>
            <a:prstGeom prst="ellipse">
              <a:avLst/>
            </a:prstGeom>
            <a:gradFill flip="none" rotWithShape="1">
              <a:gsLst>
                <a:gs pos="0">
                  <a:srgbClr val="F7F7FA"/>
                </a:gs>
                <a:gs pos="43000">
                  <a:srgbClr val="B6B8C9"/>
                </a:gs>
                <a:gs pos="100000">
                  <a:srgbClr val="858CA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0" name="Pseudo atom | small solid diamond">
              <a:extLst>
                <a:ext uri="{FF2B5EF4-FFF2-40B4-BE49-F238E27FC236}">
                  <a16:creationId xmlns:a16="http://schemas.microsoft.com/office/drawing/2014/main" id="{949C5E2A-BF77-9AA9-712C-E406280813B7}"/>
                </a:ext>
              </a:extLst>
            </p:cNvPr>
            <p:cNvSpPr/>
            <p:nvPr/>
          </p:nvSpPr>
          <p:spPr>
            <a:xfrm>
              <a:off x="3677032" y="1640896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1" name="Pseudo atom | small solid diamond">
              <a:extLst>
                <a:ext uri="{FF2B5EF4-FFF2-40B4-BE49-F238E27FC236}">
                  <a16:creationId xmlns:a16="http://schemas.microsoft.com/office/drawing/2014/main" id="{F5BCF5DC-78BC-4F02-7E0F-69A7F9F4C77A}"/>
                </a:ext>
              </a:extLst>
            </p:cNvPr>
            <p:cNvSpPr/>
            <p:nvPr/>
          </p:nvSpPr>
          <p:spPr>
            <a:xfrm>
              <a:off x="3542290" y="1523790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2" name="Pseudo atom | small solid diamond">
              <a:extLst>
                <a:ext uri="{FF2B5EF4-FFF2-40B4-BE49-F238E27FC236}">
                  <a16:creationId xmlns:a16="http://schemas.microsoft.com/office/drawing/2014/main" id="{0F1395F3-C26D-9DE3-ECE5-1CAE76A69008}"/>
                </a:ext>
              </a:extLst>
            </p:cNvPr>
            <p:cNvSpPr/>
            <p:nvPr/>
          </p:nvSpPr>
          <p:spPr>
            <a:xfrm>
              <a:off x="3590254" y="1492059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3" name="Pseudo atom | small solid diamond">
              <a:extLst>
                <a:ext uri="{FF2B5EF4-FFF2-40B4-BE49-F238E27FC236}">
                  <a16:creationId xmlns:a16="http://schemas.microsoft.com/office/drawing/2014/main" id="{84838EC1-3B57-65F1-56C4-2649AFCB1DB2}"/>
                </a:ext>
              </a:extLst>
            </p:cNvPr>
            <p:cNvSpPr/>
            <p:nvPr/>
          </p:nvSpPr>
          <p:spPr>
            <a:xfrm>
              <a:off x="3710724" y="162678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4" name="Pseudo atom | small solid diamond">
              <a:extLst>
                <a:ext uri="{FF2B5EF4-FFF2-40B4-BE49-F238E27FC236}">
                  <a16:creationId xmlns:a16="http://schemas.microsoft.com/office/drawing/2014/main" id="{F1909A85-7A2F-877A-0CFB-9DBF849A270C}"/>
                </a:ext>
              </a:extLst>
            </p:cNvPr>
            <p:cNvSpPr/>
            <p:nvPr/>
          </p:nvSpPr>
          <p:spPr>
            <a:xfrm>
              <a:off x="3552701" y="1475941"/>
              <a:ext cx="16109" cy="17787"/>
            </a:xfrm>
            <a:custGeom>
              <a:avLst/>
              <a:gdLst/>
              <a:ahLst/>
              <a:cxnLst/>
              <a:rect l="0" t="0" r="w" b="h"/>
              <a:pathLst>
                <a:path w="17739" h="17739" extrusionOk="0">
                  <a:moveTo>
                    <a:pt x="8870" y="0"/>
                  </a:moveTo>
                  <a:lnTo>
                    <a:pt x="17739" y="8869"/>
                  </a:lnTo>
                  <a:lnTo>
                    <a:pt x="8870" y="17739"/>
                  </a:lnTo>
                  <a:lnTo>
                    <a:pt x="0" y="8869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15" name="b | Receptor embedding feature bar">
            <a:extLst>
              <a:ext uri="{FF2B5EF4-FFF2-40B4-BE49-F238E27FC236}">
                <a16:creationId xmlns:a16="http://schemas.microsoft.com/office/drawing/2014/main" id="{68E2A5AD-1ABF-61B1-2543-17C21A3A42F6}"/>
              </a:ext>
            </a:extLst>
          </p:cNvPr>
          <p:cNvGrpSpPr/>
          <p:nvPr/>
        </p:nvGrpSpPr>
        <p:grpSpPr>
          <a:xfrm>
            <a:off x="2242286" y="1142965"/>
            <a:ext cx="242618" cy="14816"/>
            <a:chOff x="1258155" y="1540665"/>
            <a:chExt cx="325215" cy="42705"/>
          </a:xfrm>
        </p:grpSpPr>
        <p:sp>
          <p:nvSpPr>
            <p:cNvPr id="1716" name="feature_1">
              <a:extLst>
                <a:ext uri="{FF2B5EF4-FFF2-40B4-BE49-F238E27FC236}">
                  <a16:creationId xmlns:a16="http://schemas.microsoft.com/office/drawing/2014/main" id="{E21EE4CE-67B1-F3FB-B39E-9572172B5C7E}"/>
                </a:ext>
              </a:extLst>
            </p:cNvPr>
            <p:cNvSpPr/>
            <p:nvPr/>
          </p:nvSpPr>
          <p:spPr>
            <a:xfrm>
              <a:off x="1258155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7" name="feature_2">
              <a:extLst>
                <a:ext uri="{FF2B5EF4-FFF2-40B4-BE49-F238E27FC236}">
                  <a16:creationId xmlns:a16="http://schemas.microsoft.com/office/drawing/2014/main" id="{9A1987D2-173C-478F-29E3-CF6C33E174AE}"/>
                </a:ext>
              </a:extLst>
            </p:cNvPr>
            <p:cNvSpPr/>
            <p:nvPr/>
          </p:nvSpPr>
          <p:spPr>
            <a:xfrm>
              <a:off x="1305084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8" name="feature_3">
              <a:extLst>
                <a:ext uri="{FF2B5EF4-FFF2-40B4-BE49-F238E27FC236}">
                  <a16:creationId xmlns:a16="http://schemas.microsoft.com/office/drawing/2014/main" id="{B944528F-2EBB-88B7-073D-355EBDFB26A3}"/>
                </a:ext>
              </a:extLst>
            </p:cNvPr>
            <p:cNvSpPr/>
            <p:nvPr/>
          </p:nvSpPr>
          <p:spPr>
            <a:xfrm>
              <a:off x="1352012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19" name="feature_4">
              <a:extLst>
                <a:ext uri="{FF2B5EF4-FFF2-40B4-BE49-F238E27FC236}">
                  <a16:creationId xmlns:a16="http://schemas.microsoft.com/office/drawing/2014/main" id="{8123CED1-0BEF-B7E1-95B4-73B9FEE4DED2}"/>
                </a:ext>
              </a:extLst>
            </p:cNvPr>
            <p:cNvSpPr/>
            <p:nvPr/>
          </p:nvSpPr>
          <p:spPr>
            <a:xfrm>
              <a:off x="1398941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0" name="feature_5">
              <a:extLst>
                <a:ext uri="{FF2B5EF4-FFF2-40B4-BE49-F238E27FC236}">
                  <a16:creationId xmlns:a16="http://schemas.microsoft.com/office/drawing/2014/main" id="{508ACE6D-A37F-1FE8-271D-07551B6A4546}"/>
                </a:ext>
              </a:extLst>
            </p:cNvPr>
            <p:cNvSpPr/>
            <p:nvPr/>
          </p:nvSpPr>
          <p:spPr>
            <a:xfrm>
              <a:off x="1445869" y="1540665"/>
              <a:ext cx="43644" cy="42705"/>
            </a:xfrm>
            <a:prstGeom prst="rect">
              <a:avLst/>
            </a:prstGeom>
            <a:solidFill>
              <a:srgbClr val="C7BFE0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1" name="feature_6">
              <a:extLst>
                <a:ext uri="{FF2B5EF4-FFF2-40B4-BE49-F238E27FC236}">
                  <a16:creationId xmlns:a16="http://schemas.microsoft.com/office/drawing/2014/main" id="{8843B37E-41FD-118A-8AFF-22DBF538E05A}"/>
                </a:ext>
              </a:extLst>
            </p:cNvPr>
            <p:cNvSpPr/>
            <p:nvPr/>
          </p:nvSpPr>
          <p:spPr>
            <a:xfrm>
              <a:off x="1492798" y="1540665"/>
              <a:ext cx="43644" cy="42705"/>
            </a:xfrm>
            <a:prstGeom prst="rect">
              <a:avLst/>
            </a:prstGeom>
            <a:solidFill>
              <a:srgbClr val="AEBED6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2" name="feature_7">
              <a:extLst>
                <a:ext uri="{FF2B5EF4-FFF2-40B4-BE49-F238E27FC236}">
                  <a16:creationId xmlns:a16="http://schemas.microsoft.com/office/drawing/2014/main" id="{3F88DFC0-852F-5D39-FE80-AC50287351FE}"/>
                </a:ext>
              </a:extLst>
            </p:cNvPr>
            <p:cNvSpPr/>
            <p:nvPr/>
          </p:nvSpPr>
          <p:spPr>
            <a:xfrm>
              <a:off x="1539726" y="1540665"/>
              <a:ext cx="43644" cy="42705"/>
            </a:xfrm>
            <a:prstGeom prst="rect">
              <a:avLst/>
            </a:prstGeom>
            <a:solidFill>
              <a:srgbClr val="B2A4CD"/>
            </a:soli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23" name="b | Pseudo atoms">
            <a:extLst>
              <a:ext uri="{FF2B5EF4-FFF2-40B4-BE49-F238E27FC236}">
                <a16:creationId xmlns:a16="http://schemas.microsoft.com/office/drawing/2014/main" id="{8E31C4B9-39A0-9B42-2819-D701DEA7C7D8}"/>
              </a:ext>
            </a:extLst>
          </p:cNvPr>
          <p:cNvGrpSpPr/>
          <p:nvPr/>
        </p:nvGrpSpPr>
        <p:grpSpPr>
          <a:xfrm>
            <a:off x="2201500" y="1360000"/>
            <a:ext cx="319000" cy="159000"/>
            <a:chOff x="1224494" y="1827718"/>
            <a:chExt cx="319272" cy="160003"/>
          </a:xfrm>
        </p:grpSpPr>
        <p:sp>
          <p:nvSpPr>
            <p:cNvPr id="1724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239583" y="186561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5" name="Pseudo atom | small solid diamond">
              <a:extLst>
                <a:ext uri="{FF2B5EF4-FFF2-40B4-BE49-F238E27FC236}">
                  <a16:creationId xmlns:a16="http://schemas.microsoft.com/office/drawing/2014/main" id="{C1220AC0-17E2-5159-60B2-D54B1AE046D4}"/>
                </a:ext>
              </a:extLst>
            </p:cNvPr>
            <p:cNvSpPr/>
            <p:nvPr/>
          </p:nvSpPr>
          <p:spPr>
            <a:xfrm>
              <a:off x="1336337" y="197400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6" name="Pseudo atom | small solid diamond">
              <a:extLst>
                <a:ext uri="{FF2B5EF4-FFF2-40B4-BE49-F238E27FC236}">
                  <a16:creationId xmlns:a16="http://schemas.microsoft.com/office/drawing/2014/main" id="{2C743AB9-F896-CB6D-8766-3727DEE86F28}"/>
                </a:ext>
              </a:extLst>
            </p:cNvPr>
            <p:cNvSpPr/>
            <p:nvPr/>
          </p:nvSpPr>
          <p:spPr>
            <a:xfrm>
              <a:off x="1253164" y="195694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7" name="Pseudo atom | small solid diamond">
              <a:extLst>
                <a:ext uri="{FF2B5EF4-FFF2-40B4-BE49-F238E27FC236}">
                  <a16:creationId xmlns:a16="http://schemas.microsoft.com/office/drawing/2014/main" id="{A5BDC21A-C5AF-A4B6-36CC-EB1D9735D9FB}"/>
                </a:ext>
              </a:extLst>
            </p:cNvPr>
            <p:cNvSpPr/>
            <p:nvPr/>
          </p:nvSpPr>
          <p:spPr>
            <a:xfrm>
              <a:off x="1253413" y="187778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8" name="Pseudo atom | small solid diamond">
              <a:extLst>
                <a:ext uri="{FF2B5EF4-FFF2-40B4-BE49-F238E27FC236}">
                  <a16:creationId xmlns:a16="http://schemas.microsoft.com/office/drawing/2014/main" id="{1B2AC413-C826-7D28-5334-945B10F56119}"/>
                </a:ext>
              </a:extLst>
            </p:cNvPr>
            <p:cNvSpPr/>
            <p:nvPr/>
          </p:nvSpPr>
          <p:spPr>
            <a:xfrm>
              <a:off x="1429247" y="192024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29" name="Pseudo atom | small solid diamond">
              <a:extLst>
                <a:ext uri="{FF2B5EF4-FFF2-40B4-BE49-F238E27FC236}">
                  <a16:creationId xmlns:a16="http://schemas.microsoft.com/office/drawing/2014/main" id="{27CD90E8-D173-ABAF-6379-B68FD95B0FB1}"/>
                </a:ext>
              </a:extLst>
            </p:cNvPr>
            <p:cNvSpPr/>
            <p:nvPr/>
          </p:nvSpPr>
          <p:spPr>
            <a:xfrm>
              <a:off x="1523954" y="188898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0" name="Pseudo atom | small solid diamond">
              <a:extLst>
                <a:ext uri="{FF2B5EF4-FFF2-40B4-BE49-F238E27FC236}">
                  <a16:creationId xmlns:a16="http://schemas.microsoft.com/office/drawing/2014/main" id="{26CB92B8-18BD-E545-9A89-4E3A3DDF83C5}"/>
                </a:ext>
              </a:extLst>
            </p:cNvPr>
            <p:cNvSpPr/>
            <p:nvPr/>
          </p:nvSpPr>
          <p:spPr>
            <a:xfrm>
              <a:off x="1518729" y="1967532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1" name="Pseudo atom | small solid diamond">
              <a:extLst>
                <a:ext uri="{FF2B5EF4-FFF2-40B4-BE49-F238E27FC236}">
                  <a16:creationId xmlns:a16="http://schemas.microsoft.com/office/drawing/2014/main" id="{CCF54E8C-14F5-AC0A-2FE9-C7C223900C0E}"/>
                </a:ext>
              </a:extLst>
            </p:cNvPr>
            <p:cNvSpPr/>
            <p:nvPr/>
          </p:nvSpPr>
          <p:spPr>
            <a:xfrm>
              <a:off x="1442178" y="182923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2" name="Pseudo atom | small solid diamond">
              <a:extLst>
                <a:ext uri="{FF2B5EF4-FFF2-40B4-BE49-F238E27FC236}">
                  <a16:creationId xmlns:a16="http://schemas.microsoft.com/office/drawing/2014/main" id="{3530A738-4110-5D53-C3B5-56FAA29BA782}"/>
                </a:ext>
              </a:extLst>
            </p:cNvPr>
            <p:cNvSpPr/>
            <p:nvPr/>
          </p:nvSpPr>
          <p:spPr>
            <a:xfrm>
              <a:off x="1470133" y="196357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3" name="Pseudo atom | small solid diamond">
              <a:extLst>
                <a:ext uri="{FF2B5EF4-FFF2-40B4-BE49-F238E27FC236}">
                  <a16:creationId xmlns:a16="http://schemas.microsoft.com/office/drawing/2014/main" id="{643A8A27-5082-11E9-6DF8-62029EDB2BA1}"/>
                </a:ext>
              </a:extLst>
            </p:cNvPr>
            <p:cNvSpPr/>
            <p:nvPr/>
          </p:nvSpPr>
          <p:spPr>
            <a:xfrm>
              <a:off x="1376682" y="185632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4" name="Pseudo atom | small solid diamond">
              <a:extLst>
                <a:ext uri="{FF2B5EF4-FFF2-40B4-BE49-F238E27FC236}">
                  <a16:creationId xmlns:a16="http://schemas.microsoft.com/office/drawing/2014/main" id="{0C222145-C329-4976-D578-8D036F4E281B}"/>
                </a:ext>
              </a:extLst>
            </p:cNvPr>
            <p:cNvSpPr/>
            <p:nvPr/>
          </p:nvSpPr>
          <p:spPr>
            <a:xfrm>
              <a:off x="1259476" y="195513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5" name="Pseudo atom | small solid diamond">
              <a:extLst>
                <a:ext uri="{FF2B5EF4-FFF2-40B4-BE49-F238E27FC236}">
                  <a16:creationId xmlns:a16="http://schemas.microsoft.com/office/drawing/2014/main" id="{C4CB2F02-EA91-573C-6EC4-7BB529661680}"/>
                </a:ext>
              </a:extLst>
            </p:cNvPr>
            <p:cNvSpPr/>
            <p:nvPr/>
          </p:nvSpPr>
          <p:spPr>
            <a:xfrm>
              <a:off x="1227515" y="190952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6" name="Pseudo atom | small solid diamond">
              <a:extLst>
                <a:ext uri="{FF2B5EF4-FFF2-40B4-BE49-F238E27FC236}">
                  <a16:creationId xmlns:a16="http://schemas.microsoft.com/office/drawing/2014/main" id="{01120F4A-BE0C-A199-4AB5-7C4F4DF3799E}"/>
                </a:ext>
              </a:extLst>
            </p:cNvPr>
            <p:cNvSpPr/>
            <p:nvPr/>
          </p:nvSpPr>
          <p:spPr>
            <a:xfrm>
              <a:off x="1267208" y="1872194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7" name="Pseudo atom | small solid diamond">
              <a:extLst>
                <a:ext uri="{FF2B5EF4-FFF2-40B4-BE49-F238E27FC236}">
                  <a16:creationId xmlns:a16="http://schemas.microsoft.com/office/drawing/2014/main" id="{57DEA26B-0208-C45D-8976-D93D9EC94D8A}"/>
                </a:ext>
              </a:extLst>
            </p:cNvPr>
            <p:cNvSpPr/>
            <p:nvPr/>
          </p:nvSpPr>
          <p:spPr>
            <a:xfrm>
              <a:off x="1531545" y="1868436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8" name="Pseudo atom | small solid diamond">
              <a:extLst>
                <a:ext uri="{FF2B5EF4-FFF2-40B4-BE49-F238E27FC236}">
                  <a16:creationId xmlns:a16="http://schemas.microsoft.com/office/drawing/2014/main" id="{ADB7DD25-6F5B-8AB1-FD7F-A8B08D2CE29A}"/>
                </a:ext>
              </a:extLst>
            </p:cNvPr>
            <p:cNvSpPr/>
            <p:nvPr/>
          </p:nvSpPr>
          <p:spPr>
            <a:xfrm>
              <a:off x="1431224" y="194324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39" name="Pseudo atom | small solid diamond">
              <a:extLst>
                <a:ext uri="{FF2B5EF4-FFF2-40B4-BE49-F238E27FC236}">
                  <a16:creationId xmlns:a16="http://schemas.microsoft.com/office/drawing/2014/main" id="{B5BB41B1-6993-E219-D051-01575299AC45}"/>
                </a:ext>
              </a:extLst>
            </p:cNvPr>
            <p:cNvSpPr/>
            <p:nvPr/>
          </p:nvSpPr>
          <p:spPr>
            <a:xfrm>
              <a:off x="1296181" y="1848612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0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33046" y="1901319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1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71359" y="19413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2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19250" y="1888519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3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51177" y="184691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4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92682" y="19093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5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294734" y="1942920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6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342625" y="1843718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47" name="Pseudo atom | small solid diamond">
              <a:extLst>
                <a:ext uri="{FF2B5EF4-FFF2-40B4-BE49-F238E27FC236}">
                  <a16:creationId xmlns:a16="http://schemas.microsoft.com/office/drawing/2014/main" id="{00A9FEA0-8D80-7F50-AE2F-80F92964E695}"/>
                </a:ext>
              </a:extLst>
            </p:cNvPr>
            <p:cNvSpPr/>
            <p:nvPr/>
          </p:nvSpPr>
          <p:spPr>
            <a:xfrm>
              <a:off x="1409672" y="1974921"/>
              <a:ext cx="9200" cy="12200"/>
            </a:xfrm>
            <a:custGeom>
              <a:avLst/>
              <a:gdLst/>
              <a:ahLst/>
              <a:cxnLst/>
              <a:rect l="0" t="0" r="w" b="h"/>
              <a:pathLst>
                <a:path w="15242" h="15242" extrusionOk="0">
                  <a:moveTo>
                    <a:pt x="7621" y="0"/>
                  </a:moveTo>
                  <a:lnTo>
                    <a:pt x="15242" y="7621"/>
                  </a:lnTo>
                  <a:lnTo>
                    <a:pt x="7621" y="15242"/>
                  </a:lnTo>
                  <a:lnTo>
                    <a:pt x="0" y="7621"/>
                  </a:lnTo>
                  <a:close/>
                </a:path>
              </a:pathLst>
            </a:custGeom>
            <a:solidFill>
              <a:srgbClr val="D6800B"/>
            </a:solidFill>
            <a:ln w="2540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48" name="b | Candidate blob matched to Match"/>
          <p:cNvGrpSpPr/>
          <p:nvPr/>
        </p:nvGrpSpPr>
        <p:grpSpPr>
          <a:xfrm>
            <a:off x="4490500" y="914000"/>
            <a:ext cx="155316" cy="100125"/>
            <a:chOff x="2714019" y="2595654"/>
            <a:chExt cx="155316" cy="100125"/>
          </a:xfrm>
        </p:grpSpPr>
        <p:sp>
          <p:nvSpPr>
            <p:cNvPr id="1749" name="Candidate blob | editable contour">
              <a:extLst>
                <a:ext uri="{FF2B5EF4-FFF2-40B4-BE49-F238E27FC236}">
                  <a16:creationId xmlns:a16="http://schemas.microsoft.com/office/drawing/2014/main" id="{D4133630-6457-1A92-8F3C-A382376AE168}"/>
                </a:ext>
              </a:extLst>
            </p:cNvPr>
            <p:cNvSpPr/>
            <p:nvPr/>
          </p:nvSpPr>
          <p:spPr>
            <a:xfrm>
              <a:off x="2714019" y="2595654"/>
              <a:ext cx="155316" cy="100125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1502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0" name="ellipse_2612">
              <a:extLst>
                <a:ext uri="{FF2B5EF4-FFF2-40B4-BE49-F238E27FC236}">
                  <a16:creationId xmlns:a16="http://schemas.microsoft.com/office/drawing/2014/main" id="{3F872C11-AB73-B0BA-C9CB-0DE746E05FFE}"/>
                </a:ext>
              </a:extLst>
            </p:cNvPr>
            <p:cNvSpPr/>
            <p:nvPr/>
          </p:nvSpPr>
          <p:spPr>
            <a:xfrm>
              <a:off x="2726281" y="2603827"/>
              <a:ext cx="81745" cy="34737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1502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51" name="b | Pseudo atoms cue matched to Match">
            <a:extLst>
              <a:ext uri="{FF2B5EF4-FFF2-40B4-BE49-F238E27FC236}">
                <a16:creationId xmlns:a16="http://schemas.microsoft.com/office/drawing/2014/main" id="{5A1DFE96-A8C7-AD86-6D6A-1913B3422C89}"/>
              </a:ext>
            </a:extLst>
          </p:cNvPr>
          <p:cNvGrpSpPr/>
          <p:nvPr/>
        </p:nvGrpSpPr>
        <p:grpSpPr>
          <a:xfrm>
            <a:off x="4784500" y="914000"/>
            <a:ext cx="132836" cy="100125"/>
            <a:chOff x="2356083" y="3581646"/>
            <a:chExt cx="132815" cy="121377"/>
          </a:xfrm>
        </p:grpSpPr>
        <p:sp>
          <p:nvSpPr>
            <p:cNvPr id="1752" name="Pseudo atom | small solid diamond">
              <a:extLst>
                <a:ext uri="{FF2B5EF4-FFF2-40B4-BE49-F238E27FC236}">
                  <a16:creationId xmlns:a16="http://schemas.microsoft.com/office/drawing/2014/main" id="{7D201F4A-9E65-793A-D032-8276D5F80DBB}"/>
                </a:ext>
              </a:extLst>
            </p:cNvPr>
            <p:cNvSpPr/>
            <p:nvPr/>
          </p:nvSpPr>
          <p:spPr>
            <a:xfrm>
              <a:off x="2470337" y="3657927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3" name="Pseudo atom | small solid diamond">
              <a:extLst>
                <a:ext uri="{FF2B5EF4-FFF2-40B4-BE49-F238E27FC236}">
                  <a16:creationId xmlns:a16="http://schemas.microsoft.com/office/drawing/2014/main" id="{CC7F86F5-EE3C-A3E5-856F-3CAC3E0A67D3}"/>
                </a:ext>
              </a:extLst>
            </p:cNvPr>
            <p:cNvSpPr/>
            <p:nvPr/>
          </p:nvSpPr>
          <p:spPr>
            <a:xfrm>
              <a:off x="2367832" y="3581646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4" name="Pseudo atom | small solid diamond">
              <a:extLst>
                <a:ext uri="{FF2B5EF4-FFF2-40B4-BE49-F238E27FC236}">
                  <a16:creationId xmlns:a16="http://schemas.microsoft.com/office/drawing/2014/main" id="{38EF4C65-C290-52C0-447A-923E11938EB3}"/>
                </a:ext>
              </a:extLst>
            </p:cNvPr>
            <p:cNvSpPr/>
            <p:nvPr/>
          </p:nvSpPr>
          <p:spPr>
            <a:xfrm>
              <a:off x="2462977" y="3688569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5" name="Pseudo atom | small solid diamond">
              <a:extLst>
                <a:ext uri="{FF2B5EF4-FFF2-40B4-BE49-F238E27FC236}">
                  <a16:creationId xmlns:a16="http://schemas.microsoft.com/office/drawing/2014/main" id="{225D7F66-5C9F-7DBA-C241-59A79A43F2C9}"/>
                </a:ext>
              </a:extLst>
            </p:cNvPr>
            <p:cNvSpPr/>
            <p:nvPr/>
          </p:nvSpPr>
          <p:spPr>
            <a:xfrm>
              <a:off x="2381094" y="3596723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6" name="Pseudo atom | small solid diamond">
              <a:extLst>
                <a:ext uri="{FF2B5EF4-FFF2-40B4-BE49-F238E27FC236}">
                  <a16:creationId xmlns:a16="http://schemas.microsoft.com/office/drawing/2014/main" id="{7AB75D92-E75C-CD76-34AB-CF527A0CAEEF}"/>
                </a:ext>
              </a:extLst>
            </p:cNvPr>
            <p:cNvSpPr/>
            <p:nvPr/>
          </p:nvSpPr>
          <p:spPr>
            <a:xfrm>
              <a:off x="2474444" y="3633245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7" name="Pseudo atom | small solid diamond">
              <a:extLst>
                <a:ext uri="{FF2B5EF4-FFF2-40B4-BE49-F238E27FC236}">
                  <a16:creationId xmlns:a16="http://schemas.microsoft.com/office/drawing/2014/main" id="{30F8F9F2-23EA-EAE3-240E-840DEE71BD54}"/>
                </a:ext>
              </a:extLst>
            </p:cNvPr>
            <p:cNvSpPr/>
            <p:nvPr/>
          </p:nvSpPr>
          <p:spPr>
            <a:xfrm>
              <a:off x="2419798" y="3615676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8" name="Pseudo atom | small solid diamond">
              <a:extLst>
                <a:ext uri="{FF2B5EF4-FFF2-40B4-BE49-F238E27FC236}">
                  <a16:creationId xmlns:a16="http://schemas.microsoft.com/office/drawing/2014/main" id="{C001A4AB-55AC-7E19-8417-1673B1CCD688}"/>
                </a:ext>
              </a:extLst>
            </p:cNvPr>
            <p:cNvSpPr/>
            <p:nvPr/>
          </p:nvSpPr>
          <p:spPr>
            <a:xfrm>
              <a:off x="2356083" y="3630928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59" name="Pseudo atom | small solid diamond">
              <a:extLst>
                <a:ext uri="{FF2B5EF4-FFF2-40B4-BE49-F238E27FC236}">
                  <a16:creationId xmlns:a16="http://schemas.microsoft.com/office/drawing/2014/main" id="{FE196410-CC33-81BF-EB84-F075E0A6EF25}"/>
                </a:ext>
              </a:extLst>
            </p:cNvPr>
            <p:cNvSpPr/>
            <p:nvPr/>
          </p:nvSpPr>
          <p:spPr>
            <a:xfrm>
              <a:off x="2399168" y="3621448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0" name="Pseudo atom | small solid diamond">
              <a:extLst>
                <a:ext uri="{FF2B5EF4-FFF2-40B4-BE49-F238E27FC236}">
                  <a16:creationId xmlns:a16="http://schemas.microsoft.com/office/drawing/2014/main" id="{EFE8C116-2B94-FCCB-F944-D9BFD58C3872}"/>
                </a:ext>
              </a:extLst>
            </p:cNvPr>
            <p:cNvSpPr/>
            <p:nvPr/>
          </p:nvSpPr>
          <p:spPr>
            <a:xfrm>
              <a:off x="2442478" y="3664017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1" name="Pseudo atom | small solid diamond">
              <a:extLst>
                <a:ext uri="{FF2B5EF4-FFF2-40B4-BE49-F238E27FC236}">
                  <a16:creationId xmlns:a16="http://schemas.microsoft.com/office/drawing/2014/main" id="{63DA1393-B1D1-AEA4-3854-012BC1C76FCA}"/>
                </a:ext>
              </a:extLst>
            </p:cNvPr>
            <p:cNvSpPr/>
            <p:nvPr/>
          </p:nvSpPr>
          <p:spPr>
            <a:xfrm>
              <a:off x="2457792" y="3672561"/>
              <a:ext cx="14454" cy="14454"/>
            </a:xfrm>
            <a:custGeom>
              <a:avLst/>
              <a:gdLst/>
              <a:ahLst/>
              <a:cxnLst/>
              <a:rect l="0" t="0" r="w" b="h"/>
              <a:pathLst>
                <a:path w="14454" h="14454" extrusionOk="0">
                  <a:moveTo>
                    <a:pt x="7227" y="0"/>
                  </a:moveTo>
                  <a:lnTo>
                    <a:pt x="14454" y="7227"/>
                  </a:lnTo>
                  <a:lnTo>
                    <a:pt x="7227" y="14454"/>
                  </a:lnTo>
                  <a:lnTo>
                    <a:pt x="0" y="7227"/>
                  </a:lnTo>
                  <a:close/>
                </a:path>
              </a:pathLst>
            </a:custGeom>
            <a:solidFill>
              <a:srgbClr val="D6800B"/>
            </a:solidFill>
            <a:ln w="976" cap="rnd" cmpd="sng" algn="ctr">
              <a:solidFill>
                <a:srgbClr val="AE610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762" name="b | Atom binding probability atoms">
            <a:extLst>
              <a:ext uri="{FF2B5EF4-FFF2-40B4-BE49-F238E27FC236}">
                <a16:creationId xmlns:a16="http://schemas.microsoft.com/office/drawing/2014/main" id="{F18600FF-1A0A-5554-35F3-ED260089FE16}"/>
              </a:ext>
            </a:extLst>
          </p:cNvPr>
          <p:cNvGrpSpPr/>
          <p:nvPr/>
        </p:nvGrpSpPr>
        <p:grpSpPr>
          <a:xfrm>
            <a:off x="4481404" y="1313603"/>
            <a:ext cx="348184" cy="198162"/>
            <a:chOff x="4048258" y="1358908"/>
            <a:chExt cx="619157" cy="354006"/>
          </a:xfrm>
        </p:grpSpPr>
        <p:sp>
          <p:nvSpPr>
            <p:cNvPr id="1763" name="ellipse_2090">
              <a:extLst>
                <a:ext uri="{FF2B5EF4-FFF2-40B4-BE49-F238E27FC236}">
                  <a16:creationId xmlns:a16="http://schemas.microsoft.com/office/drawing/2014/main" id="{CBD588EE-A3BA-33C4-BF03-97EB078D3411}"/>
                </a:ext>
              </a:extLst>
            </p:cNvPr>
            <p:cNvSpPr/>
            <p:nvPr/>
          </p:nvSpPr>
          <p:spPr>
            <a:xfrm>
              <a:off x="4258453" y="1489516"/>
              <a:ext cx="30094" cy="30094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4" name="ellipse_2091">
              <a:extLst>
                <a:ext uri="{FF2B5EF4-FFF2-40B4-BE49-F238E27FC236}">
                  <a16:creationId xmlns:a16="http://schemas.microsoft.com/office/drawing/2014/main" id="{3EAD1776-C5B5-6F58-AAEE-6CDD999DE893}"/>
                </a:ext>
              </a:extLst>
            </p:cNvPr>
            <p:cNvSpPr/>
            <p:nvPr/>
          </p:nvSpPr>
          <p:spPr>
            <a:xfrm>
              <a:off x="4113367" y="1552446"/>
              <a:ext cx="36128" cy="36128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BFD5EB"/>
                </a:gs>
                <a:gs pos="100000">
                  <a:srgbClr val="93B0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5" name="ellipse_2092">
              <a:extLst>
                <a:ext uri="{FF2B5EF4-FFF2-40B4-BE49-F238E27FC236}">
                  <a16:creationId xmlns:a16="http://schemas.microsoft.com/office/drawing/2014/main" id="{FA427F62-F7CB-B5E5-DF9B-5E62DBB78158}"/>
                </a:ext>
              </a:extLst>
            </p:cNvPr>
            <p:cNvSpPr/>
            <p:nvPr/>
          </p:nvSpPr>
          <p:spPr>
            <a:xfrm>
              <a:off x="4241603" y="1430960"/>
              <a:ext cx="24712" cy="2471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6" name="ellipse_2093">
              <a:extLst>
                <a:ext uri="{FF2B5EF4-FFF2-40B4-BE49-F238E27FC236}">
                  <a16:creationId xmlns:a16="http://schemas.microsoft.com/office/drawing/2014/main" id="{0490AC07-8BBA-79C8-BFED-A7F3104A9642}"/>
                </a:ext>
              </a:extLst>
            </p:cNvPr>
            <p:cNvSpPr/>
            <p:nvPr/>
          </p:nvSpPr>
          <p:spPr>
            <a:xfrm>
              <a:off x="4416989" y="1399138"/>
              <a:ext cx="30911" cy="30911"/>
            </a:xfrm>
            <a:prstGeom prst="ellipse">
              <a:avLst/>
            </a:prstGeom>
            <a:gradFill flip="none" rotWithShape="1">
              <a:gsLst>
                <a:gs pos="0">
                  <a:srgbClr val="FEFEFE"/>
                </a:gs>
                <a:gs pos="43000">
                  <a:srgbClr val="F8F9FB"/>
                </a:gs>
                <a:gs pos="100000">
                  <a:srgbClr val="D5DAD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7" name="ellipse_2094">
              <a:extLst>
                <a:ext uri="{FF2B5EF4-FFF2-40B4-BE49-F238E27FC236}">
                  <a16:creationId xmlns:a16="http://schemas.microsoft.com/office/drawing/2014/main" id="{952745FD-DE09-503D-CB1F-676407CFC9AA}"/>
                </a:ext>
              </a:extLst>
            </p:cNvPr>
            <p:cNvSpPr/>
            <p:nvPr/>
          </p:nvSpPr>
          <p:spPr>
            <a:xfrm>
              <a:off x="4225009" y="1420091"/>
              <a:ext cx="23096" cy="23096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4A6D5"/>
                </a:gs>
                <a:gs pos="100000">
                  <a:srgbClr val="3D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8" name="ellipse_2095">
              <a:extLst>
                <a:ext uri="{FF2B5EF4-FFF2-40B4-BE49-F238E27FC236}">
                  <a16:creationId xmlns:a16="http://schemas.microsoft.com/office/drawing/2014/main" id="{AF93DE0E-5D93-89DD-D930-545F1B10456E}"/>
                </a:ext>
              </a:extLst>
            </p:cNvPr>
            <p:cNvSpPr/>
            <p:nvPr/>
          </p:nvSpPr>
          <p:spPr>
            <a:xfrm>
              <a:off x="4351890" y="1391469"/>
              <a:ext cx="20643" cy="20643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69" name="ellipse_2096">
              <a:extLst>
                <a:ext uri="{FF2B5EF4-FFF2-40B4-BE49-F238E27FC236}">
                  <a16:creationId xmlns:a16="http://schemas.microsoft.com/office/drawing/2014/main" id="{3AAB646C-5BF7-3BD9-5E0A-47BC3CB52E30}"/>
                </a:ext>
              </a:extLst>
            </p:cNvPr>
            <p:cNvSpPr/>
            <p:nvPr/>
          </p:nvSpPr>
          <p:spPr>
            <a:xfrm>
              <a:off x="4500666" y="1563839"/>
              <a:ext cx="30169" cy="30169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0" name="ellipse_2097">
              <a:extLst>
                <a:ext uri="{FF2B5EF4-FFF2-40B4-BE49-F238E27FC236}">
                  <a16:creationId xmlns:a16="http://schemas.microsoft.com/office/drawing/2014/main" id="{98189645-3058-8E87-8CDD-5FDE6B2C8E79}"/>
                </a:ext>
              </a:extLst>
            </p:cNvPr>
            <p:cNvSpPr/>
            <p:nvPr/>
          </p:nvSpPr>
          <p:spPr>
            <a:xfrm>
              <a:off x="4285092" y="1531884"/>
              <a:ext cx="35504" cy="3550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1" name="ellipse_2098">
              <a:extLst>
                <a:ext uri="{FF2B5EF4-FFF2-40B4-BE49-F238E27FC236}">
                  <a16:creationId xmlns:a16="http://schemas.microsoft.com/office/drawing/2014/main" id="{8FFE06FD-E2CB-DEB1-5E37-8CDE6FD16ED5}"/>
                </a:ext>
              </a:extLst>
            </p:cNvPr>
            <p:cNvSpPr/>
            <p:nvPr/>
          </p:nvSpPr>
          <p:spPr>
            <a:xfrm>
              <a:off x="4478008" y="1554349"/>
              <a:ext cx="26505" cy="26505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2ECF5"/>
                </a:gs>
                <a:gs pos="100000">
                  <a:srgbClr val="BCCA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2" name="ellipse_2099">
              <a:extLst>
                <a:ext uri="{FF2B5EF4-FFF2-40B4-BE49-F238E27FC236}">
                  <a16:creationId xmlns:a16="http://schemas.microsoft.com/office/drawing/2014/main" id="{DCE66A16-64BD-202E-FFE1-79E644DA739C}"/>
                </a:ext>
              </a:extLst>
            </p:cNvPr>
            <p:cNvSpPr/>
            <p:nvPr/>
          </p:nvSpPr>
          <p:spPr>
            <a:xfrm>
              <a:off x="4554728" y="1513181"/>
              <a:ext cx="25082" cy="2508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3E2F1"/>
                </a:gs>
                <a:gs pos="100000">
                  <a:srgbClr val="AABFD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3" name="ellipse_2100">
              <a:extLst>
                <a:ext uri="{FF2B5EF4-FFF2-40B4-BE49-F238E27FC236}">
                  <a16:creationId xmlns:a16="http://schemas.microsoft.com/office/drawing/2014/main" id="{77C50F41-8B5A-D1A0-D0AD-0B5B86C5A7CF}"/>
                </a:ext>
              </a:extLst>
            </p:cNvPr>
            <p:cNvSpPr/>
            <p:nvPr/>
          </p:nvSpPr>
          <p:spPr>
            <a:xfrm>
              <a:off x="4437339" y="1438245"/>
              <a:ext cx="26429" cy="26429"/>
            </a:xfrm>
            <a:prstGeom prst="ellipse">
              <a:avLst/>
            </a:prstGeom>
            <a:gradFill flip="none" rotWithShape="1">
              <a:gsLst>
                <a:gs pos="0">
                  <a:srgbClr val="F8E4E5"/>
                </a:gs>
                <a:gs pos="43000">
                  <a:srgbClr val="DD7C81"/>
                </a:gs>
                <a:gs pos="100000">
                  <a:srgbClr val="B6495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4" name="ellipse_2101">
              <a:extLst>
                <a:ext uri="{FF2B5EF4-FFF2-40B4-BE49-F238E27FC236}">
                  <a16:creationId xmlns:a16="http://schemas.microsoft.com/office/drawing/2014/main" id="{249064B6-F818-2BB7-FFD6-4F406F42ECF2}"/>
                </a:ext>
              </a:extLst>
            </p:cNvPr>
            <p:cNvSpPr/>
            <p:nvPr/>
          </p:nvSpPr>
          <p:spPr>
            <a:xfrm>
              <a:off x="4540638" y="1512355"/>
              <a:ext cx="24065" cy="24065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5" name="ellipse_2102">
              <a:extLst>
                <a:ext uri="{FF2B5EF4-FFF2-40B4-BE49-F238E27FC236}">
                  <a16:creationId xmlns:a16="http://schemas.microsoft.com/office/drawing/2014/main" id="{CC57D1C1-DD7E-9301-B44D-B5827B4CE964}"/>
                </a:ext>
              </a:extLst>
            </p:cNvPr>
            <p:cNvSpPr/>
            <p:nvPr/>
          </p:nvSpPr>
          <p:spPr>
            <a:xfrm>
              <a:off x="4379933" y="1358908"/>
              <a:ext cx="19574" cy="1957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6" name="ellipse_2103">
              <a:extLst>
                <a:ext uri="{FF2B5EF4-FFF2-40B4-BE49-F238E27FC236}">
                  <a16:creationId xmlns:a16="http://schemas.microsoft.com/office/drawing/2014/main" id="{060B784B-8CD9-E54A-AD19-D8AEE51304AE}"/>
                </a:ext>
              </a:extLst>
            </p:cNvPr>
            <p:cNvSpPr/>
            <p:nvPr/>
          </p:nvSpPr>
          <p:spPr>
            <a:xfrm>
              <a:off x="4136927" y="1409448"/>
              <a:ext cx="34734" cy="3473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7" name="ellipse_2104">
              <a:extLst>
                <a:ext uri="{FF2B5EF4-FFF2-40B4-BE49-F238E27FC236}">
                  <a16:creationId xmlns:a16="http://schemas.microsoft.com/office/drawing/2014/main" id="{FA08D5C9-801C-5C99-54B6-5DD18B8C5CC7}"/>
                </a:ext>
              </a:extLst>
            </p:cNvPr>
            <p:cNvSpPr/>
            <p:nvPr/>
          </p:nvSpPr>
          <p:spPr>
            <a:xfrm>
              <a:off x="4185936" y="1432087"/>
              <a:ext cx="35247" cy="3524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8" name="ellipse_2105">
              <a:extLst>
                <a:ext uri="{FF2B5EF4-FFF2-40B4-BE49-F238E27FC236}">
                  <a16:creationId xmlns:a16="http://schemas.microsoft.com/office/drawing/2014/main" id="{77128847-B0BA-166F-201B-B23E7AD3ABA8}"/>
                </a:ext>
              </a:extLst>
            </p:cNvPr>
            <p:cNvSpPr/>
            <p:nvPr/>
          </p:nvSpPr>
          <p:spPr>
            <a:xfrm>
              <a:off x="4160777" y="1485033"/>
              <a:ext cx="33010" cy="3301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79" name="ellipse_2106">
              <a:extLst>
                <a:ext uri="{FF2B5EF4-FFF2-40B4-BE49-F238E27FC236}">
                  <a16:creationId xmlns:a16="http://schemas.microsoft.com/office/drawing/2014/main" id="{4552C83A-FEF6-C8E3-A4CF-E5D048E5179D}"/>
                </a:ext>
              </a:extLst>
            </p:cNvPr>
            <p:cNvSpPr/>
            <p:nvPr/>
          </p:nvSpPr>
          <p:spPr>
            <a:xfrm>
              <a:off x="4156764" y="1588952"/>
              <a:ext cx="33812" cy="33812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7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0" name="ellipse_2107">
              <a:extLst>
                <a:ext uri="{FF2B5EF4-FFF2-40B4-BE49-F238E27FC236}">
                  <a16:creationId xmlns:a16="http://schemas.microsoft.com/office/drawing/2014/main" id="{1A000040-E7B4-B500-E195-D6D2D2330789}"/>
                </a:ext>
              </a:extLst>
            </p:cNvPr>
            <p:cNvSpPr/>
            <p:nvPr/>
          </p:nvSpPr>
          <p:spPr>
            <a:xfrm>
              <a:off x="4477325" y="1432896"/>
              <a:ext cx="23702" cy="23702"/>
            </a:xfrm>
            <a:prstGeom prst="ellipse">
              <a:avLst/>
            </a:prstGeom>
            <a:gradFill flip="none" rotWithShape="1">
              <a:gsLst>
                <a:gs pos="0">
                  <a:srgbClr val="FAECED"/>
                </a:gs>
                <a:gs pos="43000">
                  <a:srgbClr val="E6A5A9"/>
                </a:gs>
                <a:gs pos="100000">
                  <a:srgbClr val="C0788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1" name="ellipse_2108">
              <a:extLst>
                <a:ext uri="{FF2B5EF4-FFF2-40B4-BE49-F238E27FC236}">
                  <a16:creationId xmlns:a16="http://schemas.microsoft.com/office/drawing/2014/main" id="{8EDEF44D-E385-C3F0-C228-C602331FBC04}"/>
                </a:ext>
              </a:extLst>
            </p:cNvPr>
            <p:cNvSpPr/>
            <p:nvPr/>
          </p:nvSpPr>
          <p:spPr>
            <a:xfrm>
              <a:off x="4277073" y="1643617"/>
              <a:ext cx="28926" cy="28926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2" name="ellipse_2109">
              <a:extLst>
                <a:ext uri="{FF2B5EF4-FFF2-40B4-BE49-F238E27FC236}">
                  <a16:creationId xmlns:a16="http://schemas.microsoft.com/office/drawing/2014/main" id="{0AF0AFB4-13F5-7151-1CE6-8281A5EEFC1E}"/>
                </a:ext>
              </a:extLst>
            </p:cNvPr>
            <p:cNvSpPr/>
            <p:nvPr/>
          </p:nvSpPr>
          <p:spPr>
            <a:xfrm>
              <a:off x="4232832" y="1587878"/>
              <a:ext cx="32331" cy="3233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3" name="ellipse_2110">
              <a:extLst>
                <a:ext uri="{FF2B5EF4-FFF2-40B4-BE49-F238E27FC236}">
                  <a16:creationId xmlns:a16="http://schemas.microsoft.com/office/drawing/2014/main" id="{23FF43CF-B48E-630C-0B72-9552B5CD41CE}"/>
                </a:ext>
              </a:extLst>
            </p:cNvPr>
            <p:cNvSpPr/>
            <p:nvPr/>
          </p:nvSpPr>
          <p:spPr>
            <a:xfrm>
              <a:off x="4366549" y="1446303"/>
              <a:ext cx="19768" cy="19768"/>
            </a:xfrm>
            <a:prstGeom prst="ellipse">
              <a:avLst/>
            </a:prstGeom>
            <a:gradFill flip="none" rotWithShape="1">
              <a:gsLst>
                <a:gs pos="0">
                  <a:srgbClr val="FCF6F7"/>
                </a:gs>
                <a:gs pos="43000">
                  <a:srgbClr val="F0D6D9"/>
                </a:gs>
                <a:gs pos="100000">
                  <a:srgbClr val="CCB1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4" name="ellipse_2111">
              <a:extLst>
                <a:ext uri="{FF2B5EF4-FFF2-40B4-BE49-F238E27FC236}">
                  <a16:creationId xmlns:a16="http://schemas.microsoft.com/office/drawing/2014/main" id="{7E7B98C1-A16B-B334-468D-8DBEFEFD9C6D}"/>
                </a:ext>
              </a:extLst>
            </p:cNvPr>
            <p:cNvSpPr/>
            <p:nvPr/>
          </p:nvSpPr>
          <p:spPr>
            <a:xfrm>
              <a:off x="4319837" y="1616419"/>
              <a:ext cx="29048" cy="290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5" name="ellipse_2112">
              <a:extLst>
                <a:ext uri="{FF2B5EF4-FFF2-40B4-BE49-F238E27FC236}">
                  <a16:creationId xmlns:a16="http://schemas.microsoft.com/office/drawing/2014/main" id="{3BA026B6-BA8A-2E20-02E2-1C7280247750}"/>
                </a:ext>
              </a:extLst>
            </p:cNvPr>
            <p:cNvSpPr/>
            <p:nvPr/>
          </p:nvSpPr>
          <p:spPr>
            <a:xfrm>
              <a:off x="4162910" y="1486420"/>
              <a:ext cx="24489" cy="24489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BD7"/>
                </a:gs>
                <a:gs pos="100000">
                  <a:srgbClr val="45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6" name="ellipse_2113">
              <a:extLst>
                <a:ext uri="{FF2B5EF4-FFF2-40B4-BE49-F238E27FC236}">
                  <a16:creationId xmlns:a16="http://schemas.microsoft.com/office/drawing/2014/main" id="{8A548621-1226-DEE1-4C52-394E0A6255D4}"/>
                </a:ext>
              </a:extLst>
            </p:cNvPr>
            <p:cNvSpPr/>
            <p:nvPr/>
          </p:nvSpPr>
          <p:spPr>
            <a:xfrm>
              <a:off x="4477711" y="1630434"/>
              <a:ext cx="31074" cy="31074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7" name="ellipse_2114">
              <a:extLst>
                <a:ext uri="{FF2B5EF4-FFF2-40B4-BE49-F238E27FC236}">
                  <a16:creationId xmlns:a16="http://schemas.microsoft.com/office/drawing/2014/main" id="{CEE9C097-F8F6-6EE3-4940-8457A2775DB1}"/>
                </a:ext>
              </a:extLst>
            </p:cNvPr>
            <p:cNvSpPr/>
            <p:nvPr/>
          </p:nvSpPr>
          <p:spPr>
            <a:xfrm>
              <a:off x="4561895" y="1404845"/>
              <a:ext cx="32842" cy="3284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1E1"/>
                </a:gs>
                <a:gs pos="100000">
                  <a:srgbClr val="6F99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8" name="ellipse_2115">
              <a:extLst>
                <a:ext uri="{FF2B5EF4-FFF2-40B4-BE49-F238E27FC236}">
                  <a16:creationId xmlns:a16="http://schemas.microsoft.com/office/drawing/2014/main" id="{72EA503D-9656-4CE4-85AF-F144213C1938}"/>
                </a:ext>
              </a:extLst>
            </p:cNvPr>
            <p:cNvSpPr/>
            <p:nvPr/>
          </p:nvSpPr>
          <p:spPr>
            <a:xfrm>
              <a:off x="4215117" y="1531671"/>
              <a:ext cx="31068" cy="31068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89" name="ellipse_2116">
              <a:extLst>
                <a:ext uri="{FF2B5EF4-FFF2-40B4-BE49-F238E27FC236}">
                  <a16:creationId xmlns:a16="http://schemas.microsoft.com/office/drawing/2014/main" id="{DED678EB-406D-687A-CF83-38E01CFC07D5}"/>
                </a:ext>
              </a:extLst>
            </p:cNvPr>
            <p:cNvSpPr/>
            <p:nvPr/>
          </p:nvSpPr>
          <p:spPr>
            <a:xfrm>
              <a:off x="4305476" y="1587179"/>
              <a:ext cx="22676" cy="22676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6DC"/>
                </a:gs>
                <a:gs pos="100000">
                  <a:srgbClr val="5C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0" name="ellipse_2117">
              <a:extLst>
                <a:ext uri="{FF2B5EF4-FFF2-40B4-BE49-F238E27FC236}">
                  <a16:creationId xmlns:a16="http://schemas.microsoft.com/office/drawing/2014/main" id="{89618EEF-48D8-B99B-A566-5BC83F78E7B4}"/>
                </a:ext>
              </a:extLst>
            </p:cNvPr>
            <p:cNvSpPr/>
            <p:nvPr/>
          </p:nvSpPr>
          <p:spPr>
            <a:xfrm>
              <a:off x="4603877" y="1581641"/>
              <a:ext cx="20231" cy="20231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1" name="ellipse_2118">
              <a:extLst>
                <a:ext uri="{FF2B5EF4-FFF2-40B4-BE49-F238E27FC236}">
                  <a16:creationId xmlns:a16="http://schemas.microsoft.com/office/drawing/2014/main" id="{69F2330B-9AD1-8D62-2F58-56D7BC3523EE}"/>
                </a:ext>
              </a:extLst>
            </p:cNvPr>
            <p:cNvSpPr/>
            <p:nvPr/>
          </p:nvSpPr>
          <p:spPr>
            <a:xfrm>
              <a:off x="4148220" y="1473747"/>
              <a:ext cx="36222" cy="36222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8D5"/>
                </a:gs>
                <a:gs pos="100000">
                  <a:srgbClr val="41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2" name="ellipse_2119">
              <a:extLst>
                <a:ext uri="{FF2B5EF4-FFF2-40B4-BE49-F238E27FC236}">
                  <a16:creationId xmlns:a16="http://schemas.microsoft.com/office/drawing/2014/main" id="{3F99D8F5-58BE-1377-7404-D5379FB3A85E}"/>
                </a:ext>
              </a:extLst>
            </p:cNvPr>
            <p:cNvSpPr/>
            <p:nvPr/>
          </p:nvSpPr>
          <p:spPr>
            <a:xfrm>
              <a:off x="4552698" y="1554585"/>
              <a:ext cx="29289" cy="29289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3" name="ellipse_2120">
              <a:extLst>
                <a:ext uri="{FF2B5EF4-FFF2-40B4-BE49-F238E27FC236}">
                  <a16:creationId xmlns:a16="http://schemas.microsoft.com/office/drawing/2014/main" id="{7CF26033-9F35-95BE-4872-F3B5EC230C3A}"/>
                </a:ext>
              </a:extLst>
            </p:cNvPr>
            <p:cNvSpPr/>
            <p:nvPr/>
          </p:nvSpPr>
          <p:spPr>
            <a:xfrm>
              <a:off x="4303221" y="1630068"/>
              <a:ext cx="26948" cy="2694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4" name="ellipse_2121">
              <a:extLst>
                <a:ext uri="{FF2B5EF4-FFF2-40B4-BE49-F238E27FC236}">
                  <a16:creationId xmlns:a16="http://schemas.microsoft.com/office/drawing/2014/main" id="{209D44EF-ABCA-50A1-F9C7-09C8659D775B}"/>
                </a:ext>
              </a:extLst>
            </p:cNvPr>
            <p:cNvSpPr/>
            <p:nvPr/>
          </p:nvSpPr>
          <p:spPr>
            <a:xfrm>
              <a:off x="4478501" y="1592646"/>
              <a:ext cx="34960" cy="3496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CB5DB"/>
                </a:gs>
                <a:gs pos="100000">
                  <a:srgbClr val="588B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5" name="ellipse_2122">
              <a:extLst>
                <a:ext uri="{FF2B5EF4-FFF2-40B4-BE49-F238E27FC236}">
                  <a16:creationId xmlns:a16="http://schemas.microsoft.com/office/drawing/2014/main" id="{6E294A8E-F28C-EA21-B55C-DC75F472D7C6}"/>
                </a:ext>
              </a:extLst>
            </p:cNvPr>
            <p:cNvSpPr/>
            <p:nvPr/>
          </p:nvSpPr>
          <p:spPr>
            <a:xfrm>
              <a:off x="4565932" y="1590332"/>
              <a:ext cx="28306" cy="28306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6" name="ellipse_2123">
              <a:extLst>
                <a:ext uri="{FF2B5EF4-FFF2-40B4-BE49-F238E27FC236}">
                  <a16:creationId xmlns:a16="http://schemas.microsoft.com/office/drawing/2014/main" id="{1BC804C8-127E-0AA3-E009-86A7258DF5AC}"/>
                </a:ext>
              </a:extLst>
            </p:cNvPr>
            <p:cNvSpPr/>
            <p:nvPr/>
          </p:nvSpPr>
          <p:spPr>
            <a:xfrm>
              <a:off x="4059567" y="1420321"/>
              <a:ext cx="25021" cy="25021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3D3"/>
                </a:gs>
                <a:gs pos="100000">
                  <a:srgbClr val="3876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7" name="ellipse_2124">
              <a:extLst>
                <a:ext uri="{FF2B5EF4-FFF2-40B4-BE49-F238E27FC236}">
                  <a16:creationId xmlns:a16="http://schemas.microsoft.com/office/drawing/2014/main" id="{276F0B44-507B-31C5-C786-1119E704151C}"/>
                </a:ext>
              </a:extLst>
            </p:cNvPr>
            <p:cNvSpPr/>
            <p:nvPr/>
          </p:nvSpPr>
          <p:spPr>
            <a:xfrm>
              <a:off x="4454981" y="1419123"/>
              <a:ext cx="20719" cy="20719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5C9"/>
                </a:gs>
                <a:gs pos="100000">
                  <a:srgbClr val="C89E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8" name="ellipse_2125">
              <a:extLst>
                <a:ext uri="{FF2B5EF4-FFF2-40B4-BE49-F238E27FC236}">
                  <a16:creationId xmlns:a16="http://schemas.microsoft.com/office/drawing/2014/main" id="{40B18D8B-E1CA-81DD-0025-83D9F5B9B79C}"/>
                </a:ext>
              </a:extLst>
            </p:cNvPr>
            <p:cNvSpPr/>
            <p:nvPr/>
          </p:nvSpPr>
          <p:spPr>
            <a:xfrm>
              <a:off x="4213951" y="1613938"/>
              <a:ext cx="30623" cy="30623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CD3E9"/>
                </a:gs>
                <a:gs pos="100000">
                  <a:srgbClr val="90AEC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99" name="ellipse_2126">
              <a:extLst>
                <a:ext uri="{FF2B5EF4-FFF2-40B4-BE49-F238E27FC236}">
                  <a16:creationId xmlns:a16="http://schemas.microsoft.com/office/drawing/2014/main" id="{DF024F9A-4C76-48B1-7BAD-E6162B35C38E}"/>
                </a:ext>
              </a:extLst>
            </p:cNvPr>
            <p:cNvSpPr/>
            <p:nvPr/>
          </p:nvSpPr>
          <p:spPr>
            <a:xfrm>
              <a:off x="4448861" y="1530866"/>
              <a:ext cx="30010" cy="30010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0"/>
                </a:gs>
                <a:gs pos="100000">
                  <a:srgbClr val="C6949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0" name="ellipse_2127">
              <a:extLst>
                <a:ext uri="{FF2B5EF4-FFF2-40B4-BE49-F238E27FC236}">
                  <a16:creationId xmlns:a16="http://schemas.microsoft.com/office/drawing/2014/main" id="{D11FD325-60A4-A938-D014-05D6B586A2C3}"/>
                </a:ext>
              </a:extLst>
            </p:cNvPr>
            <p:cNvSpPr/>
            <p:nvPr/>
          </p:nvSpPr>
          <p:spPr>
            <a:xfrm>
              <a:off x="4187439" y="1437250"/>
              <a:ext cx="22091" cy="22091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1" name="ellipse_2128">
              <a:extLst>
                <a:ext uri="{FF2B5EF4-FFF2-40B4-BE49-F238E27FC236}">
                  <a16:creationId xmlns:a16="http://schemas.microsoft.com/office/drawing/2014/main" id="{9F589DC5-07B2-D58D-F462-2A7277B79610}"/>
                </a:ext>
              </a:extLst>
            </p:cNvPr>
            <p:cNvSpPr/>
            <p:nvPr/>
          </p:nvSpPr>
          <p:spPr>
            <a:xfrm>
              <a:off x="4156267" y="1447360"/>
              <a:ext cx="27517" cy="2751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2" name="ellipse_2129">
              <a:extLst>
                <a:ext uri="{FF2B5EF4-FFF2-40B4-BE49-F238E27FC236}">
                  <a16:creationId xmlns:a16="http://schemas.microsoft.com/office/drawing/2014/main" id="{6200D936-ECFA-A1EC-3976-90A295990247}"/>
                </a:ext>
              </a:extLst>
            </p:cNvPr>
            <p:cNvSpPr/>
            <p:nvPr/>
          </p:nvSpPr>
          <p:spPr>
            <a:xfrm>
              <a:off x="4513687" y="1593956"/>
              <a:ext cx="26924" cy="2692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2DA"/>
                </a:gs>
                <a:gs pos="100000">
                  <a:srgbClr val="53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3" name="ellipse_2130">
              <a:extLst>
                <a:ext uri="{FF2B5EF4-FFF2-40B4-BE49-F238E27FC236}">
                  <a16:creationId xmlns:a16="http://schemas.microsoft.com/office/drawing/2014/main" id="{5679C4A3-A590-F320-CA55-EFC0FEB3A3FD}"/>
                </a:ext>
              </a:extLst>
            </p:cNvPr>
            <p:cNvSpPr/>
            <p:nvPr/>
          </p:nvSpPr>
          <p:spPr>
            <a:xfrm>
              <a:off x="4475672" y="1534775"/>
              <a:ext cx="19735" cy="19735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CC5C8"/>
                </a:gs>
                <a:gs pos="100000">
                  <a:srgbClr val="C79DA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4" name="ellipse_2131">
              <a:extLst>
                <a:ext uri="{FF2B5EF4-FFF2-40B4-BE49-F238E27FC236}">
                  <a16:creationId xmlns:a16="http://schemas.microsoft.com/office/drawing/2014/main" id="{8360672F-84DC-D8A3-D83A-1989AA5BAF61}"/>
                </a:ext>
              </a:extLst>
            </p:cNvPr>
            <p:cNvSpPr/>
            <p:nvPr/>
          </p:nvSpPr>
          <p:spPr>
            <a:xfrm>
              <a:off x="4177150" y="1479714"/>
              <a:ext cx="34047" cy="34047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5" name="ellipse_2132">
              <a:extLst>
                <a:ext uri="{FF2B5EF4-FFF2-40B4-BE49-F238E27FC236}">
                  <a16:creationId xmlns:a16="http://schemas.microsoft.com/office/drawing/2014/main" id="{470B6575-1946-A9F8-FC08-85241C868957}"/>
                </a:ext>
              </a:extLst>
            </p:cNvPr>
            <p:cNvSpPr/>
            <p:nvPr/>
          </p:nvSpPr>
          <p:spPr>
            <a:xfrm>
              <a:off x="4169230" y="1457714"/>
              <a:ext cx="24475" cy="2447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6" name="ellipse_2133">
              <a:extLst>
                <a:ext uri="{FF2B5EF4-FFF2-40B4-BE49-F238E27FC236}">
                  <a16:creationId xmlns:a16="http://schemas.microsoft.com/office/drawing/2014/main" id="{DFF9378C-C513-EE52-BE77-7C4D53173188}"/>
                </a:ext>
              </a:extLst>
            </p:cNvPr>
            <p:cNvSpPr/>
            <p:nvPr/>
          </p:nvSpPr>
          <p:spPr>
            <a:xfrm>
              <a:off x="4250267" y="1611599"/>
              <a:ext cx="27208" cy="27208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5E3"/>
                </a:gs>
                <a:gs pos="100000">
                  <a:srgbClr val="74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7" name="ellipse_2134">
              <a:extLst>
                <a:ext uri="{FF2B5EF4-FFF2-40B4-BE49-F238E27FC236}">
                  <a16:creationId xmlns:a16="http://schemas.microsoft.com/office/drawing/2014/main" id="{88B2AB24-8B7E-3A08-45D1-3EC5BC2A3971}"/>
                </a:ext>
              </a:extLst>
            </p:cNvPr>
            <p:cNvSpPr/>
            <p:nvPr/>
          </p:nvSpPr>
          <p:spPr>
            <a:xfrm>
              <a:off x="4316540" y="1649280"/>
              <a:ext cx="31638" cy="3163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8" name="ellipse_2135">
              <a:extLst>
                <a:ext uri="{FF2B5EF4-FFF2-40B4-BE49-F238E27FC236}">
                  <a16:creationId xmlns:a16="http://schemas.microsoft.com/office/drawing/2014/main" id="{0036F3F9-9E6E-793F-4EEB-F9AAFA4A9026}"/>
                </a:ext>
              </a:extLst>
            </p:cNvPr>
            <p:cNvSpPr/>
            <p:nvPr/>
          </p:nvSpPr>
          <p:spPr>
            <a:xfrm>
              <a:off x="4145317" y="1562114"/>
              <a:ext cx="29616" cy="29616"/>
            </a:xfrm>
            <a:prstGeom prst="ellipse">
              <a:avLst/>
            </a:prstGeom>
            <a:gradFill flip="none" rotWithShape="1">
              <a:gsLst>
                <a:gs pos="0">
                  <a:srgbClr val="F8FAFC"/>
                </a:gs>
                <a:gs pos="43000">
                  <a:srgbClr val="DBE7F3"/>
                </a:gs>
                <a:gs pos="100000">
                  <a:srgbClr val="B4C4D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09" name="ellipse_2136">
              <a:extLst>
                <a:ext uri="{FF2B5EF4-FFF2-40B4-BE49-F238E27FC236}">
                  <a16:creationId xmlns:a16="http://schemas.microsoft.com/office/drawing/2014/main" id="{DE6F2EDB-63ED-2D59-170D-E5566A653C82}"/>
                </a:ext>
              </a:extLst>
            </p:cNvPr>
            <p:cNvSpPr/>
            <p:nvPr/>
          </p:nvSpPr>
          <p:spPr>
            <a:xfrm>
              <a:off x="4212479" y="1534532"/>
              <a:ext cx="21239" cy="21239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9C8E4"/>
                </a:gs>
                <a:gs pos="100000">
                  <a:srgbClr val="7AA0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0" name="ellipse_2137">
              <a:extLst>
                <a:ext uri="{FF2B5EF4-FFF2-40B4-BE49-F238E27FC236}">
                  <a16:creationId xmlns:a16="http://schemas.microsoft.com/office/drawing/2014/main" id="{6C22D785-70DD-B1E4-0AA5-5F5B2E582FC7}"/>
                </a:ext>
              </a:extLst>
            </p:cNvPr>
            <p:cNvSpPr/>
            <p:nvPr/>
          </p:nvSpPr>
          <p:spPr>
            <a:xfrm>
              <a:off x="4296928" y="1660530"/>
              <a:ext cx="21078" cy="21078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1" name="ellipse_2138">
              <a:extLst>
                <a:ext uri="{FF2B5EF4-FFF2-40B4-BE49-F238E27FC236}">
                  <a16:creationId xmlns:a16="http://schemas.microsoft.com/office/drawing/2014/main" id="{0D7D27AF-9187-B7E5-E139-FA9D0EC1A0B9}"/>
                </a:ext>
              </a:extLst>
            </p:cNvPr>
            <p:cNvSpPr/>
            <p:nvPr/>
          </p:nvSpPr>
          <p:spPr>
            <a:xfrm>
              <a:off x="4387132" y="1397727"/>
              <a:ext cx="22984" cy="22984"/>
            </a:xfrm>
            <a:prstGeom prst="ellipse">
              <a:avLst/>
            </a:prstGeom>
            <a:gradFill flip="none" rotWithShape="1">
              <a:gsLst>
                <a:gs pos="0">
                  <a:srgbClr val="F5F8FC"/>
                </a:gs>
                <a:gs pos="43000">
                  <a:srgbClr val="CFDFEF"/>
                </a:gs>
                <a:gs pos="100000">
                  <a:srgbClr val="A5BCD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2" name="ellipse_2139">
              <a:extLst>
                <a:ext uri="{FF2B5EF4-FFF2-40B4-BE49-F238E27FC236}">
                  <a16:creationId xmlns:a16="http://schemas.microsoft.com/office/drawing/2014/main" id="{786629BA-0B6F-6894-EC9D-135EE152806C}"/>
                </a:ext>
              </a:extLst>
            </p:cNvPr>
            <p:cNvSpPr/>
            <p:nvPr/>
          </p:nvSpPr>
          <p:spPr>
            <a:xfrm>
              <a:off x="4423607" y="1603144"/>
              <a:ext cx="26321" cy="2632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8B3DA"/>
                </a:gs>
                <a:gs pos="100000">
                  <a:srgbClr val="54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3" name="ellipse_2140">
              <a:extLst>
                <a:ext uri="{FF2B5EF4-FFF2-40B4-BE49-F238E27FC236}">
                  <a16:creationId xmlns:a16="http://schemas.microsoft.com/office/drawing/2014/main" id="{6A01F0FB-291F-A015-A42A-952B218E4A75}"/>
                </a:ext>
              </a:extLst>
            </p:cNvPr>
            <p:cNvSpPr/>
            <p:nvPr/>
          </p:nvSpPr>
          <p:spPr>
            <a:xfrm>
              <a:off x="4143066" y="1454342"/>
              <a:ext cx="33754" cy="3375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4" name="ellipse_2141">
              <a:extLst>
                <a:ext uri="{FF2B5EF4-FFF2-40B4-BE49-F238E27FC236}">
                  <a16:creationId xmlns:a16="http://schemas.microsoft.com/office/drawing/2014/main" id="{66EBF56F-7E6E-8E8A-7C91-286C56562265}"/>
                </a:ext>
              </a:extLst>
            </p:cNvPr>
            <p:cNvSpPr/>
            <p:nvPr/>
          </p:nvSpPr>
          <p:spPr>
            <a:xfrm>
              <a:off x="4172222" y="1529575"/>
              <a:ext cx="28626" cy="28626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ECBE6"/>
                </a:gs>
                <a:gs pos="100000">
                  <a:srgbClr val="80A4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5" name="ellipse_2142">
              <a:extLst>
                <a:ext uri="{FF2B5EF4-FFF2-40B4-BE49-F238E27FC236}">
                  <a16:creationId xmlns:a16="http://schemas.microsoft.com/office/drawing/2014/main" id="{BD3FF831-7852-8545-E02C-59BD458FA2F2}"/>
                </a:ext>
              </a:extLst>
            </p:cNvPr>
            <p:cNvSpPr/>
            <p:nvPr/>
          </p:nvSpPr>
          <p:spPr>
            <a:xfrm>
              <a:off x="4543531" y="1594407"/>
              <a:ext cx="30468" cy="30468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6" name="ellipse_2143">
              <a:extLst>
                <a:ext uri="{FF2B5EF4-FFF2-40B4-BE49-F238E27FC236}">
                  <a16:creationId xmlns:a16="http://schemas.microsoft.com/office/drawing/2014/main" id="{8DACE373-19FE-D8CA-6A93-44FDB698A44B}"/>
                </a:ext>
              </a:extLst>
            </p:cNvPr>
            <p:cNvSpPr/>
            <p:nvPr/>
          </p:nvSpPr>
          <p:spPr>
            <a:xfrm>
              <a:off x="4485018" y="1527843"/>
              <a:ext cx="27018" cy="27018"/>
            </a:xfrm>
            <a:prstGeom prst="ellipse">
              <a:avLst/>
            </a:prstGeom>
            <a:gradFill flip="none" rotWithShape="1">
              <a:gsLst>
                <a:gs pos="0">
                  <a:srgbClr val="FBF4F4"/>
                </a:gs>
                <a:gs pos="43000">
                  <a:srgbClr val="EDC8CC"/>
                </a:gs>
                <a:gs pos="100000">
                  <a:srgbClr val="C8A1A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7" name="ellipse_2144">
              <a:extLst>
                <a:ext uri="{FF2B5EF4-FFF2-40B4-BE49-F238E27FC236}">
                  <a16:creationId xmlns:a16="http://schemas.microsoft.com/office/drawing/2014/main" id="{8021850D-E323-E044-6D74-8104836CB71B}"/>
                </a:ext>
              </a:extLst>
            </p:cNvPr>
            <p:cNvSpPr/>
            <p:nvPr/>
          </p:nvSpPr>
          <p:spPr>
            <a:xfrm>
              <a:off x="4197746" y="1447194"/>
              <a:ext cx="24842" cy="248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8" name="ellipse_2145">
              <a:extLst>
                <a:ext uri="{FF2B5EF4-FFF2-40B4-BE49-F238E27FC236}">
                  <a16:creationId xmlns:a16="http://schemas.microsoft.com/office/drawing/2014/main" id="{4CCC3730-1D79-698C-023C-914768C6E1B3}"/>
                </a:ext>
              </a:extLst>
            </p:cNvPr>
            <p:cNvSpPr/>
            <p:nvPr/>
          </p:nvSpPr>
          <p:spPr>
            <a:xfrm>
              <a:off x="4457750" y="1465726"/>
              <a:ext cx="30821" cy="3082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19" name="ellipse_2146">
              <a:extLst>
                <a:ext uri="{FF2B5EF4-FFF2-40B4-BE49-F238E27FC236}">
                  <a16:creationId xmlns:a16="http://schemas.microsoft.com/office/drawing/2014/main" id="{A21F4A3C-DD76-1FD4-4DED-424CD358F27D}"/>
                </a:ext>
              </a:extLst>
            </p:cNvPr>
            <p:cNvSpPr/>
            <p:nvPr/>
          </p:nvSpPr>
          <p:spPr>
            <a:xfrm>
              <a:off x="4451010" y="1568162"/>
              <a:ext cx="23766" cy="23766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ADCEE"/>
                </a:gs>
                <a:gs pos="100000">
                  <a:srgbClr val="A0B8C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0" name="ellipse_2147">
              <a:extLst>
                <a:ext uri="{FF2B5EF4-FFF2-40B4-BE49-F238E27FC236}">
                  <a16:creationId xmlns:a16="http://schemas.microsoft.com/office/drawing/2014/main" id="{9A718C97-5C13-2BA4-F1A4-25D40CBB2172}"/>
                </a:ext>
              </a:extLst>
            </p:cNvPr>
            <p:cNvSpPr/>
            <p:nvPr/>
          </p:nvSpPr>
          <p:spPr>
            <a:xfrm>
              <a:off x="4223815" y="1435525"/>
              <a:ext cx="33315" cy="3331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7D5"/>
                </a:gs>
                <a:gs pos="100000">
                  <a:srgbClr val="40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1" name="ellipse_2148">
              <a:extLst>
                <a:ext uri="{FF2B5EF4-FFF2-40B4-BE49-F238E27FC236}">
                  <a16:creationId xmlns:a16="http://schemas.microsoft.com/office/drawing/2014/main" id="{F75CEC6B-2A48-856D-E3CE-137A098A66D8}"/>
                </a:ext>
              </a:extLst>
            </p:cNvPr>
            <p:cNvSpPr/>
            <p:nvPr/>
          </p:nvSpPr>
          <p:spPr>
            <a:xfrm>
              <a:off x="4429682" y="1587437"/>
              <a:ext cx="20909" cy="20909"/>
            </a:xfrm>
            <a:prstGeom prst="ellipse">
              <a:avLst/>
            </a:prstGeom>
            <a:gradFill flip="none" rotWithShape="1">
              <a:gsLst>
                <a:gs pos="0">
                  <a:srgbClr val="ECF2F9"/>
                </a:gs>
                <a:gs pos="43000">
                  <a:srgbClr val="A1C3E1"/>
                </a:gs>
                <a:gs pos="100000">
                  <a:srgbClr val="719B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2" name="ellipse_2149">
              <a:extLst>
                <a:ext uri="{FF2B5EF4-FFF2-40B4-BE49-F238E27FC236}">
                  <a16:creationId xmlns:a16="http://schemas.microsoft.com/office/drawing/2014/main" id="{8D3FD4BA-A651-7935-39D5-4B6D31CE29D5}"/>
                </a:ext>
              </a:extLst>
            </p:cNvPr>
            <p:cNvSpPr/>
            <p:nvPr/>
          </p:nvSpPr>
          <p:spPr>
            <a:xfrm>
              <a:off x="4200321" y="1424891"/>
              <a:ext cx="21059" cy="2105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3" name="ellipse_2150">
              <a:extLst>
                <a:ext uri="{FF2B5EF4-FFF2-40B4-BE49-F238E27FC236}">
                  <a16:creationId xmlns:a16="http://schemas.microsoft.com/office/drawing/2014/main" id="{83B57BD1-2FA9-4974-76A4-4800784046CE}"/>
                </a:ext>
              </a:extLst>
            </p:cNvPr>
            <p:cNvSpPr/>
            <p:nvPr/>
          </p:nvSpPr>
          <p:spPr>
            <a:xfrm>
              <a:off x="4265269" y="1675294"/>
              <a:ext cx="32963" cy="3296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4" name="ellipse_2151">
              <a:extLst>
                <a:ext uri="{FF2B5EF4-FFF2-40B4-BE49-F238E27FC236}">
                  <a16:creationId xmlns:a16="http://schemas.microsoft.com/office/drawing/2014/main" id="{CA1D9A86-DF9F-CBD9-C656-988081C0A408}"/>
                </a:ext>
              </a:extLst>
            </p:cNvPr>
            <p:cNvSpPr/>
            <p:nvPr/>
          </p:nvSpPr>
          <p:spPr>
            <a:xfrm>
              <a:off x="4255395" y="1464436"/>
              <a:ext cx="30049" cy="3004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5" name="ellipse_2152">
              <a:extLst>
                <a:ext uri="{FF2B5EF4-FFF2-40B4-BE49-F238E27FC236}">
                  <a16:creationId xmlns:a16="http://schemas.microsoft.com/office/drawing/2014/main" id="{6C8F6028-4587-3846-21B9-5833E8D4C481}"/>
                </a:ext>
              </a:extLst>
            </p:cNvPr>
            <p:cNvSpPr/>
            <p:nvPr/>
          </p:nvSpPr>
          <p:spPr>
            <a:xfrm>
              <a:off x="4442577" y="1583236"/>
              <a:ext cx="34593" cy="34593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6" name="ellipse_2153">
              <a:extLst>
                <a:ext uri="{FF2B5EF4-FFF2-40B4-BE49-F238E27FC236}">
                  <a16:creationId xmlns:a16="http://schemas.microsoft.com/office/drawing/2014/main" id="{CDA2AC36-0FCA-C664-0122-B23EA963DE72}"/>
                </a:ext>
              </a:extLst>
            </p:cNvPr>
            <p:cNvSpPr/>
            <p:nvPr/>
          </p:nvSpPr>
          <p:spPr>
            <a:xfrm>
              <a:off x="4487089" y="1605392"/>
              <a:ext cx="21701" cy="21701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7" name="ellipse_2154">
              <a:extLst>
                <a:ext uri="{FF2B5EF4-FFF2-40B4-BE49-F238E27FC236}">
                  <a16:creationId xmlns:a16="http://schemas.microsoft.com/office/drawing/2014/main" id="{2AF5E7EF-400D-A8AA-EC6E-CD995996D1D7}"/>
                </a:ext>
              </a:extLst>
            </p:cNvPr>
            <p:cNvSpPr/>
            <p:nvPr/>
          </p:nvSpPr>
          <p:spPr>
            <a:xfrm>
              <a:off x="4496800" y="1560661"/>
              <a:ext cx="29011" cy="2901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5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8" name="ellipse_2155">
              <a:extLst>
                <a:ext uri="{FF2B5EF4-FFF2-40B4-BE49-F238E27FC236}">
                  <a16:creationId xmlns:a16="http://schemas.microsoft.com/office/drawing/2014/main" id="{397DCE5A-EC31-D96D-2E9D-0E2A897BA0C3}"/>
                </a:ext>
              </a:extLst>
            </p:cNvPr>
            <p:cNvSpPr/>
            <p:nvPr/>
          </p:nvSpPr>
          <p:spPr>
            <a:xfrm>
              <a:off x="4296447" y="1640205"/>
              <a:ext cx="28855" cy="28855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29" name="ellipse_2156">
              <a:extLst>
                <a:ext uri="{FF2B5EF4-FFF2-40B4-BE49-F238E27FC236}">
                  <a16:creationId xmlns:a16="http://schemas.microsoft.com/office/drawing/2014/main" id="{677EABBB-ADB7-67C0-161F-9D06063CA954}"/>
                </a:ext>
              </a:extLst>
            </p:cNvPr>
            <p:cNvSpPr/>
            <p:nvPr/>
          </p:nvSpPr>
          <p:spPr>
            <a:xfrm>
              <a:off x="4517139" y="1596962"/>
              <a:ext cx="32658" cy="32658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0" name="ellipse_2157">
              <a:extLst>
                <a:ext uri="{FF2B5EF4-FFF2-40B4-BE49-F238E27FC236}">
                  <a16:creationId xmlns:a16="http://schemas.microsoft.com/office/drawing/2014/main" id="{B07C6409-156A-41B4-8B38-92418D3328AD}"/>
                </a:ext>
              </a:extLst>
            </p:cNvPr>
            <p:cNvSpPr/>
            <p:nvPr/>
          </p:nvSpPr>
          <p:spPr>
            <a:xfrm>
              <a:off x="4387488" y="1548169"/>
              <a:ext cx="31558" cy="31558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1EAF4"/>
                </a:gs>
                <a:gs pos="100000">
                  <a:srgbClr val="BAC8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1" name="ellipse_2158">
              <a:extLst>
                <a:ext uri="{FF2B5EF4-FFF2-40B4-BE49-F238E27FC236}">
                  <a16:creationId xmlns:a16="http://schemas.microsoft.com/office/drawing/2014/main" id="{CB238420-C8BB-EDDD-1DFE-1E71530E537D}"/>
                </a:ext>
              </a:extLst>
            </p:cNvPr>
            <p:cNvSpPr/>
            <p:nvPr/>
          </p:nvSpPr>
          <p:spPr>
            <a:xfrm>
              <a:off x="4404494" y="1366310"/>
              <a:ext cx="20661" cy="20661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7BCDF"/>
                </a:gs>
                <a:gs pos="100000">
                  <a:srgbClr val="6593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2" name="ellipse_2159">
              <a:extLst>
                <a:ext uri="{FF2B5EF4-FFF2-40B4-BE49-F238E27FC236}">
                  <a16:creationId xmlns:a16="http://schemas.microsoft.com/office/drawing/2014/main" id="{1C6307AC-293E-3940-5C38-B7756EA73052}"/>
                </a:ext>
              </a:extLst>
            </p:cNvPr>
            <p:cNvSpPr/>
            <p:nvPr/>
          </p:nvSpPr>
          <p:spPr>
            <a:xfrm>
              <a:off x="4287847" y="1579304"/>
              <a:ext cx="21637" cy="21637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7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3" name="ellipse_2160">
              <a:extLst>
                <a:ext uri="{FF2B5EF4-FFF2-40B4-BE49-F238E27FC236}">
                  <a16:creationId xmlns:a16="http://schemas.microsoft.com/office/drawing/2014/main" id="{1DD9754A-EAB3-FBB4-1EBB-03F2F1FA201F}"/>
                </a:ext>
              </a:extLst>
            </p:cNvPr>
            <p:cNvSpPr/>
            <p:nvPr/>
          </p:nvSpPr>
          <p:spPr>
            <a:xfrm>
              <a:off x="4247333" y="1542048"/>
              <a:ext cx="20042" cy="2004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3C3E2"/>
                </a:gs>
                <a:gs pos="100000">
                  <a:srgbClr val="73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4" name="ellipse_2161">
              <a:extLst>
                <a:ext uri="{FF2B5EF4-FFF2-40B4-BE49-F238E27FC236}">
                  <a16:creationId xmlns:a16="http://schemas.microsoft.com/office/drawing/2014/main" id="{79E50B0F-4276-42C8-2E7C-F5329F37D17C}"/>
                </a:ext>
              </a:extLst>
            </p:cNvPr>
            <p:cNvSpPr/>
            <p:nvPr/>
          </p:nvSpPr>
          <p:spPr>
            <a:xfrm>
              <a:off x="4457286" y="1441037"/>
              <a:ext cx="30843" cy="308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5" name="ellipse_2162">
              <a:extLst>
                <a:ext uri="{FF2B5EF4-FFF2-40B4-BE49-F238E27FC236}">
                  <a16:creationId xmlns:a16="http://schemas.microsoft.com/office/drawing/2014/main" id="{FB51459F-DCE8-B404-C7A3-094370E22E6F}"/>
                </a:ext>
              </a:extLst>
            </p:cNvPr>
            <p:cNvSpPr/>
            <p:nvPr/>
          </p:nvSpPr>
          <p:spPr>
            <a:xfrm>
              <a:off x="4174540" y="1565987"/>
              <a:ext cx="25424" cy="25424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3ECF5"/>
                </a:gs>
                <a:gs pos="100000">
                  <a:srgbClr val="BDCBD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6" name="ellipse_2163">
              <a:extLst>
                <a:ext uri="{FF2B5EF4-FFF2-40B4-BE49-F238E27FC236}">
                  <a16:creationId xmlns:a16="http://schemas.microsoft.com/office/drawing/2014/main" id="{E755F9AB-A8CF-972C-EB2D-552C0D3A7C84}"/>
                </a:ext>
              </a:extLst>
            </p:cNvPr>
            <p:cNvSpPr/>
            <p:nvPr/>
          </p:nvSpPr>
          <p:spPr>
            <a:xfrm>
              <a:off x="4283446" y="1527651"/>
              <a:ext cx="34254" cy="3425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1"/>
                </a:gs>
                <a:gs pos="100000">
                  <a:srgbClr val="6C97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7" name="ellipse_2164">
              <a:extLst>
                <a:ext uri="{FF2B5EF4-FFF2-40B4-BE49-F238E27FC236}">
                  <a16:creationId xmlns:a16="http://schemas.microsoft.com/office/drawing/2014/main" id="{CE907A41-D518-3F1D-C3A0-57F9EF26CE65}"/>
                </a:ext>
              </a:extLst>
            </p:cNvPr>
            <p:cNvSpPr/>
            <p:nvPr/>
          </p:nvSpPr>
          <p:spPr>
            <a:xfrm>
              <a:off x="4643589" y="1587283"/>
              <a:ext cx="23827" cy="2382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8" name="ellipse_2165">
              <a:extLst>
                <a:ext uri="{FF2B5EF4-FFF2-40B4-BE49-F238E27FC236}">
                  <a16:creationId xmlns:a16="http://schemas.microsoft.com/office/drawing/2014/main" id="{3A2118F1-6704-133C-F78E-531A4A008CC0}"/>
                </a:ext>
              </a:extLst>
            </p:cNvPr>
            <p:cNvSpPr/>
            <p:nvPr/>
          </p:nvSpPr>
          <p:spPr>
            <a:xfrm>
              <a:off x="4362350" y="1394370"/>
              <a:ext cx="36100" cy="36100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5D9EC"/>
                </a:gs>
                <a:gs pos="100000">
                  <a:srgbClr val="9AB4C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39" name="ellipse_2166">
              <a:extLst>
                <a:ext uri="{FF2B5EF4-FFF2-40B4-BE49-F238E27FC236}">
                  <a16:creationId xmlns:a16="http://schemas.microsoft.com/office/drawing/2014/main" id="{A5681E39-4D00-C532-F7B4-24598D832801}"/>
                </a:ext>
              </a:extLst>
            </p:cNvPr>
            <p:cNvSpPr/>
            <p:nvPr/>
          </p:nvSpPr>
          <p:spPr>
            <a:xfrm>
              <a:off x="4308980" y="1614559"/>
              <a:ext cx="24285" cy="24285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0" name="ellipse_2167">
              <a:extLst>
                <a:ext uri="{FF2B5EF4-FFF2-40B4-BE49-F238E27FC236}">
                  <a16:creationId xmlns:a16="http://schemas.microsoft.com/office/drawing/2014/main" id="{45AC14A4-6E99-6763-42FF-9F9CDBB73259}"/>
                </a:ext>
              </a:extLst>
            </p:cNvPr>
            <p:cNvSpPr/>
            <p:nvPr/>
          </p:nvSpPr>
          <p:spPr>
            <a:xfrm>
              <a:off x="4258920" y="1604652"/>
              <a:ext cx="35727" cy="35727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B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1" name="ellipse_2168">
              <a:extLst>
                <a:ext uri="{FF2B5EF4-FFF2-40B4-BE49-F238E27FC236}">
                  <a16:creationId xmlns:a16="http://schemas.microsoft.com/office/drawing/2014/main" id="{66837522-9230-ACCD-0CF9-C0CD74441BAA}"/>
                </a:ext>
              </a:extLst>
            </p:cNvPr>
            <p:cNvSpPr/>
            <p:nvPr/>
          </p:nvSpPr>
          <p:spPr>
            <a:xfrm>
              <a:off x="4055626" y="1445608"/>
              <a:ext cx="27529" cy="2752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2" name="ellipse_2169">
              <a:extLst>
                <a:ext uri="{FF2B5EF4-FFF2-40B4-BE49-F238E27FC236}">
                  <a16:creationId xmlns:a16="http://schemas.microsoft.com/office/drawing/2014/main" id="{EFE77510-B504-D1EA-417F-FA144661A214}"/>
                </a:ext>
              </a:extLst>
            </p:cNvPr>
            <p:cNvSpPr/>
            <p:nvPr/>
          </p:nvSpPr>
          <p:spPr>
            <a:xfrm>
              <a:off x="4246396" y="1460762"/>
              <a:ext cx="31802" cy="31802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2AED8"/>
                </a:gs>
                <a:gs pos="100000">
                  <a:srgbClr val="4D83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3" name="ellipse_2170">
              <a:extLst>
                <a:ext uri="{FF2B5EF4-FFF2-40B4-BE49-F238E27FC236}">
                  <a16:creationId xmlns:a16="http://schemas.microsoft.com/office/drawing/2014/main" id="{2D6C5F0E-6E41-961E-F4AE-45DDB067826E}"/>
                </a:ext>
              </a:extLst>
            </p:cNvPr>
            <p:cNvSpPr/>
            <p:nvPr/>
          </p:nvSpPr>
          <p:spPr>
            <a:xfrm>
              <a:off x="4488487" y="1463669"/>
              <a:ext cx="19500" cy="19500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4" name="ellipse_2171">
              <a:extLst>
                <a:ext uri="{FF2B5EF4-FFF2-40B4-BE49-F238E27FC236}">
                  <a16:creationId xmlns:a16="http://schemas.microsoft.com/office/drawing/2014/main" id="{FF980CB9-82B0-8045-C8FE-37FF30E161F4}"/>
                </a:ext>
              </a:extLst>
            </p:cNvPr>
            <p:cNvSpPr/>
            <p:nvPr/>
          </p:nvSpPr>
          <p:spPr>
            <a:xfrm>
              <a:off x="4378658" y="1411914"/>
              <a:ext cx="25207" cy="25207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EEF3F9"/>
                </a:gs>
                <a:gs pos="100000">
                  <a:srgbClr val="CAD3D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5" name="ellipse_2172">
              <a:extLst>
                <a:ext uri="{FF2B5EF4-FFF2-40B4-BE49-F238E27FC236}">
                  <a16:creationId xmlns:a16="http://schemas.microsoft.com/office/drawing/2014/main" id="{51177189-AC89-A143-8F33-6807DF74ED52}"/>
                </a:ext>
              </a:extLst>
            </p:cNvPr>
            <p:cNvSpPr/>
            <p:nvPr/>
          </p:nvSpPr>
          <p:spPr>
            <a:xfrm>
              <a:off x="4369328" y="1415476"/>
              <a:ext cx="35743" cy="3574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2F4"/>
                </a:gs>
                <a:gs pos="100000">
                  <a:srgbClr val="D3D1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6" name="ellipse_2173">
              <a:extLst>
                <a:ext uri="{FF2B5EF4-FFF2-40B4-BE49-F238E27FC236}">
                  <a16:creationId xmlns:a16="http://schemas.microsoft.com/office/drawing/2014/main" id="{977D8148-1E08-C63B-A316-B040FF08E94D}"/>
                </a:ext>
              </a:extLst>
            </p:cNvPr>
            <p:cNvSpPr/>
            <p:nvPr/>
          </p:nvSpPr>
          <p:spPr>
            <a:xfrm>
              <a:off x="4108720" y="1553209"/>
              <a:ext cx="23944" cy="23944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CE7"/>
                </a:gs>
                <a:gs pos="100000">
                  <a:srgbClr val="83A5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7" name="ellipse_2174">
              <a:extLst>
                <a:ext uri="{FF2B5EF4-FFF2-40B4-BE49-F238E27FC236}">
                  <a16:creationId xmlns:a16="http://schemas.microsoft.com/office/drawing/2014/main" id="{154D9869-C263-0AC0-22A9-C9E5F29FA103}"/>
                </a:ext>
              </a:extLst>
            </p:cNvPr>
            <p:cNvSpPr/>
            <p:nvPr/>
          </p:nvSpPr>
          <p:spPr>
            <a:xfrm>
              <a:off x="4471741" y="1503867"/>
              <a:ext cx="25632" cy="25632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8" name="ellipse_2175">
              <a:extLst>
                <a:ext uri="{FF2B5EF4-FFF2-40B4-BE49-F238E27FC236}">
                  <a16:creationId xmlns:a16="http://schemas.microsoft.com/office/drawing/2014/main" id="{97E418BF-BECA-3213-63F2-7A6D75E88864}"/>
                </a:ext>
              </a:extLst>
            </p:cNvPr>
            <p:cNvSpPr/>
            <p:nvPr/>
          </p:nvSpPr>
          <p:spPr>
            <a:xfrm>
              <a:off x="4318731" y="1540689"/>
              <a:ext cx="28238" cy="28238"/>
            </a:xfrm>
            <a:prstGeom prst="ellipse">
              <a:avLst/>
            </a:prstGeom>
            <a:gradFill flip="none" rotWithShape="1">
              <a:gsLst>
                <a:gs pos="0">
                  <a:srgbClr val="EDF4F9"/>
                </a:gs>
                <a:gs pos="43000">
                  <a:srgbClr val="ABC8E4"/>
                </a:gs>
                <a:gs pos="100000">
                  <a:srgbClr val="7CA1C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49" name="ellipse_2176">
              <a:extLst>
                <a:ext uri="{FF2B5EF4-FFF2-40B4-BE49-F238E27FC236}">
                  <a16:creationId xmlns:a16="http://schemas.microsoft.com/office/drawing/2014/main" id="{3F95D632-402C-5C54-1F85-149625D120FD}"/>
                </a:ext>
              </a:extLst>
            </p:cNvPr>
            <p:cNvSpPr/>
            <p:nvPr/>
          </p:nvSpPr>
          <p:spPr>
            <a:xfrm>
              <a:off x="4264380" y="1516974"/>
              <a:ext cx="22493" cy="22493"/>
            </a:xfrm>
            <a:prstGeom prst="ellipse">
              <a:avLst/>
            </a:prstGeom>
            <a:gradFill flip="none" rotWithShape="1">
              <a:gsLst>
                <a:gs pos="0">
                  <a:srgbClr val="E8F1F8"/>
                </a:gs>
                <a:gs pos="43000">
                  <a:srgbClr val="93BADD"/>
                </a:gs>
                <a:gs pos="100000">
                  <a:srgbClr val="6091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0" name="ellipse_2177">
              <a:extLst>
                <a:ext uri="{FF2B5EF4-FFF2-40B4-BE49-F238E27FC236}">
                  <a16:creationId xmlns:a16="http://schemas.microsoft.com/office/drawing/2014/main" id="{B9FD10CB-A0ED-6D39-A2C1-2B98587469ED}"/>
                </a:ext>
              </a:extLst>
            </p:cNvPr>
            <p:cNvSpPr/>
            <p:nvPr/>
          </p:nvSpPr>
          <p:spPr>
            <a:xfrm>
              <a:off x="4223323" y="1483184"/>
              <a:ext cx="26490" cy="2649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EACD7"/>
                </a:gs>
                <a:gs pos="100000">
                  <a:srgbClr val="4881B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1" name="ellipse_2178">
              <a:extLst>
                <a:ext uri="{FF2B5EF4-FFF2-40B4-BE49-F238E27FC236}">
                  <a16:creationId xmlns:a16="http://schemas.microsoft.com/office/drawing/2014/main" id="{E015AC56-4150-1EA0-A4E9-E0D250349EB1}"/>
                </a:ext>
              </a:extLst>
            </p:cNvPr>
            <p:cNvSpPr/>
            <p:nvPr/>
          </p:nvSpPr>
          <p:spPr>
            <a:xfrm>
              <a:off x="4401541" y="1664126"/>
              <a:ext cx="25319" cy="2531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2" name="ellipse_2179">
              <a:extLst>
                <a:ext uri="{FF2B5EF4-FFF2-40B4-BE49-F238E27FC236}">
                  <a16:creationId xmlns:a16="http://schemas.microsoft.com/office/drawing/2014/main" id="{D50E4658-464D-CF10-9A82-4ED2E20D9123}"/>
                </a:ext>
              </a:extLst>
            </p:cNvPr>
            <p:cNvSpPr/>
            <p:nvPr/>
          </p:nvSpPr>
          <p:spPr>
            <a:xfrm>
              <a:off x="4339068" y="1457481"/>
              <a:ext cx="35401" cy="35401"/>
            </a:xfrm>
            <a:prstGeom prst="ellipse">
              <a:avLst/>
            </a:prstGeom>
            <a:gradFill flip="none" rotWithShape="1">
              <a:gsLst>
                <a:gs pos="0">
                  <a:srgbClr val="FDFBFB"/>
                </a:gs>
                <a:gs pos="43000">
                  <a:srgbClr val="F5EAED"/>
                </a:gs>
                <a:gs pos="100000">
                  <a:srgbClr val="D1C8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3" name="ellipse_2180">
              <a:extLst>
                <a:ext uri="{FF2B5EF4-FFF2-40B4-BE49-F238E27FC236}">
                  <a16:creationId xmlns:a16="http://schemas.microsoft.com/office/drawing/2014/main" id="{DCF47F3D-D5FC-9D27-4CB9-6B8DCE96AE57}"/>
                </a:ext>
              </a:extLst>
            </p:cNvPr>
            <p:cNvSpPr/>
            <p:nvPr/>
          </p:nvSpPr>
          <p:spPr>
            <a:xfrm>
              <a:off x="4147487" y="1616286"/>
              <a:ext cx="26099" cy="26099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4" name="ellipse_2181">
              <a:extLst>
                <a:ext uri="{FF2B5EF4-FFF2-40B4-BE49-F238E27FC236}">
                  <a16:creationId xmlns:a16="http://schemas.microsoft.com/office/drawing/2014/main" id="{B8B7E02A-7E8F-2B2F-0BA7-31D39F2B016F}"/>
                </a:ext>
              </a:extLst>
            </p:cNvPr>
            <p:cNvSpPr/>
            <p:nvPr/>
          </p:nvSpPr>
          <p:spPr>
            <a:xfrm>
              <a:off x="4421275" y="1403443"/>
              <a:ext cx="35162" cy="35162"/>
            </a:xfrm>
            <a:prstGeom prst="ellipse">
              <a:avLst/>
            </a:prstGeom>
            <a:gradFill flip="none" rotWithShape="1">
              <a:gsLst>
                <a:gs pos="0">
                  <a:srgbClr val="FCF9FA"/>
                </a:gs>
                <a:gs pos="43000">
                  <a:srgbClr val="F3E3E6"/>
                </a:gs>
                <a:gs pos="100000">
                  <a:srgbClr val="CFC0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5" name="ellipse_2182">
              <a:extLst>
                <a:ext uri="{FF2B5EF4-FFF2-40B4-BE49-F238E27FC236}">
                  <a16:creationId xmlns:a16="http://schemas.microsoft.com/office/drawing/2014/main" id="{9B3E2083-2C5A-8D71-EC99-C3AAD0978A85}"/>
                </a:ext>
              </a:extLst>
            </p:cNvPr>
            <p:cNvSpPr/>
            <p:nvPr/>
          </p:nvSpPr>
          <p:spPr>
            <a:xfrm>
              <a:off x="4115470" y="1492277"/>
              <a:ext cx="31229" cy="31229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6" name="ellipse_2183">
              <a:extLst>
                <a:ext uri="{FF2B5EF4-FFF2-40B4-BE49-F238E27FC236}">
                  <a16:creationId xmlns:a16="http://schemas.microsoft.com/office/drawing/2014/main" id="{6415A768-D8A5-5EEA-6A0F-2FAADBB004C3}"/>
                </a:ext>
              </a:extLst>
            </p:cNvPr>
            <p:cNvSpPr/>
            <p:nvPr/>
          </p:nvSpPr>
          <p:spPr>
            <a:xfrm>
              <a:off x="4091744" y="1552009"/>
              <a:ext cx="22492" cy="22492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A0C2E1"/>
                </a:gs>
                <a:gs pos="100000">
                  <a:srgbClr val="6F9AC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7" name="ellipse_2184">
              <a:extLst>
                <a:ext uri="{FF2B5EF4-FFF2-40B4-BE49-F238E27FC236}">
                  <a16:creationId xmlns:a16="http://schemas.microsoft.com/office/drawing/2014/main" id="{1D9B5F8D-7CBB-5605-2908-158E53F29E19}"/>
                </a:ext>
              </a:extLst>
            </p:cNvPr>
            <p:cNvSpPr/>
            <p:nvPr/>
          </p:nvSpPr>
          <p:spPr>
            <a:xfrm>
              <a:off x="4133493" y="1548733"/>
              <a:ext cx="25991" cy="25991"/>
            </a:xfrm>
            <a:prstGeom prst="ellipse">
              <a:avLst/>
            </a:prstGeom>
            <a:gradFill flip="none" rotWithShape="1">
              <a:gsLst>
                <a:gs pos="0">
                  <a:srgbClr val="F2F6FB"/>
                </a:gs>
                <a:gs pos="43000">
                  <a:srgbClr val="C0D6EB"/>
                </a:gs>
                <a:gs pos="100000">
                  <a:srgbClr val="94B1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8" name="ellipse_2185">
              <a:extLst>
                <a:ext uri="{FF2B5EF4-FFF2-40B4-BE49-F238E27FC236}">
                  <a16:creationId xmlns:a16="http://schemas.microsoft.com/office/drawing/2014/main" id="{DB325903-7737-DE33-C84B-1EB938A88303}"/>
                </a:ext>
              </a:extLst>
            </p:cNvPr>
            <p:cNvSpPr/>
            <p:nvPr/>
          </p:nvSpPr>
          <p:spPr>
            <a:xfrm>
              <a:off x="4250858" y="1579120"/>
              <a:ext cx="23959" cy="23959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4CEE7"/>
                </a:gs>
                <a:gs pos="100000">
                  <a:srgbClr val="87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59" name="ellipse_2186">
              <a:extLst>
                <a:ext uri="{FF2B5EF4-FFF2-40B4-BE49-F238E27FC236}">
                  <a16:creationId xmlns:a16="http://schemas.microsoft.com/office/drawing/2014/main" id="{67E85818-9BB0-4B1C-07E3-B92D8C5357FE}"/>
                </a:ext>
              </a:extLst>
            </p:cNvPr>
            <p:cNvSpPr/>
            <p:nvPr/>
          </p:nvSpPr>
          <p:spPr>
            <a:xfrm>
              <a:off x="4273408" y="1643014"/>
              <a:ext cx="27291" cy="2729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0AED8"/>
                </a:gs>
                <a:gs pos="100000">
                  <a:srgbClr val="4B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0" name="ellipse_2187">
              <a:extLst>
                <a:ext uri="{FF2B5EF4-FFF2-40B4-BE49-F238E27FC236}">
                  <a16:creationId xmlns:a16="http://schemas.microsoft.com/office/drawing/2014/main" id="{A31CC5D7-2CB3-E755-D408-8536212D53D3}"/>
                </a:ext>
              </a:extLst>
            </p:cNvPr>
            <p:cNvSpPr/>
            <p:nvPr/>
          </p:nvSpPr>
          <p:spPr>
            <a:xfrm>
              <a:off x="4321059" y="1463010"/>
              <a:ext cx="28730" cy="28730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1" name="ellipse_2188">
              <a:extLst>
                <a:ext uri="{FF2B5EF4-FFF2-40B4-BE49-F238E27FC236}">
                  <a16:creationId xmlns:a16="http://schemas.microsoft.com/office/drawing/2014/main" id="{F5496B1D-7813-7819-E6C4-541971155E50}"/>
                </a:ext>
              </a:extLst>
            </p:cNvPr>
            <p:cNvSpPr/>
            <p:nvPr/>
          </p:nvSpPr>
          <p:spPr>
            <a:xfrm>
              <a:off x="4421172" y="1439570"/>
              <a:ext cx="30726" cy="30726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2" name="ellipse_2189">
              <a:extLst>
                <a:ext uri="{FF2B5EF4-FFF2-40B4-BE49-F238E27FC236}">
                  <a16:creationId xmlns:a16="http://schemas.microsoft.com/office/drawing/2014/main" id="{8A326DF7-7326-8A15-7473-69D2CCFABF5B}"/>
                </a:ext>
              </a:extLst>
            </p:cNvPr>
            <p:cNvSpPr/>
            <p:nvPr/>
          </p:nvSpPr>
          <p:spPr>
            <a:xfrm>
              <a:off x="4229887" y="1669778"/>
              <a:ext cx="23937" cy="23937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3" name="ellipse_2190">
              <a:extLst>
                <a:ext uri="{FF2B5EF4-FFF2-40B4-BE49-F238E27FC236}">
                  <a16:creationId xmlns:a16="http://schemas.microsoft.com/office/drawing/2014/main" id="{045C20BE-D428-E4E3-2816-B271D7DE5BCC}"/>
                </a:ext>
              </a:extLst>
            </p:cNvPr>
            <p:cNvSpPr/>
            <p:nvPr/>
          </p:nvSpPr>
          <p:spPr>
            <a:xfrm>
              <a:off x="4374353" y="1632975"/>
              <a:ext cx="24495" cy="24495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4" name="ellipse_2191">
              <a:extLst>
                <a:ext uri="{FF2B5EF4-FFF2-40B4-BE49-F238E27FC236}">
                  <a16:creationId xmlns:a16="http://schemas.microsoft.com/office/drawing/2014/main" id="{28661607-30E7-7D8C-B454-D0F74231E68A}"/>
                </a:ext>
              </a:extLst>
            </p:cNvPr>
            <p:cNvSpPr/>
            <p:nvPr/>
          </p:nvSpPr>
          <p:spPr>
            <a:xfrm>
              <a:off x="4300902" y="1684368"/>
              <a:ext cx="24743" cy="2474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5" name="ellipse_2192">
              <a:extLst>
                <a:ext uri="{FF2B5EF4-FFF2-40B4-BE49-F238E27FC236}">
                  <a16:creationId xmlns:a16="http://schemas.microsoft.com/office/drawing/2014/main" id="{093D10E6-6AA5-F110-E451-AA1D4FC68AF3}"/>
                </a:ext>
              </a:extLst>
            </p:cNvPr>
            <p:cNvSpPr/>
            <p:nvPr/>
          </p:nvSpPr>
          <p:spPr>
            <a:xfrm>
              <a:off x="4211047" y="1622071"/>
              <a:ext cx="27475" cy="27475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6CFE8"/>
                </a:gs>
                <a:gs pos="100000">
                  <a:srgbClr val="88A9C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6" name="ellipse_2193">
              <a:extLst>
                <a:ext uri="{FF2B5EF4-FFF2-40B4-BE49-F238E27FC236}">
                  <a16:creationId xmlns:a16="http://schemas.microsoft.com/office/drawing/2014/main" id="{9A0145ED-11CB-9566-CBB0-8F12E93872F5}"/>
                </a:ext>
              </a:extLst>
            </p:cNvPr>
            <p:cNvSpPr/>
            <p:nvPr/>
          </p:nvSpPr>
          <p:spPr>
            <a:xfrm>
              <a:off x="4395435" y="1581312"/>
              <a:ext cx="29624" cy="29624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EC0E1"/>
                </a:gs>
                <a:gs pos="100000">
                  <a:srgbClr val="6D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7" name="ellipse_2194">
              <a:extLst>
                <a:ext uri="{FF2B5EF4-FFF2-40B4-BE49-F238E27FC236}">
                  <a16:creationId xmlns:a16="http://schemas.microsoft.com/office/drawing/2014/main" id="{18DD055C-8BB1-ADE0-3DA3-2480A91F168C}"/>
                </a:ext>
              </a:extLst>
            </p:cNvPr>
            <p:cNvSpPr/>
            <p:nvPr/>
          </p:nvSpPr>
          <p:spPr>
            <a:xfrm>
              <a:off x="4048258" y="1480126"/>
              <a:ext cx="35829" cy="35829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8" name="ellipse_2195">
              <a:extLst>
                <a:ext uri="{FF2B5EF4-FFF2-40B4-BE49-F238E27FC236}">
                  <a16:creationId xmlns:a16="http://schemas.microsoft.com/office/drawing/2014/main" id="{5CC8139A-27F9-82CA-467C-608BCAE58535}"/>
                </a:ext>
              </a:extLst>
            </p:cNvPr>
            <p:cNvSpPr/>
            <p:nvPr/>
          </p:nvSpPr>
          <p:spPr>
            <a:xfrm>
              <a:off x="4492338" y="1548882"/>
              <a:ext cx="24345" cy="24345"/>
            </a:xfrm>
            <a:prstGeom prst="ellipse">
              <a:avLst/>
            </a:prstGeom>
            <a:gradFill flip="none" rotWithShape="1">
              <a:gsLst>
                <a:gs pos="0">
                  <a:srgbClr val="FBFCFD"/>
                </a:gs>
                <a:gs pos="43000">
                  <a:srgbClr val="EAF1F7"/>
                </a:gs>
                <a:gs pos="100000">
                  <a:srgbClr val="C5D0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69" name="ellipse_2196">
              <a:extLst>
                <a:ext uri="{FF2B5EF4-FFF2-40B4-BE49-F238E27FC236}">
                  <a16:creationId xmlns:a16="http://schemas.microsoft.com/office/drawing/2014/main" id="{5B6161FC-0F84-BE6F-173C-95F9CAEFBB21}"/>
                </a:ext>
              </a:extLst>
            </p:cNvPr>
            <p:cNvSpPr/>
            <p:nvPr/>
          </p:nvSpPr>
          <p:spPr>
            <a:xfrm>
              <a:off x="4303160" y="1607853"/>
              <a:ext cx="30281" cy="30281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4B0D9"/>
                </a:gs>
                <a:gs pos="100000">
                  <a:srgbClr val="4F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0" name="ellipse_2197">
              <a:extLst>
                <a:ext uri="{FF2B5EF4-FFF2-40B4-BE49-F238E27FC236}">
                  <a16:creationId xmlns:a16="http://schemas.microsoft.com/office/drawing/2014/main" id="{A0DA4961-E012-8DD3-1D95-31EE488AC6C0}"/>
                </a:ext>
              </a:extLst>
            </p:cNvPr>
            <p:cNvSpPr/>
            <p:nvPr/>
          </p:nvSpPr>
          <p:spPr>
            <a:xfrm>
              <a:off x="4353888" y="1597620"/>
              <a:ext cx="20715" cy="20715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6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1" name="ellipse_2198">
              <a:extLst>
                <a:ext uri="{FF2B5EF4-FFF2-40B4-BE49-F238E27FC236}">
                  <a16:creationId xmlns:a16="http://schemas.microsoft.com/office/drawing/2014/main" id="{916DBC23-8425-B63F-7261-5E1BCD1520CB}"/>
                </a:ext>
              </a:extLst>
            </p:cNvPr>
            <p:cNvSpPr/>
            <p:nvPr/>
          </p:nvSpPr>
          <p:spPr>
            <a:xfrm>
              <a:off x="4339685" y="1653492"/>
              <a:ext cx="30582" cy="3058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4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2" name="ellipse_2199">
              <a:extLst>
                <a:ext uri="{FF2B5EF4-FFF2-40B4-BE49-F238E27FC236}">
                  <a16:creationId xmlns:a16="http://schemas.microsoft.com/office/drawing/2014/main" id="{C19E57D3-C822-45BF-E88B-53B9D7571DD2}"/>
                </a:ext>
              </a:extLst>
            </p:cNvPr>
            <p:cNvSpPr/>
            <p:nvPr/>
          </p:nvSpPr>
          <p:spPr>
            <a:xfrm>
              <a:off x="4211176" y="1555263"/>
              <a:ext cx="22426" cy="22426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3" name="ellipse_2200">
              <a:extLst>
                <a:ext uri="{FF2B5EF4-FFF2-40B4-BE49-F238E27FC236}">
                  <a16:creationId xmlns:a16="http://schemas.microsoft.com/office/drawing/2014/main" id="{8FB3E88D-BB1A-2A49-29F3-C3ECBDD4F0AE}"/>
                </a:ext>
              </a:extLst>
            </p:cNvPr>
            <p:cNvSpPr/>
            <p:nvPr/>
          </p:nvSpPr>
          <p:spPr>
            <a:xfrm>
              <a:off x="4462884" y="1435914"/>
              <a:ext cx="31220" cy="31220"/>
            </a:xfrm>
            <a:prstGeom prst="ellipse">
              <a:avLst/>
            </a:prstGeom>
            <a:gradFill flip="none" rotWithShape="1">
              <a:gsLst>
                <a:gs pos="0">
                  <a:srgbClr val="F8E6E7"/>
                </a:gs>
                <a:gs pos="43000">
                  <a:srgbClr val="DF878B"/>
                </a:gs>
                <a:gs pos="100000">
                  <a:srgbClr val="B8565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4" name="ellipse_2201">
              <a:extLst>
                <a:ext uri="{FF2B5EF4-FFF2-40B4-BE49-F238E27FC236}">
                  <a16:creationId xmlns:a16="http://schemas.microsoft.com/office/drawing/2014/main" id="{C5AF456F-11B0-664C-9F3C-75F181A11802}"/>
                </a:ext>
              </a:extLst>
            </p:cNvPr>
            <p:cNvSpPr/>
            <p:nvPr/>
          </p:nvSpPr>
          <p:spPr>
            <a:xfrm>
              <a:off x="4266414" y="1692646"/>
              <a:ext cx="20268" cy="2026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5" name="ellipse_2202">
              <a:extLst>
                <a:ext uri="{FF2B5EF4-FFF2-40B4-BE49-F238E27FC236}">
                  <a16:creationId xmlns:a16="http://schemas.microsoft.com/office/drawing/2014/main" id="{1B231F3B-0D17-D381-D49C-DB17F332DD18}"/>
                </a:ext>
              </a:extLst>
            </p:cNvPr>
            <p:cNvSpPr/>
            <p:nvPr/>
          </p:nvSpPr>
          <p:spPr>
            <a:xfrm>
              <a:off x="4483555" y="1615434"/>
              <a:ext cx="25340" cy="2534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7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6" name="ellipse_2203">
              <a:extLst>
                <a:ext uri="{FF2B5EF4-FFF2-40B4-BE49-F238E27FC236}">
                  <a16:creationId xmlns:a16="http://schemas.microsoft.com/office/drawing/2014/main" id="{29664548-5D33-AAA0-4C00-DF8968D90B4B}"/>
                </a:ext>
              </a:extLst>
            </p:cNvPr>
            <p:cNvSpPr/>
            <p:nvPr/>
          </p:nvSpPr>
          <p:spPr>
            <a:xfrm>
              <a:off x="4529828" y="1504880"/>
              <a:ext cx="34733" cy="34733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1F3"/>
                </a:gs>
                <a:gs pos="100000">
                  <a:srgbClr val="D3D0D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7" name="ellipse_2204">
              <a:extLst>
                <a:ext uri="{FF2B5EF4-FFF2-40B4-BE49-F238E27FC236}">
                  <a16:creationId xmlns:a16="http://schemas.microsoft.com/office/drawing/2014/main" id="{44973C32-FDDD-BF8B-C0C7-3B0CD2FFF6A1}"/>
                </a:ext>
              </a:extLst>
            </p:cNvPr>
            <p:cNvSpPr/>
            <p:nvPr/>
          </p:nvSpPr>
          <p:spPr>
            <a:xfrm>
              <a:off x="4259420" y="1662443"/>
              <a:ext cx="32679" cy="3267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8" name="ellipse_2205">
              <a:extLst>
                <a:ext uri="{FF2B5EF4-FFF2-40B4-BE49-F238E27FC236}">
                  <a16:creationId xmlns:a16="http://schemas.microsoft.com/office/drawing/2014/main" id="{06DE724D-3730-2454-33C2-5B4C46451AF2}"/>
                </a:ext>
              </a:extLst>
            </p:cNvPr>
            <p:cNvSpPr/>
            <p:nvPr/>
          </p:nvSpPr>
          <p:spPr>
            <a:xfrm>
              <a:off x="4164350" y="1623047"/>
              <a:ext cx="36365" cy="36365"/>
            </a:xfrm>
            <a:prstGeom prst="ellipse">
              <a:avLst/>
            </a:prstGeom>
            <a:gradFill flip="none" rotWithShape="1">
              <a:gsLst>
                <a:gs pos="0">
                  <a:srgbClr val="F0F6FA"/>
                </a:gs>
                <a:gs pos="43000">
                  <a:srgbClr val="B9D2E9"/>
                </a:gs>
                <a:gs pos="100000">
                  <a:srgbClr val="8C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79" name="ellipse_2206">
              <a:extLst>
                <a:ext uri="{FF2B5EF4-FFF2-40B4-BE49-F238E27FC236}">
                  <a16:creationId xmlns:a16="http://schemas.microsoft.com/office/drawing/2014/main" id="{CFCBC54A-C11E-268A-9173-DBFD610DEFFD}"/>
                </a:ext>
              </a:extLst>
            </p:cNvPr>
            <p:cNvSpPr/>
            <p:nvPr/>
          </p:nvSpPr>
          <p:spPr>
            <a:xfrm>
              <a:off x="4174720" y="1571707"/>
              <a:ext cx="20339" cy="20339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0" name="ellipse_2207">
              <a:extLst>
                <a:ext uri="{FF2B5EF4-FFF2-40B4-BE49-F238E27FC236}">
                  <a16:creationId xmlns:a16="http://schemas.microsoft.com/office/drawing/2014/main" id="{DDF5B957-3674-63C9-2AF4-FB333720CD9C}"/>
                </a:ext>
              </a:extLst>
            </p:cNvPr>
            <p:cNvSpPr/>
            <p:nvPr/>
          </p:nvSpPr>
          <p:spPr>
            <a:xfrm>
              <a:off x="4442759" y="1467880"/>
              <a:ext cx="28267" cy="28267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1" name="ellipse_2208">
              <a:extLst>
                <a:ext uri="{FF2B5EF4-FFF2-40B4-BE49-F238E27FC236}">
                  <a16:creationId xmlns:a16="http://schemas.microsoft.com/office/drawing/2014/main" id="{AC6A2CFD-C898-20A5-D310-626F0DDD711B}"/>
                </a:ext>
              </a:extLst>
            </p:cNvPr>
            <p:cNvSpPr/>
            <p:nvPr/>
          </p:nvSpPr>
          <p:spPr>
            <a:xfrm>
              <a:off x="4216943" y="1625920"/>
              <a:ext cx="35489" cy="35489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2" name="ellipse_2209">
              <a:extLst>
                <a:ext uri="{FF2B5EF4-FFF2-40B4-BE49-F238E27FC236}">
                  <a16:creationId xmlns:a16="http://schemas.microsoft.com/office/drawing/2014/main" id="{3F52F3CC-E37E-6053-566B-1A97F0EAA024}"/>
                </a:ext>
              </a:extLst>
            </p:cNvPr>
            <p:cNvSpPr/>
            <p:nvPr/>
          </p:nvSpPr>
          <p:spPr>
            <a:xfrm>
              <a:off x="4372327" y="1669257"/>
              <a:ext cx="36395" cy="36395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3" name="ellipse_2210">
              <a:extLst>
                <a:ext uri="{FF2B5EF4-FFF2-40B4-BE49-F238E27FC236}">
                  <a16:creationId xmlns:a16="http://schemas.microsoft.com/office/drawing/2014/main" id="{2D1B9971-65C9-64CA-7ED2-FE0F93CB5055}"/>
                </a:ext>
              </a:extLst>
            </p:cNvPr>
            <p:cNvSpPr/>
            <p:nvPr/>
          </p:nvSpPr>
          <p:spPr>
            <a:xfrm>
              <a:off x="4169640" y="1618732"/>
              <a:ext cx="34055" cy="34055"/>
            </a:xfrm>
            <a:prstGeom prst="ellipse">
              <a:avLst/>
            </a:prstGeom>
            <a:gradFill flip="none" rotWithShape="1">
              <a:gsLst>
                <a:gs pos="0">
                  <a:srgbClr val="F2F7FB"/>
                </a:gs>
                <a:gs pos="43000">
                  <a:srgbClr val="C3D7EC"/>
                </a:gs>
                <a:gs pos="100000">
                  <a:srgbClr val="97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4" name="ellipse_2211">
              <a:extLst>
                <a:ext uri="{FF2B5EF4-FFF2-40B4-BE49-F238E27FC236}">
                  <a16:creationId xmlns:a16="http://schemas.microsoft.com/office/drawing/2014/main" id="{EEEFA362-EBAA-A495-DB83-240E0BEFA041}"/>
                </a:ext>
              </a:extLst>
            </p:cNvPr>
            <p:cNvSpPr/>
            <p:nvPr/>
          </p:nvSpPr>
          <p:spPr>
            <a:xfrm>
              <a:off x="4313792" y="1396283"/>
              <a:ext cx="29270" cy="2927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5" name="ellipse_2212">
              <a:extLst>
                <a:ext uri="{FF2B5EF4-FFF2-40B4-BE49-F238E27FC236}">
                  <a16:creationId xmlns:a16="http://schemas.microsoft.com/office/drawing/2014/main" id="{1553B031-2533-0EF3-B11E-A3A298DD2527}"/>
                </a:ext>
              </a:extLst>
            </p:cNvPr>
            <p:cNvSpPr/>
            <p:nvPr/>
          </p:nvSpPr>
          <p:spPr>
            <a:xfrm>
              <a:off x="4179309" y="1432837"/>
              <a:ext cx="30914" cy="3091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6" name="ellipse_2213">
              <a:extLst>
                <a:ext uri="{FF2B5EF4-FFF2-40B4-BE49-F238E27FC236}">
                  <a16:creationId xmlns:a16="http://schemas.microsoft.com/office/drawing/2014/main" id="{C0F9C2B7-008A-7843-CE1C-9E9BAEF7F34B}"/>
                </a:ext>
              </a:extLst>
            </p:cNvPr>
            <p:cNvSpPr/>
            <p:nvPr/>
          </p:nvSpPr>
          <p:spPr>
            <a:xfrm>
              <a:off x="4119488" y="1533108"/>
              <a:ext cx="29184" cy="291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7" name="ellipse_2214">
              <a:extLst>
                <a:ext uri="{FF2B5EF4-FFF2-40B4-BE49-F238E27FC236}">
                  <a16:creationId xmlns:a16="http://schemas.microsoft.com/office/drawing/2014/main" id="{63FB8A4A-CCEC-018E-F048-FF786CAE8F5F}"/>
                </a:ext>
              </a:extLst>
            </p:cNvPr>
            <p:cNvSpPr/>
            <p:nvPr/>
          </p:nvSpPr>
          <p:spPr>
            <a:xfrm>
              <a:off x="4374279" y="1463343"/>
              <a:ext cx="31808" cy="3180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49A9F"/>
                </a:gs>
                <a:gs pos="100000">
                  <a:srgbClr val="BD6C7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8" name="ellipse_2215">
              <a:extLst>
                <a:ext uri="{FF2B5EF4-FFF2-40B4-BE49-F238E27FC236}">
                  <a16:creationId xmlns:a16="http://schemas.microsoft.com/office/drawing/2014/main" id="{8677DA1D-78C0-1225-6703-6001EB9854F6}"/>
                </a:ext>
              </a:extLst>
            </p:cNvPr>
            <p:cNvSpPr/>
            <p:nvPr/>
          </p:nvSpPr>
          <p:spPr>
            <a:xfrm>
              <a:off x="4554980" y="1612685"/>
              <a:ext cx="33803" cy="33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89" name="ellipse_2216">
              <a:extLst>
                <a:ext uri="{FF2B5EF4-FFF2-40B4-BE49-F238E27FC236}">
                  <a16:creationId xmlns:a16="http://schemas.microsoft.com/office/drawing/2014/main" id="{EA6717CB-0E34-8D0F-0DDC-B24FC59B912D}"/>
                </a:ext>
              </a:extLst>
            </p:cNvPr>
            <p:cNvSpPr/>
            <p:nvPr/>
          </p:nvSpPr>
          <p:spPr>
            <a:xfrm>
              <a:off x="4259972" y="1386621"/>
              <a:ext cx="36239" cy="36239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0" name="ellipse_2217">
              <a:extLst>
                <a:ext uri="{FF2B5EF4-FFF2-40B4-BE49-F238E27FC236}">
                  <a16:creationId xmlns:a16="http://schemas.microsoft.com/office/drawing/2014/main" id="{3C6AA9F5-99B5-8881-4B36-BA7C0B634BB4}"/>
                </a:ext>
              </a:extLst>
            </p:cNvPr>
            <p:cNvSpPr/>
            <p:nvPr/>
          </p:nvSpPr>
          <p:spPr>
            <a:xfrm>
              <a:off x="4388705" y="1575308"/>
              <a:ext cx="32684" cy="32684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4C4E2"/>
                </a:gs>
                <a:gs pos="100000">
                  <a:srgbClr val="749C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1" name="ellipse_2218">
              <a:extLst>
                <a:ext uri="{FF2B5EF4-FFF2-40B4-BE49-F238E27FC236}">
                  <a16:creationId xmlns:a16="http://schemas.microsoft.com/office/drawing/2014/main" id="{A8D61B11-A05C-902D-366B-0152463D89F1}"/>
                </a:ext>
              </a:extLst>
            </p:cNvPr>
            <p:cNvSpPr/>
            <p:nvPr/>
          </p:nvSpPr>
          <p:spPr>
            <a:xfrm>
              <a:off x="4479568" y="1395923"/>
              <a:ext cx="34044" cy="34044"/>
            </a:xfrm>
            <a:prstGeom prst="ellipse">
              <a:avLst/>
            </a:prstGeom>
            <a:gradFill flip="none" rotWithShape="1">
              <a:gsLst>
                <a:gs pos="0">
                  <a:srgbClr val="FAFBFD"/>
                </a:gs>
                <a:gs pos="43000">
                  <a:srgbClr val="E6EEF6"/>
                </a:gs>
                <a:gs pos="100000">
                  <a:srgbClr val="C0CC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2" name="ellipse_2219">
              <a:extLst>
                <a:ext uri="{FF2B5EF4-FFF2-40B4-BE49-F238E27FC236}">
                  <a16:creationId xmlns:a16="http://schemas.microsoft.com/office/drawing/2014/main" id="{98373FAE-A0E6-ED00-FE82-60C5A290D38A}"/>
                </a:ext>
              </a:extLst>
            </p:cNvPr>
            <p:cNvSpPr/>
            <p:nvPr/>
          </p:nvSpPr>
          <p:spPr>
            <a:xfrm>
              <a:off x="4284660" y="1602255"/>
              <a:ext cx="21197" cy="21197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ADE"/>
                </a:gs>
                <a:gs pos="100000">
                  <a:srgbClr val="61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3" name="ellipse_2220">
              <a:extLst>
                <a:ext uri="{FF2B5EF4-FFF2-40B4-BE49-F238E27FC236}">
                  <a16:creationId xmlns:a16="http://schemas.microsoft.com/office/drawing/2014/main" id="{47053A4A-0686-F8A2-C02A-81B821290D1C}"/>
                </a:ext>
              </a:extLst>
            </p:cNvPr>
            <p:cNvSpPr/>
            <p:nvPr/>
          </p:nvSpPr>
          <p:spPr>
            <a:xfrm>
              <a:off x="4165774" y="1531813"/>
              <a:ext cx="25912" cy="25912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B0CCE6"/>
                </a:gs>
                <a:gs pos="100000">
                  <a:srgbClr val="82A5C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4" name="ellipse_2221">
              <a:extLst>
                <a:ext uri="{FF2B5EF4-FFF2-40B4-BE49-F238E27FC236}">
                  <a16:creationId xmlns:a16="http://schemas.microsoft.com/office/drawing/2014/main" id="{84ABBA91-7890-B5FD-9EFC-4B56985B9971}"/>
                </a:ext>
              </a:extLst>
            </p:cNvPr>
            <p:cNvSpPr/>
            <p:nvPr/>
          </p:nvSpPr>
          <p:spPr>
            <a:xfrm>
              <a:off x="4496640" y="1596997"/>
              <a:ext cx="32682" cy="32682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5" name="ellipse_2222">
              <a:extLst>
                <a:ext uri="{FF2B5EF4-FFF2-40B4-BE49-F238E27FC236}">
                  <a16:creationId xmlns:a16="http://schemas.microsoft.com/office/drawing/2014/main" id="{21832E51-9E5F-92DE-DAC8-CD53B84A55CD}"/>
                </a:ext>
              </a:extLst>
            </p:cNvPr>
            <p:cNvSpPr/>
            <p:nvPr/>
          </p:nvSpPr>
          <p:spPr>
            <a:xfrm>
              <a:off x="4080569" y="1562154"/>
              <a:ext cx="29306" cy="29306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2C3E2"/>
                </a:gs>
                <a:gs pos="100000">
                  <a:srgbClr val="729B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6" name="ellipse_2223">
              <a:extLst>
                <a:ext uri="{FF2B5EF4-FFF2-40B4-BE49-F238E27FC236}">
                  <a16:creationId xmlns:a16="http://schemas.microsoft.com/office/drawing/2014/main" id="{279931E7-BDA8-0938-0C09-93B0843FB81F}"/>
                </a:ext>
              </a:extLst>
            </p:cNvPr>
            <p:cNvSpPr/>
            <p:nvPr/>
          </p:nvSpPr>
          <p:spPr>
            <a:xfrm>
              <a:off x="4109818" y="1517906"/>
              <a:ext cx="20219" cy="20219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9B3DA"/>
                </a:gs>
                <a:gs pos="100000">
                  <a:srgbClr val="5588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7" name="ellipse_2224">
              <a:extLst>
                <a:ext uri="{FF2B5EF4-FFF2-40B4-BE49-F238E27FC236}">
                  <a16:creationId xmlns:a16="http://schemas.microsoft.com/office/drawing/2014/main" id="{3E46A9EE-C8E8-B173-C3AF-5DEBFE1F3FD2}"/>
                </a:ext>
              </a:extLst>
            </p:cNvPr>
            <p:cNvSpPr/>
            <p:nvPr/>
          </p:nvSpPr>
          <p:spPr>
            <a:xfrm>
              <a:off x="4485896" y="1407592"/>
              <a:ext cx="26944" cy="26944"/>
            </a:xfrm>
            <a:prstGeom prst="ellipse">
              <a:avLst/>
            </a:prstGeom>
            <a:gradFill flip="none" rotWithShape="1">
              <a:gsLst>
                <a:gs pos="0">
                  <a:srgbClr val="FDFDFE"/>
                </a:gs>
                <a:gs pos="43000">
                  <a:srgbClr val="F7F6F8"/>
                </a:gs>
                <a:gs pos="100000">
                  <a:srgbClr val="D4D5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8" name="ellipse_2225">
              <a:extLst>
                <a:ext uri="{FF2B5EF4-FFF2-40B4-BE49-F238E27FC236}">
                  <a16:creationId xmlns:a16="http://schemas.microsoft.com/office/drawing/2014/main" id="{24352E1A-34D8-2B52-E4C0-198A50D3C837}"/>
                </a:ext>
              </a:extLst>
            </p:cNvPr>
            <p:cNvSpPr/>
            <p:nvPr/>
          </p:nvSpPr>
          <p:spPr>
            <a:xfrm>
              <a:off x="4195814" y="1538945"/>
              <a:ext cx="28500" cy="28500"/>
            </a:xfrm>
            <a:prstGeom prst="ellipse">
              <a:avLst/>
            </a:prstGeom>
            <a:gradFill flip="none" rotWithShape="1">
              <a:gsLst>
                <a:gs pos="0">
                  <a:srgbClr val="F1F6FA"/>
                </a:gs>
                <a:gs pos="43000">
                  <a:srgbClr val="BAD2E9"/>
                </a:gs>
                <a:gs pos="100000">
                  <a:srgbClr val="8DACC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899" name="ellipse_2226">
              <a:extLst>
                <a:ext uri="{FF2B5EF4-FFF2-40B4-BE49-F238E27FC236}">
                  <a16:creationId xmlns:a16="http://schemas.microsoft.com/office/drawing/2014/main" id="{E5D48CD9-2230-5EB5-B610-D47A04327C9E}"/>
                </a:ext>
              </a:extLst>
            </p:cNvPr>
            <p:cNvSpPr/>
            <p:nvPr/>
          </p:nvSpPr>
          <p:spPr>
            <a:xfrm>
              <a:off x="4140216" y="1445463"/>
              <a:ext cx="30909" cy="30909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0" name="ellipse_2227">
              <a:extLst>
                <a:ext uri="{FF2B5EF4-FFF2-40B4-BE49-F238E27FC236}">
                  <a16:creationId xmlns:a16="http://schemas.microsoft.com/office/drawing/2014/main" id="{3EF779CB-D095-7406-8F2F-74892CADA272}"/>
                </a:ext>
              </a:extLst>
            </p:cNvPr>
            <p:cNvSpPr/>
            <p:nvPr/>
          </p:nvSpPr>
          <p:spPr>
            <a:xfrm>
              <a:off x="4218177" y="1435070"/>
              <a:ext cx="24835" cy="2483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1" name="ellipse_2228">
              <a:extLst>
                <a:ext uri="{FF2B5EF4-FFF2-40B4-BE49-F238E27FC236}">
                  <a16:creationId xmlns:a16="http://schemas.microsoft.com/office/drawing/2014/main" id="{4D3CAC82-F853-5C4A-D9F5-0C2E5CA0749B}"/>
                </a:ext>
              </a:extLst>
            </p:cNvPr>
            <p:cNvSpPr/>
            <p:nvPr/>
          </p:nvSpPr>
          <p:spPr>
            <a:xfrm>
              <a:off x="4396992" y="1424174"/>
              <a:ext cx="31572" cy="31572"/>
            </a:xfrm>
            <a:prstGeom prst="ellipse">
              <a:avLst/>
            </a:prstGeom>
            <a:gradFill flip="none" rotWithShape="1">
              <a:gsLst>
                <a:gs pos="0">
                  <a:srgbClr val="FBF1F2"/>
                </a:gs>
                <a:gs pos="43000">
                  <a:srgbClr val="EBBDC1"/>
                </a:gs>
                <a:gs pos="100000">
                  <a:srgbClr val="C6959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2" name="ellipse_2229">
              <a:extLst>
                <a:ext uri="{FF2B5EF4-FFF2-40B4-BE49-F238E27FC236}">
                  <a16:creationId xmlns:a16="http://schemas.microsoft.com/office/drawing/2014/main" id="{B506E05B-DC28-FB4A-D484-317B3A7CB57C}"/>
                </a:ext>
              </a:extLst>
            </p:cNvPr>
            <p:cNvSpPr/>
            <p:nvPr/>
          </p:nvSpPr>
          <p:spPr>
            <a:xfrm>
              <a:off x="4450606" y="1519243"/>
              <a:ext cx="22570" cy="22570"/>
            </a:xfrm>
            <a:prstGeom prst="ellipse">
              <a:avLst/>
            </a:prstGeom>
            <a:gradFill flip="none" rotWithShape="1">
              <a:gsLst>
                <a:gs pos="0">
                  <a:srgbClr val="F9E6E7"/>
                </a:gs>
                <a:gs pos="43000">
                  <a:srgbClr val="E0898E"/>
                </a:gs>
                <a:gs pos="100000">
                  <a:srgbClr val="B9586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3" name="ellipse_2230">
              <a:extLst>
                <a:ext uri="{FF2B5EF4-FFF2-40B4-BE49-F238E27FC236}">
                  <a16:creationId xmlns:a16="http://schemas.microsoft.com/office/drawing/2014/main" id="{EB20075A-8AD8-A1C3-4877-86E04812BC75}"/>
                </a:ext>
              </a:extLst>
            </p:cNvPr>
            <p:cNvSpPr/>
            <p:nvPr/>
          </p:nvSpPr>
          <p:spPr>
            <a:xfrm>
              <a:off x="4493511" y="1391803"/>
              <a:ext cx="30887" cy="30887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4" name="ellipse_2231">
              <a:extLst>
                <a:ext uri="{FF2B5EF4-FFF2-40B4-BE49-F238E27FC236}">
                  <a16:creationId xmlns:a16="http://schemas.microsoft.com/office/drawing/2014/main" id="{4D309287-A947-CBEB-193B-F66350B13CCF}"/>
                </a:ext>
              </a:extLst>
            </p:cNvPr>
            <p:cNvSpPr/>
            <p:nvPr/>
          </p:nvSpPr>
          <p:spPr>
            <a:xfrm>
              <a:off x="4365893" y="1649463"/>
              <a:ext cx="23524" cy="2352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B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5" name="ellipse_2232">
              <a:extLst>
                <a:ext uri="{FF2B5EF4-FFF2-40B4-BE49-F238E27FC236}">
                  <a16:creationId xmlns:a16="http://schemas.microsoft.com/office/drawing/2014/main" id="{C7004E38-E65B-1FF3-C9DA-B9F1D8134E06}"/>
                </a:ext>
              </a:extLst>
            </p:cNvPr>
            <p:cNvSpPr/>
            <p:nvPr/>
          </p:nvSpPr>
          <p:spPr>
            <a:xfrm>
              <a:off x="4343626" y="1628381"/>
              <a:ext cx="24226" cy="2422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6" name="ellipse_2233">
              <a:extLst>
                <a:ext uri="{FF2B5EF4-FFF2-40B4-BE49-F238E27FC236}">
                  <a16:creationId xmlns:a16="http://schemas.microsoft.com/office/drawing/2014/main" id="{B80EC19B-3113-671C-BC50-EF6C73D0115C}"/>
                </a:ext>
              </a:extLst>
            </p:cNvPr>
            <p:cNvSpPr/>
            <p:nvPr/>
          </p:nvSpPr>
          <p:spPr>
            <a:xfrm>
              <a:off x="4369163" y="1423006"/>
              <a:ext cx="20129" cy="2012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2F6FA"/>
                </a:gs>
                <a:gs pos="100000">
                  <a:srgbClr val="CED5D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7" name="ellipse_2234">
              <a:extLst>
                <a:ext uri="{FF2B5EF4-FFF2-40B4-BE49-F238E27FC236}">
                  <a16:creationId xmlns:a16="http://schemas.microsoft.com/office/drawing/2014/main" id="{1A72FD43-D587-E27C-14DC-B16661879BBC}"/>
                </a:ext>
              </a:extLst>
            </p:cNvPr>
            <p:cNvSpPr/>
            <p:nvPr/>
          </p:nvSpPr>
          <p:spPr>
            <a:xfrm>
              <a:off x="4319544" y="1450468"/>
              <a:ext cx="22903" cy="22903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7DAED"/>
                </a:gs>
                <a:gs pos="100000">
                  <a:srgbClr val="9CB6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8" name="ellipse_2235">
              <a:extLst>
                <a:ext uri="{FF2B5EF4-FFF2-40B4-BE49-F238E27FC236}">
                  <a16:creationId xmlns:a16="http://schemas.microsoft.com/office/drawing/2014/main" id="{3E6C1AE9-91E1-4CE5-4B6A-E47EF04AFA52}"/>
                </a:ext>
              </a:extLst>
            </p:cNvPr>
            <p:cNvSpPr/>
            <p:nvPr/>
          </p:nvSpPr>
          <p:spPr>
            <a:xfrm>
              <a:off x="4341136" y="1630187"/>
              <a:ext cx="33821" cy="33821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09" name="ellipse_2236">
              <a:extLst>
                <a:ext uri="{FF2B5EF4-FFF2-40B4-BE49-F238E27FC236}">
                  <a16:creationId xmlns:a16="http://schemas.microsoft.com/office/drawing/2014/main" id="{EB9D2C39-474F-6C68-6555-F50089E5B0C9}"/>
                </a:ext>
              </a:extLst>
            </p:cNvPr>
            <p:cNvSpPr/>
            <p:nvPr/>
          </p:nvSpPr>
          <p:spPr>
            <a:xfrm>
              <a:off x="4161225" y="1530942"/>
              <a:ext cx="25121" cy="25121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DCAE5"/>
                </a:gs>
                <a:gs pos="100000">
                  <a:srgbClr val="7EA3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0" name="ellipse_2237">
              <a:extLst>
                <a:ext uri="{FF2B5EF4-FFF2-40B4-BE49-F238E27FC236}">
                  <a16:creationId xmlns:a16="http://schemas.microsoft.com/office/drawing/2014/main" id="{DB980468-3491-11A5-DE34-ED12AFAEE91B}"/>
                </a:ext>
              </a:extLst>
            </p:cNvPr>
            <p:cNvSpPr/>
            <p:nvPr/>
          </p:nvSpPr>
          <p:spPr>
            <a:xfrm>
              <a:off x="4203426" y="1536802"/>
              <a:ext cx="26566" cy="26566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DE7"/>
                </a:gs>
                <a:gs pos="100000">
                  <a:srgbClr val="85A7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1" name="ellipse_2238">
              <a:extLst>
                <a:ext uri="{FF2B5EF4-FFF2-40B4-BE49-F238E27FC236}">
                  <a16:creationId xmlns:a16="http://schemas.microsoft.com/office/drawing/2014/main" id="{8E17EA45-1136-FEAC-C65F-0E6508CB01F3}"/>
                </a:ext>
              </a:extLst>
            </p:cNvPr>
            <p:cNvSpPr/>
            <p:nvPr/>
          </p:nvSpPr>
          <p:spPr>
            <a:xfrm>
              <a:off x="4482696" y="1603333"/>
              <a:ext cx="28320" cy="28320"/>
            </a:xfrm>
            <a:prstGeom prst="ellipse">
              <a:avLst/>
            </a:prstGeom>
            <a:gradFill flip="none" rotWithShape="1">
              <a:gsLst>
                <a:gs pos="0">
                  <a:srgbClr val="E6EEF7"/>
                </a:gs>
                <a:gs pos="43000">
                  <a:srgbClr val="85B0D9"/>
                </a:gs>
                <a:gs pos="100000">
                  <a:srgbClr val="5085B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2" name="ellipse_2239">
              <a:extLst>
                <a:ext uri="{FF2B5EF4-FFF2-40B4-BE49-F238E27FC236}">
                  <a16:creationId xmlns:a16="http://schemas.microsoft.com/office/drawing/2014/main" id="{3F298802-FC4A-60AC-8577-0284DFFFD6F3}"/>
                </a:ext>
              </a:extLst>
            </p:cNvPr>
            <p:cNvSpPr/>
            <p:nvPr/>
          </p:nvSpPr>
          <p:spPr>
            <a:xfrm>
              <a:off x="4197066" y="1522229"/>
              <a:ext cx="22601" cy="22601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DC0E0"/>
                </a:gs>
                <a:gs pos="100000">
                  <a:srgbClr val="6C97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3" name="ellipse_2240">
              <a:extLst>
                <a:ext uri="{FF2B5EF4-FFF2-40B4-BE49-F238E27FC236}">
                  <a16:creationId xmlns:a16="http://schemas.microsoft.com/office/drawing/2014/main" id="{918AFC04-A779-96A4-64A7-5788FA94E0D6}"/>
                </a:ext>
              </a:extLst>
            </p:cNvPr>
            <p:cNvSpPr/>
            <p:nvPr/>
          </p:nvSpPr>
          <p:spPr>
            <a:xfrm>
              <a:off x="4144638" y="1578773"/>
              <a:ext cx="26817" cy="26817"/>
            </a:xfrm>
            <a:prstGeom prst="ellipse">
              <a:avLst/>
            </a:prstGeom>
            <a:gradFill flip="none" rotWithShape="1">
              <a:gsLst>
                <a:gs pos="0">
                  <a:srgbClr val="F9FBFD"/>
                </a:gs>
                <a:gs pos="43000">
                  <a:srgbClr val="E4ECF6"/>
                </a:gs>
                <a:gs pos="100000">
                  <a:srgbClr val="BDCB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4" name="ellipse_2241">
              <a:extLst>
                <a:ext uri="{FF2B5EF4-FFF2-40B4-BE49-F238E27FC236}">
                  <a16:creationId xmlns:a16="http://schemas.microsoft.com/office/drawing/2014/main" id="{0477F0B2-C26F-BF20-ED5F-4626A7B91A43}"/>
                </a:ext>
              </a:extLst>
            </p:cNvPr>
            <p:cNvSpPr/>
            <p:nvPr/>
          </p:nvSpPr>
          <p:spPr>
            <a:xfrm>
              <a:off x="4441221" y="1606601"/>
              <a:ext cx="26804" cy="2680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5" name="ellipse_2242">
              <a:extLst>
                <a:ext uri="{FF2B5EF4-FFF2-40B4-BE49-F238E27FC236}">
                  <a16:creationId xmlns:a16="http://schemas.microsoft.com/office/drawing/2014/main" id="{F1FC3FD9-B686-6342-26C3-352AFF4B8C55}"/>
                </a:ext>
              </a:extLst>
            </p:cNvPr>
            <p:cNvSpPr/>
            <p:nvPr/>
          </p:nvSpPr>
          <p:spPr>
            <a:xfrm>
              <a:off x="4334837" y="1431903"/>
              <a:ext cx="27902" cy="27902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5E4F1"/>
                </a:gs>
                <a:gs pos="100000">
                  <a:srgbClr val="AD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6" name="ellipse_2243">
              <a:extLst>
                <a:ext uri="{FF2B5EF4-FFF2-40B4-BE49-F238E27FC236}">
                  <a16:creationId xmlns:a16="http://schemas.microsoft.com/office/drawing/2014/main" id="{AA378CEF-E3C5-18D9-28F8-158260A0061D}"/>
                </a:ext>
              </a:extLst>
            </p:cNvPr>
            <p:cNvSpPr/>
            <p:nvPr/>
          </p:nvSpPr>
          <p:spPr>
            <a:xfrm>
              <a:off x="4400306" y="1450110"/>
              <a:ext cx="32534" cy="32534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7" name="ellipse_2244">
              <a:extLst>
                <a:ext uri="{FF2B5EF4-FFF2-40B4-BE49-F238E27FC236}">
                  <a16:creationId xmlns:a16="http://schemas.microsoft.com/office/drawing/2014/main" id="{7B50744A-6D9A-043F-D7E7-0F7288434828}"/>
                </a:ext>
              </a:extLst>
            </p:cNvPr>
            <p:cNvSpPr/>
            <p:nvPr/>
          </p:nvSpPr>
          <p:spPr>
            <a:xfrm>
              <a:off x="4216796" y="1447370"/>
              <a:ext cx="23756" cy="2375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5A6D5"/>
                </a:gs>
                <a:gs pos="100000">
                  <a:srgbClr val="3E7A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8" name="ellipse_2245">
              <a:extLst>
                <a:ext uri="{FF2B5EF4-FFF2-40B4-BE49-F238E27FC236}">
                  <a16:creationId xmlns:a16="http://schemas.microsoft.com/office/drawing/2014/main" id="{17A394B8-5DE3-F3D9-2F7F-57C5BC529DBE}"/>
                </a:ext>
              </a:extLst>
            </p:cNvPr>
            <p:cNvSpPr/>
            <p:nvPr/>
          </p:nvSpPr>
          <p:spPr>
            <a:xfrm>
              <a:off x="4370480" y="1659527"/>
              <a:ext cx="19803" cy="19803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19" name="ellipse_2246">
              <a:extLst>
                <a:ext uri="{FF2B5EF4-FFF2-40B4-BE49-F238E27FC236}">
                  <a16:creationId xmlns:a16="http://schemas.microsoft.com/office/drawing/2014/main" id="{43B68530-5A46-B707-8B34-D5A65C2CD3DD}"/>
                </a:ext>
              </a:extLst>
            </p:cNvPr>
            <p:cNvSpPr/>
            <p:nvPr/>
          </p:nvSpPr>
          <p:spPr>
            <a:xfrm>
              <a:off x="4529718" y="1436043"/>
              <a:ext cx="27552" cy="27552"/>
            </a:xfrm>
            <a:prstGeom prst="ellipse">
              <a:avLst/>
            </a:prstGeom>
            <a:gradFill flip="none" rotWithShape="1">
              <a:gsLst>
                <a:gs pos="0">
                  <a:srgbClr val="FDFCFD"/>
                </a:gs>
                <a:gs pos="43000">
                  <a:srgbClr val="F6F3F6"/>
                </a:gs>
                <a:gs pos="100000">
                  <a:srgbClr val="D3D2D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0" name="ellipse_2247">
              <a:extLst>
                <a:ext uri="{FF2B5EF4-FFF2-40B4-BE49-F238E27FC236}">
                  <a16:creationId xmlns:a16="http://schemas.microsoft.com/office/drawing/2014/main" id="{466DB010-E058-126C-3239-E32516346232}"/>
                </a:ext>
              </a:extLst>
            </p:cNvPr>
            <p:cNvSpPr/>
            <p:nvPr/>
          </p:nvSpPr>
          <p:spPr>
            <a:xfrm>
              <a:off x="4155808" y="1608147"/>
              <a:ext cx="21024" cy="21024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9E6F2"/>
                </a:gs>
                <a:gs pos="100000">
                  <a:srgbClr val="B1C3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1" name="ellipse_2248">
              <a:extLst>
                <a:ext uri="{FF2B5EF4-FFF2-40B4-BE49-F238E27FC236}">
                  <a16:creationId xmlns:a16="http://schemas.microsoft.com/office/drawing/2014/main" id="{0DAA6709-BEA1-9625-CF63-12B0C7BA4688}"/>
                </a:ext>
              </a:extLst>
            </p:cNvPr>
            <p:cNvSpPr/>
            <p:nvPr/>
          </p:nvSpPr>
          <p:spPr>
            <a:xfrm>
              <a:off x="4430114" y="1433963"/>
              <a:ext cx="19388" cy="19388"/>
            </a:xfrm>
            <a:prstGeom prst="ellipse">
              <a:avLst/>
            </a:prstGeom>
            <a:gradFill flip="none" rotWithShape="1">
              <a:gsLst>
                <a:gs pos="0">
                  <a:srgbClr val="F9EAEB"/>
                </a:gs>
                <a:gs pos="43000">
                  <a:srgbClr val="E3999D"/>
                </a:gs>
                <a:gs pos="100000">
                  <a:srgbClr val="BD6A7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2" name="ellipse_2249">
              <a:extLst>
                <a:ext uri="{FF2B5EF4-FFF2-40B4-BE49-F238E27FC236}">
                  <a16:creationId xmlns:a16="http://schemas.microsoft.com/office/drawing/2014/main" id="{3D91868B-F433-B949-10BC-17C562F275F3}"/>
                </a:ext>
              </a:extLst>
            </p:cNvPr>
            <p:cNvSpPr/>
            <p:nvPr/>
          </p:nvSpPr>
          <p:spPr>
            <a:xfrm>
              <a:off x="4348582" y="1617385"/>
              <a:ext cx="30384" cy="3038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3" name="ellipse_2250">
              <a:extLst>
                <a:ext uri="{FF2B5EF4-FFF2-40B4-BE49-F238E27FC236}">
                  <a16:creationId xmlns:a16="http://schemas.microsoft.com/office/drawing/2014/main" id="{D06AA5D7-CA78-95E8-883A-66655566DC5E}"/>
                </a:ext>
              </a:extLst>
            </p:cNvPr>
            <p:cNvSpPr/>
            <p:nvPr/>
          </p:nvSpPr>
          <p:spPr>
            <a:xfrm>
              <a:off x="4463319" y="1574688"/>
              <a:ext cx="25872" cy="25872"/>
            </a:xfrm>
            <a:prstGeom prst="ellipse">
              <a:avLst/>
            </a:prstGeom>
            <a:gradFill flip="none" rotWithShape="1">
              <a:gsLst>
                <a:gs pos="0">
                  <a:srgbClr val="F0F5FA"/>
                </a:gs>
                <a:gs pos="43000">
                  <a:srgbClr val="B5CFE7"/>
                </a:gs>
                <a:gs pos="100000">
                  <a:srgbClr val="88A9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4" name="ellipse_2251">
              <a:extLst>
                <a:ext uri="{FF2B5EF4-FFF2-40B4-BE49-F238E27FC236}">
                  <a16:creationId xmlns:a16="http://schemas.microsoft.com/office/drawing/2014/main" id="{D036FC62-92CC-B774-21CA-93CDC5A1E207}"/>
                </a:ext>
              </a:extLst>
            </p:cNvPr>
            <p:cNvSpPr/>
            <p:nvPr/>
          </p:nvSpPr>
          <p:spPr>
            <a:xfrm>
              <a:off x="4531596" y="1568921"/>
              <a:ext cx="28919" cy="28919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9BDDF"/>
                </a:gs>
                <a:gs pos="100000">
                  <a:srgbClr val="6895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5" name="ellipse_2252">
              <a:extLst>
                <a:ext uri="{FF2B5EF4-FFF2-40B4-BE49-F238E27FC236}">
                  <a16:creationId xmlns:a16="http://schemas.microsoft.com/office/drawing/2014/main" id="{054F3B6E-FFCA-9294-A608-ECC45732754F}"/>
                </a:ext>
              </a:extLst>
            </p:cNvPr>
            <p:cNvSpPr/>
            <p:nvPr/>
          </p:nvSpPr>
          <p:spPr>
            <a:xfrm>
              <a:off x="4374229" y="1660093"/>
              <a:ext cx="34954" cy="34954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6" name="ellipse_2253">
              <a:extLst>
                <a:ext uri="{FF2B5EF4-FFF2-40B4-BE49-F238E27FC236}">
                  <a16:creationId xmlns:a16="http://schemas.microsoft.com/office/drawing/2014/main" id="{3C33DCDD-97D8-0CF9-45D3-FB38CCC98243}"/>
                </a:ext>
              </a:extLst>
            </p:cNvPr>
            <p:cNvSpPr/>
            <p:nvPr/>
          </p:nvSpPr>
          <p:spPr>
            <a:xfrm>
              <a:off x="4263352" y="1508604"/>
              <a:ext cx="27274" cy="27274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2B8DD"/>
                </a:gs>
                <a:gs pos="100000">
                  <a:srgbClr val="608F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7" name="ellipse_2254">
              <a:extLst>
                <a:ext uri="{FF2B5EF4-FFF2-40B4-BE49-F238E27FC236}">
                  <a16:creationId xmlns:a16="http://schemas.microsoft.com/office/drawing/2014/main" id="{45440191-CB8E-0282-F392-BF49B80D002C}"/>
                </a:ext>
              </a:extLst>
            </p:cNvPr>
            <p:cNvSpPr/>
            <p:nvPr/>
          </p:nvSpPr>
          <p:spPr>
            <a:xfrm>
              <a:off x="4379064" y="1465078"/>
              <a:ext cx="29615" cy="29615"/>
            </a:xfrm>
            <a:prstGeom prst="ellipse">
              <a:avLst/>
            </a:prstGeom>
            <a:gradFill flip="none" rotWithShape="1">
              <a:gsLst>
                <a:gs pos="0">
                  <a:srgbClr val="F9E8E9"/>
                </a:gs>
                <a:gs pos="43000">
                  <a:srgbClr val="E19296"/>
                </a:gs>
                <a:gs pos="100000">
                  <a:srgbClr val="BB626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8" name="ellipse_2255">
              <a:extLst>
                <a:ext uri="{FF2B5EF4-FFF2-40B4-BE49-F238E27FC236}">
                  <a16:creationId xmlns:a16="http://schemas.microsoft.com/office/drawing/2014/main" id="{ED46A7AD-7F70-4753-E76D-02E312665A17}"/>
                </a:ext>
              </a:extLst>
            </p:cNvPr>
            <p:cNvSpPr/>
            <p:nvPr/>
          </p:nvSpPr>
          <p:spPr>
            <a:xfrm>
              <a:off x="4333679" y="1393440"/>
              <a:ext cx="26335" cy="26335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29" name="ellipse_2256">
              <a:extLst>
                <a:ext uri="{FF2B5EF4-FFF2-40B4-BE49-F238E27FC236}">
                  <a16:creationId xmlns:a16="http://schemas.microsoft.com/office/drawing/2014/main" id="{91CDD69E-AFC2-3EC5-DE24-94A57FC5E4CA}"/>
                </a:ext>
              </a:extLst>
            </p:cNvPr>
            <p:cNvSpPr/>
            <p:nvPr/>
          </p:nvSpPr>
          <p:spPr>
            <a:xfrm>
              <a:off x="4603700" y="1511648"/>
              <a:ext cx="33300" cy="33300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9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0" name="ellipse_2257">
              <a:extLst>
                <a:ext uri="{FF2B5EF4-FFF2-40B4-BE49-F238E27FC236}">
                  <a16:creationId xmlns:a16="http://schemas.microsoft.com/office/drawing/2014/main" id="{E7AE554C-5C09-7013-2831-E60314E85504}"/>
                </a:ext>
              </a:extLst>
            </p:cNvPr>
            <p:cNvSpPr/>
            <p:nvPr/>
          </p:nvSpPr>
          <p:spPr>
            <a:xfrm>
              <a:off x="4612515" y="1554699"/>
              <a:ext cx="35513" cy="3551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9A9D6"/>
                </a:gs>
                <a:gs pos="100000">
                  <a:srgbClr val="43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1" name="ellipse_2258">
              <a:extLst>
                <a:ext uri="{FF2B5EF4-FFF2-40B4-BE49-F238E27FC236}">
                  <a16:creationId xmlns:a16="http://schemas.microsoft.com/office/drawing/2014/main" id="{16795F78-F22B-94B3-45AB-DA03FB9E1157}"/>
                </a:ext>
              </a:extLst>
            </p:cNvPr>
            <p:cNvSpPr/>
            <p:nvPr/>
          </p:nvSpPr>
          <p:spPr>
            <a:xfrm>
              <a:off x="4293316" y="1609491"/>
              <a:ext cx="35894" cy="35894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5B1DA"/>
                </a:gs>
                <a:gs pos="100000">
                  <a:srgbClr val="5186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2" name="ellipse_2259">
              <a:extLst>
                <a:ext uri="{FF2B5EF4-FFF2-40B4-BE49-F238E27FC236}">
                  <a16:creationId xmlns:a16="http://schemas.microsoft.com/office/drawing/2014/main" id="{08962B8B-EAF2-969C-088B-844C58C79206}"/>
                </a:ext>
              </a:extLst>
            </p:cNvPr>
            <p:cNvSpPr/>
            <p:nvPr/>
          </p:nvSpPr>
          <p:spPr>
            <a:xfrm>
              <a:off x="4465841" y="1446603"/>
              <a:ext cx="29343" cy="2934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3" name="ellipse_2260">
              <a:extLst>
                <a:ext uri="{FF2B5EF4-FFF2-40B4-BE49-F238E27FC236}">
                  <a16:creationId xmlns:a16="http://schemas.microsoft.com/office/drawing/2014/main" id="{D54EC136-A3C0-3BB4-0E4B-94C6B9CD505B}"/>
                </a:ext>
              </a:extLst>
            </p:cNvPr>
            <p:cNvSpPr/>
            <p:nvPr/>
          </p:nvSpPr>
          <p:spPr>
            <a:xfrm>
              <a:off x="4395565" y="1451343"/>
              <a:ext cx="34062" cy="34062"/>
            </a:xfrm>
            <a:prstGeom prst="ellipse">
              <a:avLst/>
            </a:prstGeom>
            <a:gradFill flip="none" rotWithShape="1">
              <a:gsLst>
                <a:gs pos="0">
                  <a:srgbClr val="F8E3E4"/>
                </a:gs>
                <a:gs pos="43000">
                  <a:srgbClr val="DC797E"/>
                </a:gs>
                <a:gs pos="100000">
                  <a:srgbClr val="B5464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4" name="ellipse_2261">
              <a:extLst>
                <a:ext uri="{FF2B5EF4-FFF2-40B4-BE49-F238E27FC236}">
                  <a16:creationId xmlns:a16="http://schemas.microsoft.com/office/drawing/2014/main" id="{910AC8AB-E534-BC7D-7D26-1DF7703C9F9B}"/>
                </a:ext>
              </a:extLst>
            </p:cNvPr>
            <p:cNvSpPr/>
            <p:nvPr/>
          </p:nvSpPr>
          <p:spPr>
            <a:xfrm>
              <a:off x="4447971" y="1453977"/>
              <a:ext cx="20526" cy="20526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5" name="ellipse_2262">
              <a:extLst>
                <a:ext uri="{FF2B5EF4-FFF2-40B4-BE49-F238E27FC236}">
                  <a16:creationId xmlns:a16="http://schemas.microsoft.com/office/drawing/2014/main" id="{9D6A813D-23DE-D94E-B24E-CC0472E9F498}"/>
                </a:ext>
              </a:extLst>
            </p:cNvPr>
            <p:cNvSpPr/>
            <p:nvPr/>
          </p:nvSpPr>
          <p:spPr>
            <a:xfrm>
              <a:off x="4414105" y="1439212"/>
              <a:ext cx="23231" cy="23231"/>
            </a:xfrm>
            <a:prstGeom prst="ellipse">
              <a:avLst/>
            </a:prstGeom>
            <a:gradFill flip="none" rotWithShape="1">
              <a:gsLst>
                <a:gs pos="0">
                  <a:srgbClr val="F9E8E8"/>
                </a:gs>
                <a:gs pos="43000">
                  <a:srgbClr val="E18F93"/>
                </a:gs>
                <a:gs pos="100000">
                  <a:srgbClr val="BA5F6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6" name="ellipse_2263">
              <a:extLst>
                <a:ext uri="{FF2B5EF4-FFF2-40B4-BE49-F238E27FC236}">
                  <a16:creationId xmlns:a16="http://schemas.microsoft.com/office/drawing/2014/main" id="{7E503169-E20F-FBFD-EC10-E06E332126CF}"/>
                </a:ext>
              </a:extLst>
            </p:cNvPr>
            <p:cNvSpPr/>
            <p:nvPr/>
          </p:nvSpPr>
          <p:spPr>
            <a:xfrm>
              <a:off x="4382949" y="1613377"/>
              <a:ext cx="25360" cy="25360"/>
            </a:xfrm>
            <a:prstGeom prst="ellipse">
              <a:avLst/>
            </a:prstGeom>
            <a:gradFill flip="none" rotWithShape="1">
              <a:gsLst>
                <a:gs pos="0">
                  <a:srgbClr val="E4EEF7"/>
                </a:gs>
                <a:gs pos="43000">
                  <a:srgbClr val="7DABD7"/>
                </a:gs>
                <a:gs pos="100000">
                  <a:srgbClr val="4880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7" name="ellipse_2264">
              <a:extLst>
                <a:ext uri="{FF2B5EF4-FFF2-40B4-BE49-F238E27FC236}">
                  <a16:creationId xmlns:a16="http://schemas.microsoft.com/office/drawing/2014/main" id="{7A0B2A4C-4B15-955A-87D5-CB1D5DB1278B}"/>
                </a:ext>
              </a:extLst>
            </p:cNvPr>
            <p:cNvSpPr/>
            <p:nvPr/>
          </p:nvSpPr>
          <p:spPr>
            <a:xfrm>
              <a:off x="4431400" y="1599480"/>
              <a:ext cx="21660" cy="2166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8FB7DC"/>
                </a:gs>
                <a:gs pos="100000">
                  <a:srgbClr val="5C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8" name="ellipse_2265">
              <a:extLst>
                <a:ext uri="{FF2B5EF4-FFF2-40B4-BE49-F238E27FC236}">
                  <a16:creationId xmlns:a16="http://schemas.microsoft.com/office/drawing/2014/main" id="{19E09C88-4D2A-27FD-87BC-6B2B7A995E92}"/>
                </a:ext>
              </a:extLst>
            </p:cNvPr>
            <p:cNvSpPr/>
            <p:nvPr/>
          </p:nvSpPr>
          <p:spPr>
            <a:xfrm>
              <a:off x="4137969" y="1490081"/>
              <a:ext cx="25196" cy="2519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CABD7"/>
                </a:gs>
                <a:gs pos="100000">
                  <a:srgbClr val="467F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39" name="ellipse_2266">
              <a:extLst>
                <a:ext uri="{FF2B5EF4-FFF2-40B4-BE49-F238E27FC236}">
                  <a16:creationId xmlns:a16="http://schemas.microsoft.com/office/drawing/2014/main" id="{3AE80D41-CA7A-DA50-10D0-DFBE2E98DD84}"/>
                </a:ext>
              </a:extLst>
            </p:cNvPr>
            <p:cNvSpPr/>
            <p:nvPr/>
          </p:nvSpPr>
          <p:spPr>
            <a:xfrm>
              <a:off x="4390923" y="1523400"/>
              <a:ext cx="28756" cy="28756"/>
            </a:xfrm>
            <a:prstGeom prst="ellipse">
              <a:avLst/>
            </a:prstGeom>
            <a:gradFill flip="none" rotWithShape="1">
              <a:gsLst>
                <a:gs pos="0">
                  <a:srgbClr val="FBF3F4"/>
                </a:gs>
                <a:gs pos="43000">
                  <a:srgbClr val="EDC6CA"/>
                </a:gs>
                <a:gs pos="100000">
                  <a:srgbClr val="C89FA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0" name="ellipse_2267">
              <a:extLst>
                <a:ext uri="{FF2B5EF4-FFF2-40B4-BE49-F238E27FC236}">
                  <a16:creationId xmlns:a16="http://schemas.microsoft.com/office/drawing/2014/main" id="{FA732ED8-5127-2DEF-E938-D9DBC0CD80D1}"/>
                </a:ext>
              </a:extLst>
            </p:cNvPr>
            <p:cNvSpPr/>
            <p:nvPr/>
          </p:nvSpPr>
          <p:spPr>
            <a:xfrm>
              <a:off x="4421907" y="1413437"/>
              <a:ext cx="21785" cy="21785"/>
            </a:xfrm>
            <a:prstGeom prst="ellipse">
              <a:avLst/>
            </a:prstGeom>
            <a:gradFill flip="none" rotWithShape="1">
              <a:gsLst>
                <a:gs pos="0">
                  <a:srgbClr val="FCF8F8"/>
                </a:gs>
                <a:gs pos="43000">
                  <a:srgbClr val="F1DCDF"/>
                </a:gs>
                <a:gs pos="100000">
                  <a:srgbClr val="CDB8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1" name="ellipse_2268">
              <a:extLst>
                <a:ext uri="{FF2B5EF4-FFF2-40B4-BE49-F238E27FC236}">
                  <a16:creationId xmlns:a16="http://schemas.microsoft.com/office/drawing/2014/main" id="{4441F2C1-DD8A-3A5B-9C30-49482C3CFA98}"/>
                </a:ext>
              </a:extLst>
            </p:cNvPr>
            <p:cNvSpPr/>
            <p:nvPr/>
          </p:nvSpPr>
          <p:spPr>
            <a:xfrm>
              <a:off x="4389016" y="1638974"/>
              <a:ext cx="32977" cy="3297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2" name="ellipse_2269">
              <a:extLst>
                <a:ext uri="{FF2B5EF4-FFF2-40B4-BE49-F238E27FC236}">
                  <a16:creationId xmlns:a16="http://schemas.microsoft.com/office/drawing/2014/main" id="{2C915FCD-7904-E870-2184-FB0E8CD6CE52}"/>
                </a:ext>
              </a:extLst>
            </p:cNvPr>
            <p:cNvSpPr/>
            <p:nvPr/>
          </p:nvSpPr>
          <p:spPr>
            <a:xfrm>
              <a:off x="4134968" y="1559389"/>
              <a:ext cx="34498" cy="34498"/>
            </a:xfrm>
            <a:prstGeom prst="ellipse">
              <a:avLst/>
            </a:prstGeom>
            <a:gradFill flip="none" rotWithShape="1">
              <a:gsLst>
                <a:gs pos="0">
                  <a:srgbClr val="F6F9FC"/>
                </a:gs>
                <a:gs pos="43000">
                  <a:srgbClr val="D6E4F1"/>
                </a:gs>
                <a:gs pos="100000">
                  <a:srgbClr val="AEC1D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3" name="ellipse_2270">
              <a:extLst>
                <a:ext uri="{FF2B5EF4-FFF2-40B4-BE49-F238E27FC236}">
                  <a16:creationId xmlns:a16="http://schemas.microsoft.com/office/drawing/2014/main" id="{C6B06455-438A-ACF7-9746-4438D3574D7F}"/>
                </a:ext>
              </a:extLst>
            </p:cNvPr>
            <p:cNvSpPr/>
            <p:nvPr/>
          </p:nvSpPr>
          <p:spPr>
            <a:xfrm>
              <a:off x="4362437" y="1655067"/>
              <a:ext cx="32745" cy="32745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4" name="ellipse_2271">
              <a:extLst>
                <a:ext uri="{FF2B5EF4-FFF2-40B4-BE49-F238E27FC236}">
                  <a16:creationId xmlns:a16="http://schemas.microsoft.com/office/drawing/2014/main" id="{8C0D56D1-245B-C812-89DB-D0DAB6869849}"/>
                </a:ext>
              </a:extLst>
            </p:cNvPr>
            <p:cNvSpPr/>
            <p:nvPr/>
          </p:nvSpPr>
          <p:spPr>
            <a:xfrm>
              <a:off x="4190384" y="1452612"/>
              <a:ext cx="23442" cy="23442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3A5D4"/>
                </a:gs>
                <a:gs pos="100000">
                  <a:srgbClr val="3C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5" name="ellipse_2272">
              <a:extLst>
                <a:ext uri="{FF2B5EF4-FFF2-40B4-BE49-F238E27FC236}">
                  <a16:creationId xmlns:a16="http://schemas.microsoft.com/office/drawing/2014/main" id="{9E974A03-00D6-BB33-D94B-55BA03CE914B}"/>
                </a:ext>
              </a:extLst>
            </p:cNvPr>
            <p:cNvSpPr/>
            <p:nvPr/>
          </p:nvSpPr>
          <p:spPr>
            <a:xfrm>
              <a:off x="4191528" y="1431318"/>
              <a:ext cx="28918" cy="28918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6" name="ellipse_2273">
              <a:extLst>
                <a:ext uri="{FF2B5EF4-FFF2-40B4-BE49-F238E27FC236}">
                  <a16:creationId xmlns:a16="http://schemas.microsoft.com/office/drawing/2014/main" id="{13BF07EA-316C-776C-AAF5-C1B119A49C34}"/>
                </a:ext>
              </a:extLst>
            </p:cNvPr>
            <p:cNvSpPr/>
            <p:nvPr/>
          </p:nvSpPr>
          <p:spPr>
            <a:xfrm>
              <a:off x="4069030" y="1464721"/>
              <a:ext cx="29833" cy="29833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8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7" name="ellipse_2274">
              <a:extLst>
                <a:ext uri="{FF2B5EF4-FFF2-40B4-BE49-F238E27FC236}">
                  <a16:creationId xmlns:a16="http://schemas.microsoft.com/office/drawing/2014/main" id="{12054A0F-7086-40B6-B84E-B092D3ED98AA}"/>
                </a:ext>
              </a:extLst>
            </p:cNvPr>
            <p:cNvSpPr/>
            <p:nvPr/>
          </p:nvSpPr>
          <p:spPr>
            <a:xfrm>
              <a:off x="4366890" y="1406820"/>
              <a:ext cx="36480" cy="36480"/>
            </a:xfrm>
            <a:prstGeom prst="ellipse">
              <a:avLst/>
            </a:prstGeom>
            <a:gradFill flip="none" rotWithShape="1">
              <a:gsLst>
                <a:gs pos="0">
                  <a:srgbClr val="FAFCFD"/>
                </a:gs>
                <a:gs pos="43000">
                  <a:srgbClr val="E8EFF6"/>
                </a:gs>
                <a:gs pos="100000">
                  <a:srgbClr val="C2CED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8" name="ellipse_2275">
              <a:extLst>
                <a:ext uri="{FF2B5EF4-FFF2-40B4-BE49-F238E27FC236}">
                  <a16:creationId xmlns:a16="http://schemas.microsoft.com/office/drawing/2014/main" id="{F10AC51B-CA7D-9AA5-D0E5-69E0C9EB94F0}"/>
                </a:ext>
              </a:extLst>
            </p:cNvPr>
            <p:cNvSpPr/>
            <p:nvPr/>
          </p:nvSpPr>
          <p:spPr>
            <a:xfrm>
              <a:off x="4539539" y="1639101"/>
              <a:ext cx="31994" cy="31994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2A4D4"/>
                </a:gs>
                <a:gs pos="100000">
                  <a:srgbClr val="3A78B1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49" name="ellipse_2276">
              <a:extLst>
                <a:ext uri="{FF2B5EF4-FFF2-40B4-BE49-F238E27FC236}">
                  <a16:creationId xmlns:a16="http://schemas.microsoft.com/office/drawing/2014/main" id="{7039CEDC-61E8-B28B-333E-AA2E93C89543}"/>
                </a:ext>
              </a:extLst>
            </p:cNvPr>
            <p:cNvSpPr/>
            <p:nvPr/>
          </p:nvSpPr>
          <p:spPr>
            <a:xfrm>
              <a:off x="4549589" y="1539226"/>
              <a:ext cx="29499" cy="29499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2CDE7"/>
                </a:gs>
                <a:gs pos="100000">
                  <a:srgbClr val="84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0" name="ellipse_2277">
              <a:extLst>
                <a:ext uri="{FF2B5EF4-FFF2-40B4-BE49-F238E27FC236}">
                  <a16:creationId xmlns:a16="http://schemas.microsoft.com/office/drawing/2014/main" id="{D5CC3D1A-A662-8CDE-0050-CC086E91A290}"/>
                </a:ext>
              </a:extLst>
            </p:cNvPr>
            <p:cNvSpPr/>
            <p:nvPr/>
          </p:nvSpPr>
          <p:spPr>
            <a:xfrm>
              <a:off x="4446293" y="1479918"/>
              <a:ext cx="27511" cy="27511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1" name="ellipse_2278">
              <a:extLst>
                <a:ext uri="{FF2B5EF4-FFF2-40B4-BE49-F238E27FC236}">
                  <a16:creationId xmlns:a16="http://schemas.microsoft.com/office/drawing/2014/main" id="{C7863D01-65EE-D948-0BA8-EE16F73D378B}"/>
                </a:ext>
              </a:extLst>
            </p:cNvPr>
            <p:cNvSpPr/>
            <p:nvPr/>
          </p:nvSpPr>
          <p:spPr>
            <a:xfrm>
              <a:off x="4355108" y="1592089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E7EFF7"/>
                </a:gs>
                <a:gs pos="43000">
                  <a:srgbClr val="8AB3DA"/>
                </a:gs>
                <a:gs pos="100000">
                  <a:srgbClr val="5689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2" name="ellipse_2279">
              <a:extLst>
                <a:ext uri="{FF2B5EF4-FFF2-40B4-BE49-F238E27FC236}">
                  <a16:creationId xmlns:a16="http://schemas.microsoft.com/office/drawing/2014/main" id="{CBE1FD0E-2CC7-CC08-BD54-CAC8EF44B297}"/>
                </a:ext>
              </a:extLst>
            </p:cNvPr>
            <p:cNvSpPr/>
            <p:nvPr/>
          </p:nvSpPr>
          <p:spPr>
            <a:xfrm>
              <a:off x="4334201" y="1374235"/>
              <a:ext cx="33937" cy="33937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EB6DC"/>
                </a:gs>
                <a:gs pos="100000">
                  <a:srgbClr val="5B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3" name="ellipse_2280">
              <a:extLst>
                <a:ext uri="{FF2B5EF4-FFF2-40B4-BE49-F238E27FC236}">
                  <a16:creationId xmlns:a16="http://schemas.microsoft.com/office/drawing/2014/main" id="{3617DBD3-0891-88B0-8942-88EAA33306B8}"/>
                </a:ext>
              </a:extLst>
            </p:cNvPr>
            <p:cNvSpPr/>
            <p:nvPr/>
          </p:nvSpPr>
          <p:spPr>
            <a:xfrm>
              <a:off x="4208173" y="1505071"/>
              <a:ext cx="28611" cy="28611"/>
            </a:xfrm>
            <a:prstGeom prst="ellipse">
              <a:avLst/>
            </a:prstGeom>
            <a:gradFill flip="none" rotWithShape="1">
              <a:gsLst>
                <a:gs pos="0">
                  <a:srgbClr val="E7EFF8"/>
                </a:gs>
                <a:gs pos="43000">
                  <a:srgbClr val="8BB4DB"/>
                </a:gs>
                <a:gs pos="100000">
                  <a:srgbClr val="578AB9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4" name="ellipse_2281">
              <a:extLst>
                <a:ext uri="{FF2B5EF4-FFF2-40B4-BE49-F238E27FC236}">
                  <a16:creationId xmlns:a16="http://schemas.microsoft.com/office/drawing/2014/main" id="{7DD60AFB-A1AF-CD64-0589-1EEBBDC19CC0}"/>
                </a:ext>
              </a:extLst>
            </p:cNvPr>
            <p:cNvSpPr/>
            <p:nvPr/>
          </p:nvSpPr>
          <p:spPr>
            <a:xfrm>
              <a:off x="4351038" y="1462430"/>
              <a:ext cx="22124" cy="22124"/>
            </a:xfrm>
            <a:prstGeom prst="ellipse">
              <a:avLst/>
            </a:prstGeom>
            <a:gradFill flip="none" rotWithShape="1">
              <a:gsLst>
                <a:gs pos="0">
                  <a:srgbClr val="FCF9F9"/>
                </a:gs>
                <a:gs pos="43000">
                  <a:srgbClr val="F2E0E2"/>
                </a:gs>
                <a:gs pos="100000">
                  <a:srgbClr val="CEB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5" name="ellipse_2282">
              <a:extLst>
                <a:ext uri="{FF2B5EF4-FFF2-40B4-BE49-F238E27FC236}">
                  <a16:creationId xmlns:a16="http://schemas.microsoft.com/office/drawing/2014/main" id="{7D37AF8E-1E51-3281-5B11-8989E87018E8}"/>
                </a:ext>
              </a:extLst>
            </p:cNvPr>
            <p:cNvSpPr/>
            <p:nvPr/>
          </p:nvSpPr>
          <p:spPr>
            <a:xfrm>
              <a:off x="4165466" y="1438010"/>
              <a:ext cx="20358" cy="20358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1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6" name="ellipse_2283">
              <a:extLst>
                <a:ext uri="{FF2B5EF4-FFF2-40B4-BE49-F238E27FC236}">
                  <a16:creationId xmlns:a16="http://schemas.microsoft.com/office/drawing/2014/main" id="{6C4C9841-4E1E-0D69-4A93-F065A4D9687C}"/>
                </a:ext>
              </a:extLst>
            </p:cNvPr>
            <p:cNvSpPr/>
            <p:nvPr/>
          </p:nvSpPr>
          <p:spPr>
            <a:xfrm>
              <a:off x="4536548" y="1543850"/>
              <a:ext cx="20077" cy="20077"/>
            </a:xfrm>
            <a:prstGeom prst="ellipse">
              <a:avLst/>
            </a:prstGeom>
            <a:gradFill flip="none" rotWithShape="1">
              <a:gsLst>
                <a:gs pos="0">
                  <a:srgbClr val="F4F8FB"/>
                </a:gs>
                <a:gs pos="43000">
                  <a:srgbClr val="C8DBED"/>
                </a:gs>
                <a:gs pos="100000">
                  <a:srgbClr val="9EB7C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7" name="ellipse_2284">
              <a:extLst>
                <a:ext uri="{FF2B5EF4-FFF2-40B4-BE49-F238E27FC236}">
                  <a16:creationId xmlns:a16="http://schemas.microsoft.com/office/drawing/2014/main" id="{E778E66A-8331-D792-E8FF-23567715713E}"/>
                </a:ext>
              </a:extLst>
            </p:cNvPr>
            <p:cNvSpPr/>
            <p:nvPr/>
          </p:nvSpPr>
          <p:spPr>
            <a:xfrm>
              <a:off x="4385205" y="1582957"/>
              <a:ext cx="35418" cy="35418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8" name="ellipse_2285">
              <a:extLst>
                <a:ext uri="{FF2B5EF4-FFF2-40B4-BE49-F238E27FC236}">
                  <a16:creationId xmlns:a16="http://schemas.microsoft.com/office/drawing/2014/main" id="{C09548FA-F400-7E86-978A-6A0A62EF7EA4}"/>
                </a:ext>
              </a:extLst>
            </p:cNvPr>
            <p:cNvSpPr/>
            <p:nvPr/>
          </p:nvSpPr>
          <p:spPr>
            <a:xfrm>
              <a:off x="4454362" y="1598960"/>
              <a:ext cx="22052" cy="22052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0B7DC"/>
                </a:gs>
                <a:gs pos="100000">
                  <a:srgbClr val="5D8DB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59" name="ellipse_2286">
              <a:extLst>
                <a:ext uri="{FF2B5EF4-FFF2-40B4-BE49-F238E27FC236}">
                  <a16:creationId xmlns:a16="http://schemas.microsoft.com/office/drawing/2014/main" id="{4AF51FED-88DF-2C58-6C13-3A9CB736535D}"/>
                </a:ext>
              </a:extLst>
            </p:cNvPr>
            <p:cNvSpPr/>
            <p:nvPr/>
          </p:nvSpPr>
          <p:spPr>
            <a:xfrm>
              <a:off x="4291069" y="1582444"/>
              <a:ext cx="24245" cy="24245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5BBDE"/>
                </a:gs>
                <a:gs pos="100000">
                  <a:srgbClr val="63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0" name="ellipse_2287">
              <a:extLst>
                <a:ext uri="{FF2B5EF4-FFF2-40B4-BE49-F238E27FC236}">
                  <a16:creationId xmlns:a16="http://schemas.microsoft.com/office/drawing/2014/main" id="{972C9A22-790A-19A0-3EE0-8EFC3C46AB07}"/>
                </a:ext>
              </a:extLst>
            </p:cNvPr>
            <p:cNvSpPr/>
            <p:nvPr/>
          </p:nvSpPr>
          <p:spPr>
            <a:xfrm>
              <a:off x="4344184" y="1617285"/>
              <a:ext cx="22334" cy="22334"/>
            </a:xfrm>
            <a:prstGeom prst="ellipse">
              <a:avLst/>
            </a:prstGeom>
            <a:gradFill flip="none" rotWithShape="1">
              <a:gsLst>
                <a:gs pos="0">
                  <a:srgbClr val="E4EDF6"/>
                </a:gs>
                <a:gs pos="43000">
                  <a:srgbClr val="7BAAD6"/>
                </a:gs>
                <a:gs pos="100000">
                  <a:srgbClr val="45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1" name="ellipse_2288">
              <a:extLst>
                <a:ext uri="{FF2B5EF4-FFF2-40B4-BE49-F238E27FC236}">
                  <a16:creationId xmlns:a16="http://schemas.microsoft.com/office/drawing/2014/main" id="{3D34E7C8-2BEB-E157-9366-69A350843A92}"/>
                </a:ext>
              </a:extLst>
            </p:cNvPr>
            <p:cNvSpPr/>
            <p:nvPr/>
          </p:nvSpPr>
          <p:spPr>
            <a:xfrm>
              <a:off x="4426069" y="1482377"/>
              <a:ext cx="19818" cy="19818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2" name="ellipse_2289">
              <a:extLst>
                <a:ext uri="{FF2B5EF4-FFF2-40B4-BE49-F238E27FC236}">
                  <a16:creationId xmlns:a16="http://schemas.microsoft.com/office/drawing/2014/main" id="{C1B8A1E6-9ECD-6D09-6A72-D873D4ECB8F3}"/>
                </a:ext>
              </a:extLst>
            </p:cNvPr>
            <p:cNvSpPr/>
            <p:nvPr/>
          </p:nvSpPr>
          <p:spPr>
            <a:xfrm>
              <a:off x="4442307" y="1575762"/>
              <a:ext cx="27470" cy="27470"/>
            </a:xfrm>
            <a:prstGeom prst="ellipse">
              <a:avLst/>
            </a:prstGeom>
            <a:gradFill flip="none" rotWithShape="1">
              <a:gsLst>
                <a:gs pos="0">
                  <a:srgbClr val="EFF5FA"/>
                </a:gs>
                <a:gs pos="43000">
                  <a:srgbClr val="B3CEE7"/>
                </a:gs>
                <a:gs pos="100000">
                  <a:srgbClr val="86A8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3" name="ellipse_2290">
              <a:extLst>
                <a:ext uri="{FF2B5EF4-FFF2-40B4-BE49-F238E27FC236}">
                  <a16:creationId xmlns:a16="http://schemas.microsoft.com/office/drawing/2014/main" id="{197ABEC0-6418-A472-40BB-09F213671F8B}"/>
                </a:ext>
              </a:extLst>
            </p:cNvPr>
            <p:cNvSpPr/>
            <p:nvPr/>
          </p:nvSpPr>
          <p:spPr>
            <a:xfrm>
              <a:off x="4523153" y="1390255"/>
              <a:ext cx="35635" cy="3563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4" name="ellipse_2291">
              <a:extLst>
                <a:ext uri="{FF2B5EF4-FFF2-40B4-BE49-F238E27FC236}">
                  <a16:creationId xmlns:a16="http://schemas.microsoft.com/office/drawing/2014/main" id="{7C4336BA-7172-BAFF-46D7-49EF9B6E588E}"/>
                </a:ext>
              </a:extLst>
            </p:cNvPr>
            <p:cNvSpPr/>
            <p:nvPr/>
          </p:nvSpPr>
          <p:spPr>
            <a:xfrm>
              <a:off x="4236158" y="1526463"/>
              <a:ext cx="28446" cy="28446"/>
            </a:xfrm>
            <a:prstGeom prst="ellipse">
              <a:avLst/>
            </a:prstGeom>
            <a:gradFill flip="none" rotWithShape="1">
              <a:gsLst>
                <a:gs pos="0">
                  <a:srgbClr val="EAF2F9"/>
                </a:gs>
                <a:gs pos="43000">
                  <a:srgbClr val="9CBFE0"/>
                </a:gs>
                <a:gs pos="100000">
                  <a:srgbClr val="6A96BF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5" name="ellipse_2292">
              <a:extLst>
                <a:ext uri="{FF2B5EF4-FFF2-40B4-BE49-F238E27FC236}">
                  <a16:creationId xmlns:a16="http://schemas.microsoft.com/office/drawing/2014/main" id="{70DEEB2C-3827-0F02-21AA-EA0E5A6F9F2E}"/>
                </a:ext>
              </a:extLst>
            </p:cNvPr>
            <p:cNvSpPr/>
            <p:nvPr/>
          </p:nvSpPr>
          <p:spPr>
            <a:xfrm>
              <a:off x="4170501" y="1585016"/>
              <a:ext cx="25613" cy="25613"/>
            </a:xfrm>
            <a:prstGeom prst="ellipse">
              <a:avLst/>
            </a:prstGeom>
            <a:gradFill flip="none" rotWithShape="1">
              <a:gsLst>
                <a:gs pos="0">
                  <a:srgbClr val="FBFCFE"/>
                </a:gs>
                <a:gs pos="43000">
                  <a:srgbClr val="ECF2F8"/>
                </a:gs>
                <a:gs pos="100000">
                  <a:srgbClr val="C7D1D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6" name="ellipse_2293">
              <a:extLst>
                <a:ext uri="{FF2B5EF4-FFF2-40B4-BE49-F238E27FC236}">
                  <a16:creationId xmlns:a16="http://schemas.microsoft.com/office/drawing/2014/main" id="{26E1CE8D-D081-6157-1618-AABE0DB1EDC7}"/>
                </a:ext>
              </a:extLst>
            </p:cNvPr>
            <p:cNvSpPr/>
            <p:nvPr/>
          </p:nvSpPr>
          <p:spPr>
            <a:xfrm>
              <a:off x="4426597" y="1550333"/>
              <a:ext cx="33399" cy="33399"/>
            </a:xfrm>
            <a:prstGeom prst="ellipse">
              <a:avLst/>
            </a:prstGeom>
            <a:gradFill flip="none" rotWithShape="1">
              <a:gsLst>
                <a:gs pos="0">
                  <a:srgbClr val="FCFDFE"/>
                </a:gs>
                <a:gs pos="43000">
                  <a:srgbClr val="F0F4F9"/>
                </a:gs>
                <a:gs pos="100000">
                  <a:srgbClr val="CCD4D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7" name="ellipse_2294">
              <a:extLst>
                <a:ext uri="{FF2B5EF4-FFF2-40B4-BE49-F238E27FC236}">
                  <a16:creationId xmlns:a16="http://schemas.microsoft.com/office/drawing/2014/main" id="{AD976E07-C5AE-A0F8-725A-DCFDEE0BABF3}"/>
                </a:ext>
              </a:extLst>
            </p:cNvPr>
            <p:cNvSpPr/>
            <p:nvPr/>
          </p:nvSpPr>
          <p:spPr>
            <a:xfrm>
              <a:off x="4455596" y="1563737"/>
              <a:ext cx="21726" cy="21726"/>
            </a:xfrm>
            <a:prstGeom prst="ellipse">
              <a:avLst/>
            </a:prstGeom>
            <a:gradFill flip="none" rotWithShape="1">
              <a:gsLst>
                <a:gs pos="0">
                  <a:srgbClr val="F7FAFC"/>
                </a:gs>
                <a:gs pos="43000">
                  <a:srgbClr val="D8E5F2"/>
                </a:gs>
                <a:gs pos="100000">
                  <a:srgbClr val="B0C2D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8" name="ellipse_2295">
              <a:extLst>
                <a:ext uri="{FF2B5EF4-FFF2-40B4-BE49-F238E27FC236}">
                  <a16:creationId xmlns:a16="http://schemas.microsoft.com/office/drawing/2014/main" id="{DD05A4F6-8A17-88A2-5943-8D95F1D90561}"/>
                </a:ext>
              </a:extLst>
            </p:cNvPr>
            <p:cNvSpPr/>
            <p:nvPr/>
          </p:nvSpPr>
          <p:spPr>
            <a:xfrm>
              <a:off x="4206873" y="1503948"/>
              <a:ext cx="19608" cy="19608"/>
            </a:xfrm>
            <a:prstGeom prst="ellipse">
              <a:avLst/>
            </a:prstGeom>
            <a:gradFill flip="none" rotWithShape="1">
              <a:gsLst>
                <a:gs pos="0">
                  <a:srgbClr val="E6EFF7"/>
                </a:gs>
                <a:gs pos="43000">
                  <a:srgbClr val="87B1DA"/>
                </a:gs>
                <a:gs pos="100000">
                  <a:srgbClr val="5287B8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69" name="ellipse_2296">
              <a:extLst>
                <a:ext uri="{FF2B5EF4-FFF2-40B4-BE49-F238E27FC236}">
                  <a16:creationId xmlns:a16="http://schemas.microsoft.com/office/drawing/2014/main" id="{F9EAA4E7-A0DF-94F2-C3E4-9F3C50FC4FC1}"/>
                </a:ext>
              </a:extLst>
            </p:cNvPr>
            <p:cNvSpPr/>
            <p:nvPr/>
          </p:nvSpPr>
          <p:spPr>
            <a:xfrm>
              <a:off x="4164462" y="1485793"/>
              <a:ext cx="22000" cy="22000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BAAD6"/>
                </a:gs>
                <a:gs pos="100000">
                  <a:srgbClr val="447E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0" name="ellipse_2297">
              <a:extLst>
                <a:ext uri="{FF2B5EF4-FFF2-40B4-BE49-F238E27FC236}">
                  <a16:creationId xmlns:a16="http://schemas.microsoft.com/office/drawing/2014/main" id="{AAFE1DF8-AFB8-32D9-8C4A-AC59C48E4D5C}"/>
                </a:ext>
              </a:extLst>
            </p:cNvPr>
            <p:cNvSpPr/>
            <p:nvPr/>
          </p:nvSpPr>
          <p:spPr>
            <a:xfrm>
              <a:off x="4121930" y="1427187"/>
              <a:ext cx="36580" cy="36580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1" name="ellipse_2298">
              <a:extLst>
                <a:ext uri="{FF2B5EF4-FFF2-40B4-BE49-F238E27FC236}">
                  <a16:creationId xmlns:a16="http://schemas.microsoft.com/office/drawing/2014/main" id="{08351075-568A-2CE4-EB86-6C2764FF41DA}"/>
                </a:ext>
              </a:extLst>
            </p:cNvPr>
            <p:cNvSpPr/>
            <p:nvPr/>
          </p:nvSpPr>
          <p:spPr>
            <a:xfrm>
              <a:off x="4439517" y="1446263"/>
              <a:ext cx="30433" cy="30433"/>
            </a:xfrm>
            <a:prstGeom prst="ellipse">
              <a:avLst/>
            </a:prstGeom>
            <a:gradFill flip="none" rotWithShape="1">
              <a:gsLst>
                <a:gs pos="0">
                  <a:srgbClr val="F8E2E4"/>
                </a:gs>
                <a:gs pos="43000">
                  <a:srgbClr val="DC767B"/>
                </a:gs>
                <a:gs pos="100000">
                  <a:srgbClr val="B4434B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2" name="ellipse_2299">
              <a:extLst>
                <a:ext uri="{FF2B5EF4-FFF2-40B4-BE49-F238E27FC236}">
                  <a16:creationId xmlns:a16="http://schemas.microsoft.com/office/drawing/2014/main" id="{2D073169-7852-F10D-6BFC-AA912F86DFAC}"/>
                </a:ext>
              </a:extLst>
            </p:cNvPr>
            <p:cNvSpPr/>
            <p:nvPr/>
          </p:nvSpPr>
          <p:spPr>
            <a:xfrm>
              <a:off x="4187240" y="1542165"/>
              <a:ext cx="30589" cy="30589"/>
            </a:xfrm>
            <a:prstGeom prst="ellipse">
              <a:avLst/>
            </a:prstGeom>
            <a:gradFill flip="none" rotWithShape="1">
              <a:gsLst>
                <a:gs pos="0">
                  <a:srgbClr val="F3F7FB"/>
                </a:gs>
                <a:gs pos="43000">
                  <a:srgbClr val="C3D7EC"/>
                </a:gs>
                <a:gs pos="100000">
                  <a:srgbClr val="98B3C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3" name="ellipse_2300">
              <a:extLst>
                <a:ext uri="{FF2B5EF4-FFF2-40B4-BE49-F238E27FC236}">
                  <a16:creationId xmlns:a16="http://schemas.microsoft.com/office/drawing/2014/main" id="{E3CE4D72-E951-2AB9-6BA2-925380B464B0}"/>
                </a:ext>
              </a:extLst>
            </p:cNvPr>
            <p:cNvSpPr/>
            <p:nvPr/>
          </p:nvSpPr>
          <p:spPr>
            <a:xfrm>
              <a:off x="4382159" y="1608073"/>
              <a:ext cx="23377" cy="23377"/>
            </a:xfrm>
            <a:prstGeom prst="ellipse">
              <a:avLst/>
            </a:prstGeom>
            <a:gradFill flip="none" rotWithShape="1">
              <a:gsLst>
                <a:gs pos="0">
                  <a:srgbClr val="E5EEF7"/>
                </a:gs>
                <a:gs pos="43000">
                  <a:srgbClr val="81AED8"/>
                </a:gs>
                <a:gs pos="100000">
                  <a:srgbClr val="4C82B6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4" name="ellipse_2301">
              <a:extLst>
                <a:ext uri="{FF2B5EF4-FFF2-40B4-BE49-F238E27FC236}">
                  <a16:creationId xmlns:a16="http://schemas.microsoft.com/office/drawing/2014/main" id="{1C0C7E08-1F08-10E3-64B0-BCF55164889E}"/>
                </a:ext>
              </a:extLst>
            </p:cNvPr>
            <p:cNvSpPr/>
            <p:nvPr/>
          </p:nvSpPr>
          <p:spPr>
            <a:xfrm>
              <a:off x="4245686" y="1551510"/>
              <a:ext cx="28620" cy="28620"/>
            </a:xfrm>
            <a:prstGeom prst="ellipse">
              <a:avLst/>
            </a:prstGeom>
            <a:gradFill flip="none" rotWithShape="1">
              <a:gsLst>
                <a:gs pos="0">
                  <a:srgbClr val="EEF4FA"/>
                </a:gs>
                <a:gs pos="43000">
                  <a:srgbClr val="ACC9E5"/>
                </a:gs>
                <a:gs pos="100000">
                  <a:srgbClr val="7EA2C5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5" name="ellipse_2302">
              <a:extLst>
                <a:ext uri="{FF2B5EF4-FFF2-40B4-BE49-F238E27FC236}">
                  <a16:creationId xmlns:a16="http://schemas.microsoft.com/office/drawing/2014/main" id="{35D6AF95-D0DB-EBC5-5AA3-57963DC0108B}"/>
                </a:ext>
              </a:extLst>
            </p:cNvPr>
            <p:cNvSpPr/>
            <p:nvPr/>
          </p:nvSpPr>
          <p:spPr>
            <a:xfrm>
              <a:off x="4125026" y="1435844"/>
              <a:ext cx="31657" cy="31657"/>
            </a:xfrm>
            <a:prstGeom prst="ellipse">
              <a:avLst/>
            </a:prstGeom>
            <a:gradFill flip="none" rotWithShape="1">
              <a:gsLst>
                <a:gs pos="0">
                  <a:srgbClr val="E1ECF6"/>
                </a:gs>
                <a:gs pos="43000">
                  <a:srgbClr val="70A4D3"/>
                </a:gs>
                <a:gs pos="100000">
                  <a:srgbClr val="3977B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6" name="ellipse_2303">
              <a:extLst>
                <a:ext uri="{FF2B5EF4-FFF2-40B4-BE49-F238E27FC236}">
                  <a16:creationId xmlns:a16="http://schemas.microsoft.com/office/drawing/2014/main" id="{73E71806-192C-055E-3DCF-12CBF86FB1EF}"/>
                </a:ext>
              </a:extLst>
            </p:cNvPr>
            <p:cNvSpPr/>
            <p:nvPr/>
          </p:nvSpPr>
          <p:spPr>
            <a:xfrm>
              <a:off x="4319199" y="1400240"/>
              <a:ext cx="22469" cy="22469"/>
            </a:xfrm>
            <a:prstGeom prst="ellipse">
              <a:avLst/>
            </a:prstGeom>
            <a:gradFill flip="none" rotWithShape="1">
              <a:gsLst>
                <a:gs pos="0">
                  <a:srgbClr val="E9F1F8"/>
                </a:gs>
                <a:gs pos="43000">
                  <a:srgbClr val="94BBDE"/>
                </a:gs>
                <a:gs pos="100000">
                  <a:srgbClr val="6291BD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7" name="ellipse_2304">
              <a:extLst>
                <a:ext uri="{FF2B5EF4-FFF2-40B4-BE49-F238E27FC236}">
                  <a16:creationId xmlns:a16="http://schemas.microsoft.com/office/drawing/2014/main" id="{86007247-D7C3-7D98-6CE2-11B1D4CC0EB3}"/>
                </a:ext>
              </a:extLst>
            </p:cNvPr>
            <p:cNvSpPr/>
            <p:nvPr/>
          </p:nvSpPr>
          <p:spPr>
            <a:xfrm>
              <a:off x="4310408" y="1650641"/>
              <a:ext cx="33967" cy="33967"/>
            </a:xfrm>
            <a:prstGeom prst="ellipse">
              <a:avLst/>
            </a:prstGeom>
            <a:gradFill flip="none" rotWithShape="1">
              <a:gsLst>
                <a:gs pos="0">
                  <a:srgbClr val="E2ECF6"/>
                </a:gs>
                <a:gs pos="43000">
                  <a:srgbClr val="75A6D5"/>
                </a:gs>
                <a:gs pos="100000">
                  <a:srgbClr val="3E79B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8" name="ellipse_2305">
              <a:extLst>
                <a:ext uri="{FF2B5EF4-FFF2-40B4-BE49-F238E27FC236}">
                  <a16:creationId xmlns:a16="http://schemas.microsoft.com/office/drawing/2014/main" id="{D4179FDF-49BE-BA4B-89B9-E66F7F110C85}"/>
                </a:ext>
              </a:extLst>
            </p:cNvPr>
            <p:cNvSpPr/>
            <p:nvPr/>
          </p:nvSpPr>
          <p:spPr>
            <a:xfrm>
              <a:off x="4296212" y="1597039"/>
              <a:ext cx="25772" cy="25772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6DC"/>
                </a:gs>
                <a:gs pos="100000">
                  <a:srgbClr val="5A8C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79" name="ellipse_2306">
              <a:extLst>
                <a:ext uri="{FF2B5EF4-FFF2-40B4-BE49-F238E27FC236}">
                  <a16:creationId xmlns:a16="http://schemas.microsoft.com/office/drawing/2014/main" id="{48412C41-3C16-DD70-7A94-250DF10CACB6}"/>
                </a:ext>
              </a:extLst>
            </p:cNvPr>
            <p:cNvSpPr/>
            <p:nvPr/>
          </p:nvSpPr>
          <p:spPr>
            <a:xfrm>
              <a:off x="4408152" y="1634290"/>
              <a:ext cx="19526" cy="19526"/>
            </a:xfrm>
            <a:prstGeom prst="ellipse">
              <a:avLst/>
            </a:prstGeom>
            <a:gradFill flip="none" rotWithShape="1">
              <a:gsLst>
                <a:gs pos="0">
                  <a:srgbClr val="E2EDF6"/>
                </a:gs>
                <a:gs pos="43000">
                  <a:srgbClr val="76A7D5"/>
                </a:gs>
                <a:gs pos="100000">
                  <a:srgbClr val="3F7B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0" name="ellipse_2307">
              <a:extLst>
                <a:ext uri="{FF2B5EF4-FFF2-40B4-BE49-F238E27FC236}">
                  <a16:creationId xmlns:a16="http://schemas.microsoft.com/office/drawing/2014/main" id="{C5143DB6-743C-B66F-D40F-A0FDE4760BEF}"/>
                </a:ext>
              </a:extLst>
            </p:cNvPr>
            <p:cNvSpPr/>
            <p:nvPr/>
          </p:nvSpPr>
          <p:spPr>
            <a:xfrm>
              <a:off x="4292052" y="1602925"/>
              <a:ext cx="27039" cy="27039"/>
            </a:xfrm>
            <a:prstGeom prst="ellipse">
              <a:avLst/>
            </a:prstGeom>
            <a:gradFill flip="none" rotWithShape="1">
              <a:gsLst>
                <a:gs pos="0">
                  <a:srgbClr val="E7F0F8"/>
                </a:gs>
                <a:gs pos="43000">
                  <a:srgbClr val="8DB5DC"/>
                </a:gs>
                <a:gs pos="100000">
                  <a:srgbClr val="598BBA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1" name="ellipse_2308">
              <a:extLst>
                <a:ext uri="{FF2B5EF4-FFF2-40B4-BE49-F238E27FC236}">
                  <a16:creationId xmlns:a16="http://schemas.microsoft.com/office/drawing/2014/main" id="{E3DDAD64-BBB6-1104-D847-E3E76181934F}"/>
                </a:ext>
              </a:extLst>
            </p:cNvPr>
            <p:cNvSpPr/>
            <p:nvPr/>
          </p:nvSpPr>
          <p:spPr>
            <a:xfrm>
              <a:off x="4487851" y="1368093"/>
              <a:ext cx="29410" cy="29410"/>
            </a:xfrm>
            <a:prstGeom prst="ellipse">
              <a:avLst/>
            </a:prstGeom>
            <a:gradFill flip="none" rotWithShape="1">
              <a:gsLst>
                <a:gs pos="0">
                  <a:srgbClr val="EBF2F9"/>
                </a:gs>
                <a:gs pos="43000">
                  <a:srgbClr val="9FC0E1"/>
                </a:gs>
                <a:gs pos="100000">
                  <a:srgbClr val="6E98C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2" name="ellipse_2309">
              <a:extLst>
                <a:ext uri="{FF2B5EF4-FFF2-40B4-BE49-F238E27FC236}">
                  <a16:creationId xmlns:a16="http://schemas.microsoft.com/office/drawing/2014/main" id="{E38EA753-EDF6-0DD6-E6E9-5702A0B893B3}"/>
                </a:ext>
              </a:extLst>
            </p:cNvPr>
            <p:cNvSpPr/>
            <p:nvPr/>
          </p:nvSpPr>
          <p:spPr>
            <a:xfrm>
              <a:off x="4373452" y="1624571"/>
              <a:ext cx="28823" cy="28823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3" name="ellipse_2310">
              <a:extLst>
                <a:ext uri="{FF2B5EF4-FFF2-40B4-BE49-F238E27FC236}">
                  <a16:creationId xmlns:a16="http://schemas.microsoft.com/office/drawing/2014/main" id="{2FFCC27D-3E9A-99B1-990D-D43ED24A4089}"/>
                </a:ext>
              </a:extLst>
            </p:cNvPr>
            <p:cNvSpPr/>
            <p:nvPr/>
          </p:nvSpPr>
          <p:spPr>
            <a:xfrm>
              <a:off x="4442845" y="1573986"/>
              <a:ext cx="33095" cy="33095"/>
            </a:xfrm>
            <a:prstGeom prst="ellipse">
              <a:avLst/>
            </a:prstGeom>
            <a:gradFill flip="none" rotWithShape="1">
              <a:gsLst>
                <a:gs pos="0">
                  <a:srgbClr val="EFF4FA"/>
                </a:gs>
                <a:gs pos="43000">
                  <a:srgbClr val="B1CDE7"/>
                </a:gs>
                <a:gs pos="100000">
                  <a:srgbClr val="83A6C7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4" name="ellipse_2311">
              <a:extLst>
                <a:ext uri="{FF2B5EF4-FFF2-40B4-BE49-F238E27FC236}">
                  <a16:creationId xmlns:a16="http://schemas.microsoft.com/office/drawing/2014/main" id="{4BCDD434-5423-8744-2313-6E5257C55799}"/>
                </a:ext>
              </a:extLst>
            </p:cNvPr>
            <p:cNvSpPr/>
            <p:nvPr/>
          </p:nvSpPr>
          <p:spPr>
            <a:xfrm>
              <a:off x="4142514" y="1474122"/>
              <a:ext cx="33416" cy="33416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7A8D5"/>
                </a:gs>
                <a:gs pos="100000">
                  <a:srgbClr val="407C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5" name="ellipse_2312">
              <a:extLst>
                <a:ext uri="{FF2B5EF4-FFF2-40B4-BE49-F238E27FC236}">
                  <a16:creationId xmlns:a16="http://schemas.microsoft.com/office/drawing/2014/main" id="{6346EFBB-6261-E524-F774-855E1F985380}"/>
                </a:ext>
              </a:extLst>
            </p:cNvPr>
            <p:cNvSpPr/>
            <p:nvPr/>
          </p:nvSpPr>
          <p:spPr>
            <a:xfrm>
              <a:off x="4441787" y="1628137"/>
              <a:ext cx="24264" cy="24264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6" name="ellipse_2313">
              <a:extLst>
                <a:ext uri="{FF2B5EF4-FFF2-40B4-BE49-F238E27FC236}">
                  <a16:creationId xmlns:a16="http://schemas.microsoft.com/office/drawing/2014/main" id="{C006413C-EC86-1E47-9E99-D1580C2E3614}"/>
                </a:ext>
              </a:extLst>
            </p:cNvPr>
            <p:cNvSpPr/>
            <p:nvPr/>
          </p:nvSpPr>
          <p:spPr>
            <a:xfrm>
              <a:off x="4210200" y="1605956"/>
              <a:ext cx="25913" cy="25913"/>
            </a:xfrm>
            <a:prstGeom prst="ellipse">
              <a:avLst/>
            </a:prstGeom>
            <a:gradFill flip="none" rotWithShape="1">
              <a:gsLst>
                <a:gs pos="0">
                  <a:srgbClr val="F4F8FC"/>
                </a:gs>
                <a:gs pos="43000">
                  <a:srgbClr val="CDDEEE"/>
                </a:gs>
                <a:gs pos="100000">
                  <a:srgbClr val="A3BAD0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7" name="ellipse_2314">
              <a:extLst>
                <a:ext uri="{FF2B5EF4-FFF2-40B4-BE49-F238E27FC236}">
                  <a16:creationId xmlns:a16="http://schemas.microsoft.com/office/drawing/2014/main" id="{6FFF3B98-FE59-6071-A537-F3E8022E2E93}"/>
                </a:ext>
              </a:extLst>
            </p:cNvPr>
            <p:cNvSpPr/>
            <p:nvPr/>
          </p:nvSpPr>
          <p:spPr>
            <a:xfrm>
              <a:off x="4389420" y="1621757"/>
              <a:ext cx="29758" cy="29758"/>
            </a:xfrm>
            <a:prstGeom prst="ellipse">
              <a:avLst/>
            </a:prstGeom>
            <a:gradFill flip="none" rotWithShape="1">
              <a:gsLst>
                <a:gs pos="0">
                  <a:srgbClr val="E3EDF6"/>
                </a:gs>
                <a:gs pos="43000">
                  <a:srgbClr val="78A9D5"/>
                </a:gs>
                <a:gs pos="100000">
                  <a:srgbClr val="427DB3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8" name="ellipse_2315">
              <a:extLst>
                <a:ext uri="{FF2B5EF4-FFF2-40B4-BE49-F238E27FC236}">
                  <a16:creationId xmlns:a16="http://schemas.microsoft.com/office/drawing/2014/main" id="{910423FF-ACE9-B6B5-671D-7D011550A527}"/>
                </a:ext>
              </a:extLst>
            </p:cNvPr>
            <p:cNvSpPr/>
            <p:nvPr/>
          </p:nvSpPr>
          <p:spPr>
            <a:xfrm>
              <a:off x="4357703" y="1564816"/>
              <a:ext cx="31476" cy="31476"/>
            </a:xfrm>
            <a:prstGeom prst="ellipse">
              <a:avLst/>
            </a:prstGeom>
            <a:gradFill flip="none" rotWithShape="1">
              <a:gsLst>
                <a:gs pos="0">
                  <a:srgbClr val="EDF3F9"/>
                </a:gs>
                <a:gs pos="43000">
                  <a:srgbClr val="A6C5E3"/>
                </a:gs>
                <a:gs pos="100000">
                  <a:srgbClr val="779E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89" name="ellipse_2316">
              <a:extLst>
                <a:ext uri="{FF2B5EF4-FFF2-40B4-BE49-F238E27FC236}">
                  <a16:creationId xmlns:a16="http://schemas.microsoft.com/office/drawing/2014/main" id="{FDD6706A-0D35-546D-DEC2-49F40EF69EA4}"/>
                </a:ext>
              </a:extLst>
            </p:cNvPr>
            <p:cNvSpPr/>
            <p:nvPr/>
          </p:nvSpPr>
          <p:spPr>
            <a:xfrm>
              <a:off x="4551183" y="1555710"/>
              <a:ext cx="19732" cy="19732"/>
            </a:xfrm>
            <a:prstGeom prst="ellipse">
              <a:avLst/>
            </a:prstGeom>
            <a:gradFill flip="none" rotWithShape="1">
              <a:gsLst>
                <a:gs pos="0">
                  <a:srgbClr val="ECF3F9"/>
                </a:gs>
                <a:gs pos="43000">
                  <a:srgbClr val="A5C5E3"/>
                </a:gs>
                <a:gs pos="100000">
                  <a:srgbClr val="759DC2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0" name="ellipse_2317">
              <a:extLst>
                <a:ext uri="{FF2B5EF4-FFF2-40B4-BE49-F238E27FC236}">
                  <a16:creationId xmlns:a16="http://schemas.microsoft.com/office/drawing/2014/main" id="{B89D60B7-D934-CD15-7589-C4465545FF6B}"/>
                </a:ext>
              </a:extLst>
            </p:cNvPr>
            <p:cNvSpPr/>
            <p:nvPr/>
          </p:nvSpPr>
          <p:spPr>
            <a:xfrm>
              <a:off x="4268846" y="1396019"/>
              <a:ext cx="29486" cy="29486"/>
            </a:xfrm>
            <a:prstGeom prst="ellipse">
              <a:avLst/>
            </a:prstGeom>
            <a:gradFill flip="none" rotWithShape="1">
              <a:gsLst>
                <a:gs pos="0">
                  <a:srgbClr val="E4EDF7"/>
                </a:gs>
                <a:gs pos="43000">
                  <a:srgbClr val="7BAAD7"/>
                </a:gs>
                <a:gs pos="100000">
                  <a:srgbClr val="457EB4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1" name="ellipse_2318">
              <a:extLst>
                <a:ext uri="{FF2B5EF4-FFF2-40B4-BE49-F238E27FC236}">
                  <a16:creationId xmlns:a16="http://schemas.microsoft.com/office/drawing/2014/main" id="{CFE5D82E-CAAB-A38B-F8E0-2F0554CBC096}"/>
                </a:ext>
              </a:extLst>
            </p:cNvPr>
            <p:cNvSpPr/>
            <p:nvPr/>
          </p:nvSpPr>
          <p:spPr>
            <a:xfrm>
              <a:off x="4147675" y="1517892"/>
              <a:ext cx="26511" cy="26511"/>
            </a:xfrm>
            <a:prstGeom prst="ellipse">
              <a:avLst/>
            </a:prstGeom>
            <a:gradFill flip="none" rotWithShape="1">
              <a:gsLst>
                <a:gs pos="0">
                  <a:srgbClr val="EAF1F8"/>
                </a:gs>
                <a:gs pos="43000">
                  <a:srgbClr val="98BDDF"/>
                </a:gs>
                <a:gs pos="100000">
                  <a:srgbClr val="6694BE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992" name="ellipse_2319">
              <a:extLst>
                <a:ext uri="{FF2B5EF4-FFF2-40B4-BE49-F238E27FC236}">
                  <a16:creationId xmlns:a16="http://schemas.microsoft.com/office/drawing/2014/main" id="{83398342-48E8-D135-3FD1-B26887E19A65}"/>
                </a:ext>
              </a:extLst>
            </p:cNvPr>
            <p:cNvSpPr/>
            <p:nvPr/>
          </p:nvSpPr>
          <p:spPr>
            <a:xfrm>
              <a:off x="4181039" y="1509495"/>
              <a:ext cx="31700" cy="31700"/>
            </a:xfrm>
            <a:prstGeom prst="ellipse">
              <a:avLst/>
            </a:prstGeom>
            <a:gradFill flip="none" rotWithShape="1">
              <a:gsLst>
                <a:gs pos="0">
                  <a:srgbClr val="E8F0F8"/>
                </a:gs>
                <a:gs pos="43000">
                  <a:srgbClr val="93B9DD"/>
                </a:gs>
                <a:gs pos="100000">
                  <a:srgbClr val="6090B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1993" name="Voxel-to-point fusion">
            <a:extLst>
              <a:ext uri="{FF2B5EF4-FFF2-40B4-BE49-F238E27FC236}">
                <a16:creationId xmlns:a16="http://schemas.microsoft.com/office/drawing/2014/main" id="{4B09A963-E0DD-99D8-6981-3F1072C103F1}"/>
              </a:ext>
            </a:extLst>
          </p:cNvPr>
          <p:cNvSpPr>
            <a:spLocks noGrp="1"/>
          </p:cNvSpPr>
          <p:nvPr/>
        </p:nvSpPr>
        <p:spPr>
          <a:xfrm>
            <a:off x="3012660" y="880241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4" name="Voxel-to-point fusion | arrowhead">
            <a:extLst>
              <a:ext uri="{FF2B5EF4-FFF2-40B4-BE49-F238E27FC236}">
                <a16:creationId xmlns:a16="http://schemas.microsoft.com/office/drawing/2014/main" id="{7425A5C2-1D05-AAC6-505F-B6929033C762}"/>
              </a:ext>
            </a:extLst>
          </p:cNvPr>
          <p:cNvSpPr>
            <a:spLocks noGrp="1"/>
          </p:cNvSpPr>
          <p:nvPr/>
        </p:nvSpPr>
        <p:spPr>
          <a:xfrm>
            <a:off x="3003616" y="1171609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995" name="Voxel-to-point fusion">
            <a:extLst>
              <a:ext uri="{FF2B5EF4-FFF2-40B4-BE49-F238E27FC236}">
                <a16:creationId xmlns:a16="http://schemas.microsoft.com/office/drawing/2014/main" id="{66955A30-2204-2769-C099-433F4F7203C8}"/>
              </a:ext>
            </a:extLst>
          </p:cNvPr>
          <p:cNvSpPr>
            <a:spLocks noGrp="1"/>
          </p:cNvSpPr>
          <p:nvPr/>
        </p:nvSpPr>
        <p:spPr>
          <a:xfrm>
            <a:off x="3922673" y="878388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6" name="Voxel-to-point fusion | arrowhead">
            <a:extLst>
              <a:ext uri="{FF2B5EF4-FFF2-40B4-BE49-F238E27FC236}">
                <a16:creationId xmlns:a16="http://schemas.microsoft.com/office/drawing/2014/main" id="{E43614B7-73E2-C7A0-3A75-BFA6199A1701}"/>
              </a:ext>
            </a:extLst>
          </p:cNvPr>
          <p:cNvSpPr>
            <a:spLocks noGrp="1"/>
          </p:cNvSpPr>
          <p:nvPr/>
        </p:nvSpPr>
        <p:spPr>
          <a:xfrm>
            <a:off x="3913629" y="1169756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sp>
        <p:nvSpPr>
          <p:cNvPr id="1997" name="Voxel-to-point fusion">
            <a:extLst>
              <a:ext uri="{FF2B5EF4-FFF2-40B4-BE49-F238E27FC236}">
                <a16:creationId xmlns:a16="http://schemas.microsoft.com/office/drawing/2014/main" id="{DD6EB5BF-E3B9-4AB8-9D9F-4A7C028E9B72}"/>
              </a:ext>
            </a:extLst>
          </p:cNvPr>
          <p:cNvSpPr>
            <a:spLocks noGrp="1"/>
          </p:cNvSpPr>
          <p:nvPr/>
        </p:nvSpPr>
        <p:spPr>
          <a:xfrm>
            <a:off x="4226018" y="875292"/>
            <a:ext cx="92" cy="294465"/>
          </a:xfrm>
          <a:custGeom>
            <a:avLst/>
            <a:gdLst/>
            <a:ahLst/>
            <a:cxnLst/>
            <a:rect l="0" t="0" r="0" b="0"/>
            <a:pathLst>
              <a:path w="476" h="1514475">
                <a:moveTo>
                  <a:pt x="0" y="0"/>
                </a:moveTo>
                <a:lnTo>
                  <a:pt x="0" y="1514475"/>
                </a:lnTo>
              </a:path>
            </a:pathLst>
          </a:custGeom>
          <a:noFill/>
          <a:ln w="8537">
            <a:solidFill>
              <a:srgbClr val="388BBE"/>
            </a:solidFill>
            <a:prstDash val="solid"/>
          </a:ln>
        </p:spPr>
      </p:sp>
      <p:sp>
        <p:nvSpPr>
          <p:cNvPr id="1998" name="Voxel-to-point fusion | arrowhead">
            <a:extLst>
              <a:ext uri="{FF2B5EF4-FFF2-40B4-BE49-F238E27FC236}">
                <a16:creationId xmlns:a16="http://schemas.microsoft.com/office/drawing/2014/main" id="{9DF5DD5B-15CD-D977-95C5-E78BF6656265}"/>
              </a:ext>
            </a:extLst>
          </p:cNvPr>
          <p:cNvSpPr>
            <a:spLocks noGrp="1"/>
          </p:cNvSpPr>
          <p:nvPr/>
        </p:nvSpPr>
        <p:spPr>
          <a:xfrm>
            <a:off x="4216975" y="1166660"/>
            <a:ext cx="17113" cy="19446"/>
          </a:xfrm>
          <a:custGeom>
            <a:avLst/>
            <a:gdLst/>
            <a:ahLst/>
            <a:cxnLst/>
            <a:rect l="0" t="0" r="0" b="0"/>
            <a:pathLst>
              <a:path w="88011" h="100013">
                <a:moveTo>
                  <a:pt x="44006" y="100013"/>
                </a:moveTo>
                <a:lnTo>
                  <a:pt x="88011" y="0"/>
                </a:lnTo>
                <a:lnTo>
                  <a:pt x="0" y="0"/>
                </a:lnTo>
                <a:close/>
              </a:path>
            </a:pathLst>
          </a:custGeom>
          <a:solidFill>
            <a:srgbClr val="388BBE"/>
          </a:solidFill>
          <a:ln w="0">
            <a:noFill/>
          </a:ln>
        </p:spPr>
      </p:sp>
      <p:cxnSp>
        <p:nvCxnSpPr>
          <p:cNvPr id="1999" name="连接符: 肘形 569">
            <a:extLst>
              <a:ext uri="{FF2B5EF4-FFF2-40B4-BE49-F238E27FC236}">
                <a16:creationId xmlns:a16="http://schemas.microsoft.com/office/drawing/2014/main" id="{1BE2B009-E1C5-2C5C-2BCD-82A6A62E49EC}"/>
              </a:ext>
            </a:extLst>
          </p:cNvPr>
          <p:cNvCxnSpPr>
            <a:cxnSpLocks/>
          </p:cNvCxnSpPr>
          <p:nvPr/>
        </p:nvCxnSpPr>
        <p:spPr>
          <a:xfrm flipV="1">
            <a:off x="2571949" y="1289054"/>
            <a:ext cx="325996" cy="106954"/>
          </a:xfrm>
          <a:prstGeom prst="bentConnector3">
            <a:avLst>
              <a:gd name="adj1" fmla="val 83601"/>
            </a:avLst>
          </a:prstGeom>
          <a:noFill/>
          <a:ln w="6467">
            <a:solidFill>
              <a:srgbClr val="C78A2B"/>
            </a:solidFill>
            <a:prstDash val="solid"/>
          </a:ln>
        </p:spPr>
      </p:cxnSp>
      <p:grpSp>
        <p:nvGrpSpPr>
          <p:cNvPr id="2000" name="Arrow | shared_input → find_density">
            <a:extLst>
              <a:ext uri="{FF2B5EF4-FFF2-40B4-BE49-F238E27FC236}">
                <a16:creationId xmlns:a16="http://schemas.microsoft.com/office/drawing/2014/main" id="{E225BFF1-E8B4-D5A5-4F95-FE484FB74D08}"/>
              </a:ext>
            </a:extLst>
          </p:cNvPr>
          <p:cNvGrpSpPr/>
          <p:nvPr/>
        </p:nvGrpSpPr>
        <p:grpSpPr>
          <a:xfrm>
            <a:off x="2045298" y="542254"/>
            <a:ext cx="124645" cy="20837"/>
            <a:chOff x="959220" y="757422"/>
            <a:chExt cx="174105" cy="29105"/>
          </a:xfrm>
        </p:grpSpPr>
        <p:cxnSp>
          <p:nvCxnSpPr>
            <p:cNvPr id="2001" name="Arrow | shared_input → find_density | path">
              <a:extLst>
                <a:ext uri="{FF2B5EF4-FFF2-40B4-BE49-F238E27FC236}">
                  <a16:creationId xmlns:a16="http://schemas.microsoft.com/office/drawing/2014/main" id="{F30B4445-4DED-3C79-85E4-46233916FF14}"/>
                </a:ext>
              </a:extLst>
            </p:cNvPr>
            <p:cNvCxnSpPr/>
            <p:nvPr/>
          </p:nvCxnSpPr>
          <p:spPr>
            <a:xfrm>
              <a:off x="959220" y="771975"/>
              <a:ext cx="174105" cy="0"/>
            </a:xfrm>
            <a:prstGeom prst="line">
              <a:avLst/>
            </a:prstGeom>
            <a:noFill/>
            <a:ln w="12700" cap="rnd" cmpd="sng" algn="ctr">
              <a:solidFill>
                <a:srgbClr val="367FB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002" name="Arrow | shared_input → find_density | editable arrowhead">
              <a:extLst>
                <a:ext uri="{FF2B5EF4-FFF2-40B4-BE49-F238E27FC236}">
                  <a16:creationId xmlns:a16="http://schemas.microsoft.com/office/drawing/2014/main" id="{DE325CFF-F12D-F815-216B-225667997DB5}"/>
                </a:ext>
              </a:extLst>
            </p:cNvPr>
            <p:cNvSpPr/>
            <p:nvPr/>
          </p:nvSpPr>
          <p:spPr>
            <a:xfrm>
              <a:off x="1099490" y="757422"/>
              <a:ext cx="33836" cy="29105"/>
            </a:xfrm>
            <a:custGeom>
              <a:avLst/>
              <a:gdLst/>
              <a:ahLst/>
              <a:cxnLst/>
              <a:rect l="0" t="0" r="w" b="h"/>
              <a:pathLst>
                <a:path w="33836" h="29105" stroke="0" extrusionOk="0">
                  <a:moveTo>
                    <a:pt x="33836" y="14553"/>
                  </a:moveTo>
                  <a:lnTo>
                    <a:pt x="0" y="29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7FB7"/>
            </a:solidFill>
            <a:ln w="1397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003" name="Arrow 56">
            <a:extLst>
              <a:ext uri="{FF2B5EF4-FFF2-40B4-BE49-F238E27FC236}">
                <a16:creationId xmlns:a16="http://schemas.microsoft.com/office/drawing/2014/main" id="{E02DD7B0-AF91-A31E-8E21-3A4E0A7DEB77}"/>
              </a:ext>
            </a:extLst>
          </p:cNvPr>
          <p:cNvSpPr>
            <a:spLocks noGrp="1"/>
          </p:cNvSpPr>
          <p:nvPr/>
        </p:nvSpPr>
        <p:spPr>
          <a:xfrm>
            <a:off x="3815547" y="2682497"/>
            <a:ext cx="20" cy="30651"/>
          </a:xfrm>
          <a:custGeom>
            <a:avLst/>
            <a:gdLst/>
            <a:ahLst/>
            <a:cxnLst/>
            <a:rect l="0" t="0" r="0" b="0"/>
            <a:pathLst>
              <a:path w="9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3474">
            <a:solidFill>
              <a:srgbClr val="2B887C"/>
            </a:solidFill>
            <a:prstDash val="solid"/>
          </a:ln>
        </p:spPr>
      </p:sp>
      <p:sp>
        <p:nvSpPr>
          <p:cNvPr id="2004" name="Arrow 56 | proportional arrowhead">
            <a:extLst>
              <a:ext uri="{FF2B5EF4-FFF2-40B4-BE49-F238E27FC236}">
                <a16:creationId xmlns:a16="http://schemas.microsoft.com/office/drawing/2014/main" id="{BB2A553E-6157-AB0C-0937-E9B2ED8BEB4F}"/>
              </a:ext>
            </a:extLst>
          </p:cNvPr>
          <p:cNvSpPr/>
          <p:nvPr/>
        </p:nvSpPr>
        <p:spPr>
          <a:xfrm>
            <a:off x="3808394" y="2694757"/>
            <a:ext cx="14305" cy="18390"/>
          </a:xfrm>
          <a:custGeom>
            <a:avLst/>
            <a:gdLst/>
            <a:ahLst/>
            <a:cxnLst/>
            <a:rect l="0" t="0" r="0" b="0"/>
            <a:pathLst>
              <a:path w="66675" h="85725">
                <a:moveTo>
                  <a:pt x="33338" y="85725"/>
                </a:moveTo>
                <a:lnTo>
                  <a:pt x="66675" y="0"/>
                </a:lnTo>
                <a:lnTo>
                  <a:pt x="0" y="0"/>
                </a:lnTo>
                <a:close/>
              </a:path>
            </a:pathLst>
          </a:custGeom>
          <a:solidFill>
            <a:srgbClr val="2B887C"/>
          </a:solidFill>
          <a:ln w="1">
            <a:noFill/>
          </a:ln>
        </p:spPr>
      </p:sp>
      <p:sp>
        <p:nvSpPr>
          <p:cNvPr id="2005" name="Atom encoding to point input | arrowhead">
            <a:extLst>
              <a:ext uri="{FF2B5EF4-FFF2-40B4-BE49-F238E27FC236}">
                <a16:creationId xmlns:a16="http://schemas.microsoft.com/office/drawing/2014/main" id="{BEB38505-637B-D3AE-A7DA-6A5C3BFAC485}"/>
              </a:ext>
            </a:extLst>
          </p:cNvPr>
          <p:cNvSpPr>
            <a:spLocks noGrp="1"/>
          </p:cNvSpPr>
          <p:nvPr/>
        </p:nvSpPr>
        <p:spPr>
          <a:xfrm>
            <a:off x="2893015" y="1238638"/>
            <a:ext cx="19447" cy="17113"/>
          </a:xfrm>
          <a:custGeom>
            <a:avLst/>
            <a:gdLst/>
            <a:ahLst/>
            <a:cxnLst/>
            <a:rect l="0" t="0" r="0" b="0"/>
            <a:pathLst>
              <a:path w="100013" h="88011">
                <a:moveTo>
                  <a:pt x="100013" y="44006"/>
                </a:moveTo>
                <a:lnTo>
                  <a:pt x="0" y="0"/>
                </a:lnTo>
                <a:lnTo>
                  <a:pt x="0" y="88011"/>
                </a:lnTo>
                <a:close/>
              </a:path>
            </a:pathLst>
          </a:custGeom>
          <a:solidFill>
            <a:srgbClr val="8C77B3"/>
          </a:solidFill>
          <a:ln w="0">
            <a:noFill/>
          </a:ln>
        </p:spPr>
      </p:sp>
    </p:spTree>
    <p:extLst>
      <p:ext uri="{BB962C8B-B14F-4D97-AF65-F5344CB8AC3E}">
        <p14:creationId xmlns:p14="http://schemas.microsoft.com/office/powerpoint/2010/main" val="13749798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FAF79-11F9-10EA-541A-9067F5925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48B2630F-EE4F-8D8F-C8D1-E2B865187AB9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A043AAC4-48ED-059D-9C09-BCFF9992562C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5E276643-FEBD-BC72-22E3-559B58E7B058}"/>
              </a:ext>
            </a:extLst>
          </p:cNvPr>
          <p:cNvSpPr/>
          <p:nvPr/>
        </p:nvSpPr>
        <p:spPr>
          <a:xfrm>
            <a:off x="4583047" y="81744"/>
            <a:ext cx="1354615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/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6" name="Match continuous input boundary">
              <a:extLst>
                <a:ext uri="{FF2B5EF4-FFF2-40B4-BE49-F238E27FC236}">
                  <a16:creationId xmlns:a16="http://schemas.microsoft.com/office/drawing/2014/main" id="{1534F5B1-FA5F-4DBD-B108-CAA8E98D90CE}"/>
                </a:ext>
              </a:extLst>
            </p:cNvPr>
            <p:cNvSpPr>
              <a:spLocks noGrp="1"/>
            </p:cNvSpPr>
            <p:nvPr/>
          </p:nvSpPr>
          <p:spPr>
            <a:xfrm>
              <a:off x="1246823" y="5281613"/>
              <a:ext cx="3163253" cy="2511743"/>
            </a:xfrm>
            <a:custGeom>
              <a:avLst/>
              <a:gdLst/>
              <a:ahLst/>
              <a:cxnLst/>
              <a:rect l="0" t="0" r="0" b="0"/>
              <a:pathLst>
                <a:path w="3163253" h="2511743">
                  <a:moveTo>
                    <a:pt x="76200" y="0"/>
                  </a:moveTo>
                  <a:lnTo>
                    <a:pt x="2100263" y="0"/>
                  </a:lnTo>
                  <a:cubicBezTo>
                    <a:pt x="2143125" y="0"/>
                    <a:pt x="2176463" y="33338"/>
                    <a:pt x="2176463" y="76200"/>
                  </a:cubicBezTo>
                  <a:lnTo>
                    <a:pt x="2176463" y="1066800"/>
                  </a:lnTo>
                  <a:cubicBezTo>
                    <a:pt x="2176463" y="1157288"/>
                    <a:pt x="2247900" y="1225868"/>
                    <a:pt x="2338388" y="1225868"/>
                  </a:cubicBezTo>
                  <a:lnTo>
                    <a:pt x="3087053" y="1225868"/>
                  </a:lnTo>
                  <a:cubicBezTo>
                    <a:pt x="3128963" y="1225868"/>
                    <a:pt x="3163253" y="1260158"/>
                    <a:pt x="3163253" y="1302068"/>
                  </a:cubicBezTo>
                  <a:lnTo>
                    <a:pt x="3163253" y="2435543"/>
                  </a:lnTo>
                  <a:cubicBezTo>
                    <a:pt x="3163253" y="2478405"/>
                    <a:pt x="3128963" y="2511743"/>
                    <a:pt x="3087053" y="2511743"/>
                  </a:cubicBezTo>
                  <a:lnTo>
                    <a:pt x="76200" y="2511743"/>
                  </a:lnTo>
                  <a:cubicBezTo>
                    <a:pt x="33338" y="2511743"/>
                    <a:pt x="0" y="2478405"/>
                    <a:pt x="0" y="2435543"/>
                  </a:cubicBezTo>
                  <a:lnTo>
                    <a:pt x="0" y="76200"/>
                  </a:lnTo>
                  <a:cubicBezTo>
                    <a:pt x="0" y="33338"/>
                    <a:pt x="33338" y="0"/>
                    <a:pt x="76200" y="0"/>
                  </a:cubicBezTo>
                  <a:close/>
                </a:path>
              </a:pathLst>
            </a:custGeom>
            <a:solidFill>
              <a:srgbClr val="FFFFFF"/>
            </a:solidFill>
            <a:ln w="7290">
              <a:solidFill>
                <a:srgbClr val="B6CEC5"/>
              </a:solidFill>
            </a:ln>
          </p:spPr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1DF5636-C3F9-BC8E-196E-70B0EA2747FB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C5568318-F4F0-D26F-4A06-9689D3B3B110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EE2FDCC3-2041-365A-F921-08572C8B166F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F7145108-DEDF-8030-06D7-FBCD3AD40DE6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6CE95369-A19A-9B3C-5D51-96647901A11F}"/>
              </a:ext>
            </a:extLst>
          </p:cNvPr>
          <p:cNvSpPr txBox="1"/>
          <p:nvPr/>
        </p:nvSpPr>
        <p:spPr>
          <a:xfrm>
            <a:off x="461663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C8DBDC94-F553-42F9-B404-DC430DB9DCBB}"/>
              </a:ext>
            </a:extLst>
          </p:cNvPr>
          <p:cNvSpPr txBox="1"/>
          <p:nvPr/>
        </p:nvSpPr>
        <p:spPr>
          <a:xfrm>
            <a:off x="477483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595CBD7-EE6A-2A4E-E2FA-319352BAD3E9}"/>
              </a:ext>
            </a:extLst>
          </p:cNvPr>
          <p:cNvSpPr/>
          <p:nvPr/>
        </p:nvSpPr>
        <p:spPr>
          <a:xfrm>
            <a:off x="526966" y="284774"/>
            <a:ext cx="617009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2586D997-B428-E65A-FA57-7375B4A1F70B}"/>
              </a:ext>
            </a:extLst>
          </p:cNvPr>
          <p:cNvSpPr txBox="1"/>
          <p:nvPr/>
        </p:nvSpPr>
        <p:spPr>
          <a:xfrm>
            <a:off x="50020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15" name="Find | Fig1 Density surface">
            <a:extLst>
              <a:ext uri="{FF2B5EF4-FFF2-40B4-BE49-F238E27FC236}">
                <a16:creationId xmlns:a16="http://schemas.microsoft.com/office/drawing/2014/main" id="{6D989076-A3A8-7396-EC79-2A8BD4179735}"/>
              </a:ext>
            </a:extLst>
          </p:cNvPr>
          <p:cNvGrpSpPr/>
          <p:nvPr/>
        </p:nvGrpSpPr>
        <p:grpSpPr>
          <a:xfrm>
            <a:off x="610687" y="418240"/>
            <a:ext cx="425669" cy="506264"/>
            <a:chOff x="496477" y="1485900"/>
            <a:chExt cx="1521646" cy="1809750"/>
          </a:xfrm>
        </p:grpSpPr>
        <p:sp>
          <p:nvSpPr>
            <p:cNvPr id="16" name="Input_density__7">
              <a:extLst>
                <a:ext uri="{FF2B5EF4-FFF2-40B4-BE49-F238E27FC236}">
                  <a16:creationId xmlns:a16="http://schemas.microsoft.com/office/drawing/2014/main" id="{09E432FB-083D-5E19-D126-156654C9B05F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" name="Input_density__8">
              <a:extLst>
                <a:ext uri="{FF2B5EF4-FFF2-40B4-BE49-F238E27FC236}">
                  <a16:creationId xmlns:a16="http://schemas.microsoft.com/office/drawing/2014/main" id="{90B97A6B-A1BC-C04E-8C13-6ABC69D31F35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" name="Input_density__9">
              <a:extLst>
                <a:ext uri="{FF2B5EF4-FFF2-40B4-BE49-F238E27FC236}">
                  <a16:creationId xmlns:a16="http://schemas.microsoft.com/office/drawing/2014/main" id="{1C0B32EC-6AAD-1883-556B-4796DF16F14E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" name="Input_density__10">
              <a:extLst>
                <a:ext uri="{FF2B5EF4-FFF2-40B4-BE49-F238E27FC236}">
                  <a16:creationId xmlns:a16="http://schemas.microsoft.com/office/drawing/2014/main" id="{42C1D91D-0C9A-9EAD-79F5-00E8912361A0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" name="Input_density__11">
              <a:extLst>
                <a:ext uri="{FF2B5EF4-FFF2-40B4-BE49-F238E27FC236}">
                  <a16:creationId xmlns:a16="http://schemas.microsoft.com/office/drawing/2014/main" id="{27E9643B-C095-155F-9AFC-4FD27FF63439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" name="Input_density__12">
              <a:extLst>
                <a:ext uri="{FF2B5EF4-FFF2-40B4-BE49-F238E27FC236}">
                  <a16:creationId xmlns:a16="http://schemas.microsoft.com/office/drawing/2014/main" id="{8F5481FC-E426-D901-0895-A9888D03BB6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" name="Input_density__13">
              <a:extLst>
                <a:ext uri="{FF2B5EF4-FFF2-40B4-BE49-F238E27FC236}">
                  <a16:creationId xmlns:a16="http://schemas.microsoft.com/office/drawing/2014/main" id="{9C1EC482-DF5F-C333-00F7-286E6D6A417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3" name="Input_density__14">
              <a:extLst>
                <a:ext uri="{FF2B5EF4-FFF2-40B4-BE49-F238E27FC236}">
                  <a16:creationId xmlns:a16="http://schemas.microsoft.com/office/drawing/2014/main" id="{28A75993-C52F-D497-40C9-D39D1DEAFB18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4" name="Input_density__15">
              <a:extLst>
                <a:ext uri="{FF2B5EF4-FFF2-40B4-BE49-F238E27FC236}">
                  <a16:creationId xmlns:a16="http://schemas.microsoft.com/office/drawing/2014/main" id="{EBAA99DD-F885-6F36-FF6C-7FB244342B5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5" name="Input_density__16">
              <a:extLst>
                <a:ext uri="{FF2B5EF4-FFF2-40B4-BE49-F238E27FC236}">
                  <a16:creationId xmlns:a16="http://schemas.microsoft.com/office/drawing/2014/main" id="{11B47E97-59C8-0E61-0E5B-3BC4E355AD80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17">
              <a:extLst>
                <a:ext uri="{FF2B5EF4-FFF2-40B4-BE49-F238E27FC236}">
                  <a16:creationId xmlns:a16="http://schemas.microsoft.com/office/drawing/2014/main" id="{921055B1-2DAA-3230-11C6-C1AAB1570A2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7" name="Input_density__18">
              <a:extLst>
                <a:ext uri="{FF2B5EF4-FFF2-40B4-BE49-F238E27FC236}">
                  <a16:creationId xmlns:a16="http://schemas.microsoft.com/office/drawing/2014/main" id="{024164D8-AC65-C980-312D-F5DC8EFE3E01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8" name="Input_density__19">
              <a:extLst>
                <a:ext uri="{FF2B5EF4-FFF2-40B4-BE49-F238E27FC236}">
                  <a16:creationId xmlns:a16="http://schemas.microsoft.com/office/drawing/2014/main" id="{B13F7F0F-866A-0232-2E86-0BA0A32CD17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0">
              <a:extLst>
                <a:ext uri="{FF2B5EF4-FFF2-40B4-BE49-F238E27FC236}">
                  <a16:creationId xmlns:a16="http://schemas.microsoft.com/office/drawing/2014/main" id="{7EC9592C-DBC2-DF95-1F0A-E9CC37F65CB6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0" name="Input_density__21">
              <a:extLst>
                <a:ext uri="{FF2B5EF4-FFF2-40B4-BE49-F238E27FC236}">
                  <a16:creationId xmlns:a16="http://schemas.microsoft.com/office/drawing/2014/main" id="{C740EA9F-37F6-1C55-C3B1-1527D879598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1" name="Input_density__22">
              <a:extLst>
                <a:ext uri="{FF2B5EF4-FFF2-40B4-BE49-F238E27FC236}">
                  <a16:creationId xmlns:a16="http://schemas.microsoft.com/office/drawing/2014/main" id="{7D033B7C-FADA-3303-8A02-261884ACA668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23">
              <a:extLst>
                <a:ext uri="{FF2B5EF4-FFF2-40B4-BE49-F238E27FC236}">
                  <a16:creationId xmlns:a16="http://schemas.microsoft.com/office/drawing/2014/main" id="{E2670DAA-7C04-425D-5749-C92D796D7CCD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24">
              <a:extLst>
                <a:ext uri="{FF2B5EF4-FFF2-40B4-BE49-F238E27FC236}">
                  <a16:creationId xmlns:a16="http://schemas.microsoft.com/office/drawing/2014/main" id="{03051141-DC32-3C81-450A-A668707F7C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4" name="Input_density__25">
              <a:extLst>
                <a:ext uri="{FF2B5EF4-FFF2-40B4-BE49-F238E27FC236}">
                  <a16:creationId xmlns:a16="http://schemas.microsoft.com/office/drawing/2014/main" id="{56C2CE11-58D2-118F-E432-93CB5D26FE24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" name="Input_density__26">
              <a:extLst>
                <a:ext uri="{FF2B5EF4-FFF2-40B4-BE49-F238E27FC236}">
                  <a16:creationId xmlns:a16="http://schemas.microsoft.com/office/drawing/2014/main" id="{3C6F526E-1085-D8CB-AA68-960C9105EFB4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27">
              <a:extLst>
                <a:ext uri="{FF2B5EF4-FFF2-40B4-BE49-F238E27FC236}">
                  <a16:creationId xmlns:a16="http://schemas.microsoft.com/office/drawing/2014/main" id="{7CD60598-CDFA-7518-E8F5-9C9E9279D2D2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" name="Input_density__28">
              <a:extLst>
                <a:ext uri="{FF2B5EF4-FFF2-40B4-BE49-F238E27FC236}">
                  <a16:creationId xmlns:a16="http://schemas.microsoft.com/office/drawing/2014/main" id="{8B595059-D6DA-9629-1881-959566A1FB95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" name="Input_density__29">
              <a:extLst>
                <a:ext uri="{FF2B5EF4-FFF2-40B4-BE49-F238E27FC236}">
                  <a16:creationId xmlns:a16="http://schemas.microsoft.com/office/drawing/2014/main" id="{D137719A-573F-0A5F-4B48-F9B793E674CD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0">
              <a:extLst>
                <a:ext uri="{FF2B5EF4-FFF2-40B4-BE49-F238E27FC236}">
                  <a16:creationId xmlns:a16="http://schemas.microsoft.com/office/drawing/2014/main" id="{5DF2A8D0-B78C-51C0-D68F-9A1D8A594A9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" name="Input_density__31">
              <a:extLst>
                <a:ext uri="{FF2B5EF4-FFF2-40B4-BE49-F238E27FC236}">
                  <a16:creationId xmlns:a16="http://schemas.microsoft.com/office/drawing/2014/main" id="{68E3489D-1981-73C3-C277-0040F7E85410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1" name="Input_density__32">
              <a:extLst>
                <a:ext uri="{FF2B5EF4-FFF2-40B4-BE49-F238E27FC236}">
                  <a16:creationId xmlns:a16="http://schemas.microsoft.com/office/drawing/2014/main" id="{E5A872CC-3397-BAD9-2DB5-DD75DEDBD0E9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33">
              <a:extLst>
                <a:ext uri="{FF2B5EF4-FFF2-40B4-BE49-F238E27FC236}">
                  <a16:creationId xmlns:a16="http://schemas.microsoft.com/office/drawing/2014/main" id="{206749C5-E619-752D-A4CF-05793DE0999E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3" name="Input_density__34">
              <a:extLst>
                <a:ext uri="{FF2B5EF4-FFF2-40B4-BE49-F238E27FC236}">
                  <a16:creationId xmlns:a16="http://schemas.microsoft.com/office/drawing/2014/main" id="{B6B2F69B-8525-B19D-6F39-99CE65FAC253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" name="Input_density__35">
              <a:extLst>
                <a:ext uri="{FF2B5EF4-FFF2-40B4-BE49-F238E27FC236}">
                  <a16:creationId xmlns:a16="http://schemas.microsoft.com/office/drawing/2014/main" id="{EAD70D82-3B94-31FA-1718-4592381206B0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5" name="Input_density__36">
              <a:extLst>
                <a:ext uri="{FF2B5EF4-FFF2-40B4-BE49-F238E27FC236}">
                  <a16:creationId xmlns:a16="http://schemas.microsoft.com/office/drawing/2014/main" id="{728CE2F8-2224-B599-AF11-012A6B0AB04C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" name="Input_density__37">
              <a:extLst>
                <a:ext uri="{FF2B5EF4-FFF2-40B4-BE49-F238E27FC236}">
                  <a16:creationId xmlns:a16="http://schemas.microsoft.com/office/drawing/2014/main" id="{3686CFF4-76D8-D399-6254-D8D147D34D0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" name="Input_density__38">
              <a:extLst>
                <a:ext uri="{FF2B5EF4-FFF2-40B4-BE49-F238E27FC236}">
                  <a16:creationId xmlns:a16="http://schemas.microsoft.com/office/drawing/2014/main" id="{5F5D7802-2E5F-35D8-1E3F-1E8F6E00F20B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8" name="Input_density__39">
              <a:extLst>
                <a:ext uri="{FF2B5EF4-FFF2-40B4-BE49-F238E27FC236}">
                  <a16:creationId xmlns:a16="http://schemas.microsoft.com/office/drawing/2014/main" id="{259920D8-4570-F396-AC87-1075E053353E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9" name="Input_density__40">
              <a:extLst>
                <a:ext uri="{FF2B5EF4-FFF2-40B4-BE49-F238E27FC236}">
                  <a16:creationId xmlns:a16="http://schemas.microsoft.com/office/drawing/2014/main" id="{9CDB0794-08FC-8FB8-347F-9CCD8B4B0217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0" name="Input_density__41">
              <a:extLst>
                <a:ext uri="{FF2B5EF4-FFF2-40B4-BE49-F238E27FC236}">
                  <a16:creationId xmlns:a16="http://schemas.microsoft.com/office/drawing/2014/main" id="{1B43E5A1-1D9C-3F67-E816-A5D9F64BFC3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1" name="Input_density__42">
              <a:extLst>
                <a:ext uri="{FF2B5EF4-FFF2-40B4-BE49-F238E27FC236}">
                  <a16:creationId xmlns:a16="http://schemas.microsoft.com/office/drawing/2014/main" id="{C7669352-8FD9-B6FA-B5C4-F54570AF834A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2" name="Input_density__43">
              <a:extLst>
                <a:ext uri="{FF2B5EF4-FFF2-40B4-BE49-F238E27FC236}">
                  <a16:creationId xmlns:a16="http://schemas.microsoft.com/office/drawing/2014/main" id="{3B3DE706-7052-B47C-4602-681FA0D905D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3" name="Input_density__44">
              <a:extLst>
                <a:ext uri="{FF2B5EF4-FFF2-40B4-BE49-F238E27FC236}">
                  <a16:creationId xmlns:a16="http://schemas.microsoft.com/office/drawing/2014/main" id="{9C46CED1-C695-AFEB-1A3E-D675691ACF3D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4" name="Input_density__45">
              <a:extLst>
                <a:ext uri="{FF2B5EF4-FFF2-40B4-BE49-F238E27FC236}">
                  <a16:creationId xmlns:a16="http://schemas.microsoft.com/office/drawing/2014/main" id="{AF4FA179-B659-2ECF-0A10-E65D437A11D2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5" name="Input_density__46">
              <a:extLst>
                <a:ext uri="{FF2B5EF4-FFF2-40B4-BE49-F238E27FC236}">
                  <a16:creationId xmlns:a16="http://schemas.microsoft.com/office/drawing/2014/main" id="{40CF0AE6-8DA5-31D5-8FAD-9BEBF73AFD33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6" name="Input_density__47">
              <a:extLst>
                <a:ext uri="{FF2B5EF4-FFF2-40B4-BE49-F238E27FC236}">
                  <a16:creationId xmlns:a16="http://schemas.microsoft.com/office/drawing/2014/main" id="{9015A687-6A0B-4ADE-D450-719168634957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7" name="Input_density__48">
              <a:extLst>
                <a:ext uri="{FF2B5EF4-FFF2-40B4-BE49-F238E27FC236}">
                  <a16:creationId xmlns:a16="http://schemas.microsoft.com/office/drawing/2014/main" id="{C4792ADF-3EDD-C26D-C575-3A9A7DDF59B2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8" name="Input_density__49">
              <a:extLst>
                <a:ext uri="{FF2B5EF4-FFF2-40B4-BE49-F238E27FC236}">
                  <a16:creationId xmlns:a16="http://schemas.microsoft.com/office/drawing/2014/main" id="{2D3389CC-F3DE-F896-D980-954FFA7137E9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9" name="Input_density__50">
              <a:extLst>
                <a:ext uri="{FF2B5EF4-FFF2-40B4-BE49-F238E27FC236}">
                  <a16:creationId xmlns:a16="http://schemas.microsoft.com/office/drawing/2014/main" id="{BFBB5AE7-9EA7-3AE7-4247-BDAE153BC5B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0" name="Input_density__51">
              <a:extLst>
                <a:ext uri="{FF2B5EF4-FFF2-40B4-BE49-F238E27FC236}">
                  <a16:creationId xmlns:a16="http://schemas.microsoft.com/office/drawing/2014/main" id="{2BBF45C0-9E0B-AA2C-0C54-DD410082A00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1" name="Input_density__52">
              <a:extLst>
                <a:ext uri="{FF2B5EF4-FFF2-40B4-BE49-F238E27FC236}">
                  <a16:creationId xmlns:a16="http://schemas.microsoft.com/office/drawing/2014/main" id="{5A895081-BD82-97E8-6E1B-2ACFD0156018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2" name="Input_density__53">
              <a:extLst>
                <a:ext uri="{FF2B5EF4-FFF2-40B4-BE49-F238E27FC236}">
                  <a16:creationId xmlns:a16="http://schemas.microsoft.com/office/drawing/2014/main" id="{ADE6E75F-8E3B-0613-BF00-79D10627077B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3" name="Input_density__54">
              <a:extLst>
                <a:ext uri="{FF2B5EF4-FFF2-40B4-BE49-F238E27FC236}">
                  <a16:creationId xmlns:a16="http://schemas.microsoft.com/office/drawing/2014/main" id="{93946A99-B48C-C458-6D82-0F2C64BC0B46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4" name="Input_density__55">
              <a:extLst>
                <a:ext uri="{FF2B5EF4-FFF2-40B4-BE49-F238E27FC236}">
                  <a16:creationId xmlns:a16="http://schemas.microsoft.com/office/drawing/2014/main" id="{850071A9-2A16-A89F-108E-FD3EEEB5B00F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5" name="Input_density__56">
              <a:extLst>
                <a:ext uri="{FF2B5EF4-FFF2-40B4-BE49-F238E27FC236}">
                  <a16:creationId xmlns:a16="http://schemas.microsoft.com/office/drawing/2014/main" id="{D4C5EA03-A0BC-3F9A-1BA4-55DC77CC21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6" name="Input_density__57">
              <a:extLst>
                <a:ext uri="{FF2B5EF4-FFF2-40B4-BE49-F238E27FC236}">
                  <a16:creationId xmlns:a16="http://schemas.microsoft.com/office/drawing/2014/main" id="{6B89423A-CBEC-A7BF-E4F5-4233BED2A453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58">
              <a:extLst>
                <a:ext uri="{FF2B5EF4-FFF2-40B4-BE49-F238E27FC236}">
                  <a16:creationId xmlns:a16="http://schemas.microsoft.com/office/drawing/2014/main" id="{23317E5B-069C-A0E3-D4A8-177C95DCAE60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8" name="Input_density__59">
              <a:extLst>
                <a:ext uri="{FF2B5EF4-FFF2-40B4-BE49-F238E27FC236}">
                  <a16:creationId xmlns:a16="http://schemas.microsoft.com/office/drawing/2014/main" id="{94181A0C-7579-52B8-E70A-8FCDD88289E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0">
              <a:extLst>
                <a:ext uri="{FF2B5EF4-FFF2-40B4-BE49-F238E27FC236}">
                  <a16:creationId xmlns:a16="http://schemas.microsoft.com/office/drawing/2014/main" id="{9B2C7D74-9AF6-CC3D-00FF-524B7227604D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0" name="Input_density__61">
              <a:extLst>
                <a:ext uri="{FF2B5EF4-FFF2-40B4-BE49-F238E27FC236}">
                  <a16:creationId xmlns:a16="http://schemas.microsoft.com/office/drawing/2014/main" id="{2AC9A595-9C5A-C346-446F-F9CDF839240A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62">
              <a:extLst>
                <a:ext uri="{FF2B5EF4-FFF2-40B4-BE49-F238E27FC236}">
                  <a16:creationId xmlns:a16="http://schemas.microsoft.com/office/drawing/2014/main" id="{8F60C765-41BE-DE8F-E4B9-1CB881975796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2" name="Input_density__63">
              <a:extLst>
                <a:ext uri="{FF2B5EF4-FFF2-40B4-BE49-F238E27FC236}">
                  <a16:creationId xmlns:a16="http://schemas.microsoft.com/office/drawing/2014/main" id="{1E530BCF-D333-AD5F-EFF2-096EF0B2BE09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3" name="Input_density__64">
              <a:extLst>
                <a:ext uri="{FF2B5EF4-FFF2-40B4-BE49-F238E27FC236}">
                  <a16:creationId xmlns:a16="http://schemas.microsoft.com/office/drawing/2014/main" id="{93D1FE46-116E-33E4-EE6E-F54420753768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4" name="Input_density__65">
              <a:extLst>
                <a:ext uri="{FF2B5EF4-FFF2-40B4-BE49-F238E27FC236}">
                  <a16:creationId xmlns:a16="http://schemas.microsoft.com/office/drawing/2014/main" id="{7733269B-B2F0-C393-B1BB-BDFB2DE6891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5" name="Input_density__66">
              <a:extLst>
                <a:ext uri="{FF2B5EF4-FFF2-40B4-BE49-F238E27FC236}">
                  <a16:creationId xmlns:a16="http://schemas.microsoft.com/office/drawing/2014/main" id="{767AACF2-77CA-AD5D-343F-7104FC617B47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6" name="Input_density__67">
              <a:extLst>
                <a:ext uri="{FF2B5EF4-FFF2-40B4-BE49-F238E27FC236}">
                  <a16:creationId xmlns:a16="http://schemas.microsoft.com/office/drawing/2014/main" id="{1291C2B4-98E9-9B35-0E8A-8BB4ED3BEB22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7" name="Input_density__68">
              <a:extLst>
                <a:ext uri="{FF2B5EF4-FFF2-40B4-BE49-F238E27FC236}">
                  <a16:creationId xmlns:a16="http://schemas.microsoft.com/office/drawing/2014/main" id="{66A70DCE-60D0-CB01-9AE3-D1C4A5D93925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8" name="Input_density__69">
              <a:extLst>
                <a:ext uri="{FF2B5EF4-FFF2-40B4-BE49-F238E27FC236}">
                  <a16:creationId xmlns:a16="http://schemas.microsoft.com/office/drawing/2014/main" id="{8D280FA6-7288-290E-2539-DF73465A5D6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9" name="Input_density__70">
              <a:extLst>
                <a:ext uri="{FF2B5EF4-FFF2-40B4-BE49-F238E27FC236}">
                  <a16:creationId xmlns:a16="http://schemas.microsoft.com/office/drawing/2014/main" id="{2E8DBDFD-E645-AC5D-C898-3215D38A80CC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80" name="Input_density__71">
              <a:extLst>
                <a:ext uri="{FF2B5EF4-FFF2-40B4-BE49-F238E27FC236}">
                  <a16:creationId xmlns:a16="http://schemas.microsoft.com/office/drawing/2014/main" id="{FCA42705-11F3-CFE3-1869-94660C1BF29E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1" name="Input_density__72">
              <a:extLst>
                <a:ext uri="{FF2B5EF4-FFF2-40B4-BE49-F238E27FC236}">
                  <a16:creationId xmlns:a16="http://schemas.microsoft.com/office/drawing/2014/main" id="{DA34DFE9-71F9-4F83-D6E3-26680B17A4F0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73">
              <a:extLst>
                <a:ext uri="{FF2B5EF4-FFF2-40B4-BE49-F238E27FC236}">
                  <a16:creationId xmlns:a16="http://schemas.microsoft.com/office/drawing/2014/main" id="{7455BB28-1933-130F-D500-C0C8DB77456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3" name="Input_density__74">
              <a:extLst>
                <a:ext uri="{FF2B5EF4-FFF2-40B4-BE49-F238E27FC236}">
                  <a16:creationId xmlns:a16="http://schemas.microsoft.com/office/drawing/2014/main" id="{DF019623-F6F0-98E4-5FB0-CD9B9390A275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75">
              <a:extLst>
                <a:ext uri="{FF2B5EF4-FFF2-40B4-BE49-F238E27FC236}">
                  <a16:creationId xmlns:a16="http://schemas.microsoft.com/office/drawing/2014/main" id="{65F04D8C-24FB-6F9B-5C11-D51D437ABB9C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5" name="Input_density__76">
              <a:extLst>
                <a:ext uri="{FF2B5EF4-FFF2-40B4-BE49-F238E27FC236}">
                  <a16:creationId xmlns:a16="http://schemas.microsoft.com/office/drawing/2014/main" id="{9AF7F09F-9980-3998-5C62-DEB4A240816B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6" name="Input_density__77">
              <a:extLst>
                <a:ext uri="{FF2B5EF4-FFF2-40B4-BE49-F238E27FC236}">
                  <a16:creationId xmlns:a16="http://schemas.microsoft.com/office/drawing/2014/main" id="{95407905-25EA-C1E2-41C7-CD500AAE92A2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7" name="Input_density__78">
              <a:extLst>
                <a:ext uri="{FF2B5EF4-FFF2-40B4-BE49-F238E27FC236}">
                  <a16:creationId xmlns:a16="http://schemas.microsoft.com/office/drawing/2014/main" id="{569CBA57-BEF9-FBFE-C967-DADEDFB18F3B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8" name="Input_density__79">
              <a:extLst>
                <a:ext uri="{FF2B5EF4-FFF2-40B4-BE49-F238E27FC236}">
                  <a16:creationId xmlns:a16="http://schemas.microsoft.com/office/drawing/2014/main" id="{42B37BA5-FB27-AB12-AACC-B407871FE7AA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9" name="Input_density__80">
              <a:extLst>
                <a:ext uri="{FF2B5EF4-FFF2-40B4-BE49-F238E27FC236}">
                  <a16:creationId xmlns:a16="http://schemas.microsoft.com/office/drawing/2014/main" id="{CED429EB-95EF-913B-3FB3-F5C887A020D7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0" name="Input_density__81">
              <a:extLst>
                <a:ext uri="{FF2B5EF4-FFF2-40B4-BE49-F238E27FC236}">
                  <a16:creationId xmlns:a16="http://schemas.microsoft.com/office/drawing/2014/main" id="{092248FF-42BD-6D56-8956-E56CFAB4DA5A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1" name="Input_density__82">
              <a:extLst>
                <a:ext uri="{FF2B5EF4-FFF2-40B4-BE49-F238E27FC236}">
                  <a16:creationId xmlns:a16="http://schemas.microsoft.com/office/drawing/2014/main" id="{B09012E8-703C-1213-720F-8D1719431258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2" name="Input_density__83">
              <a:extLst>
                <a:ext uri="{FF2B5EF4-FFF2-40B4-BE49-F238E27FC236}">
                  <a16:creationId xmlns:a16="http://schemas.microsoft.com/office/drawing/2014/main" id="{18041A75-C286-A6AB-12C5-4650A9E0990E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3" name="Input_density__84">
              <a:extLst>
                <a:ext uri="{FF2B5EF4-FFF2-40B4-BE49-F238E27FC236}">
                  <a16:creationId xmlns:a16="http://schemas.microsoft.com/office/drawing/2014/main" id="{1D70EA3A-0C18-A826-C811-4041DDC85D18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4" name="Input_density__85">
              <a:extLst>
                <a:ext uri="{FF2B5EF4-FFF2-40B4-BE49-F238E27FC236}">
                  <a16:creationId xmlns:a16="http://schemas.microsoft.com/office/drawing/2014/main" id="{5EB0B105-467D-FF2F-265D-BE898D82581C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5" name="Input_density__86">
              <a:extLst>
                <a:ext uri="{FF2B5EF4-FFF2-40B4-BE49-F238E27FC236}">
                  <a16:creationId xmlns:a16="http://schemas.microsoft.com/office/drawing/2014/main" id="{1FFD93F1-09CF-258D-81F4-FDBB30AD13C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6" name="Input_density__87">
              <a:extLst>
                <a:ext uri="{FF2B5EF4-FFF2-40B4-BE49-F238E27FC236}">
                  <a16:creationId xmlns:a16="http://schemas.microsoft.com/office/drawing/2014/main" id="{B33CF5EE-9FE9-6CC2-7650-578015E0AD0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7" name="Input_density__88">
              <a:extLst>
                <a:ext uri="{FF2B5EF4-FFF2-40B4-BE49-F238E27FC236}">
                  <a16:creationId xmlns:a16="http://schemas.microsoft.com/office/drawing/2014/main" id="{A8F475B7-DC00-9713-4601-A43F6FA3050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" name="Input_density__89">
              <a:extLst>
                <a:ext uri="{FF2B5EF4-FFF2-40B4-BE49-F238E27FC236}">
                  <a16:creationId xmlns:a16="http://schemas.microsoft.com/office/drawing/2014/main" id="{8663AB49-374E-6399-DCD9-9D20E404DCD3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" name="Input_density__90">
              <a:extLst>
                <a:ext uri="{FF2B5EF4-FFF2-40B4-BE49-F238E27FC236}">
                  <a16:creationId xmlns:a16="http://schemas.microsoft.com/office/drawing/2014/main" id="{F8ABE24F-F2C7-17A6-F6A7-143521E2F881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" name="Input_density__91">
              <a:extLst>
                <a:ext uri="{FF2B5EF4-FFF2-40B4-BE49-F238E27FC236}">
                  <a16:creationId xmlns:a16="http://schemas.microsoft.com/office/drawing/2014/main" id="{60511084-F269-EA5F-E6F1-BAB7DFD96FE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" name="Input_density__92">
              <a:extLst>
                <a:ext uri="{FF2B5EF4-FFF2-40B4-BE49-F238E27FC236}">
                  <a16:creationId xmlns:a16="http://schemas.microsoft.com/office/drawing/2014/main" id="{F508E23B-CEF0-86C6-7CB8-7A30CC98030B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2" name="Input_density__93">
              <a:extLst>
                <a:ext uri="{FF2B5EF4-FFF2-40B4-BE49-F238E27FC236}">
                  <a16:creationId xmlns:a16="http://schemas.microsoft.com/office/drawing/2014/main" id="{CFAC7935-AECC-499D-E300-26C1E9755AD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" name="Input_density__94">
              <a:extLst>
                <a:ext uri="{FF2B5EF4-FFF2-40B4-BE49-F238E27FC236}">
                  <a16:creationId xmlns:a16="http://schemas.microsoft.com/office/drawing/2014/main" id="{7ABF5BCB-2BA9-8CE0-8684-CC0075587A2C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" name="Input_density__95">
              <a:extLst>
                <a:ext uri="{FF2B5EF4-FFF2-40B4-BE49-F238E27FC236}">
                  <a16:creationId xmlns:a16="http://schemas.microsoft.com/office/drawing/2014/main" id="{FA1E4EFE-7008-1BB8-ED88-F6A10F8AFB61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5" name="Input_density__96">
              <a:extLst>
                <a:ext uri="{FF2B5EF4-FFF2-40B4-BE49-F238E27FC236}">
                  <a16:creationId xmlns:a16="http://schemas.microsoft.com/office/drawing/2014/main" id="{7A225B59-70B4-A366-193F-46B5511B5F90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6" name="Input_density__97">
              <a:extLst>
                <a:ext uri="{FF2B5EF4-FFF2-40B4-BE49-F238E27FC236}">
                  <a16:creationId xmlns:a16="http://schemas.microsoft.com/office/drawing/2014/main" id="{DC18CA44-490F-BDC4-92C4-5866B0409526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" name="Input_density__98">
              <a:extLst>
                <a:ext uri="{FF2B5EF4-FFF2-40B4-BE49-F238E27FC236}">
                  <a16:creationId xmlns:a16="http://schemas.microsoft.com/office/drawing/2014/main" id="{14054F15-CD66-481E-8355-ADECFD757A68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" name="Input_density__99">
              <a:extLst>
                <a:ext uri="{FF2B5EF4-FFF2-40B4-BE49-F238E27FC236}">
                  <a16:creationId xmlns:a16="http://schemas.microsoft.com/office/drawing/2014/main" id="{EAA3C8F7-F579-3904-AB6B-6ABDF469E31B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" name="Input_density__100">
              <a:extLst>
                <a:ext uri="{FF2B5EF4-FFF2-40B4-BE49-F238E27FC236}">
                  <a16:creationId xmlns:a16="http://schemas.microsoft.com/office/drawing/2014/main" id="{F6342B04-AF0E-B78D-0730-928F3B64C197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" name="Input_density__101">
              <a:extLst>
                <a:ext uri="{FF2B5EF4-FFF2-40B4-BE49-F238E27FC236}">
                  <a16:creationId xmlns:a16="http://schemas.microsoft.com/office/drawing/2014/main" id="{64F00443-2EE2-4480-ABA8-09CC2527B47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1" name="Input_density__102">
              <a:extLst>
                <a:ext uri="{FF2B5EF4-FFF2-40B4-BE49-F238E27FC236}">
                  <a16:creationId xmlns:a16="http://schemas.microsoft.com/office/drawing/2014/main" id="{ACF4EFEC-BAF7-7B41-D870-5CCB8558A197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2" name="Input_density__103">
              <a:extLst>
                <a:ext uri="{FF2B5EF4-FFF2-40B4-BE49-F238E27FC236}">
                  <a16:creationId xmlns:a16="http://schemas.microsoft.com/office/drawing/2014/main" id="{04C6C63A-D4DC-D8C4-ED60-10E5413B7FB2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04">
              <a:extLst>
                <a:ext uri="{FF2B5EF4-FFF2-40B4-BE49-F238E27FC236}">
                  <a16:creationId xmlns:a16="http://schemas.microsoft.com/office/drawing/2014/main" id="{A71CAC46-6969-E5F1-5D98-0659665C4341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" name="Input_density__105">
              <a:extLst>
                <a:ext uri="{FF2B5EF4-FFF2-40B4-BE49-F238E27FC236}">
                  <a16:creationId xmlns:a16="http://schemas.microsoft.com/office/drawing/2014/main" id="{F90F3724-5572-F300-28ED-22A2603EA02B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5" name="Input_density__106">
              <a:extLst>
                <a:ext uri="{FF2B5EF4-FFF2-40B4-BE49-F238E27FC236}">
                  <a16:creationId xmlns:a16="http://schemas.microsoft.com/office/drawing/2014/main" id="{A2FB4DB8-5163-CCD3-13C6-ADCDCBCADFFA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6" name="Input_density__107">
              <a:extLst>
                <a:ext uri="{FF2B5EF4-FFF2-40B4-BE49-F238E27FC236}">
                  <a16:creationId xmlns:a16="http://schemas.microsoft.com/office/drawing/2014/main" id="{63B38A47-717E-BBF8-4A43-F9A27C50ADE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7" name="Input_density__108">
              <a:extLst>
                <a:ext uri="{FF2B5EF4-FFF2-40B4-BE49-F238E27FC236}">
                  <a16:creationId xmlns:a16="http://schemas.microsoft.com/office/drawing/2014/main" id="{73934BDB-D653-38E6-E614-54BD7FF930E4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8" name="Input_density__109">
              <a:extLst>
                <a:ext uri="{FF2B5EF4-FFF2-40B4-BE49-F238E27FC236}">
                  <a16:creationId xmlns:a16="http://schemas.microsoft.com/office/drawing/2014/main" id="{BEB2E13E-B6E2-3D0D-F9ED-28E4B45F9708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9" name="Input_density__110">
              <a:extLst>
                <a:ext uri="{FF2B5EF4-FFF2-40B4-BE49-F238E27FC236}">
                  <a16:creationId xmlns:a16="http://schemas.microsoft.com/office/drawing/2014/main" id="{352F5F57-D952-AECC-DE14-FF774FAEEEBE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1">
              <a:extLst>
                <a:ext uri="{FF2B5EF4-FFF2-40B4-BE49-F238E27FC236}">
                  <a16:creationId xmlns:a16="http://schemas.microsoft.com/office/drawing/2014/main" id="{8B1A874D-6F25-7F07-1262-2D8029BA607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1" name="Input_density__112">
              <a:extLst>
                <a:ext uri="{FF2B5EF4-FFF2-40B4-BE49-F238E27FC236}">
                  <a16:creationId xmlns:a16="http://schemas.microsoft.com/office/drawing/2014/main" id="{DE4988CA-5289-6B0E-9A07-502839F5F52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13">
              <a:extLst>
                <a:ext uri="{FF2B5EF4-FFF2-40B4-BE49-F238E27FC236}">
                  <a16:creationId xmlns:a16="http://schemas.microsoft.com/office/drawing/2014/main" id="{973C9601-8CEA-82A2-ADD1-CB429CDC5B9C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23" name="Input_density__114">
              <a:extLst>
                <a:ext uri="{FF2B5EF4-FFF2-40B4-BE49-F238E27FC236}">
                  <a16:creationId xmlns:a16="http://schemas.microsoft.com/office/drawing/2014/main" id="{12B2A437-D156-3D26-E7E5-9F6D3BCA8264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4" name="Input_density__115">
              <a:extLst>
                <a:ext uri="{FF2B5EF4-FFF2-40B4-BE49-F238E27FC236}">
                  <a16:creationId xmlns:a16="http://schemas.microsoft.com/office/drawing/2014/main" id="{ECD7E0C7-3CDA-90B4-CA60-E52AB808E31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5" name="Input_density__116">
              <a:extLst>
                <a:ext uri="{FF2B5EF4-FFF2-40B4-BE49-F238E27FC236}">
                  <a16:creationId xmlns:a16="http://schemas.microsoft.com/office/drawing/2014/main" id="{6F2EAF0A-CD5E-9E1F-D2FA-C3D5987F7405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17">
              <a:extLst>
                <a:ext uri="{FF2B5EF4-FFF2-40B4-BE49-F238E27FC236}">
                  <a16:creationId xmlns:a16="http://schemas.microsoft.com/office/drawing/2014/main" id="{73BDB47B-8C43-0E95-5A9C-1C0E399E4218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18">
              <a:extLst>
                <a:ext uri="{FF2B5EF4-FFF2-40B4-BE49-F238E27FC236}">
                  <a16:creationId xmlns:a16="http://schemas.microsoft.com/office/drawing/2014/main" id="{DDE979E2-4576-77F1-6056-8535270A180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19">
              <a:extLst>
                <a:ext uri="{FF2B5EF4-FFF2-40B4-BE49-F238E27FC236}">
                  <a16:creationId xmlns:a16="http://schemas.microsoft.com/office/drawing/2014/main" id="{190B8967-5467-B56E-1A39-C3186E8FB4CF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9" name="Input_density__120">
              <a:extLst>
                <a:ext uri="{FF2B5EF4-FFF2-40B4-BE49-F238E27FC236}">
                  <a16:creationId xmlns:a16="http://schemas.microsoft.com/office/drawing/2014/main" id="{C512CEA4-AB1D-0C79-B2E2-2BB61C8889CE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0" name="Input_density__121">
              <a:extLst>
                <a:ext uri="{FF2B5EF4-FFF2-40B4-BE49-F238E27FC236}">
                  <a16:creationId xmlns:a16="http://schemas.microsoft.com/office/drawing/2014/main" id="{DE885EA8-37DE-63BD-8066-FB3FB4AA9037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22">
              <a:extLst>
                <a:ext uri="{FF2B5EF4-FFF2-40B4-BE49-F238E27FC236}">
                  <a16:creationId xmlns:a16="http://schemas.microsoft.com/office/drawing/2014/main" id="{C8D25C3A-CF27-4F47-6C15-EC205B255FD7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2" name="Input_density__123">
              <a:extLst>
                <a:ext uri="{FF2B5EF4-FFF2-40B4-BE49-F238E27FC236}">
                  <a16:creationId xmlns:a16="http://schemas.microsoft.com/office/drawing/2014/main" id="{FBA78241-15D7-5BF0-BFD8-A94B3E2D687A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3" name="Input_density__124">
              <a:extLst>
                <a:ext uri="{FF2B5EF4-FFF2-40B4-BE49-F238E27FC236}">
                  <a16:creationId xmlns:a16="http://schemas.microsoft.com/office/drawing/2014/main" id="{59CA2CEA-A1E7-9BBF-812D-ADA2906AD174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4" name="Input_density__125">
              <a:extLst>
                <a:ext uri="{FF2B5EF4-FFF2-40B4-BE49-F238E27FC236}">
                  <a16:creationId xmlns:a16="http://schemas.microsoft.com/office/drawing/2014/main" id="{0D06F070-FB15-CE7C-F3E4-87E3A202B44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5" name="Input_density__126">
              <a:extLst>
                <a:ext uri="{FF2B5EF4-FFF2-40B4-BE49-F238E27FC236}">
                  <a16:creationId xmlns:a16="http://schemas.microsoft.com/office/drawing/2014/main" id="{2BF8201E-78FF-CDDF-ABFD-0B246B156A83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6" name="Input_density__127">
              <a:extLst>
                <a:ext uri="{FF2B5EF4-FFF2-40B4-BE49-F238E27FC236}">
                  <a16:creationId xmlns:a16="http://schemas.microsoft.com/office/drawing/2014/main" id="{47D4A65C-F7DB-237F-1CCC-A430C08FFE0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7" name="Input_density__128">
              <a:extLst>
                <a:ext uri="{FF2B5EF4-FFF2-40B4-BE49-F238E27FC236}">
                  <a16:creationId xmlns:a16="http://schemas.microsoft.com/office/drawing/2014/main" id="{0FAD879A-3BB9-282C-1A1D-8F78FB52DFE2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8" name="Input_density__129">
              <a:extLst>
                <a:ext uri="{FF2B5EF4-FFF2-40B4-BE49-F238E27FC236}">
                  <a16:creationId xmlns:a16="http://schemas.microsoft.com/office/drawing/2014/main" id="{7630EB97-D2F4-AF62-7AEA-A7AD56D808D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9" name="Input_density__130">
              <a:extLst>
                <a:ext uri="{FF2B5EF4-FFF2-40B4-BE49-F238E27FC236}">
                  <a16:creationId xmlns:a16="http://schemas.microsoft.com/office/drawing/2014/main" id="{C0B40777-0C49-8E3B-CC6A-B3D0A11E017D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0" name="Input_density__131">
              <a:extLst>
                <a:ext uri="{FF2B5EF4-FFF2-40B4-BE49-F238E27FC236}">
                  <a16:creationId xmlns:a16="http://schemas.microsoft.com/office/drawing/2014/main" id="{27DDC267-708A-5DD9-065F-1A8C459DF919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1" name="Input_density__132">
              <a:extLst>
                <a:ext uri="{FF2B5EF4-FFF2-40B4-BE49-F238E27FC236}">
                  <a16:creationId xmlns:a16="http://schemas.microsoft.com/office/drawing/2014/main" id="{1FD8A0C4-6EC3-4C0A-82BF-EC387E65ADE8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2" name="Input_density__133">
              <a:extLst>
                <a:ext uri="{FF2B5EF4-FFF2-40B4-BE49-F238E27FC236}">
                  <a16:creationId xmlns:a16="http://schemas.microsoft.com/office/drawing/2014/main" id="{6EDAD853-DDBE-3075-EE09-2182EAE736CA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3" name="Input_density__134">
              <a:extLst>
                <a:ext uri="{FF2B5EF4-FFF2-40B4-BE49-F238E27FC236}">
                  <a16:creationId xmlns:a16="http://schemas.microsoft.com/office/drawing/2014/main" id="{2287E192-6D13-144C-5137-2604E366F41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4" name="Input_density__135">
              <a:extLst>
                <a:ext uri="{FF2B5EF4-FFF2-40B4-BE49-F238E27FC236}">
                  <a16:creationId xmlns:a16="http://schemas.microsoft.com/office/drawing/2014/main" id="{4B4A8B2A-81BC-C27D-5C94-F95C4CD8BE5C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5" name="Input_density__136">
              <a:extLst>
                <a:ext uri="{FF2B5EF4-FFF2-40B4-BE49-F238E27FC236}">
                  <a16:creationId xmlns:a16="http://schemas.microsoft.com/office/drawing/2014/main" id="{73DA9502-FF42-F837-9CF6-2EF4907291C8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6" name="Input_density__137">
              <a:extLst>
                <a:ext uri="{FF2B5EF4-FFF2-40B4-BE49-F238E27FC236}">
                  <a16:creationId xmlns:a16="http://schemas.microsoft.com/office/drawing/2014/main" id="{99411256-3D29-EEBC-1349-CFE68758D24D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7" name="Input_density__138">
              <a:extLst>
                <a:ext uri="{FF2B5EF4-FFF2-40B4-BE49-F238E27FC236}">
                  <a16:creationId xmlns:a16="http://schemas.microsoft.com/office/drawing/2014/main" id="{0303824D-BDE2-CB23-2A8C-7C868C96B05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8" name="Input_density__139">
              <a:extLst>
                <a:ext uri="{FF2B5EF4-FFF2-40B4-BE49-F238E27FC236}">
                  <a16:creationId xmlns:a16="http://schemas.microsoft.com/office/drawing/2014/main" id="{345FBFA6-4B44-55FB-2D8F-26E7CAC2B3A2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9" name="Input_density__140">
              <a:extLst>
                <a:ext uri="{FF2B5EF4-FFF2-40B4-BE49-F238E27FC236}">
                  <a16:creationId xmlns:a16="http://schemas.microsoft.com/office/drawing/2014/main" id="{C901A501-0CCC-C3A1-4E58-FCA644DC2EEB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0" name="Input_density__141">
              <a:extLst>
                <a:ext uri="{FF2B5EF4-FFF2-40B4-BE49-F238E27FC236}">
                  <a16:creationId xmlns:a16="http://schemas.microsoft.com/office/drawing/2014/main" id="{EEFD5A9F-0202-4106-8178-05F6455E27B3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1" name="Input_density__142">
              <a:extLst>
                <a:ext uri="{FF2B5EF4-FFF2-40B4-BE49-F238E27FC236}">
                  <a16:creationId xmlns:a16="http://schemas.microsoft.com/office/drawing/2014/main" id="{69D36082-B003-38F4-2788-E324353038E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2" name="Input_density__143">
              <a:extLst>
                <a:ext uri="{FF2B5EF4-FFF2-40B4-BE49-F238E27FC236}">
                  <a16:creationId xmlns:a16="http://schemas.microsoft.com/office/drawing/2014/main" id="{697A5856-54F2-8D71-470A-B1B117930A6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3" name="Input_density__144">
              <a:extLst>
                <a:ext uri="{FF2B5EF4-FFF2-40B4-BE49-F238E27FC236}">
                  <a16:creationId xmlns:a16="http://schemas.microsoft.com/office/drawing/2014/main" id="{1E41D80A-0705-9533-C5DC-00BBAF2D279E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4" name="Input_density__145">
              <a:extLst>
                <a:ext uri="{FF2B5EF4-FFF2-40B4-BE49-F238E27FC236}">
                  <a16:creationId xmlns:a16="http://schemas.microsoft.com/office/drawing/2014/main" id="{66C570AE-A95A-3882-53E8-9ECB80666A4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5" name="Input_density__146">
              <a:extLst>
                <a:ext uri="{FF2B5EF4-FFF2-40B4-BE49-F238E27FC236}">
                  <a16:creationId xmlns:a16="http://schemas.microsoft.com/office/drawing/2014/main" id="{92B54D94-E573-2885-2D55-585339DAC4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6" name="Input_density__147">
              <a:extLst>
                <a:ext uri="{FF2B5EF4-FFF2-40B4-BE49-F238E27FC236}">
                  <a16:creationId xmlns:a16="http://schemas.microsoft.com/office/drawing/2014/main" id="{5B39A249-F4A6-2C9F-DBC8-F659DBF28AED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7" name="Input_density__148">
              <a:extLst>
                <a:ext uri="{FF2B5EF4-FFF2-40B4-BE49-F238E27FC236}">
                  <a16:creationId xmlns:a16="http://schemas.microsoft.com/office/drawing/2014/main" id="{1D8E80A8-47F3-A6C1-883D-79498D380064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49">
              <a:extLst>
                <a:ext uri="{FF2B5EF4-FFF2-40B4-BE49-F238E27FC236}">
                  <a16:creationId xmlns:a16="http://schemas.microsoft.com/office/drawing/2014/main" id="{688F7761-A2E4-8FBD-58C3-E05D29C1DE05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0">
              <a:extLst>
                <a:ext uri="{FF2B5EF4-FFF2-40B4-BE49-F238E27FC236}">
                  <a16:creationId xmlns:a16="http://schemas.microsoft.com/office/drawing/2014/main" id="{F9E8399D-6BBC-EF53-6A23-58A67B418FFD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0" name="Input_density__151">
              <a:extLst>
                <a:ext uri="{FF2B5EF4-FFF2-40B4-BE49-F238E27FC236}">
                  <a16:creationId xmlns:a16="http://schemas.microsoft.com/office/drawing/2014/main" id="{41CDAE01-D123-2EC1-6666-6F1F5B9AC81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1" name="Input_density__152">
              <a:extLst>
                <a:ext uri="{FF2B5EF4-FFF2-40B4-BE49-F238E27FC236}">
                  <a16:creationId xmlns:a16="http://schemas.microsoft.com/office/drawing/2014/main" id="{A4F25043-E4D8-B04C-773A-BEEB90FD342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2" name="Input_density__153">
              <a:extLst>
                <a:ext uri="{FF2B5EF4-FFF2-40B4-BE49-F238E27FC236}">
                  <a16:creationId xmlns:a16="http://schemas.microsoft.com/office/drawing/2014/main" id="{F35ABE4E-B2F8-E85A-C9F0-0480974C129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3" name="Input_density__154">
              <a:extLst>
                <a:ext uri="{FF2B5EF4-FFF2-40B4-BE49-F238E27FC236}">
                  <a16:creationId xmlns:a16="http://schemas.microsoft.com/office/drawing/2014/main" id="{ACB71393-B918-D425-57FD-5CC8FEA8577B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55">
              <a:extLst>
                <a:ext uri="{FF2B5EF4-FFF2-40B4-BE49-F238E27FC236}">
                  <a16:creationId xmlns:a16="http://schemas.microsoft.com/office/drawing/2014/main" id="{FE4DFF2E-DE14-2FE5-3AFC-ABB9F346EE49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5" name="Input_density__156">
              <a:extLst>
                <a:ext uri="{FF2B5EF4-FFF2-40B4-BE49-F238E27FC236}">
                  <a16:creationId xmlns:a16="http://schemas.microsoft.com/office/drawing/2014/main" id="{3203765B-8875-B100-9537-3C6B31205A4C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6" name="Input_density__157">
              <a:extLst>
                <a:ext uri="{FF2B5EF4-FFF2-40B4-BE49-F238E27FC236}">
                  <a16:creationId xmlns:a16="http://schemas.microsoft.com/office/drawing/2014/main" id="{2850BCE0-18AA-6A0A-52E1-096EFEAA80C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58">
              <a:extLst>
                <a:ext uri="{FF2B5EF4-FFF2-40B4-BE49-F238E27FC236}">
                  <a16:creationId xmlns:a16="http://schemas.microsoft.com/office/drawing/2014/main" id="{48F08A89-93E1-185B-F388-734817143520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8" name="Input_density__159">
              <a:extLst>
                <a:ext uri="{FF2B5EF4-FFF2-40B4-BE49-F238E27FC236}">
                  <a16:creationId xmlns:a16="http://schemas.microsoft.com/office/drawing/2014/main" id="{7DF2C34B-71AD-F8D2-E5B8-B7652E8364E9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9" name="Input_density__160">
              <a:extLst>
                <a:ext uri="{FF2B5EF4-FFF2-40B4-BE49-F238E27FC236}">
                  <a16:creationId xmlns:a16="http://schemas.microsoft.com/office/drawing/2014/main" id="{52B621BF-761A-0018-2968-351BD95527B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0" name="Input_density__161">
              <a:extLst>
                <a:ext uri="{FF2B5EF4-FFF2-40B4-BE49-F238E27FC236}">
                  <a16:creationId xmlns:a16="http://schemas.microsoft.com/office/drawing/2014/main" id="{B949FE3F-3F1A-7868-D961-879A316A3B4F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62">
              <a:extLst>
                <a:ext uri="{FF2B5EF4-FFF2-40B4-BE49-F238E27FC236}">
                  <a16:creationId xmlns:a16="http://schemas.microsoft.com/office/drawing/2014/main" id="{CC67A110-CB6B-D995-2071-AD043F11CE72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63">
              <a:extLst>
                <a:ext uri="{FF2B5EF4-FFF2-40B4-BE49-F238E27FC236}">
                  <a16:creationId xmlns:a16="http://schemas.microsoft.com/office/drawing/2014/main" id="{E3CAD3CE-FBEC-2D0D-204E-1E4380E69D85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3" name="Input_density__164">
              <a:extLst>
                <a:ext uri="{FF2B5EF4-FFF2-40B4-BE49-F238E27FC236}">
                  <a16:creationId xmlns:a16="http://schemas.microsoft.com/office/drawing/2014/main" id="{A9C18767-F244-E686-8CB8-6D713CCFCF0D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4" name="Input_density__165">
              <a:extLst>
                <a:ext uri="{FF2B5EF4-FFF2-40B4-BE49-F238E27FC236}">
                  <a16:creationId xmlns:a16="http://schemas.microsoft.com/office/drawing/2014/main" id="{DA2E6033-F800-1188-2CE2-4AF21884503F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75" name="Input_density__166">
              <a:extLst>
                <a:ext uri="{FF2B5EF4-FFF2-40B4-BE49-F238E27FC236}">
                  <a16:creationId xmlns:a16="http://schemas.microsoft.com/office/drawing/2014/main" id="{57DD788E-CDA5-9EFD-722B-54493EBC9AD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6" name="Input_density__167">
              <a:extLst>
                <a:ext uri="{FF2B5EF4-FFF2-40B4-BE49-F238E27FC236}">
                  <a16:creationId xmlns:a16="http://schemas.microsoft.com/office/drawing/2014/main" id="{0E5550AD-5C1F-1BAA-0AD2-AFC61074210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7" name="Input_density__168">
              <a:extLst>
                <a:ext uri="{FF2B5EF4-FFF2-40B4-BE49-F238E27FC236}">
                  <a16:creationId xmlns:a16="http://schemas.microsoft.com/office/drawing/2014/main" id="{7B0B13EA-6CFF-D576-06C6-0F1ED62F7E20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8" name="Input_density__169">
              <a:extLst>
                <a:ext uri="{FF2B5EF4-FFF2-40B4-BE49-F238E27FC236}">
                  <a16:creationId xmlns:a16="http://schemas.microsoft.com/office/drawing/2014/main" id="{8400D2C2-1AB4-F811-B23E-CD9F268505DF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9" name="Input_density__170">
              <a:extLst>
                <a:ext uri="{FF2B5EF4-FFF2-40B4-BE49-F238E27FC236}">
                  <a16:creationId xmlns:a16="http://schemas.microsoft.com/office/drawing/2014/main" id="{83F94162-B378-D01F-2E7B-AAEBBF50E483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0" name="Input_density__171">
              <a:extLst>
                <a:ext uri="{FF2B5EF4-FFF2-40B4-BE49-F238E27FC236}">
                  <a16:creationId xmlns:a16="http://schemas.microsoft.com/office/drawing/2014/main" id="{215952AA-122A-57E3-FB62-B69AA620C7A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1" name="Input_density__172">
              <a:extLst>
                <a:ext uri="{FF2B5EF4-FFF2-40B4-BE49-F238E27FC236}">
                  <a16:creationId xmlns:a16="http://schemas.microsoft.com/office/drawing/2014/main" id="{5C4C4359-2F87-075D-A22E-998526BC47AA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2" name="Input_density__173">
              <a:extLst>
                <a:ext uri="{FF2B5EF4-FFF2-40B4-BE49-F238E27FC236}">
                  <a16:creationId xmlns:a16="http://schemas.microsoft.com/office/drawing/2014/main" id="{4AC2C282-4A8D-6D41-EB60-EB5868C733BA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3" name="Input_density__174">
              <a:extLst>
                <a:ext uri="{FF2B5EF4-FFF2-40B4-BE49-F238E27FC236}">
                  <a16:creationId xmlns:a16="http://schemas.microsoft.com/office/drawing/2014/main" id="{FAFDB8D4-97F6-8031-27E0-C85ACD50CBA8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4" name="Input_density__175">
              <a:extLst>
                <a:ext uri="{FF2B5EF4-FFF2-40B4-BE49-F238E27FC236}">
                  <a16:creationId xmlns:a16="http://schemas.microsoft.com/office/drawing/2014/main" id="{572D01DD-361C-5F88-57F8-375D99803301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5" name="Input_density__176">
              <a:extLst>
                <a:ext uri="{FF2B5EF4-FFF2-40B4-BE49-F238E27FC236}">
                  <a16:creationId xmlns:a16="http://schemas.microsoft.com/office/drawing/2014/main" id="{2D1D01C3-071B-71AE-40A8-89818E3F739D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6" name="Input_density__177">
              <a:extLst>
                <a:ext uri="{FF2B5EF4-FFF2-40B4-BE49-F238E27FC236}">
                  <a16:creationId xmlns:a16="http://schemas.microsoft.com/office/drawing/2014/main" id="{80798846-B649-4D92-70C9-6F7559AECE1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78">
              <a:extLst>
                <a:ext uri="{FF2B5EF4-FFF2-40B4-BE49-F238E27FC236}">
                  <a16:creationId xmlns:a16="http://schemas.microsoft.com/office/drawing/2014/main" id="{D19203E0-5C77-EEBC-F1F1-FE02E5274A74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79">
              <a:extLst>
                <a:ext uri="{FF2B5EF4-FFF2-40B4-BE49-F238E27FC236}">
                  <a16:creationId xmlns:a16="http://schemas.microsoft.com/office/drawing/2014/main" id="{82DE7B4E-0142-5FFB-7FDC-81D1937611F2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9" name="Input_density__180">
              <a:extLst>
                <a:ext uri="{FF2B5EF4-FFF2-40B4-BE49-F238E27FC236}">
                  <a16:creationId xmlns:a16="http://schemas.microsoft.com/office/drawing/2014/main" id="{958C10C5-A1FC-0A17-04D7-832697C6EA6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0" name="Input_density__181">
              <a:extLst>
                <a:ext uri="{FF2B5EF4-FFF2-40B4-BE49-F238E27FC236}">
                  <a16:creationId xmlns:a16="http://schemas.microsoft.com/office/drawing/2014/main" id="{32FB0234-F045-EA99-6FC2-E227181B3E5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1" name="Input_density__182">
              <a:extLst>
                <a:ext uri="{FF2B5EF4-FFF2-40B4-BE49-F238E27FC236}">
                  <a16:creationId xmlns:a16="http://schemas.microsoft.com/office/drawing/2014/main" id="{89323959-5B17-103F-CC23-51C596208FB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2" name="Input_density__183">
              <a:extLst>
                <a:ext uri="{FF2B5EF4-FFF2-40B4-BE49-F238E27FC236}">
                  <a16:creationId xmlns:a16="http://schemas.microsoft.com/office/drawing/2014/main" id="{06B86F2D-C8F6-B5E5-8159-70567B8067EB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3" name="Input_density__184">
              <a:extLst>
                <a:ext uri="{FF2B5EF4-FFF2-40B4-BE49-F238E27FC236}">
                  <a16:creationId xmlns:a16="http://schemas.microsoft.com/office/drawing/2014/main" id="{BD17BB3F-43E2-3294-9555-BA428340E30D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85">
              <a:extLst>
                <a:ext uri="{FF2B5EF4-FFF2-40B4-BE49-F238E27FC236}">
                  <a16:creationId xmlns:a16="http://schemas.microsoft.com/office/drawing/2014/main" id="{28C340E6-A8A2-B2DF-1AF7-1B2CF4E9B04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5" name="Input_density__186">
              <a:extLst>
                <a:ext uri="{FF2B5EF4-FFF2-40B4-BE49-F238E27FC236}">
                  <a16:creationId xmlns:a16="http://schemas.microsoft.com/office/drawing/2014/main" id="{7CC26DFD-0873-3EE2-4C4B-9C4F3E27BB83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6" name="Input_density__187">
              <a:extLst>
                <a:ext uri="{FF2B5EF4-FFF2-40B4-BE49-F238E27FC236}">
                  <a16:creationId xmlns:a16="http://schemas.microsoft.com/office/drawing/2014/main" id="{514F0AFC-C990-7587-7F14-EAE40E9B04D0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88">
              <a:extLst>
                <a:ext uri="{FF2B5EF4-FFF2-40B4-BE49-F238E27FC236}">
                  <a16:creationId xmlns:a16="http://schemas.microsoft.com/office/drawing/2014/main" id="{427332ED-6701-813D-9F32-AB6A7EF189C5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89">
              <a:extLst>
                <a:ext uri="{FF2B5EF4-FFF2-40B4-BE49-F238E27FC236}">
                  <a16:creationId xmlns:a16="http://schemas.microsoft.com/office/drawing/2014/main" id="{78FED795-F60F-1B13-7972-DEC67BB0B7BE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9" name="Input_density__190">
              <a:extLst>
                <a:ext uri="{FF2B5EF4-FFF2-40B4-BE49-F238E27FC236}">
                  <a16:creationId xmlns:a16="http://schemas.microsoft.com/office/drawing/2014/main" id="{A896E6BD-06AB-AC5D-3357-8F5108B170DD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0" name="Input_density__191">
              <a:extLst>
                <a:ext uri="{FF2B5EF4-FFF2-40B4-BE49-F238E27FC236}">
                  <a16:creationId xmlns:a16="http://schemas.microsoft.com/office/drawing/2014/main" id="{BFE5F93C-819A-5572-E60E-B020452BE09A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1" name="Input_density__192">
              <a:extLst>
                <a:ext uri="{FF2B5EF4-FFF2-40B4-BE49-F238E27FC236}">
                  <a16:creationId xmlns:a16="http://schemas.microsoft.com/office/drawing/2014/main" id="{3D3E8B3E-C253-99DF-C99C-D27633285DC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193">
              <a:extLst>
                <a:ext uri="{FF2B5EF4-FFF2-40B4-BE49-F238E27FC236}">
                  <a16:creationId xmlns:a16="http://schemas.microsoft.com/office/drawing/2014/main" id="{95EE7285-EBD4-BC13-81FE-442D06A4F412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3" name="Input_density__194">
              <a:extLst>
                <a:ext uri="{FF2B5EF4-FFF2-40B4-BE49-F238E27FC236}">
                  <a16:creationId xmlns:a16="http://schemas.microsoft.com/office/drawing/2014/main" id="{66C3EA5B-7E8C-FCE7-246D-FB69E197E070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4" name="Input_density__195">
              <a:extLst>
                <a:ext uri="{FF2B5EF4-FFF2-40B4-BE49-F238E27FC236}">
                  <a16:creationId xmlns:a16="http://schemas.microsoft.com/office/drawing/2014/main" id="{08960C3E-22E5-8785-9F89-6EEE72676C0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196">
              <a:extLst>
                <a:ext uri="{FF2B5EF4-FFF2-40B4-BE49-F238E27FC236}">
                  <a16:creationId xmlns:a16="http://schemas.microsoft.com/office/drawing/2014/main" id="{5CCB4188-71C0-F351-23D9-E96F9CB4FC3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6" name="Input_density__197">
              <a:extLst>
                <a:ext uri="{FF2B5EF4-FFF2-40B4-BE49-F238E27FC236}">
                  <a16:creationId xmlns:a16="http://schemas.microsoft.com/office/drawing/2014/main" id="{F07A2A6B-2FEE-4F3D-38FE-59EA84A00C0F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7" name="Input_density__198">
              <a:extLst>
                <a:ext uri="{FF2B5EF4-FFF2-40B4-BE49-F238E27FC236}">
                  <a16:creationId xmlns:a16="http://schemas.microsoft.com/office/drawing/2014/main" id="{F21DF109-A7CE-D945-291A-865C49E49463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8" name="Input_density__199">
              <a:extLst>
                <a:ext uri="{FF2B5EF4-FFF2-40B4-BE49-F238E27FC236}">
                  <a16:creationId xmlns:a16="http://schemas.microsoft.com/office/drawing/2014/main" id="{49C516E6-E413-DE19-D971-68284EA970C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0">
              <a:extLst>
                <a:ext uri="{FF2B5EF4-FFF2-40B4-BE49-F238E27FC236}">
                  <a16:creationId xmlns:a16="http://schemas.microsoft.com/office/drawing/2014/main" id="{846C7A82-6747-EC1A-72FF-2E40F50E2E92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0" name="Input_density__201">
              <a:extLst>
                <a:ext uri="{FF2B5EF4-FFF2-40B4-BE49-F238E27FC236}">
                  <a16:creationId xmlns:a16="http://schemas.microsoft.com/office/drawing/2014/main" id="{912AF239-D699-1FCA-432C-DD7A1DE91A4C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1" name="Input_density__202">
              <a:extLst>
                <a:ext uri="{FF2B5EF4-FFF2-40B4-BE49-F238E27FC236}">
                  <a16:creationId xmlns:a16="http://schemas.microsoft.com/office/drawing/2014/main" id="{6806A3B6-8776-66D2-AF07-A3C747E63B72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03">
              <a:extLst>
                <a:ext uri="{FF2B5EF4-FFF2-40B4-BE49-F238E27FC236}">
                  <a16:creationId xmlns:a16="http://schemas.microsoft.com/office/drawing/2014/main" id="{C7091E52-3200-0066-3C31-089793CF56D0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3" name="Input_density__204">
              <a:extLst>
                <a:ext uri="{FF2B5EF4-FFF2-40B4-BE49-F238E27FC236}">
                  <a16:creationId xmlns:a16="http://schemas.microsoft.com/office/drawing/2014/main" id="{A0EA0FB2-FEBB-1B65-65D3-7F901F989E46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4" name="Input_density__205">
              <a:extLst>
                <a:ext uri="{FF2B5EF4-FFF2-40B4-BE49-F238E27FC236}">
                  <a16:creationId xmlns:a16="http://schemas.microsoft.com/office/drawing/2014/main" id="{B107F561-6169-901A-15F4-435644AA5CCE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5" name="Input_density__206">
              <a:extLst>
                <a:ext uri="{FF2B5EF4-FFF2-40B4-BE49-F238E27FC236}">
                  <a16:creationId xmlns:a16="http://schemas.microsoft.com/office/drawing/2014/main" id="{16E54AB9-A87B-324B-EA7F-50161B67E21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6" name="Input_density__207">
              <a:extLst>
                <a:ext uri="{FF2B5EF4-FFF2-40B4-BE49-F238E27FC236}">
                  <a16:creationId xmlns:a16="http://schemas.microsoft.com/office/drawing/2014/main" id="{535F2CCA-DCDE-1AA7-4B8B-79747BF4A854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7" name="Input_density__208">
              <a:extLst>
                <a:ext uri="{FF2B5EF4-FFF2-40B4-BE49-F238E27FC236}">
                  <a16:creationId xmlns:a16="http://schemas.microsoft.com/office/drawing/2014/main" id="{35230017-0262-11C6-B95A-3F04E1182654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8" name="Input_density__209">
              <a:extLst>
                <a:ext uri="{FF2B5EF4-FFF2-40B4-BE49-F238E27FC236}">
                  <a16:creationId xmlns:a16="http://schemas.microsoft.com/office/drawing/2014/main" id="{F979DA38-7A65-9FCB-3A70-633FDEF54DA5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9" name="Input_density__210">
              <a:extLst>
                <a:ext uri="{FF2B5EF4-FFF2-40B4-BE49-F238E27FC236}">
                  <a16:creationId xmlns:a16="http://schemas.microsoft.com/office/drawing/2014/main" id="{3F058E91-B811-3D6E-3348-9BE55687062D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0" name="Input_density__211">
              <a:extLst>
                <a:ext uri="{FF2B5EF4-FFF2-40B4-BE49-F238E27FC236}">
                  <a16:creationId xmlns:a16="http://schemas.microsoft.com/office/drawing/2014/main" id="{4DB64BA1-707A-A4B5-42DA-19042188EC5F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12">
              <a:extLst>
                <a:ext uri="{FF2B5EF4-FFF2-40B4-BE49-F238E27FC236}">
                  <a16:creationId xmlns:a16="http://schemas.microsoft.com/office/drawing/2014/main" id="{40275CD4-1B67-4FA2-EBDB-E68DB4BBA60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2" name="Input_density__213">
              <a:extLst>
                <a:ext uri="{FF2B5EF4-FFF2-40B4-BE49-F238E27FC236}">
                  <a16:creationId xmlns:a16="http://schemas.microsoft.com/office/drawing/2014/main" id="{A084D4EC-9731-5CF3-261C-3F5788CAC3B8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3" name="Input_density__214">
              <a:extLst>
                <a:ext uri="{FF2B5EF4-FFF2-40B4-BE49-F238E27FC236}">
                  <a16:creationId xmlns:a16="http://schemas.microsoft.com/office/drawing/2014/main" id="{9721EAC7-E41A-6FE2-4E11-DDFC04D3259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4" name="Input_density__215">
              <a:extLst>
                <a:ext uri="{FF2B5EF4-FFF2-40B4-BE49-F238E27FC236}">
                  <a16:creationId xmlns:a16="http://schemas.microsoft.com/office/drawing/2014/main" id="{5C4AB2D6-4079-0C73-A174-4FCD1D4E7D76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25" name="Input_density__216">
              <a:extLst>
                <a:ext uri="{FF2B5EF4-FFF2-40B4-BE49-F238E27FC236}">
                  <a16:creationId xmlns:a16="http://schemas.microsoft.com/office/drawing/2014/main" id="{5BC2BA3A-D8C8-0411-801D-5A3C8178A09B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6" name="Input_density__217">
              <a:extLst>
                <a:ext uri="{FF2B5EF4-FFF2-40B4-BE49-F238E27FC236}">
                  <a16:creationId xmlns:a16="http://schemas.microsoft.com/office/drawing/2014/main" id="{F9C70FD8-9297-D71F-4198-3F607E4129A6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7" name="Input_density__218">
              <a:extLst>
                <a:ext uri="{FF2B5EF4-FFF2-40B4-BE49-F238E27FC236}">
                  <a16:creationId xmlns:a16="http://schemas.microsoft.com/office/drawing/2014/main" id="{28F797A5-0A67-0AC3-DA21-49EC58C697BF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8" name="Input_density__219">
              <a:extLst>
                <a:ext uri="{FF2B5EF4-FFF2-40B4-BE49-F238E27FC236}">
                  <a16:creationId xmlns:a16="http://schemas.microsoft.com/office/drawing/2014/main" id="{C9EBF3F3-E505-18A7-E689-11331BFAF34C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9" name="Input_density__220">
              <a:extLst>
                <a:ext uri="{FF2B5EF4-FFF2-40B4-BE49-F238E27FC236}">
                  <a16:creationId xmlns:a16="http://schemas.microsoft.com/office/drawing/2014/main" id="{15DEFCFD-B50D-FAED-52F6-BDC7C5D9EE0E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30" name="Input_density__221">
              <a:extLst>
                <a:ext uri="{FF2B5EF4-FFF2-40B4-BE49-F238E27FC236}">
                  <a16:creationId xmlns:a16="http://schemas.microsoft.com/office/drawing/2014/main" id="{B7D36AE7-4757-46E8-16F3-2B61761E1E1B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31" name="Input_density__222">
              <a:extLst>
                <a:ext uri="{FF2B5EF4-FFF2-40B4-BE49-F238E27FC236}">
                  <a16:creationId xmlns:a16="http://schemas.microsoft.com/office/drawing/2014/main" id="{9315F46E-8849-56FE-C62E-A30932F7AEF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32" name="Input_density__223">
              <a:extLst>
                <a:ext uri="{FF2B5EF4-FFF2-40B4-BE49-F238E27FC236}">
                  <a16:creationId xmlns:a16="http://schemas.microsoft.com/office/drawing/2014/main" id="{6326DD19-FA10-5D5C-C1E8-9DA8005C803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33" name="Input_density__224">
              <a:extLst>
                <a:ext uri="{FF2B5EF4-FFF2-40B4-BE49-F238E27FC236}">
                  <a16:creationId xmlns:a16="http://schemas.microsoft.com/office/drawing/2014/main" id="{0ED123BA-1EBC-03B6-1570-2FE87A8F79CB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4" name="Input_density__225">
              <a:extLst>
                <a:ext uri="{FF2B5EF4-FFF2-40B4-BE49-F238E27FC236}">
                  <a16:creationId xmlns:a16="http://schemas.microsoft.com/office/drawing/2014/main" id="{98350386-C51E-8965-8508-41AF606B780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14AB21BD-0738-3971-E58F-22FD1AF0E9C2}"/>
              </a:ext>
            </a:extLst>
          </p:cNvPr>
          <p:cNvSpPr/>
          <p:nvPr/>
        </p:nvSpPr>
        <p:spPr>
          <a:xfrm>
            <a:off x="526966" y="1028349"/>
            <a:ext cx="617009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1AFB2E9B-EC7E-ADA0-104A-56340DD72AED}"/>
              </a:ext>
            </a:extLst>
          </p:cNvPr>
          <p:cNvSpPr txBox="1"/>
          <p:nvPr/>
        </p:nvSpPr>
        <p:spPr>
          <a:xfrm>
            <a:off x="5046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0224D5DB-70D3-18F6-97AE-C711EDDE6B08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E6960B20-6980-652D-6074-AC25569C5904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1F6060D3-DE65-C062-2083-854CAFD95E61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58F53CF-0188-2363-2658-06DE9D36277A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C82B97A2-A714-3558-F1D3-9BD3905C4445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92EC81E4-D5C2-9F26-F151-A7A2199B384A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39A919B5-9E99-7528-F658-8CAE4AC0DF6C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D8B46DD5-63B2-D11B-3B7F-43FB99F307F6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93572BF9-C192-BF24-40C2-7E6A3D8072C9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DFC17B53-AD9D-A0B2-DFD4-97B8BF06C735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7CE0D72C-27F9-01CA-1CB3-4C679221497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F049DDC3-D9E6-B1B1-E77D-DE2D60E0B72D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3E390D46-07F7-3356-E8C9-B21E734BE31C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186B5FDB-5CD4-C486-03C2-AF6661702E3F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C1F3523D-4464-AA27-0D5A-341B72BF5DC0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57550D94-17D1-3364-8853-93A620970B09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28D7C6CE-432E-67E9-319B-9494FC1BC259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05ABE63F-D27F-2AD7-F0DF-9E904210D620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233011C0-313C-AEB8-3B67-3791EE83F34E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34626515-1D87-9FDA-5AEA-4198E9C0C796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DCE41B2-2E01-FBE3-8235-83692EF5BE46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EC7471F0-B616-F446-8F29-348B52DFAE2C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A7408153-9908-5636-6A96-3F0E71520D11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7A932570-2415-843E-18DB-BC2212C80506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CA3673D2-A768-9CA4-423F-8375A7AAC506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54162E2B-08E5-057D-BCC8-A09D96285DE5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228B4CC4-5346-AC7A-296E-8F1434C52B94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C9039F06-A72E-4274-BECF-E151458F1942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EBFD3430-2730-BF3C-0DAB-1989073F6844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F1C3FEFB-CA97-898D-E70A-CE0DFBF02FA6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93F6E4B1-3011-2CAB-4B03-6D60D3A9A05A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B2163DE5-2007-97BF-575D-0ADC3652DE11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E4737E89-C8AD-2FE6-D8AB-5604DADFB979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F7DE79B6-D4B1-A669-2B5B-788DBB4668E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24402ACB-ADC4-BE0F-EAFA-77CEF2230160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5C99D413-5AC5-C399-BAA0-33BF7E141EF9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D52D8069-C97E-F538-7DA8-8C73712E278E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458048F6-8E44-0F4D-6544-D298AF105668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97E80F6E-2AD2-1648-04FD-EB92CCDC094E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C21535E3-74D8-98D1-DBDF-AE123E75ABBC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CBBC9D5-0A50-8784-9F9D-6B6837257A57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E4E436C1-F914-C694-FC09-9A2775105A2C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E64E5D5D-42B7-B6E8-5BCE-0AF6815A1A1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29979441-9A46-FD4F-5EF9-57D1E2D96675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F5D3C83-AE82-D734-D3CC-10B1412F7776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09FFE84E-9924-0ACA-D90F-A502C9C7874F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C384FA75-B638-A6DE-B03F-D504195EF10B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0E7D741-3CFD-6EAA-89A5-76BD160B2CFF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584FDB94-F506-121E-C5F9-05EF5331340A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42B24C65-7489-ECF4-C3E9-A43A2EF1AEB5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10DAC03B-268C-BD36-FEC5-73D7DBC65CDB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0B3E2258-853D-1B36-3E49-3E1FC080224B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809ED377-5087-C99A-6955-08DB4FF0972C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0BE307F8-719A-F0E1-D336-58B62E1A92F6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1DC0B83A-DEC0-965E-1008-1DBADCC8D14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0B32DA57-DF68-0F03-1BC8-03B9188EC407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F43A6604-BF37-CD1B-980F-9691C418A21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71B94517-9187-EACC-C2F9-F0A100A2FF16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150A2265-B213-E00D-118C-2309C7D6B84E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7BEB720C-F094-6C41-B944-10D2EA845389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56D62EE8-83F4-C44F-4AE7-E5DCA86B073C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BC769BC7-3981-0A8F-5443-4DB7CEC5AA84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8058E67F-5404-B2A7-4150-4CD685DDBA99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4D129D8-CF4D-78C0-9E7C-35AA92AD1F99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DD89AE60-F007-F280-C3BC-2B89A7F1A62D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9C55D576-C82E-113B-96EE-BD026E9BA80B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E62C946C-0DFB-2B89-E45F-0635A47D15AD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BA963F5B-43A7-680E-A112-89D10CA5E621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378E1708-574E-1D32-E1FD-11235C8C30F1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grpSp>
        <p:nvGrpSpPr>
          <p:cNvPr id="306" name="Match | Fig1 Density">
            <a:extLst>
              <a:ext uri="{FF2B5EF4-FFF2-40B4-BE49-F238E27FC236}">
                <a16:creationId xmlns:a16="http://schemas.microsoft.com/office/drawing/2014/main" id="{7647A414-DB63-4923-B9CF-04302CFA6544}"/>
              </a:ext>
            </a:extLst>
          </p:cNvPr>
          <p:cNvGrpSpPr/>
          <p:nvPr/>
        </p:nvGrpSpPr>
        <p:grpSpPr>
          <a:xfrm>
            <a:off x="1084665" y="2373113"/>
            <a:ext cx="292648" cy="348056"/>
            <a:chOff x="496477" y="1485900"/>
            <a:chExt cx="1521646" cy="1809750"/>
          </a:xfrm>
        </p:grpSpPr>
        <p:sp>
          <p:nvSpPr>
            <p:cNvPr id="307" name="Input_density__7">
              <a:extLst>
                <a:ext uri="{FF2B5EF4-FFF2-40B4-BE49-F238E27FC236}">
                  <a16:creationId xmlns:a16="http://schemas.microsoft.com/office/drawing/2014/main" id="{10C3C8E1-3249-6CFE-08B3-FFB325CC7E82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08" name="Input_density__8">
              <a:extLst>
                <a:ext uri="{FF2B5EF4-FFF2-40B4-BE49-F238E27FC236}">
                  <a16:creationId xmlns:a16="http://schemas.microsoft.com/office/drawing/2014/main" id="{2600CC3B-A58D-C400-0F3A-3D4423346E14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09" name="Input_density__9">
              <a:extLst>
                <a:ext uri="{FF2B5EF4-FFF2-40B4-BE49-F238E27FC236}">
                  <a16:creationId xmlns:a16="http://schemas.microsoft.com/office/drawing/2014/main" id="{FD5B258C-6D50-3B1B-BA2B-9676A4918771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0" name="Input_density__10">
              <a:extLst>
                <a:ext uri="{FF2B5EF4-FFF2-40B4-BE49-F238E27FC236}">
                  <a16:creationId xmlns:a16="http://schemas.microsoft.com/office/drawing/2014/main" id="{A4AE56FA-3045-5D0E-48BD-81228D58803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11" name="Input_density__11">
              <a:extLst>
                <a:ext uri="{FF2B5EF4-FFF2-40B4-BE49-F238E27FC236}">
                  <a16:creationId xmlns:a16="http://schemas.microsoft.com/office/drawing/2014/main" id="{3BF5A175-2C3B-C5F9-61B3-40D2200C8066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12" name="Input_density__12">
              <a:extLst>
                <a:ext uri="{FF2B5EF4-FFF2-40B4-BE49-F238E27FC236}">
                  <a16:creationId xmlns:a16="http://schemas.microsoft.com/office/drawing/2014/main" id="{8E7870E5-9B90-C132-CA97-9988C3C5C7A7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3" name="Input_density__13">
              <a:extLst>
                <a:ext uri="{FF2B5EF4-FFF2-40B4-BE49-F238E27FC236}">
                  <a16:creationId xmlns:a16="http://schemas.microsoft.com/office/drawing/2014/main" id="{9E4EF4A3-0727-BCC8-96E3-10B073AEFC7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14" name="Input_density__14">
              <a:extLst>
                <a:ext uri="{FF2B5EF4-FFF2-40B4-BE49-F238E27FC236}">
                  <a16:creationId xmlns:a16="http://schemas.microsoft.com/office/drawing/2014/main" id="{4DE87168-F97C-26DD-0724-416400E40157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15" name="Input_density__15">
              <a:extLst>
                <a:ext uri="{FF2B5EF4-FFF2-40B4-BE49-F238E27FC236}">
                  <a16:creationId xmlns:a16="http://schemas.microsoft.com/office/drawing/2014/main" id="{90C36B30-7D80-D583-0E4A-65D408659731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16" name="Input_density__16">
              <a:extLst>
                <a:ext uri="{FF2B5EF4-FFF2-40B4-BE49-F238E27FC236}">
                  <a16:creationId xmlns:a16="http://schemas.microsoft.com/office/drawing/2014/main" id="{E45FC15B-AC34-3121-864A-0E1B274EC85E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7" name="Input_density__17">
              <a:extLst>
                <a:ext uri="{FF2B5EF4-FFF2-40B4-BE49-F238E27FC236}">
                  <a16:creationId xmlns:a16="http://schemas.microsoft.com/office/drawing/2014/main" id="{1A25169E-E256-9F0D-2526-B670CA909BED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18" name="Input_density__18">
              <a:extLst>
                <a:ext uri="{FF2B5EF4-FFF2-40B4-BE49-F238E27FC236}">
                  <a16:creationId xmlns:a16="http://schemas.microsoft.com/office/drawing/2014/main" id="{3F22F04A-139E-896A-08DA-729D7EFAA5B2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19" name="Input_density__19">
              <a:extLst>
                <a:ext uri="{FF2B5EF4-FFF2-40B4-BE49-F238E27FC236}">
                  <a16:creationId xmlns:a16="http://schemas.microsoft.com/office/drawing/2014/main" id="{9130C448-4541-8031-414B-2468778E933B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20" name="Input_density__20">
              <a:extLst>
                <a:ext uri="{FF2B5EF4-FFF2-40B4-BE49-F238E27FC236}">
                  <a16:creationId xmlns:a16="http://schemas.microsoft.com/office/drawing/2014/main" id="{A2276867-52A6-9629-B265-1059DCFEB52F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21" name="Input_density__21">
              <a:extLst>
                <a:ext uri="{FF2B5EF4-FFF2-40B4-BE49-F238E27FC236}">
                  <a16:creationId xmlns:a16="http://schemas.microsoft.com/office/drawing/2014/main" id="{A70D40EF-5118-43B8-5988-DE4AF1F10719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22" name="Input_density__22">
              <a:extLst>
                <a:ext uri="{FF2B5EF4-FFF2-40B4-BE49-F238E27FC236}">
                  <a16:creationId xmlns:a16="http://schemas.microsoft.com/office/drawing/2014/main" id="{9854FB10-7BCB-36F9-4DBB-BF464E5AB87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3" name="Input_density__23">
              <a:extLst>
                <a:ext uri="{FF2B5EF4-FFF2-40B4-BE49-F238E27FC236}">
                  <a16:creationId xmlns:a16="http://schemas.microsoft.com/office/drawing/2014/main" id="{DCCD180F-971B-CAAC-5085-8BEF2450107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24" name="Input_density__24">
              <a:extLst>
                <a:ext uri="{FF2B5EF4-FFF2-40B4-BE49-F238E27FC236}">
                  <a16:creationId xmlns:a16="http://schemas.microsoft.com/office/drawing/2014/main" id="{0416DEEE-DFDF-3745-9FD6-05629453F1D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25" name="Input_density__25">
              <a:extLst>
                <a:ext uri="{FF2B5EF4-FFF2-40B4-BE49-F238E27FC236}">
                  <a16:creationId xmlns:a16="http://schemas.microsoft.com/office/drawing/2014/main" id="{54951B1F-809B-A1DD-02C4-AE850F3A3F48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26" name="Input_density__26">
              <a:extLst>
                <a:ext uri="{FF2B5EF4-FFF2-40B4-BE49-F238E27FC236}">
                  <a16:creationId xmlns:a16="http://schemas.microsoft.com/office/drawing/2014/main" id="{FA045B25-3D34-DE8E-8FCE-6A20DFCFE94A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27" name="Input_density__27">
              <a:extLst>
                <a:ext uri="{FF2B5EF4-FFF2-40B4-BE49-F238E27FC236}">
                  <a16:creationId xmlns:a16="http://schemas.microsoft.com/office/drawing/2014/main" id="{AA5EE187-A6CF-8DD0-378E-6612DE1FB737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28" name="Input_density__28">
              <a:extLst>
                <a:ext uri="{FF2B5EF4-FFF2-40B4-BE49-F238E27FC236}">
                  <a16:creationId xmlns:a16="http://schemas.microsoft.com/office/drawing/2014/main" id="{ACA81071-C791-0A9B-0D5D-F2CF7366A13D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29" name="Input_density__29">
              <a:extLst>
                <a:ext uri="{FF2B5EF4-FFF2-40B4-BE49-F238E27FC236}">
                  <a16:creationId xmlns:a16="http://schemas.microsoft.com/office/drawing/2014/main" id="{1FBE75EC-4552-4725-876E-46F3FFEDA182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30" name="Input_density__30">
              <a:extLst>
                <a:ext uri="{FF2B5EF4-FFF2-40B4-BE49-F238E27FC236}">
                  <a16:creationId xmlns:a16="http://schemas.microsoft.com/office/drawing/2014/main" id="{0FE49A56-2B4E-AAF1-9604-BD4ECC9ECB13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31" name="Input_density__31">
              <a:extLst>
                <a:ext uri="{FF2B5EF4-FFF2-40B4-BE49-F238E27FC236}">
                  <a16:creationId xmlns:a16="http://schemas.microsoft.com/office/drawing/2014/main" id="{7397E146-9695-9B41-0FFA-3524E854D23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2" name="Input_density__32">
              <a:extLst>
                <a:ext uri="{FF2B5EF4-FFF2-40B4-BE49-F238E27FC236}">
                  <a16:creationId xmlns:a16="http://schemas.microsoft.com/office/drawing/2014/main" id="{CFA386BD-6AAA-5222-AD07-C1EB564FABFE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33" name="Input_density__33">
              <a:extLst>
                <a:ext uri="{FF2B5EF4-FFF2-40B4-BE49-F238E27FC236}">
                  <a16:creationId xmlns:a16="http://schemas.microsoft.com/office/drawing/2014/main" id="{9019DCFD-33A1-B451-4846-1AE529279CDD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34" name="Input_density__34">
              <a:extLst>
                <a:ext uri="{FF2B5EF4-FFF2-40B4-BE49-F238E27FC236}">
                  <a16:creationId xmlns:a16="http://schemas.microsoft.com/office/drawing/2014/main" id="{56266281-E48A-82DF-E73F-643C81E6D8E4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35" name="Input_density__35">
              <a:extLst>
                <a:ext uri="{FF2B5EF4-FFF2-40B4-BE49-F238E27FC236}">
                  <a16:creationId xmlns:a16="http://schemas.microsoft.com/office/drawing/2014/main" id="{6451FCB3-A0F8-140A-226B-559869B8C59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36" name="Input_density__36">
              <a:extLst>
                <a:ext uri="{FF2B5EF4-FFF2-40B4-BE49-F238E27FC236}">
                  <a16:creationId xmlns:a16="http://schemas.microsoft.com/office/drawing/2014/main" id="{AD35D20F-DBCA-DBB7-0CD2-5470582E4C6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7" name="Input_density__37">
              <a:extLst>
                <a:ext uri="{FF2B5EF4-FFF2-40B4-BE49-F238E27FC236}">
                  <a16:creationId xmlns:a16="http://schemas.microsoft.com/office/drawing/2014/main" id="{FEC481DE-4685-7D4B-E255-9A8E202F2207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38" name="Input_density__38">
              <a:extLst>
                <a:ext uri="{FF2B5EF4-FFF2-40B4-BE49-F238E27FC236}">
                  <a16:creationId xmlns:a16="http://schemas.microsoft.com/office/drawing/2014/main" id="{7A377BE5-EBC6-12FC-5F80-D48EBB77E84D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39" name="Input_density__39">
              <a:extLst>
                <a:ext uri="{FF2B5EF4-FFF2-40B4-BE49-F238E27FC236}">
                  <a16:creationId xmlns:a16="http://schemas.microsoft.com/office/drawing/2014/main" id="{F451F3AD-E673-FAF6-0050-1274F5747194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40" name="Input_density__40">
              <a:extLst>
                <a:ext uri="{FF2B5EF4-FFF2-40B4-BE49-F238E27FC236}">
                  <a16:creationId xmlns:a16="http://schemas.microsoft.com/office/drawing/2014/main" id="{7D6F98D6-6B51-D59B-E0DC-D6C0A7E0DD68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1" name="Input_density__41">
              <a:extLst>
                <a:ext uri="{FF2B5EF4-FFF2-40B4-BE49-F238E27FC236}">
                  <a16:creationId xmlns:a16="http://schemas.microsoft.com/office/drawing/2014/main" id="{72EC6898-F71B-F88C-8115-108C4A2DBF4F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42" name="Input_density__42">
              <a:extLst>
                <a:ext uri="{FF2B5EF4-FFF2-40B4-BE49-F238E27FC236}">
                  <a16:creationId xmlns:a16="http://schemas.microsoft.com/office/drawing/2014/main" id="{88091518-273C-1B05-EA89-68918754B514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43" name="Input_density__43">
              <a:extLst>
                <a:ext uri="{FF2B5EF4-FFF2-40B4-BE49-F238E27FC236}">
                  <a16:creationId xmlns:a16="http://schemas.microsoft.com/office/drawing/2014/main" id="{349147D3-65A2-F2E0-92D8-E021A1F77060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44" name="Input_density__44">
              <a:extLst>
                <a:ext uri="{FF2B5EF4-FFF2-40B4-BE49-F238E27FC236}">
                  <a16:creationId xmlns:a16="http://schemas.microsoft.com/office/drawing/2014/main" id="{AA88D328-FA24-DF1C-6EF5-907EF67A5333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45" name="Input_density__45">
              <a:extLst>
                <a:ext uri="{FF2B5EF4-FFF2-40B4-BE49-F238E27FC236}">
                  <a16:creationId xmlns:a16="http://schemas.microsoft.com/office/drawing/2014/main" id="{65C14DB7-934C-A247-ADCE-6F9812A2782F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46" name="Input_density__46">
              <a:extLst>
                <a:ext uri="{FF2B5EF4-FFF2-40B4-BE49-F238E27FC236}">
                  <a16:creationId xmlns:a16="http://schemas.microsoft.com/office/drawing/2014/main" id="{FC39FFEE-AB6B-3F36-A17F-34E7C3CDE9C7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47" name="Input_density__47">
              <a:extLst>
                <a:ext uri="{FF2B5EF4-FFF2-40B4-BE49-F238E27FC236}">
                  <a16:creationId xmlns:a16="http://schemas.microsoft.com/office/drawing/2014/main" id="{7F38F768-ABE6-042D-1710-056B28212431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8" name="Input_density__48">
              <a:extLst>
                <a:ext uri="{FF2B5EF4-FFF2-40B4-BE49-F238E27FC236}">
                  <a16:creationId xmlns:a16="http://schemas.microsoft.com/office/drawing/2014/main" id="{365BEF18-E6A5-2247-540E-99695BC7F186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49" name="Input_density__49">
              <a:extLst>
                <a:ext uri="{FF2B5EF4-FFF2-40B4-BE49-F238E27FC236}">
                  <a16:creationId xmlns:a16="http://schemas.microsoft.com/office/drawing/2014/main" id="{F0E2B5B0-8CD7-DF30-333F-605FEA3B7B66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50" name="Input_density__50">
              <a:extLst>
                <a:ext uri="{FF2B5EF4-FFF2-40B4-BE49-F238E27FC236}">
                  <a16:creationId xmlns:a16="http://schemas.microsoft.com/office/drawing/2014/main" id="{6FC0AA97-D489-697D-3B1E-DABF767C3C56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1" name="Input_density__51">
              <a:extLst>
                <a:ext uri="{FF2B5EF4-FFF2-40B4-BE49-F238E27FC236}">
                  <a16:creationId xmlns:a16="http://schemas.microsoft.com/office/drawing/2014/main" id="{36F6F783-B9DB-7CEE-7436-528C43E3CF6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52" name="Input_density__52">
              <a:extLst>
                <a:ext uri="{FF2B5EF4-FFF2-40B4-BE49-F238E27FC236}">
                  <a16:creationId xmlns:a16="http://schemas.microsoft.com/office/drawing/2014/main" id="{465BB863-3DCF-6F2C-25DC-F11B0EA74D71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53" name="Input_density__53">
              <a:extLst>
                <a:ext uri="{FF2B5EF4-FFF2-40B4-BE49-F238E27FC236}">
                  <a16:creationId xmlns:a16="http://schemas.microsoft.com/office/drawing/2014/main" id="{1F8BA825-AE10-6EEF-58D8-B6A683E348FF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54" name="Input_density__54">
              <a:extLst>
                <a:ext uri="{FF2B5EF4-FFF2-40B4-BE49-F238E27FC236}">
                  <a16:creationId xmlns:a16="http://schemas.microsoft.com/office/drawing/2014/main" id="{BF1125E8-A256-B0B8-6CDC-C31E59C447A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5" name="Input_density__55">
              <a:extLst>
                <a:ext uri="{FF2B5EF4-FFF2-40B4-BE49-F238E27FC236}">
                  <a16:creationId xmlns:a16="http://schemas.microsoft.com/office/drawing/2014/main" id="{B41E4F5C-AA6F-0B33-07AF-A4319A826233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56" name="Input_density__56">
              <a:extLst>
                <a:ext uri="{FF2B5EF4-FFF2-40B4-BE49-F238E27FC236}">
                  <a16:creationId xmlns:a16="http://schemas.microsoft.com/office/drawing/2014/main" id="{0F7A1DF9-10F3-633D-CF32-FCDF71493FD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57" name="Input_density__57">
              <a:extLst>
                <a:ext uri="{FF2B5EF4-FFF2-40B4-BE49-F238E27FC236}">
                  <a16:creationId xmlns:a16="http://schemas.microsoft.com/office/drawing/2014/main" id="{9D8B0B8C-149A-21A9-D652-0E42923DAFCC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58" name="Input_density__58">
              <a:extLst>
                <a:ext uri="{FF2B5EF4-FFF2-40B4-BE49-F238E27FC236}">
                  <a16:creationId xmlns:a16="http://schemas.microsoft.com/office/drawing/2014/main" id="{895ED3DC-0CF4-614D-F0B2-B23B223DE835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59" name="Input_density__59">
              <a:extLst>
                <a:ext uri="{FF2B5EF4-FFF2-40B4-BE49-F238E27FC236}">
                  <a16:creationId xmlns:a16="http://schemas.microsoft.com/office/drawing/2014/main" id="{9AD59C61-5233-A1D7-D549-BD7650868F3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60" name="Input_density__60">
              <a:extLst>
                <a:ext uri="{FF2B5EF4-FFF2-40B4-BE49-F238E27FC236}">
                  <a16:creationId xmlns:a16="http://schemas.microsoft.com/office/drawing/2014/main" id="{75B924A6-C47E-DE66-398B-14FCC4AED00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61" name="Input_density__61">
              <a:extLst>
                <a:ext uri="{FF2B5EF4-FFF2-40B4-BE49-F238E27FC236}">
                  <a16:creationId xmlns:a16="http://schemas.microsoft.com/office/drawing/2014/main" id="{1D89003E-ED49-AF51-F3A7-B08698568A5B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62" name="Input_density__62">
              <a:extLst>
                <a:ext uri="{FF2B5EF4-FFF2-40B4-BE49-F238E27FC236}">
                  <a16:creationId xmlns:a16="http://schemas.microsoft.com/office/drawing/2014/main" id="{93256AAC-061A-CEE2-8679-87DF6C1C14A8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3" name="Input_density__63">
              <a:extLst>
                <a:ext uri="{FF2B5EF4-FFF2-40B4-BE49-F238E27FC236}">
                  <a16:creationId xmlns:a16="http://schemas.microsoft.com/office/drawing/2014/main" id="{66175C7F-FB50-6212-8201-6E217EB42B2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64" name="Input_density__64">
              <a:extLst>
                <a:ext uri="{FF2B5EF4-FFF2-40B4-BE49-F238E27FC236}">
                  <a16:creationId xmlns:a16="http://schemas.microsoft.com/office/drawing/2014/main" id="{1AD4F0B1-2B9B-9002-9019-9B5A4B87E78F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65" name="Input_density__65">
              <a:extLst>
                <a:ext uri="{FF2B5EF4-FFF2-40B4-BE49-F238E27FC236}">
                  <a16:creationId xmlns:a16="http://schemas.microsoft.com/office/drawing/2014/main" id="{981A5180-97F1-A4FF-2D25-FEE8A8C7F7BB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66" name="Input_density__66">
              <a:extLst>
                <a:ext uri="{FF2B5EF4-FFF2-40B4-BE49-F238E27FC236}">
                  <a16:creationId xmlns:a16="http://schemas.microsoft.com/office/drawing/2014/main" id="{50D7FFF5-510E-724E-AA05-A517331D2422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67" name="Input_density__67">
              <a:extLst>
                <a:ext uri="{FF2B5EF4-FFF2-40B4-BE49-F238E27FC236}">
                  <a16:creationId xmlns:a16="http://schemas.microsoft.com/office/drawing/2014/main" id="{7FF96621-1F3C-4F23-87AC-A2FE6031EA48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68" name="Input_density__68">
              <a:extLst>
                <a:ext uri="{FF2B5EF4-FFF2-40B4-BE49-F238E27FC236}">
                  <a16:creationId xmlns:a16="http://schemas.microsoft.com/office/drawing/2014/main" id="{6F4F2FE9-A1A4-0E1E-7137-FCE505BEE7A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9" name="Input_density__69">
              <a:extLst>
                <a:ext uri="{FF2B5EF4-FFF2-40B4-BE49-F238E27FC236}">
                  <a16:creationId xmlns:a16="http://schemas.microsoft.com/office/drawing/2014/main" id="{AC1E0439-87BB-90AD-CE63-65BC2E845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0" name="Input_density__70">
              <a:extLst>
                <a:ext uri="{FF2B5EF4-FFF2-40B4-BE49-F238E27FC236}">
                  <a16:creationId xmlns:a16="http://schemas.microsoft.com/office/drawing/2014/main" id="{F13651C4-84EC-72AE-E5A5-EE533972D19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371" name="Input_density__71">
              <a:extLst>
                <a:ext uri="{FF2B5EF4-FFF2-40B4-BE49-F238E27FC236}">
                  <a16:creationId xmlns:a16="http://schemas.microsoft.com/office/drawing/2014/main" id="{6AFB956F-65F7-017F-A87A-2B3A4BA147C1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72" name="Input_density__72">
              <a:extLst>
                <a:ext uri="{FF2B5EF4-FFF2-40B4-BE49-F238E27FC236}">
                  <a16:creationId xmlns:a16="http://schemas.microsoft.com/office/drawing/2014/main" id="{5C8338A6-7957-3769-1DB4-F216AE20AD7A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73" name="Input_density__73">
              <a:extLst>
                <a:ext uri="{FF2B5EF4-FFF2-40B4-BE49-F238E27FC236}">
                  <a16:creationId xmlns:a16="http://schemas.microsoft.com/office/drawing/2014/main" id="{A2014B90-B4F5-9352-F986-1D10812E8EA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4" name="Input_density__74">
              <a:extLst>
                <a:ext uri="{FF2B5EF4-FFF2-40B4-BE49-F238E27FC236}">
                  <a16:creationId xmlns:a16="http://schemas.microsoft.com/office/drawing/2014/main" id="{5709F315-8580-F144-A227-964B71E8B0F3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5" name="Input_density__75">
              <a:extLst>
                <a:ext uri="{FF2B5EF4-FFF2-40B4-BE49-F238E27FC236}">
                  <a16:creationId xmlns:a16="http://schemas.microsoft.com/office/drawing/2014/main" id="{53571331-4B4E-20C1-2820-567145A99181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76" name="Input_density__76">
              <a:extLst>
                <a:ext uri="{FF2B5EF4-FFF2-40B4-BE49-F238E27FC236}">
                  <a16:creationId xmlns:a16="http://schemas.microsoft.com/office/drawing/2014/main" id="{D38455F1-6523-485D-F330-D174B91785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77" name="Input_density__77">
              <a:extLst>
                <a:ext uri="{FF2B5EF4-FFF2-40B4-BE49-F238E27FC236}">
                  <a16:creationId xmlns:a16="http://schemas.microsoft.com/office/drawing/2014/main" id="{EC812035-3AEC-560F-E7A8-E0E058E04DEA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78" name="Input_density__78">
              <a:extLst>
                <a:ext uri="{FF2B5EF4-FFF2-40B4-BE49-F238E27FC236}">
                  <a16:creationId xmlns:a16="http://schemas.microsoft.com/office/drawing/2014/main" id="{4D183325-DA19-BD32-81AD-8A80CB922AB4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79" name="Input_density__79">
              <a:extLst>
                <a:ext uri="{FF2B5EF4-FFF2-40B4-BE49-F238E27FC236}">
                  <a16:creationId xmlns:a16="http://schemas.microsoft.com/office/drawing/2014/main" id="{33911930-56F2-3B62-A3F8-E467D041ED8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0" name="Input_density__80">
              <a:extLst>
                <a:ext uri="{FF2B5EF4-FFF2-40B4-BE49-F238E27FC236}">
                  <a16:creationId xmlns:a16="http://schemas.microsoft.com/office/drawing/2014/main" id="{982D8A0B-67BA-B851-A7A4-88FB97F95BE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1" name="Input_density__81">
              <a:extLst>
                <a:ext uri="{FF2B5EF4-FFF2-40B4-BE49-F238E27FC236}">
                  <a16:creationId xmlns:a16="http://schemas.microsoft.com/office/drawing/2014/main" id="{52530DC2-3829-5BA2-FEEE-E433F0733653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82" name="Input_density__82">
              <a:extLst>
                <a:ext uri="{FF2B5EF4-FFF2-40B4-BE49-F238E27FC236}">
                  <a16:creationId xmlns:a16="http://schemas.microsoft.com/office/drawing/2014/main" id="{DA045E96-D819-70FB-A05E-AA33896A7C6C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83" name="Input_density__83">
              <a:extLst>
                <a:ext uri="{FF2B5EF4-FFF2-40B4-BE49-F238E27FC236}">
                  <a16:creationId xmlns:a16="http://schemas.microsoft.com/office/drawing/2014/main" id="{6CD5BFC0-AFDA-6A6A-1A58-A7763F400C89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4" name="Input_density__84">
              <a:extLst>
                <a:ext uri="{FF2B5EF4-FFF2-40B4-BE49-F238E27FC236}">
                  <a16:creationId xmlns:a16="http://schemas.microsoft.com/office/drawing/2014/main" id="{4481E96C-19EC-E616-E626-C82BF3DD4BF2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85" name="Input_density__85">
              <a:extLst>
                <a:ext uri="{FF2B5EF4-FFF2-40B4-BE49-F238E27FC236}">
                  <a16:creationId xmlns:a16="http://schemas.microsoft.com/office/drawing/2014/main" id="{5A17ECBF-8A46-5506-5FCB-561AEBAC12B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86" name="Input_density__86">
              <a:extLst>
                <a:ext uri="{FF2B5EF4-FFF2-40B4-BE49-F238E27FC236}">
                  <a16:creationId xmlns:a16="http://schemas.microsoft.com/office/drawing/2014/main" id="{BE4066CF-E4B5-0EB2-295B-3C44F78389F5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87" name="Input_density__87">
              <a:extLst>
                <a:ext uri="{FF2B5EF4-FFF2-40B4-BE49-F238E27FC236}">
                  <a16:creationId xmlns:a16="http://schemas.microsoft.com/office/drawing/2014/main" id="{3E94413D-CAF7-28F3-3B15-96C05BA10B3F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8" name="Input_density__88">
              <a:extLst>
                <a:ext uri="{FF2B5EF4-FFF2-40B4-BE49-F238E27FC236}">
                  <a16:creationId xmlns:a16="http://schemas.microsoft.com/office/drawing/2014/main" id="{E34A490B-30CC-0FC3-38B0-F55E2A26C762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89" name="Input_density__89">
              <a:extLst>
                <a:ext uri="{FF2B5EF4-FFF2-40B4-BE49-F238E27FC236}">
                  <a16:creationId xmlns:a16="http://schemas.microsoft.com/office/drawing/2014/main" id="{2B0B3499-B0B8-59B4-FB7B-F07C3D0145D6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0" name="Input_density__90">
              <a:extLst>
                <a:ext uri="{FF2B5EF4-FFF2-40B4-BE49-F238E27FC236}">
                  <a16:creationId xmlns:a16="http://schemas.microsoft.com/office/drawing/2014/main" id="{5BAFBEBA-46B8-AE57-29F8-5A28D1303935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1" name="Input_density__91">
              <a:extLst>
                <a:ext uri="{FF2B5EF4-FFF2-40B4-BE49-F238E27FC236}">
                  <a16:creationId xmlns:a16="http://schemas.microsoft.com/office/drawing/2014/main" id="{0909DF9B-A0BA-C8BD-7F99-B642CA56299F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2" name="Input_density__92">
              <a:extLst>
                <a:ext uri="{FF2B5EF4-FFF2-40B4-BE49-F238E27FC236}">
                  <a16:creationId xmlns:a16="http://schemas.microsoft.com/office/drawing/2014/main" id="{E45AD1D1-5990-E18B-6B6A-70BD738E9F0C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93" name="Input_density__93">
              <a:extLst>
                <a:ext uri="{FF2B5EF4-FFF2-40B4-BE49-F238E27FC236}">
                  <a16:creationId xmlns:a16="http://schemas.microsoft.com/office/drawing/2014/main" id="{5B5C266F-82E4-747F-871C-D7127B50805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94" name="Input_density__94">
              <a:extLst>
                <a:ext uri="{FF2B5EF4-FFF2-40B4-BE49-F238E27FC236}">
                  <a16:creationId xmlns:a16="http://schemas.microsoft.com/office/drawing/2014/main" id="{02CEE977-D4B4-154F-5748-45429A098BA5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5" name="Input_density__95">
              <a:extLst>
                <a:ext uri="{FF2B5EF4-FFF2-40B4-BE49-F238E27FC236}">
                  <a16:creationId xmlns:a16="http://schemas.microsoft.com/office/drawing/2014/main" id="{72AE0225-529C-9249-961B-FF12E7FE3873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96" name="Input_density__96">
              <a:extLst>
                <a:ext uri="{FF2B5EF4-FFF2-40B4-BE49-F238E27FC236}">
                  <a16:creationId xmlns:a16="http://schemas.microsoft.com/office/drawing/2014/main" id="{933C379B-E7F8-6C23-34CC-45009287958C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97" name="Input_density__97">
              <a:extLst>
                <a:ext uri="{FF2B5EF4-FFF2-40B4-BE49-F238E27FC236}">
                  <a16:creationId xmlns:a16="http://schemas.microsoft.com/office/drawing/2014/main" id="{4873E3CC-897F-CE81-B9CA-238FA6B7025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98" name="Input_density__98">
              <a:extLst>
                <a:ext uri="{FF2B5EF4-FFF2-40B4-BE49-F238E27FC236}">
                  <a16:creationId xmlns:a16="http://schemas.microsoft.com/office/drawing/2014/main" id="{35D5ACB2-3F65-FE13-F52A-8CDC60426297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99" name="Input_density__99">
              <a:extLst>
                <a:ext uri="{FF2B5EF4-FFF2-40B4-BE49-F238E27FC236}">
                  <a16:creationId xmlns:a16="http://schemas.microsoft.com/office/drawing/2014/main" id="{0A13C304-FC25-3CAC-4656-41065D9AC6C4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00" name="Input_density__100">
              <a:extLst>
                <a:ext uri="{FF2B5EF4-FFF2-40B4-BE49-F238E27FC236}">
                  <a16:creationId xmlns:a16="http://schemas.microsoft.com/office/drawing/2014/main" id="{38A39389-0194-35D2-7FF1-295E90E6586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01" name="Input_density__101">
              <a:extLst>
                <a:ext uri="{FF2B5EF4-FFF2-40B4-BE49-F238E27FC236}">
                  <a16:creationId xmlns:a16="http://schemas.microsoft.com/office/drawing/2014/main" id="{923A3CA9-9465-EB00-8115-F835A0DF96E6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2" name="Input_density__102">
              <a:extLst>
                <a:ext uri="{FF2B5EF4-FFF2-40B4-BE49-F238E27FC236}">
                  <a16:creationId xmlns:a16="http://schemas.microsoft.com/office/drawing/2014/main" id="{0B3AD7A6-2408-4C82-C8F9-4E510F96B59D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3" name="Input_density__103">
              <a:extLst>
                <a:ext uri="{FF2B5EF4-FFF2-40B4-BE49-F238E27FC236}">
                  <a16:creationId xmlns:a16="http://schemas.microsoft.com/office/drawing/2014/main" id="{BDBFD2AC-3958-2672-3B24-7BFA9018993D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4" name="Input_density__104">
              <a:extLst>
                <a:ext uri="{FF2B5EF4-FFF2-40B4-BE49-F238E27FC236}">
                  <a16:creationId xmlns:a16="http://schemas.microsoft.com/office/drawing/2014/main" id="{A7E59552-9F29-53F9-8431-4FFD42E88E0F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5" name="Input_density__105">
              <a:extLst>
                <a:ext uri="{FF2B5EF4-FFF2-40B4-BE49-F238E27FC236}">
                  <a16:creationId xmlns:a16="http://schemas.microsoft.com/office/drawing/2014/main" id="{F03DA744-BF6B-53C2-9EF5-A52C79270C58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06" name="Input_density__106">
              <a:extLst>
                <a:ext uri="{FF2B5EF4-FFF2-40B4-BE49-F238E27FC236}">
                  <a16:creationId xmlns:a16="http://schemas.microsoft.com/office/drawing/2014/main" id="{41DB1540-E0FB-C819-527B-8CB3A7E90C4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07" name="Input_density__107">
              <a:extLst>
                <a:ext uri="{FF2B5EF4-FFF2-40B4-BE49-F238E27FC236}">
                  <a16:creationId xmlns:a16="http://schemas.microsoft.com/office/drawing/2014/main" id="{51A3D7BA-E0E5-D1F8-BAD3-A5DEB21BB830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08" name="Input_density__108">
              <a:extLst>
                <a:ext uri="{FF2B5EF4-FFF2-40B4-BE49-F238E27FC236}">
                  <a16:creationId xmlns:a16="http://schemas.microsoft.com/office/drawing/2014/main" id="{DCB787CC-8B24-8D09-8FAB-FDA7D46FB0E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09" name="Input_density__109">
              <a:extLst>
                <a:ext uri="{FF2B5EF4-FFF2-40B4-BE49-F238E27FC236}">
                  <a16:creationId xmlns:a16="http://schemas.microsoft.com/office/drawing/2014/main" id="{F6D019EF-A173-17A7-472E-B19265D75FAF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10" name="Input_density__110">
              <a:extLst>
                <a:ext uri="{FF2B5EF4-FFF2-40B4-BE49-F238E27FC236}">
                  <a16:creationId xmlns:a16="http://schemas.microsoft.com/office/drawing/2014/main" id="{F4865C1D-215B-19A0-C5D7-F7457E0F6EE8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11" name="Input_density__111">
              <a:extLst>
                <a:ext uri="{FF2B5EF4-FFF2-40B4-BE49-F238E27FC236}">
                  <a16:creationId xmlns:a16="http://schemas.microsoft.com/office/drawing/2014/main" id="{5691CF38-045C-0016-4B77-4E5DCE3BE189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12" name="Input_density__112">
              <a:extLst>
                <a:ext uri="{FF2B5EF4-FFF2-40B4-BE49-F238E27FC236}">
                  <a16:creationId xmlns:a16="http://schemas.microsoft.com/office/drawing/2014/main" id="{E6BCA263-F0E5-76D5-2749-17A0C62FE5EB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13" name="Input_density__113">
              <a:extLst>
                <a:ext uri="{FF2B5EF4-FFF2-40B4-BE49-F238E27FC236}">
                  <a16:creationId xmlns:a16="http://schemas.microsoft.com/office/drawing/2014/main" id="{FC97123E-3DD3-CD6B-94CE-058FF5ED7AD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14" name="Input_density__114">
              <a:extLst>
                <a:ext uri="{FF2B5EF4-FFF2-40B4-BE49-F238E27FC236}">
                  <a16:creationId xmlns:a16="http://schemas.microsoft.com/office/drawing/2014/main" id="{044CF41F-9C63-F852-C619-853709909D49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15" name="Input_density__115">
              <a:extLst>
                <a:ext uri="{FF2B5EF4-FFF2-40B4-BE49-F238E27FC236}">
                  <a16:creationId xmlns:a16="http://schemas.microsoft.com/office/drawing/2014/main" id="{B123C82B-B74C-4B94-0769-F65B154A84D9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16" name="Input_density__116">
              <a:extLst>
                <a:ext uri="{FF2B5EF4-FFF2-40B4-BE49-F238E27FC236}">
                  <a16:creationId xmlns:a16="http://schemas.microsoft.com/office/drawing/2014/main" id="{338F4E26-C1E2-3216-32ED-ED8C48043FC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17" name="Input_density__117">
              <a:extLst>
                <a:ext uri="{FF2B5EF4-FFF2-40B4-BE49-F238E27FC236}">
                  <a16:creationId xmlns:a16="http://schemas.microsoft.com/office/drawing/2014/main" id="{843694F3-9AEE-A31B-1B99-0E442528A7C5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8" name="Input_density__118">
              <a:extLst>
                <a:ext uri="{FF2B5EF4-FFF2-40B4-BE49-F238E27FC236}">
                  <a16:creationId xmlns:a16="http://schemas.microsoft.com/office/drawing/2014/main" id="{E5A29A64-9FAB-F796-1D23-5B253C903BA3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19" name="Input_density__119">
              <a:extLst>
                <a:ext uri="{FF2B5EF4-FFF2-40B4-BE49-F238E27FC236}">
                  <a16:creationId xmlns:a16="http://schemas.microsoft.com/office/drawing/2014/main" id="{9D383D27-B22D-7220-AD7A-3860509479BD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20" name="Input_density__120">
              <a:extLst>
                <a:ext uri="{FF2B5EF4-FFF2-40B4-BE49-F238E27FC236}">
                  <a16:creationId xmlns:a16="http://schemas.microsoft.com/office/drawing/2014/main" id="{5A314375-67AF-217F-6E7B-F59B0FD6AB6A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21" name="Input_density__121">
              <a:extLst>
                <a:ext uri="{FF2B5EF4-FFF2-40B4-BE49-F238E27FC236}">
                  <a16:creationId xmlns:a16="http://schemas.microsoft.com/office/drawing/2014/main" id="{BAD8463C-A797-EDE5-E92B-CCAB44257226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22" name="Input_density__122">
              <a:extLst>
                <a:ext uri="{FF2B5EF4-FFF2-40B4-BE49-F238E27FC236}">
                  <a16:creationId xmlns:a16="http://schemas.microsoft.com/office/drawing/2014/main" id="{D9B789A4-A510-538D-3716-4267C3A50A00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23" name="Input_density__123">
              <a:extLst>
                <a:ext uri="{FF2B5EF4-FFF2-40B4-BE49-F238E27FC236}">
                  <a16:creationId xmlns:a16="http://schemas.microsoft.com/office/drawing/2014/main" id="{78BE6D71-9A4D-B37A-B843-098F6D7C9117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24" name="Input_density__124">
              <a:extLst>
                <a:ext uri="{FF2B5EF4-FFF2-40B4-BE49-F238E27FC236}">
                  <a16:creationId xmlns:a16="http://schemas.microsoft.com/office/drawing/2014/main" id="{FBDAB2C5-91E6-E9AD-8041-28999FD39539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25" name="Input_density__125">
              <a:extLst>
                <a:ext uri="{FF2B5EF4-FFF2-40B4-BE49-F238E27FC236}">
                  <a16:creationId xmlns:a16="http://schemas.microsoft.com/office/drawing/2014/main" id="{E877C48A-71A5-0202-F7AF-6D791C4B9CD7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26" name="Input_density__126">
              <a:extLst>
                <a:ext uri="{FF2B5EF4-FFF2-40B4-BE49-F238E27FC236}">
                  <a16:creationId xmlns:a16="http://schemas.microsoft.com/office/drawing/2014/main" id="{A971BBBB-B362-F51A-539E-257BC421C9BB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7" name="Input_density__127">
              <a:extLst>
                <a:ext uri="{FF2B5EF4-FFF2-40B4-BE49-F238E27FC236}">
                  <a16:creationId xmlns:a16="http://schemas.microsoft.com/office/drawing/2014/main" id="{620AABDC-736D-51D1-C71D-299AC5574C16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28" name="Input_density__128">
              <a:extLst>
                <a:ext uri="{FF2B5EF4-FFF2-40B4-BE49-F238E27FC236}">
                  <a16:creationId xmlns:a16="http://schemas.microsoft.com/office/drawing/2014/main" id="{02B03931-27C7-A56C-F755-F7DF48226D78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29" name="Input_density__129">
              <a:extLst>
                <a:ext uri="{FF2B5EF4-FFF2-40B4-BE49-F238E27FC236}">
                  <a16:creationId xmlns:a16="http://schemas.microsoft.com/office/drawing/2014/main" id="{F31158D0-63D9-4707-CEFF-87F777CE99E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30" name="Input_density__130">
              <a:extLst>
                <a:ext uri="{FF2B5EF4-FFF2-40B4-BE49-F238E27FC236}">
                  <a16:creationId xmlns:a16="http://schemas.microsoft.com/office/drawing/2014/main" id="{6459E03D-BCA3-75B4-686F-39C60698564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31" name="Input_density__131">
              <a:extLst>
                <a:ext uri="{FF2B5EF4-FFF2-40B4-BE49-F238E27FC236}">
                  <a16:creationId xmlns:a16="http://schemas.microsoft.com/office/drawing/2014/main" id="{883A1DE4-E3CA-2A7E-90EA-241AFC6944A4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32" name="Input_density__132">
              <a:extLst>
                <a:ext uri="{FF2B5EF4-FFF2-40B4-BE49-F238E27FC236}">
                  <a16:creationId xmlns:a16="http://schemas.microsoft.com/office/drawing/2014/main" id="{82A0B340-362F-9FE3-2055-68655C9E26BE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33" name="Input_density__133">
              <a:extLst>
                <a:ext uri="{FF2B5EF4-FFF2-40B4-BE49-F238E27FC236}">
                  <a16:creationId xmlns:a16="http://schemas.microsoft.com/office/drawing/2014/main" id="{6B8715DB-BAE3-F984-D5F6-C1C63383D1D8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4" name="Input_density__134">
              <a:extLst>
                <a:ext uri="{FF2B5EF4-FFF2-40B4-BE49-F238E27FC236}">
                  <a16:creationId xmlns:a16="http://schemas.microsoft.com/office/drawing/2014/main" id="{AD86FD8F-5914-8282-80CE-CEFD05FEEEC2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35" name="Input_density__135">
              <a:extLst>
                <a:ext uri="{FF2B5EF4-FFF2-40B4-BE49-F238E27FC236}">
                  <a16:creationId xmlns:a16="http://schemas.microsoft.com/office/drawing/2014/main" id="{C45169B8-9FA0-12D4-F88B-DF4FD5633B39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36" name="Input_density__136">
              <a:extLst>
                <a:ext uri="{FF2B5EF4-FFF2-40B4-BE49-F238E27FC236}">
                  <a16:creationId xmlns:a16="http://schemas.microsoft.com/office/drawing/2014/main" id="{851060A7-2BB3-A63C-537C-83E99237C3D5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37" name="Input_density__137">
              <a:extLst>
                <a:ext uri="{FF2B5EF4-FFF2-40B4-BE49-F238E27FC236}">
                  <a16:creationId xmlns:a16="http://schemas.microsoft.com/office/drawing/2014/main" id="{92D5BF67-3D55-1404-6CD9-8852F2C833CE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38" name="Input_density__138">
              <a:extLst>
                <a:ext uri="{FF2B5EF4-FFF2-40B4-BE49-F238E27FC236}">
                  <a16:creationId xmlns:a16="http://schemas.microsoft.com/office/drawing/2014/main" id="{B9C78F5E-535D-6DA8-B688-97722E43B176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39" name="Input_density__139">
              <a:extLst>
                <a:ext uri="{FF2B5EF4-FFF2-40B4-BE49-F238E27FC236}">
                  <a16:creationId xmlns:a16="http://schemas.microsoft.com/office/drawing/2014/main" id="{C0A33EB0-393C-C7A5-8096-9C8F32266969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0" name="Input_density__140">
              <a:extLst>
                <a:ext uri="{FF2B5EF4-FFF2-40B4-BE49-F238E27FC236}">
                  <a16:creationId xmlns:a16="http://schemas.microsoft.com/office/drawing/2014/main" id="{0D9A69AC-A027-A119-ED10-919D84D1C3E1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41" name="Input_density__141">
              <a:extLst>
                <a:ext uri="{FF2B5EF4-FFF2-40B4-BE49-F238E27FC236}">
                  <a16:creationId xmlns:a16="http://schemas.microsoft.com/office/drawing/2014/main" id="{A354645D-FEEA-2442-5966-2C65DE6E411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42" name="Input_density__142">
              <a:extLst>
                <a:ext uri="{FF2B5EF4-FFF2-40B4-BE49-F238E27FC236}">
                  <a16:creationId xmlns:a16="http://schemas.microsoft.com/office/drawing/2014/main" id="{6A0167AE-04B3-9126-7EF8-A4790A674FC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43" name="Input_density__143">
              <a:extLst>
                <a:ext uri="{FF2B5EF4-FFF2-40B4-BE49-F238E27FC236}">
                  <a16:creationId xmlns:a16="http://schemas.microsoft.com/office/drawing/2014/main" id="{C74B726B-D744-2795-6A28-32EBDF8691AA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44" name="Input_density__144">
              <a:extLst>
                <a:ext uri="{FF2B5EF4-FFF2-40B4-BE49-F238E27FC236}">
                  <a16:creationId xmlns:a16="http://schemas.microsoft.com/office/drawing/2014/main" id="{7F4703BD-C629-7E06-6906-CA69A9797B3F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45" name="Input_density__145">
              <a:extLst>
                <a:ext uri="{FF2B5EF4-FFF2-40B4-BE49-F238E27FC236}">
                  <a16:creationId xmlns:a16="http://schemas.microsoft.com/office/drawing/2014/main" id="{261EAF1A-B252-513C-704C-AFC79C638D62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6" name="Input_density__146">
              <a:extLst>
                <a:ext uri="{FF2B5EF4-FFF2-40B4-BE49-F238E27FC236}">
                  <a16:creationId xmlns:a16="http://schemas.microsoft.com/office/drawing/2014/main" id="{69A6A46B-1B75-79A8-7789-8FEC96BC9EC6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47" name="Input_density__147">
              <a:extLst>
                <a:ext uri="{FF2B5EF4-FFF2-40B4-BE49-F238E27FC236}">
                  <a16:creationId xmlns:a16="http://schemas.microsoft.com/office/drawing/2014/main" id="{E47EBF26-43AB-9132-6581-87D7F8695FC9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48" name="Input_density__148">
              <a:extLst>
                <a:ext uri="{FF2B5EF4-FFF2-40B4-BE49-F238E27FC236}">
                  <a16:creationId xmlns:a16="http://schemas.microsoft.com/office/drawing/2014/main" id="{84357946-C642-0838-2390-16313E74F35B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49" name="Input_density__149">
              <a:extLst>
                <a:ext uri="{FF2B5EF4-FFF2-40B4-BE49-F238E27FC236}">
                  <a16:creationId xmlns:a16="http://schemas.microsoft.com/office/drawing/2014/main" id="{C32D06CB-F37E-0CDF-950A-B55C742CF480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50" name="Input_density__150">
              <a:extLst>
                <a:ext uri="{FF2B5EF4-FFF2-40B4-BE49-F238E27FC236}">
                  <a16:creationId xmlns:a16="http://schemas.microsoft.com/office/drawing/2014/main" id="{30124BDC-D0BE-7C13-11D1-F1BD02B7976A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1" name="Input_density__151">
              <a:extLst>
                <a:ext uri="{FF2B5EF4-FFF2-40B4-BE49-F238E27FC236}">
                  <a16:creationId xmlns:a16="http://schemas.microsoft.com/office/drawing/2014/main" id="{4E6620BF-7B8C-1656-7F36-59C14F2165C4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52" name="Input_density__152">
              <a:extLst>
                <a:ext uri="{FF2B5EF4-FFF2-40B4-BE49-F238E27FC236}">
                  <a16:creationId xmlns:a16="http://schemas.microsoft.com/office/drawing/2014/main" id="{E2149D21-2998-2DF7-DC2F-19857D5F360A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53" name="Input_density__153">
              <a:extLst>
                <a:ext uri="{FF2B5EF4-FFF2-40B4-BE49-F238E27FC236}">
                  <a16:creationId xmlns:a16="http://schemas.microsoft.com/office/drawing/2014/main" id="{85C0E997-C5C3-FBFA-B8E4-245315AD107E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4" name="Input_density__154">
              <a:extLst>
                <a:ext uri="{FF2B5EF4-FFF2-40B4-BE49-F238E27FC236}">
                  <a16:creationId xmlns:a16="http://schemas.microsoft.com/office/drawing/2014/main" id="{7271101B-B784-ECAE-6209-694BDAA7321C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55" name="Input_density__155">
              <a:extLst>
                <a:ext uri="{FF2B5EF4-FFF2-40B4-BE49-F238E27FC236}">
                  <a16:creationId xmlns:a16="http://schemas.microsoft.com/office/drawing/2014/main" id="{0685ABC5-09AC-D48E-0BBE-1F02C476D4E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56" name="Input_density__156">
              <a:extLst>
                <a:ext uri="{FF2B5EF4-FFF2-40B4-BE49-F238E27FC236}">
                  <a16:creationId xmlns:a16="http://schemas.microsoft.com/office/drawing/2014/main" id="{711097BF-5A69-FC31-4B3E-C42469E9304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57" name="Input_density__157">
              <a:extLst>
                <a:ext uri="{FF2B5EF4-FFF2-40B4-BE49-F238E27FC236}">
                  <a16:creationId xmlns:a16="http://schemas.microsoft.com/office/drawing/2014/main" id="{5164C770-8342-E818-7B9D-4677535DFF90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58" name="Input_density__158">
              <a:extLst>
                <a:ext uri="{FF2B5EF4-FFF2-40B4-BE49-F238E27FC236}">
                  <a16:creationId xmlns:a16="http://schemas.microsoft.com/office/drawing/2014/main" id="{5E16B18C-3594-A481-B308-D31DA9CD07CB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59" name="Input_density__159">
              <a:extLst>
                <a:ext uri="{FF2B5EF4-FFF2-40B4-BE49-F238E27FC236}">
                  <a16:creationId xmlns:a16="http://schemas.microsoft.com/office/drawing/2014/main" id="{83DF3C67-A6E4-D8C7-2930-43CE74FB6D6C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0" name="Input_density__160">
              <a:extLst>
                <a:ext uri="{FF2B5EF4-FFF2-40B4-BE49-F238E27FC236}">
                  <a16:creationId xmlns:a16="http://schemas.microsoft.com/office/drawing/2014/main" id="{56CBB6D4-9182-423F-3510-971A8B99CC9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1" name="Input_density__161">
              <a:extLst>
                <a:ext uri="{FF2B5EF4-FFF2-40B4-BE49-F238E27FC236}">
                  <a16:creationId xmlns:a16="http://schemas.microsoft.com/office/drawing/2014/main" id="{A8D11F7E-D41D-8A9D-84BA-238F71E00104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62" name="Input_density__162">
              <a:extLst>
                <a:ext uri="{FF2B5EF4-FFF2-40B4-BE49-F238E27FC236}">
                  <a16:creationId xmlns:a16="http://schemas.microsoft.com/office/drawing/2014/main" id="{8229E3F6-9396-CA88-843F-522DDD5279F0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63" name="Input_density__163">
              <a:extLst>
                <a:ext uri="{FF2B5EF4-FFF2-40B4-BE49-F238E27FC236}">
                  <a16:creationId xmlns:a16="http://schemas.microsoft.com/office/drawing/2014/main" id="{4791BECB-6C2B-EBCA-16FE-72DB325B20A9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64" name="Input_density__164">
              <a:extLst>
                <a:ext uri="{FF2B5EF4-FFF2-40B4-BE49-F238E27FC236}">
                  <a16:creationId xmlns:a16="http://schemas.microsoft.com/office/drawing/2014/main" id="{D9128C53-1E05-E9DC-FA96-502A778DCFE6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65" name="Input_density__165">
              <a:extLst>
                <a:ext uri="{FF2B5EF4-FFF2-40B4-BE49-F238E27FC236}">
                  <a16:creationId xmlns:a16="http://schemas.microsoft.com/office/drawing/2014/main" id="{2B92E171-EEDC-C5BA-CF4D-B1C67DF0FD1C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466" name="Input_density__166">
              <a:extLst>
                <a:ext uri="{FF2B5EF4-FFF2-40B4-BE49-F238E27FC236}">
                  <a16:creationId xmlns:a16="http://schemas.microsoft.com/office/drawing/2014/main" id="{5C579A59-B5F3-7F3E-394D-7BFF1352486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67" name="Input_density__167">
              <a:extLst>
                <a:ext uri="{FF2B5EF4-FFF2-40B4-BE49-F238E27FC236}">
                  <a16:creationId xmlns:a16="http://schemas.microsoft.com/office/drawing/2014/main" id="{97F5B6BA-E31B-8B4A-D08B-0A967F325BAB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8" name="Input_density__168">
              <a:extLst>
                <a:ext uri="{FF2B5EF4-FFF2-40B4-BE49-F238E27FC236}">
                  <a16:creationId xmlns:a16="http://schemas.microsoft.com/office/drawing/2014/main" id="{01EA1C31-7C55-9395-CA58-2BF2989B4059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69" name="Input_density__169">
              <a:extLst>
                <a:ext uri="{FF2B5EF4-FFF2-40B4-BE49-F238E27FC236}">
                  <a16:creationId xmlns:a16="http://schemas.microsoft.com/office/drawing/2014/main" id="{80AEE25B-AF2E-9DFD-94BB-AED32C2B401B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0" name="Input_density__170">
              <a:extLst>
                <a:ext uri="{FF2B5EF4-FFF2-40B4-BE49-F238E27FC236}">
                  <a16:creationId xmlns:a16="http://schemas.microsoft.com/office/drawing/2014/main" id="{EADA8B47-A868-9796-34A9-CF6CAC262DD4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71" name="Input_density__171">
              <a:extLst>
                <a:ext uri="{FF2B5EF4-FFF2-40B4-BE49-F238E27FC236}">
                  <a16:creationId xmlns:a16="http://schemas.microsoft.com/office/drawing/2014/main" id="{4E013D9C-4311-4DC0-8110-09FEFB8EDB3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2" name="Input_density__172">
              <a:extLst>
                <a:ext uri="{FF2B5EF4-FFF2-40B4-BE49-F238E27FC236}">
                  <a16:creationId xmlns:a16="http://schemas.microsoft.com/office/drawing/2014/main" id="{B3A46527-34AA-6FD5-2A99-60D8D05C3AC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3" name="Input_density__173">
              <a:extLst>
                <a:ext uri="{FF2B5EF4-FFF2-40B4-BE49-F238E27FC236}">
                  <a16:creationId xmlns:a16="http://schemas.microsoft.com/office/drawing/2014/main" id="{0D0B365B-4EBA-2D27-7B58-24ED89DBACE7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74" name="Input_density__174">
              <a:extLst>
                <a:ext uri="{FF2B5EF4-FFF2-40B4-BE49-F238E27FC236}">
                  <a16:creationId xmlns:a16="http://schemas.microsoft.com/office/drawing/2014/main" id="{C8F6FA77-182B-7D16-2DF3-B0AF9E8BD6F9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75" name="Input_density__175">
              <a:extLst>
                <a:ext uri="{FF2B5EF4-FFF2-40B4-BE49-F238E27FC236}">
                  <a16:creationId xmlns:a16="http://schemas.microsoft.com/office/drawing/2014/main" id="{6430F886-F5E5-B1BD-FAF6-F536F73BF845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76" name="Input_density__176">
              <a:extLst>
                <a:ext uri="{FF2B5EF4-FFF2-40B4-BE49-F238E27FC236}">
                  <a16:creationId xmlns:a16="http://schemas.microsoft.com/office/drawing/2014/main" id="{DCBB9BA4-EE65-485D-5BDB-A239068821B0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7" name="Input_density__177">
              <a:extLst>
                <a:ext uri="{FF2B5EF4-FFF2-40B4-BE49-F238E27FC236}">
                  <a16:creationId xmlns:a16="http://schemas.microsoft.com/office/drawing/2014/main" id="{E0739AAA-0041-875A-A098-D9A81DBB531E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78" name="Input_density__178">
              <a:extLst>
                <a:ext uri="{FF2B5EF4-FFF2-40B4-BE49-F238E27FC236}">
                  <a16:creationId xmlns:a16="http://schemas.microsoft.com/office/drawing/2014/main" id="{793A7EF4-D43B-C193-52A7-D2742E37F321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79" name="Input_density__179">
              <a:extLst>
                <a:ext uri="{FF2B5EF4-FFF2-40B4-BE49-F238E27FC236}">
                  <a16:creationId xmlns:a16="http://schemas.microsoft.com/office/drawing/2014/main" id="{39F00C92-2CAF-B76D-7CAE-34F3601E1A5D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80" name="Input_density__180">
              <a:extLst>
                <a:ext uri="{FF2B5EF4-FFF2-40B4-BE49-F238E27FC236}">
                  <a16:creationId xmlns:a16="http://schemas.microsoft.com/office/drawing/2014/main" id="{C8E1A366-1830-B0A8-AE72-4A9CF172A4C5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81" name="Input_density__181">
              <a:extLst>
                <a:ext uri="{FF2B5EF4-FFF2-40B4-BE49-F238E27FC236}">
                  <a16:creationId xmlns:a16="http://schemas.microsoft.com/office/drawing/2014/main" id="{C98D6CF0-0D8E-5003-5101-82F2D2CE31A1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82" name="Input_density__182">
              <a:extLst>
                <a:ext uri="{FF2B5EF4-FFF2-40B4-BE49-F238E27FC236}">
                  <a16:creationId xmlns:a16="http://schemas.microsoft.com/office/drawing/2014/main" id="{BFD121CE-0515-2EDB-FA1C-01B1629107C0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83" name="Input_density__183">
              <a:extLst>
                <a:ext uri="{FF2B5EF4-FFF2-40B4-BE49-F238E27FC236}">
                  <a16:creationId xmlns:a16="http://schemas.microsoft.com/office/drawing/2014/main" id="{5DEACFCF-D98D-7531-FE2E-A587E4EE7C03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84" name="Input_density__184">
              <a:extLst>
                <a:ext uri="{FF2B5EF4-FFF2-40B4-BE49-F238E27FC236}">
                  <a16:creationId xmlns:a16="http://schemas.microsoft.com/office/drawing/2014/main" id="{6B1F8C28-906B-F58B-CAEB-266BE660754C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85" name="Input_density__185">
              <a:extLst>
                <a:ext uri="{FF2B5EF4-FFF2-40B4-BE49-F238E27FC236}">
                  <a16:creationId xmlns:a16="http://schemas.microsoft.com/office/drawing/2014/main" id="{1CBAF94A-1651-0817-9CB4-2D343F4F6EC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86" name="Input_density__186">
              <a:extLst>
                <a:ext uri="{FF2B5EF4-FFF2-40B4-BE49-F238E27FC236}">
                  <a16:creationId xmlns:a16="http://schemas.microsoft.com/office/drawing/2014/main" id="{C59D79B2-D72F-E988-49DB-4B62B7CD4C54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7" name="Input_density__187">
              <a:extLst>
                <a:ext uri="{FF2B5EF4-FFF2-40B4-BE49-F238E27FC236}">
                  <a16:creationId xmlns:a16="http://schemas.microsoft.com/office/drawing/2014/main" id="{1B41653B-7434-3568-DB08-D71DC619E54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88" name="Input_density__188">
              <a:extLst>
                <a:ext uri="{FF2B5EF4-FFF2-40B4-BE49-F238E27FC236}">
                  <a16:creationId xmlns:a16="http://schemas.microsoft.com/office/drawing/2014/main" id="{D4415D97-52C8-55D1-F410-CD260658CDE8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89" name="Input_density__189">
              <a:extLst>
                <a:ext uri="{FF2B5EF4-FFF2-40B4-BE49-F238E27FC236}">
                  <a16:creationId xmlns:a16="http://schemas.microsoft.com/office/drawing/2014/main" id="{39ACC18F-3C4E-1600-B8FF-E400B375D036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90" name="Input_density__190">
              <a:extLst>
                <a:ext uri="{FF2B5EF4-FFF2-40B4-BE49-F238E27FC236}">
                  <a16:creationId xmlns:a16="http://schemas.microsoft.com/office/drawing/2014/main" id="{A773DA96-4CE1-92E9-D9A3-4BB55750988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1" name="Input_density__191">
              <a:extLst>
                <a:ext uri="{FF2B5EF4-FFF2-40B4-BE49-F238E27FC236}">
                  <a16:creationId xmlns:a16="http://schemas.microsoft.com/office/drawing/2014/main" id="{9BDF8C4F-BDCC-9097-DB8B-DF06595FA239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92" name="Input_density__192">
              <a:extLst>
                <a:ext uri="{FF2B5EF4-FFF2-40B4-BE49-F238E27FC236}">
                  <a16:creationId xmlns:a16="http://schemas.microsoft.com/office/drawing/2014/main" id="{327FCC0B-FA05-6252-6FD9-6F1281D5A642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493" name="Input_density__193">
              <a:extLst>
                <a:ext uri="{FF2B5EF4-FFF2-40B4-BE49-F238E27FC236}">
                  <a16:creationId xmlns:a16="http://schemas.microsoft.com/office/drawing/2014/main" id="{BF6B7BF3-2262-455E-4BB2-7E607F87860D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94" name="Input_density__194">
              <a:extLst>
                <a:ext uri="{FF2B5EF4-FFF2-40B4-BE49-F238E27FC236}">
                  <a16:creationId xmlns:a16="http://schemas.microsoft.com/office/drawing/2014/main" id="{0E29DEAC-75F7-FA07-C709-C7D45D5CB4D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95" name="Input_density__195">
              <a:extLst>
                <a:ext uri="{FF2B5EF4-FFF2-40B4-BE49-F238E27FC236}">
                  <a16:creationId xmlns:a16="http://schemas.microsoft.com/office/drawing/2014/main" id="{FB8B5826-9B71-2ED8-B86A-9B1402824C28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96" name="Input_density__196">
              <a:extLst>
                <a:ext uri="{FF2B5EF4-FFF2-40B4-BE49-F238E27FC236}">
                  <a16:creationId xmlns:a16="http://schemas.microsoft.com/office/drawing/2014/main" id="{F7A73802-A693-C0D2-8CBE-3942ECDD1B9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97" name="Input_density__197">
              <a:extLst>
                <a:ext uri="{FF2B5EF4-FFF2-40B4-BE49-F238E27FC236}">
                  <a16:creationId xmlns:a16="http://schemas.microsoft.com/office/drawing/2014/main" id="{1960E1E5-060B-E964-F746-657E7BC0E18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8" name="Input_density__198">
              <a:extLst>
                <a:ext uri="{FF2B5EF4-FFF2-40B4-BE49-F238E27FC236}">
                  <a16:creationId xmlns:a16="http://schemas.microsoft.com/office/drawing/2014/main" id="{02F8C0C9-E666-A8E2-E96B-055011ABDA5D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99" name="Input_density__199">
              <a:extLst>
                <a:ext uri="{FF2B5EF4-FFF2-40B4-BE49-F238E27FC236}">
                  <a16:creationId xmlns:a16="http://schemas.microsoft.com/office/drawing/2014/main" id="{75F3EAF2-3701-0056-6B12-F6A79A552EB1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00" name="Input_density__200">
              <a:extLst>
                <a:ext uri="{FF2B5EF4-FFF2-40B4-BE49-F238E27FC236}">
                  <a16:creationId xmlns:a16="http://schemas.microsoft.com/office/drawing/2014/main" id="{F0F1BC7A-130B-2DA4-0724-F893684AE80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1" name="Input_density__201">
              <a:extLst>
                <a:ext uri="{FF2B5EF4-FFF2-40B4-BE49-F238E27FC236}">
                  <a16:creationId xmlns:a16="http://schemas.microsoft.com/office/drawing/2014/main" id="{FC2D5F04-7A71-9D80-8356-7DDB5740BC64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02" name="Input_density__202">
              <a:extLst>
                <a:ext uri="{FF2B5EF4-FFF2-40B4-BE49-F238E27FC236}">
                  <a16:creationId xmlns:a16="http://schemas.microsoft.com/office/drawing/2014/main" id="{C0EB5B53-F2E5-7CD6-FAF6-DB15FF91B833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03" name="Input_density__203">
              <a:extLst>
                <a:ext uri="{FF2B5EF4-FFF2-40B4-BE49-F238E27FC236}">
                  <a16:creationId xmlns:a16="http://schemas.microsoft.com/office/drawing/2014/main" id="{7FBC82AD-E029-3ABE-505B-048DE5B944D5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04" name="Input_density__204">
              <a:extLst>
                <a:ext uri="{FF2B5EF4-FFF2-40B4-BE49-F238E27FC236}">
                  <a16:creationId xmlns:a16="http://schemas.microsoft.com/office/drawing/2014/main" id="{68250A62-1F8C-7A15-C6BF-18080D84EF13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05" name="Input_density__205">
              <a:extLst>
                <a:ext uri="{FF2B5EF4-FFF2-40B4-BE49-F238E27FC236}">
                  <a16:creationId xmlns:a16="http://schemas.microsoft.com/office/drawing/2014/main" id="{DD0D7639-1FC8-A235-B7BC-33BE9464E2DF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06" name="Input_density__206">
              <a:extLst>
                <a:ext uri="{FF2B5EF4-FFF2-40B4-BE49-F238E27FC236}">
                  <a16:creationId xmlns:a16="http://schemas.microsoft.com/office/drawing/2014/main" id="{0526DFBA-BDA3-D76C-A2CE-C9F088FDF044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7" name="Input_density__207">
              <a:extLst>
                <a:ext uri="{FF2B5EF4-FFF2-40B4-BE49-F238E27FC236}">
                  <a16:creationId xmlns:a16="http://schemas.microsoft.com/office/drawing/2014/main" id="{F392046D-C2B0-90EC-7C5D-D3D522E87B21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08" name="Input_density__208">
              <a:extLst>
                <a:ext uri="{FF2B5EF4-FFF2-40B4-BE49-F238E27FC236}">
                  <a16:creationId xmlns:a16="http://schemas.microsoft.com/office/drawing/2014/main" id="{6C4987B5-EEBA-C9DD-F694-B77967C51073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09" name="Input_density__209">
              <a:extLst>
                <a:ext uri="{FF2B5EF4-FFF2-40B4-BE49-F238E27FC236}">
                  <a16:creationId xmlns:a16="http://schemas.microsoft.com/office/drawing/2014/main" id="{99E99B0A-1E50-9D19-7A80-2B58A1349491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0" name="Input_density__210">
              <a:extLst>
                <a:ext uri="{FF2B5EF4-FFF2-40B4-BE49-F238E27FC236}">
                  <a16:creationId xmlns:a16="http://schemas.microsoft.com/office/drawing/2014/main" id="{B695FFB8-90DA-779C-31D6-5983B6AF3AE9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11" name="Input_density__211">
              <a:extLst>
                <a:ext uri="{FF2B5EF4-FFF2-40B4-BE49-F238E27FC236}">
                  <a16:creationId xmlns:a16="http://schemas.microsoft.com/office/drawing/2014/main" id="{12768A10-8864-C039-DA25-A7DA65DA9E0A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12" name="Input_density__212">
              <a:extLst>
                <a:ext uri="{FF2B5EF4-FFF2-40B4-BE49-F238E27FC236}">
                  <a16:creationId xmlns:a16="http://schemas.microsoft.com/office/drawing/2014/main" id="{F5EC0135-C9B1-43EE-3CC2-1ADCEF9D5E7D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13" name="Input_density__213">
              <a:extLst>
                <a:ext uri="{FF2B5EF4-FFF2-40B4-BE49-F238E27FC236}">
                  <a16:creationId xmlns:a16="http://schemas.microsoft.com/office/drawing/2014/main" id="{633FF1EF-1A96-A8E6-4899-510964E5A77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14" name="Input_density__214">
              <a:extLst>
                <a:ext uri="{FF2B5EF4-FFF2-40B4-BE49-F238E27FC236}">
                  <a16:creationId xmlns:a16="http://schemas.microsoft.com/office/drawing/2014/main" id="{5B19B620-F4BF-457D-CE09-1C86EB6584D2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15" name="Input_density__215">
              <a:extLst>
                <a:ext uri="{FF2B5EF4-FFF2-40B4-BE49-F238E27FC236}">
                  <a16:creationId xmlns:a16="http://schemas.microsoft.com/office/drawing/2014/main" id="{E9646594-72F8-A1D2-2C20-6D8959AB254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16" name="Input_density__216">
              <a:extLst>
                <a:ext uri="{FF2B5EF4-FFF2-40B4-BE49-F238E27FC236}">
                  <a16:creationId xmlns:a16="http://schemas.microsoft.com/office/drawing/2014/main" id="{71995767-7589-7010-E26B-200819037B3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7" name="Input_density__217">
              <a:extLst>
                <a:ext uri="{FF2B5EF4-FFF2-40B4-BE49-F238E27FC236}">
                  <a16:creationId xmlns:a16="http://schemas.microsoft.com/office/drawing/2014/main" id="{1EC17EF1-6538-C7E8-4136-10DBC943442C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18" name="Input_density__218">
              <a:extLst>
                <a:ext uri="{FF2B5EF4-FFF2-40B4-BE49-F238E27FC236}">
                  <a16:creationId xmlns:a16="http://schemas.microsoft.com/office/drawing/2014/main" id="{F04B9FF9-EC4D-B4E4-408B-209A9783E47C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19" name="Input_density__219">
              <a:extLst>
                <a:ext uri="{FF2B5EF4-FFF2-40B4-BE49-F238E27FC236}">
                  <a16:creationId xmlns:a16="http://schemas.microsoft.com/office/drawing/2014/main" id="{B875371A-3D8F-BA50-2B93-C5B0AC1B8F60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20" name="Input_density__220">
              <a:extLst>
                <a:ext uri="{FF2B5EF4-FFF2-40B4-BE49-F238E27FC236}">
                  <a16:creationId xmlns:a16="http://schemas.microsoft.com/office/drawing/2014/main" id="{B3A896CE-0618-7B49-F9D7-4B11C62558B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21" name="Input_density__221">
              <a:extLst>
                <a:ext uri="{FF2B5EF4-FFF2-40B4-BE49-F238E27FC236}">
                  <a16:creationId xmlns:a16="http://schemas.microsoft.com/office/drawing/2014/main" id="{352D4479-C4E1-7837-D2F1-78BE886A888D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22" name="Input_density__222">
              <a:extLst>
                <a:ext uri="{FF2B5EF4-FFF2-40B4-BE49-F238E27FC236}">
                  <a16:creationId xmlns:a16="http://schemas.microsoft.com/office/drawing/2014/main" id="{D028145C-EB11-4548-1DFC-154753654E69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3" name="Input_density__223">
              <a:extLst>
                <a:ext uri="{FF2B5EF4-FFF2-40B4-BE49-F238E27FC236}">
                  <a16:creationId xmlns:a16="http://schemas.microsoft.com/office/drawing/2014/main" id="{7443F909-9441-8EFA-6C9E-DF5A6934B29D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24" name="Input_density__224">
              <a:extLst>
                <a:ext uri="{FF2B5EF4-FFF2-40B4-BE49-F238E27FC236}">
                  <a16:creationId xmlns:a16="http://schemas.microsoft.com/office/drawing/2014/main" id="{0C5E70DE-ED99-6418-2EEB-D71328C42633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25" name="Input_density__225">
              <a:extLst>
                <a:ext uri="{FF2B5EF4-FFF2-40B4-BE49-F238E27FC236}">
                  <a16:creationId xmlns:a16="http://schemas.microsoft.com/office/drawing/2014/main" id="{77169D39-8900-73E5-A34C-3EFCA712742D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526" name="TextBox 12168">
            <a:extLst>
              <a:ext uri="{FF2B5EF4-FFF2-40B4-BE49-F238E27FC236}">
                <a16:creationId xmlns:a16="http://schemas.microsoft.com/office/drawing/2014/main" id="{6A772CDC-53EC-BB7D-4EF9-2D9055D97D84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527" name="Match | Pocket atom cloud">
            <a:extLst>
              <a:ext uri="{FF2B5EF4-FFF2-40B4-BE49-F238E27FC236}">
                <a16:creationId xmlns:a16="http://schemas.microsoft.com/office/drawing/2014/main" id="{B9466F6D-CB1C-5698-B806-CFD8927928E4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528" name="ellipse_2517">
              <a:extLst>
                <a:ext uri="{FF2B5EF4-FFF2-40B4-BE49-F238E27FC236}">
                  <a16:creationId xmlns:a16="http://schemas.microsoft.com/office/drawing/2014/main" id="{863C16DC-7A6E-D897-3A0F-2640393C7053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9" name="ellipse_2518">
              <a:extLst>
                <a:ext uri="{FF2B5EF4-FFF2-40B4-BE49-F238E27FC236}">
                  <a16:creationId xmlns:a16="http://schemas.microsoft.com/office/drawing/2014/main" id="{89927457-458B-C133-DE27-241F93FC460F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0" name="ellipse_2519">
              <a:extLst>
                <a:ext uri="{FF2B5EF4-FFF2-40B4-BE49-F238E27FC236}">
                  <a16:creationId xmlns:a16="http://schemas.microsoft.com/office/drawing/2014/main" id="{8C056574-0F91-DA1A-6E5A-29570769265F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1" name="ellipse_2520">
              <a:extLst>
                <a:ext uri="{FF2B5EF4-FFF2-40B4-BE49-F238E27FC236}">
                  <a16:creationId xmlns:a16="http://schemas.microsoft.com/office/drawing/2014/main" id="{93373BC4-4DC6-EF1C-ACF9-E5360158CF85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2" name="ellipse_2521">
              <a:extLst>
                <a:ext uri="{FF2B5EF4-FFF2-40B4-BE49-F238E27FC236}">
                  <a16:creationId xmlns:a16="http://schemas.microsoft.com/office/drawing/2014/main" id="{6218CC55-CF05-684C-0E3A-69F37DDF8508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3" name="ellipse_2522">
              <a:extLst>
                <a:ext uri="{FF2B5EF4-FFF2-40B4-BE49-F238E27FC236}">
                  <a16:creationId xmlns:a16="http://schemas.microsoft.com/office/drawing/2014/main" id="{67FA466A-27A4-EA8C-5E93-3F618096390C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4" name="ellipse_2523">
              <a:extLst>
                <a:ext uri="{FF2B5EF4-FFF2-40B4-BE49-F238E27FC236}">
                  <a16:creationId xmlns:a16="http://schemas.microsoft.com/office/drawing/2014/main" id="{DB5229BF-45D0-83AC-805B-A9A56E3046C1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5" name="ellipse_2524">
              <a:extLst>
                <a:ext uri="{FF2B5EF4-FFF2-40B4-BE49-F238E27FC236}">
                  <a16:creationId xmlns:a16="http://schemas.microsoft.com/office/drawing/2014/main" id="{BC9A3BCD-BED5-3EC9-BBE6-1207DFA63900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6" name="ellipse_2525">
              <a:extLst>
                <a:ext uri="{FF2B5EF4-FFF2-40B4-BE49-F238E27FC236}">
                  <a16:creationId xmlns:a16="http://schemas.microsoft.com/office/drawing/2014/main" id="{A0E3445F-8A85-DFA1-F577-46BBAE3DA31D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7" name="ellipse_2526">
              <a:extLst>
                <a:ext uri="{FF2B5EF4-FFF2-40B4-BE49-F238E27FC236}">
                  <a16:creationId xmlns:a16="http://schemas.microsoft.com/office/drawing/2014/main" id="{1960E34E-F92F-54D1-8B7E-B9B28BF806A8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8" name="ellipse_2527">
              <a:extLst>
                <a:ext uri="{FF2B5EF4-FFF2-40B4-BE49-F238E27FC236}">
                  <a16:creationId xmlns:a16="http://schemas.microsoft.com/office/drawing/2014/main" id="{523E00F0-1692-5964-0230-FB929BE8D578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9" name="ellipse_2528">
              <a:extLst>
                <a:ext uri="{FF2B5EF4-FFF2-40B4-BE49-F238E27FC236}">
                  <a16:creationId xmlns:a16="http://schemas.microsoft.com/office/drawing/2014/main" id="{50062667-76C2-0853-F145-E8CA2B624791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0" name="ellipse_2529">
              <a:extLst>
                <a:ext uri="{FF2B5EF4-FFF2-40B4-BE49-F238E27FC236}">
                  <a16:creationId xmlns:a16="http://schemas.microsoft.com/office/drawing/2014/main" id="{BAFE3625-F568-D496-1B3F-95B0513E62EC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1" name="ellipse_2530">
              <a:extLst>
                <a:ext uri="{FF2B5EF4-FFF2-40B4-BE49-F238E27FC236}">
                  <a16:creationId xmlns:a16="http://schemas.microsoft.com/office/drawing/2014/main" id="{6CD87B5C-2FFA-4886-024E-4CFD23CAE47A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2" name="ellipse_2531">
              <a:extLst>
                <a:ext uri="{FF2B5EF4-FFF2-40B4-BE49-F238E27FC236}">
                  <a16:creationId xmlns:a16="http://schemas.microsoft.com/office/drawing/2014/main" id="{9A7B7763-B53E-C724-0B28-F5FA07B1AA1F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3" name="ellipse_2532">
              <a:extLst>
                <a:ext uri="{FF2B5EF4-FFF2-40B4-BE49-F238E27FC236}">
                  <a16:creationId xmlns:a16="http://schemas.microsoft.com/office/drawing/2014/main" id="{138B6C81-A018-A661-ADBB-FB225C54B319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4" name="ellipse_2533">
              <a:extLst>
                <a:ext uri="{FF2B5EF4-FFF2-40B4-BE49-F238E27FC236}">
                  <a16:creationId xmlns:a16="http://schemas.microsoft.com/office/drawing/2014/main" id="{A9C7389A-92AD-D454-B811-DB01F3E322FD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5" name="ellipse_2534">
              <a:extLst>
                <a:ext uri="{FF2B5EF4-FFF2-40B4-BE49-F238E27FC236}">
                  <a16:creationId xmlns:a16="http://schemas.microsoft.com/office/drawing/2014/main" id="{086F1296-3B32-583B-4CC8-E2FE3500EB88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6" name="ellipse_2535">
              <a:extLst>
                <a:ext uri="{FF2B5EF4-FFF2-40B4-BE49-F238E27FC236}">
                  <a16:creationId xmlns:a16="http://schemas.microsoft.com/office/drawing/2014/main" id="{E9B30B5B-56A6-F0D1-853B-64CBBA90968E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7" name="ellipse_2536">
              <a:extLst>
                <a:ext uri="{FF2B5EF4-FFF2-40B4-BE49-F238E27FC236}">
                  <a16:creationId xmlns:a16="http://schemas.microsoft.com/office/drawing/2014/main" id="{40EF2BFB-0190-E3D0-87A1-44A40A51EC64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8" name="ellipse_2537">
              <a:extLst>
                <a:ext uri="{FF2B5EF4-FFF2-40B4-BE49-F238E27FC236}">
                  <a16:creationId xmlns:a16="http://schemas.microsoft.com/office/drawing/2014/main" id="{26AE9013-2244-8666-C7A7-3D5BE6C45EF3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9" name="ellipse_2538">
              <a:extLst>
                <a:ext uri="{FF2B5EF4-FFF2-40B4-BE49-F238E27FC236}">
                  <a16:creationId xmlns:a16="http://schemas.microsoft.com/office/drawing/2014/main" id="{78D460AD-14C3-5800-2B35-1AD2AA74F954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0" name="ellipse_2539">
              <a:extLst>
                <a:ext uri="{FF2B5EF4-FFF2-40B4-BE49-F238E27FC236}">
                  <a16:creationId xmlns:a16="http://schemas.microsoft.com/office/drawing/2014/main" id="{ABBFA259-B5D1-8594-9C24-A4691E6B28E3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1" name="ellipse_2540">
              <a:extLst>
                <a:ext uri="{FF2B5EF4-FFF2-40B4-BE49-F238E27FC236}">
                  <a16:creationId xmlns:a16="http://schemas.microsoft.com/office/drawing/2014/main" id="{87BE933E-61C5-9BF4-AE3A-13A735DCA701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2" name="ellipse_2541">
              <a:extLst>
                <a:ext uri="{FF2B5EF4-FFF2-40B4-BE49-F238E27FC236}">
                  <a16:creationId xmlns:a16="http://schemas.microsoft.com/office/drawing/2014/main" id="{A3CB5B56-8C06-7429-FA08-E6AD24A67709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3" name="ellipse_2542">
              <a:extLst>
                <a:ext uri="{FF2B5EF4-FFF2-40B4-BE49-F238E27FC236}">
                  <a16:creationId xmlns:a16="http://schemas.microsoft.com/office/drawing/2014/main" id="{90BB9F68-8CDF-A02F-BD9D-964B82671983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4" name="ellipse_2543">
              <a:extLst>
                <a:ext uri="{FF2B5EF4-FFF2-40B4-BE49-F238E27FC236}">
                  <a16:creationId xmlns:a16="http://schemas.microsoft.com/office/drawing/2014/main" id="{AE78EB00-80C9-09A2-57C9-79E2DF4E33E0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5" name="ellipse_2544">
              <a:extLst>
                <a:ext uri="{FF2B5EF4-FFF2-40B4-BE49-F238E27FC236}">
                  <a16:creationId xmlns:a16="http://schemas.microsoft.com/office/drawing/2014/main" id="{57D27209-2AB6-9399-BFD5-E6D244CDCAC9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6" name="ellipse_2545">
              <a:extLst>
                <a:ext uri="{FF2B5EF4-FFF2-40B4-BE49-F238E27FC236}">
                  <a16:creationId xmlns:a16="http://schemas.microsoft.com/office/drawing/2014/main" id="{970253F4-33EB-340D-55FE-3C982073D19C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7" name="ellipse_2546">
              <a:extLst>
                <a:ext uri="{FF2B5EF4-FFF2-40B4-BE49-F238E27FC236}">
                  <a16:creationId xmlns:a16="http://schemas.microsoft.com/office/drawing/2014/main" id="{CF0E54B0-BA2E-AC1B-F2D2-EE1611EFE61A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8" name="ellipse_2547">
              <a:extLst>
                <a:ext uri="{FF2B5EF4-FFF2-40B4-BE49-F238E27FC236}">
                  <a16:creationId xmlns:a16="http://schemas.microsoft.com/office/drawing/2014/main" id="{C36F64BB-2D70-2FE1-5FE1-1CEA15352C12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9" name="ellipse_2548">
              <a:extLst>
                <a:ext uri="{FF2B5EF4-FFF2-40B4-BE49-F238E27FC236}">
                  <a16:creationId xmlns:a16="http://schemas.microsoft.com/office/drawing/2014/main" id="{D438E535-7A63-86D7-E0FC-1E1B41F50612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0" name="ellipse_2549">
              <a:extLst>
                <a:ext uri="{FF2B5EF4-FFF2-40B4-BE49-F238E27FC236}">
                  <a16:creationId xmlns:a16="http://schemas.microsoft.com/office/drawing/2014/main" id="{F1369F7F-399B-289E-CE4E-A65A811C8A67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1" name="ellipse_2550">
              <a:extLst>
                <a:ext uri="{FF2B5EF4-FFF2-40B4-BE49-F238E27FC236}">
                  <a16:creationId xmlns:a16="http://schemas.microsoft.com/office/drawing/2014/main" id="{3223E730-DB37-257B-05EE-BD85154259F3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2" name="ellipse_2551">
              <a:extLst>
                <a:ext uri="{FF2B5EF4-FFF2-40B4-BE49-F238E27FC236}">
                  <a16:creationId xmlns:a16="http://schemas.microsoft.com/office/drawing/2014/main" id="{DA8D6D3D-E367-BCAB-B82A-12B17B15A6EA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" name="ellipse_2552">
              <a:extLst>
                <a:ext uri="{FF2B5EF4-FFF2-40B4-BE49-F238E27FC236}">
                  <a16:creationId xmlns:a16="http://schemas.microsoft.com/office/drawing/2014/main" id="{E0BB27CD-F490-387A-3E34-2D29AF300E78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" name="ellipse_2553">
              <a:extLst>
                <a:ext uri="{FF2B5EF4-FFF2-40B4-BE49-F238E27FC236}">
                  <a16:creationId xmlns:a16="http://schemas.microsoft.com/office/drawing/2014/main" id="{4A9D99EB-904F-7996-CD12-422699C28081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5" name="ellipse_2554">
              <a:extLst>
                <a:ext uri="{FF2B5EF4-FFF2-40B4-BE49-F238E27FC236}">
                  <a16:creationId xmlns:a16="http://schemas.microsoft.com/office/drawing/2014/main" id="{0AABFCAC-812C-4008-1A71-82A551FCA55B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6" name="ellipse_2555">
              <a:extLst>
                <a:ext uri="{FF2B5EF4-FFF2-40B4-BE49-F238E27FC236}">
                  <a16:creationId xmlns:a16="http://schemas.microsoft.com/office/drawing/2014/main" id="{360A732A-D4CF-30E8-058E-D14D7A631C6D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7" name="ellipse_2556">
              <a:extLst>
                <a:ext uri="{FF2B5EF4-FFF2-40B4-BE49-F238E27FC236}">
                  <a16:creationId xmlns:a16="http://schemas.microsoft.com/office/drawing/2014/main" id="{44953A07-3A2C-19DF-BF5D-8F6DBC295023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8" name="ellipse_2557">
              <a:extLst>
                <a:ext uri="{FF2B5EF4-FFF2-40B4-BE49-F238E27FC236}">
                  <a16:creationId xmlns:a16="http://schemas.microsoft.com/office/drawing/2014/main" id="{C313A0A7-8A75-2EE0-440D-8B6A029DD5D9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9" name="ellipse_2558">
              <a:extLst>
                <a:ext uri="{FF2B5EF4-FFF2-40B4-BE49-F238E27FC236}">
                  <a16:creationId xmlns:a16="http://schemas.microsoft.com/office/drawing/2014/main" id="{CFC4F3B1-D42F-6279-F7A0-DD579E168573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0" name="ellipse_2559">
              <a:extLst>
                <a:ext uri="{FF2B5EF4-FFF2-40B4-BE49-F238E27FC236}">
                  <a16:creationId xmlns:a16="http://schemas.microsoft.com/office/drawing/2014/main" id="{776DD59C-3897-297B-213D-962A38E5F228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1" name="ellipse_2560">
              <a:extLst>
                <a:ext uri="{FF2B5EF4-FFF2-40B4-BE49-F238E27FC236}">
                  <a16:creationId xmlns:a16="http://schemas.microsoft.com/office/drawing/2014/main" id="{2DC838D3-3711-5C87-43BC-BCF5BEF73800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2" name="ellipse_2561">
              <a:extLst>
                <a:ext uri="{FF2B5EF4-FFF2-40B4-BE49-F238E27FC236}">
                  <a16:creationId xmlns:a16="http://schemas.microsoft.com/office/drawing/2014/main" id="{F6327B4C-B8B6-FE9B-87B9-FC5F3573358F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3" name="ellipse_2562">
              <a:extLst>
                <a:ext uri="{FF2B5EF4-FFF2-40B4-BE49-F238E27FC236}">
                  <a16:creationId xmlns:a16="http://schemas.microsoft.com/office/drawing/2014/main" id="{2360179E-E80C-FB2D-79C6-FCBEE5321556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4" name="ellipse_2563">
              <a:extLst>
                <a:ext uri="{FF2B5EF4-FFF2-40B4-BE49-F238E27FC236}">
                  <a16:creationId xmlns:a16="http://schemas.microsoft.com/office/drawing/2014/main" id="{4E104425-F016-767A-F033-FE3CB2DBBC84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5" name="ellipse_2564">
              <a:extLst>
                <a:ext uri="{FF2B5EF4-FFF2-40B4-BE49-F238E27FC236}">
                  <a16:creationId xmlns:a16="http://schemas.microsoft.com/office/drawing/2014/main" id="{D54ED9A0-7D27-E1D8-54B3-290B195CEB77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6" name="ellipse_2565">
              <a:extLst>
                <a:ext uri="{FF2B5EF4-FFF2-40B4-BE49-F238E27FC236}">
                  <a16:creationId xmlns:a16="http://schemas.microsoft.com/office/drawing/2014/main" id="{BAD005D3-0ED9-9BE4-F79B-03CDB3C1A778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7" name="ellipse_2566">
              <a:extLst>
                <a:ext uri="{FF2B5EF4-FFF2-40B4-BE49-F238E27FC236}">
                  <a16:creationId xmlns:a16="http://schemas.microsoft.com/office/drawing/2014/main" id="{9E8AB157-6135-6990-3C99-200F94E6EA2F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8" name="ellipse_2567">
              <a:extLst>
                <a:ext uri="{FF2B5EF4-FFF2-40B4-BE49-F238E27FC236}">
                  <a16:creationId xmlns:a16="http://schemas.microsoft.com/office/drawing/2014/main" id="{5598513B-E7A3-E30D-4451-2137F828BB7F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9" name="ellipse_2568">
              <a:extLst>
                <a:ext uri="{FF2B5EF4-FFF2-40B4-BE49-F238E27FC236}">
                  <a16:creationId xmlns:a16="http://schemas.microsoft.com/office/drawing/2014/main" id="{CFBB02F0-DF39-4B1F-06CC-773D2E311218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0" name="ellipse_2569">
              <a:extLst>
                <a:ext uri="{FF2B5EF4-FFF2-40B4-BE49-F238E27FC236}">
                  <a16:creationId xmlns:a16="http://schemas.microsoft.com/office/drawing/2014/main" id="{330440B6-6289-2C80-B2F3-261671256E33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1" name="ellipse_2570">
              <a:extLst>
                <a:ext uri="{FF2B5EF4-FFF2-40B4-BE49-F238E27FC236}">
                  <a16:creationId xmlns:a16="http://schemas.microsoft.com/office/drawing/2014/main" id="{22CF3829-0C8B-A502-6B4A-DCB8113069E2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2" name="ellipse_2571">
              <a:extLst>
                <a:ext uri="{FF2B5EF4-FFF2-40B4-BE49-F238E27FC236}">
                  <a16:creationId xmlns:a16="http://schemas.microsoft.com/office/drawing/2014/main" id="{ED4EEF5B-578B-468F-6450-B22BDA4232DF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" name="ellipse_2572">
              <a:extLst>
                <a:ext uri="{FF2B5EF4-FFF2-40B4-BE49-F238E27FC236}">
                  <a16:creationId xmlns:a16="http://schemas.microsoft.com/office/drawing/2014/main" id="{89E611D6-0A90-2623-5421-6BBBE050D8D6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" name="ellipse_2573">
              <a:extLst>
                <a:ext uri="{FF2B5EF4-FFF2-40B4-BE49-F238E27FC236}">
                  <a16:creationId xmlns:a16="http://schemas.microsoft.com/office/drawing/2014/main" id="{8DBD83AF-E3AD-F978-8DC7-B1CB00C1F3D6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" name="ellipse_2574">
              <a:extLst>
                <a:ext uri="{FF2B5EF4-FFF2-40B4-BE49-F238E27FC236}">
                  <a16:creationId xmlns:a16="http://schemas.microsoft.com/office/drawing/2014/main" id="{719BCFD9-111D-00C5-2F76-24DB6127D2DA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" name="ellipse_2575">
              <a:extLst>
                <a:ext uri="{FF2B5EF4-FFF2-40B4-BE49-F238E27FC236}">
                  <a16:creationId xmlns:a16="http://schemas.microsoft.com/office/drawing/2014/main" id="{6FA1D03E-1CB2-D9CD-F5D6-5025B18063A2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" name="ellipse_2576">
              <a:extLst>
                <a:ext uri="{FF2B5EF4-FFF2-40B4-BE49-F238E27FC236}">
                  <a16:creationId xmlns:a16="http://schemas.microsoft.com/office/drawing/2014/main" id="{EFFFCF1A-D3CD-CC1B-4454-A11D444AD0AB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" name="ellipse_2577">
              <a:extLst>
                <a:ext uri="{FF2B5EF4-FFF2-40B4-BE49-F238E27FC236}">
                  <a16:creationId xmlns:a16="http://schemas.microsoft.com/office/drawing/2014/main" id="{4F87D893-F5D6-761B-BD98-BF9EC80395FD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578">
              <a:extLst>
                <a:ext uri="{FF2B5EF4-FFF2-40B4-BE49-F238E27FC236}">
                  <a16:creationId xmlns:a16="http://schemas.microsoft.com/office/drawing/2014/main" id="{90B99378-99CE-C9E4-74FD-9A5FE00FA7D1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ellipse_2579">
              <a:extLst>
                <a:ext uri="{FF2B5EF4-FFF2-40B4-BE49-F238E27FC236}">
                  <a16:creationId xmlns:a16="http://schemas.microsoft.com/office/drawing/2014/main" id="{D500F4BD-344F-A9CF-0D3F-B05E50F0B397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1" name="ellipse_2580">
              <a:extLst>
                <a:ext uri="{FF2B5EF4-FFF2-40B4-BE49-F238E27FC236}">
                  <a16:creationId xmlns:a16="http://schemas.microsoft.com/office/drawing/2014/main" id="{CF90C6DC-60BE-5790-D554-52F7270F865B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2" name="ellipse_2581">
              <a:extLst>
                <a:ext uri="{FF2B5EF4-FFF2-40B4-BE49-F238E27FC236}">
                  <a16:creationId xmlns:a16="http://schemas.microsoft.com/office/drawing/2014/main" id="{189F34EF-8BB6-5AC4-5A02-5C38BC9D2512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3" name="ellipse_2582">
              <a:extLst>
                <a:ext uri="{FF2B5EF4-FFF2-40B4-BE49-F238E27FC236}">
                  <a16:creationId xmlns:a16="http://schemas.microsoft.com/office/drawing/2014/main" id="{34437054-68F6-89F6-F9E1-25312B89AF5E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4" name="ellipse_2583">
              <a:extLst>
                <a:ext uri="{FF2B5EF4-FFF2-40B4-BE49-F238E27FC236}">
                  <a16:creationId xmlns:a16="http://schemas.microsoft.com/office/drawing/2014/main" id="{B680D3C9-4B24-4739-F8E2-9B54DAA8153A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5" name="ellipse_2584">
              <a:extLst>
                <a:ext uri="{FF2B5EF4-FFF2-40B4-BE49-F238E27FC236}">
                  <a16:creationId xmlns:a16="http://schemas.microsoft.com/office/drawing/2014/main" id="{2A4925C4-4215-1F51-C54B-45E22DDA6F8F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6" name="ellipse_2585">
              <a:extLst>
                <a:ext uri="{FF2B5EF4-FFF2-40B4-BE49-F238E27FC236}">
                  <a16:creationId xmlns:a16="http://schemas.microsoft.com/office/drawing/2014/main" id="{187C0097-F52C-175C-7DA3-1C9EEF6BBA50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7" name="ellipse_2586">
              <a:extLst>
                <a:ext uri="{FF2B5EF4-FFF2-40B4-BE49-F238E27FC236}">
                  <a16:creationId xmlns:a16="http://schemas.microsoft.com/office/drawing/2014/main" id="{9FB3AB6E-5D9E-82DB-3C27-961F0550577B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8" name="ellipse_2587">
              <a:extLst>
                <a:ext uri="{FF2B5EF4-FFF2-40B4-BE49-F238E27FC236}">
                  <a16:creationId xmlns:a16="http://schemas.microsoft.com/office/drawing/2014/main" id="{4AB66F24-4349-7167-2A50-36DBDE190AA4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9" name="ellipse_2588">
              <a:extLst>
                <a:ext uri="{FF2B5EF4-FFF2-40B4-BE49-F238E27FC236}">
                  <a16:creationId xmlns:a16="http://schemas.microsoft.com/office/drawing/2014/main" id="{4E4C2798-ED73-D996-B180-3D2E54792783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0" name="ellipse_2589">
              <a:extLst>
                <a:ext uri="{FF2B5EF4-FFF2-40B4-BE49-F238E27FC236}">
                  <a16:creationId xmlns:a16="http://schemas.microsoft.com/office/drawing/2014/main" id="{6E0CA98D-1246-B4EB-B835-2C0AD94D9444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1" name="ellipse_2590">
              <a:extLst>
                <a:ext uri="{FF2B5EF4-FFF2-40B4-BE49-F238E27FC236}">
                  <a16:creationId xmlns:a16="http://schemas.microsoft.com/office/drawing/2014/main" id="{9912F7BF-6234-D2A7-F05E-3022FFB0197E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2" name="ellipse_2591">
              <a:extLst>
                <a:ext uri="{FF2B5EF4-FFF2-40B4-BE49-F238E27FC236}">
                  <a16:creationId xmlns:a16="http://schemas.microsoft.com/office/drawing/2014/main" id="{6A285198-FB14-991D-0FB9-8B053F9A0EB5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3" name="ellipse_2592">
              <a:extLst>
                <a:ext uri="{FF2B5EF4-FFF2-40B4-BE49-F238E27FC236}">
                  <a16:creationId xmlns:a16="http://schemas.microsoft.com/office/drawing/2014/main" id="{C5E2BB52-B5D1-FB89-91C4-8A6A48481DA6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4" name="ellipse_2593">
              <a:extLst>
                <a:ext uri="{FF2B5EF4-FFF2-40B4-BE49-F238E27FC236}">
                  <a16:creationId xmlns:a16="http://schemas.microsoft.com/office/drawing/2014/main" id="{4794A2A0-1A9F-8540-C4A2-4272AE2F748E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5" name="ellipse_2594">
              <a:extLst>
                <a:ext uri="{FF2B5EF4-FFF2-40B4-BE49-F238E27FC236}">
                  <a16:creationId xmlns:a16="http://schemas.microsoft.com/office/drawing/2014/main" id="{F5501452-1BDD-1FE0-C8F1-3B352CFF0BF2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6" name="ellipse_2595">
              <a:extLst>
                <a:ext uri="{FF2B5EF4-FFF2-40B4-BE49-F238E27FC236}">
                  <a16:creationId xmlns:a16="http://schemas.microsoft.com/office/drawing/2014/main" id="{B689CAC9-B49E-D056-865F-DBCDC6407BB0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7" name="ellipse_2596">
              <a:extLst>
                <a:ext uri="{FF2B5EF4-FFF2-40B4-BE49-F238E27FC236}">
                  <a16:creationId xmlns:a16="http://schemas.microsoft.com/office/drawing/2014/main" id="{623EE383-7368-4F4F-77B7-9BB81C56CCA9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8" name="ellipse_2597">
              <a:extLst>
                <a:ext uri="{FF2B5EF4-FFF2-40B4-BE49-F238E27FC236}">
                  <a16:creationId xmlns:a16="http://schemas.microsoft.com/office/drawing/2014/main" id="{E447EE8F-1F62-ACD6-DAE9-1C2F00D4AEC6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9" name="ellipse_2598">
              <a:extLst>
                <a:ext uri="{FF2B5EF4-FFF2-40B4-BE49-F238E27FC236}">
                  <a16:creationId xmlns:a16="http://schemas.microsoft.com/office/drawing/2014/main" id="{F6A6FE15-FE67-E5C2-B08C-4DFD347B2AB5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0" name="ellipse_2599">
              <a:extLst>
                <a:ext uri="{FF2B5EF4-FFF2-40B4-BE49-F238E27FC236}">
                  <a16:creationId xmlns:a16="http://schemas.microsoft.com/office/drawing/2014/main" id="{4212EB5E-1B6C-E719-73F0-C69AA398B11E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1" name="ellipse_2600">
              <a:extLst>
                <a:ext uri="{FF2B5EF4-FFF2-40B4-BE49-F238E27FC236}">
                  <a16:creationId xmlns:a16="http://schemas.microsoft.com/office/drawing/2014/main" id="{C6811FE4-62DC-0B7C-E364-E91DE31B2BF4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2" name="ellipse_2601">
              <a:extLst>
                <a:ext uri="{FF2B5EF4-FFF2-40B4-BE49-F238E27FC236}">
                  <a16:creationId xmlns:a16="http://schemas.microsoft.com/office/drawing/2014/main" id="{003C594D-862F-FDE8-8E22-E14188BB708C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3" name="TextBox 12177">
            <a:extLst>
              <a:ext uri="{FF2B5EF4-FFF2-40B4-BE49-F238E27FC236}">
                <a16:creationId xmlns:a16="http://schemas.microsoft.com/office/drawing/2014/main" id="{897AA8C8-0D59-EE70-2737-E2CE205B755C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3563FFB4-36A0-6ED1-99C7-D78EE5250B77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03CF2D6D-5AE5-F7D5-CE7B-6B958D90A79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C72E6C15-D1AD-00C3-B8F9-DA9B6FA30CE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7" name="Oval 12178">
            <a:extLst>
              <a:ext uri="{FF2B5EF4-FFF2-40B4-BE49-F238E27FC236}">
                <a16:creationId xmlns:a16="http://schemas.microsoft.com/office/drawing/2014/main" id="{C6B518F7-C05F-188A-03B5-B4A7B1424ABD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18" name="TextBox 12186">
            <a:extLst>
              <a:ext uri="{FF2B5EF4-FFF2-40B4-BE49-F238E27FC236}">
                <a16:creationId xmlns:a16="http://schemas.microsoft.com/office/drawing/2014/main" id="{D5264AF5-FFC9-F85D-12B1-7A2362D95611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A6354316-5445-B2BD-AF74-93E5AFAF7E87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DFF45789-F9D1-8BAB-C815-D8CA53A3F72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D9D2D56F-66D6-BA20-214D-BEC81DDB9DC1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AA95F881-9E7A-117C-57DA-804F464457D1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E530F259-A57A-8837-339E-5B7088A3F0EB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FAF6079D-9700-B760-47EF-4FCBDDFDB88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92EF58D1-B230-41DF-8AAD-AA1F94FFC7B6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2597DCCA-0994-9301-F8E4-AF56B89B6A0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3A57F0B1-A1ED-9F5E-1B53-357802CFF16D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EACFF15D-B3A6-D1B6-D8BD-EB8E1B8D3CF0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D0AA82A8-E781-9762-AB9F-220597720BFA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31B1BBA1-065C-CBA5-D723-7862D7DB73F3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47F5E719-E805-E5A7-5FFE-71994BB96810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6DDD648B-67AA-1666-7E9E-AC4A7E0732A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AE301255-BA98-E90E-EF2A-09B66DABC99B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F5D5A5CB-6460-A691-E948-43A9CED768CE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5A15DC09-0D95-3AB8-8279-977992A1427E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80247DB3-3340-AEE4-398D-91BF622AEFCA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7BD76FF5-B4B6-6C07-6BEB-FD5EDA8B0801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07A9D74A-3116-2846-B2A4-5D5D3C5B4D4A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74D75380-3179-7288-17FB-68620C82203A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204CB858-4043-9706-F716-8A4A7AB7C38B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6500B1A7-394B-B65A-7C05-CF594A7D7F52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78A0F63A-9FAB-AA13-6CBD-0E16241FB916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438DF4C0-4E7B-EC6D-6333-4299C4977E55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5D0A441-AE36-357F-FAE1-A256A398B9A3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C96496CA-3BD3-EAC3-BF83-6C5419C97FA8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2C69831C-75CE-9EE8-B64C-3F093C1B6A0A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8D5B16DB-DE74-5E6B-A440-35376AE1FBA3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950C2F8-FC1F-4D77-2AF8-CBDB107AC964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44FFFC2F-2275-0B76-BA35-57C5A0E00F4F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120A595E-2AF7-1E24-1D50-134595EE0D4A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A3FCD619-8102-993B-B030-B00F5E66274D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40CD2C7E-2731-5490-8772-6000D1EA939F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72548D1-48D8-32B9-13AD-0A2692B168FB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8F4279A5-519C-416D-04A4-F3AB2C0D7969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B7E1DEC4-2854-7A98-8B10-13478CDAB3CC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74B41AFB-7880-5D4F-D71A-31258627F4CC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E8944D3C-00F9-CFF7-9C13-AD94DAB89683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AEFE1935-5C48-5707-62A7-62D15A93323B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9025CB42-0C9D-28DB-2488-48D724814E0B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0D6E32A5-44E5-E8DB-E6E4-BDEEB495C443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20B90-CB58-2BA0-BC1D-A98F971AD263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D54D581F-796A-D260-77C0-7E4C66F6EA28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41630534-4F4B-F94E-7E8A-6505E3D7789E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80DF77A2-3CE8-636F-56F7-6AE643BD3337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1F59E993-B078-FFE9-E622-1005AE984CF7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551ECAEC-CAE5-5D1A-203A-1F571ECCEA13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BC8DB2E9-CD5C-B73B-E73C-B0DB69A431AA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B4ADB74D-19D3-BC5B-4B6C-2A91B266154C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0AC365E4-3F9A-01C5-A975-F7CEB187CAFC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2E2CF4CE-3618-A4DE-86B4-EE833188FBCC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9DAB375C-AF63-DA4A-C929-CF3466D5983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D4D5F7B-5D1A-5F6C-229F-6AD2F70032F9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C214CEDC-612D-DA68-1DD8-3BC613C71B0B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DCF55E81-6A51-405F-ABCA-C965B0315976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B9588688-0476-EC3F-D991-13E94530CDA5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9407B93E-3B48-8192-681C-D8A843B1BB4B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E373A46C-9DD8-5A4A-025E-1424703D955E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E6477749-4FD6-145A-212C-604891B9ACA4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76C0B08-6A0F-F83B-F71E-52EAE0DFA85C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410F0112-E3B9-7917-D12B-73F594CE5F93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A8CBD6FA-AE08-C1A3-ED1E-11EF0E22D465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4EAA5D9A-63EC-F3F0-ADB4-77F36B1FF29D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FD977AE-7A55-72E9-3D96-0828028261AA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769DD36E-EFAE-EF9B-6A3E-8B10304E398F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FBD15FB7-44C7-C106-6AB1-AD362074C1FF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7206132F-0BA2-09F1-98BD-A15E6878FDAC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9936433E-79FD-7225-C0AB-995074262355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CDDF5217-9EF2-37CA-0BD7-BE12B5479D0A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99D41605-092F-BDCE-D1C0-6E3AA2A8F593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D5BCB644-3F2D-2063-9BDF-1B8C921DD836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54908D9B-E228-2042-040F-6AA295A3EE0C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D3C6D67A-D60B-67A3-5699-530DBED8DF5D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AA9804D0-0A93-42C6-C8C1-ABF334D6A87B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BCE7A904-91E6-678D-56F0-904D6475EFC7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09DD1EAA-0479-454F-73DF-30B089F76F09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7DBE1DF3-D5A5-95E3-DEDC-30DD8B00107F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9396C919-45C5-359A-CF47-8979914610D7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16A20628-B7A0-A052-BB9D-D73F1EF13B39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1CFA69F-EF1E-D184-4D01-B082470140D0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903B6893-1BC1-9108-FC47-A5A971E69A37}"/>
              </a:ext>
            </a:extLst>
          </p:cNvPr>
          <p:cNvSpPr txBox="1"/>
          <p:nvPr/>
        </p:nvSpPr>
        <p:spPr>
          <a:xfrm>
            <a:off x="3940202" y="3207444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ECDDEA77-A689-BB9E-79D7-0028DC7C9445}"/>
              </a:ext>
            </a:extLst>
          </p:cNvPr>
          <p:cNvSpPr/>
          <p:nvPr/>
        </p:nvSpPr>
        <p:spPr>
          <a:xfrm>
            <a:off x="4035126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97508B75-426B-FFF2-7546-6079DD7A59C5}"/>
              </a:ext>
            </a:extLst>
          </p:cNvPr>
          <p:cNvSpPr/>
          <p:nvPr/>
        </p:nvSpPr>
        <p:spPr>
          <a:xfrm>
            <a:off x="4083248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777B0EC9-763F-2362-747D-6B248CA7886E}"/>
              </a:ext>
            </a:extLst>
          </p:cNvPr>
          <p:cNvSpPr/>
          <p:nvPr/>
        </p:nvSpPr>
        <p:spPr>
          <a:xfrm>
            <a:off x="4131369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5E2F7404-AA96-5E8B-4DD6-A46B2D7872D0}"/>
              </a:ext>
            </a:extLst>
          </p:cNvPr>
          <p:cNvSpPr/>
          <p:nvPr/>
        </p:nvSpPr>
        <p:spPr>
          <a:xfrm>
            <a:off x="4179491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0BECBE41-487E-F49B-263A-D2115981105F}"/>
              </a:ext>
            </a:extLst>
          </p:cNvPr>
          <p:cNvSpPr/>
          <p:nvPr/>
        </p:nvSpPr>
        <p:spPr>
          <a:xfrm>
            <a:off x="4227612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D2002AC5-4F07-53A9-7179-F1E5329F1C0C}"/>
              </a:ext>
            </a:extLst>
          </p:cNvPr>
          <p:cNvSpPr/>
          <p:nvPr/>
        </p:nvSpPr>
        <p:spPr>
          <a:xfrm>
            <a:off x="4275734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0585052-DC6F-237D-9745-DB1759A6E471}"/>
              </a:ext>
            </a:extLst>
          </p:cNvPr>
          <p:cNvSpPr txBox="1"/>
          <p:nvPr/>
        </p:nvSpPr>
        <p:spPr>
          <a:xfrm>
            <a:off x="3940202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68F713DC-BD6C-F6CF-6497-BB5C789A4973}"/>
              </a:ext>
            </a:extLst>
          </p:cNvPr>
          <p:cNvSpPr/>
          <p:nvPr/>
        </p:nvSpPr>
        <p:spPr>
          <a:xfrm>
            <a:off x="4035126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E57EC43E-18BA-D8B0-4229-F37EF75ACD8B}"/>
              </a:ext>
            </a:extLst>
          </p:cNvPr>
          <p:cNvSpPr/>
          <p:nvPr/>
        </p:nvSpPr>
        <p:spPr>
          <a:xfrm>
            <a:off x="4083248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DC16DCBB-FA0C-FF6E-9D55-ED57A0E3A888}"/>
              </a:ext>
            </a:extLst>
          </p:cNvPr>
          <p:cNvSpPr/>
          <p:nvPr/>
        </p:nvSpPr>
        <p:spPr>
          <a:xfrm>
            <a:off x="4131369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FEDD01B5-67CB-003D-9E5D-6858EB0ACA74}"/>
              </a:ext>
            </a:extLst>
          </p:cNvPr>
          <p:cNvSpPr/>
          <p:nvPr/>
        </p:nvSpPr>
        <p:spPr>
          <a:xfrm>
            <a:off x="4179491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50525390-B870-442A-FB6E-0F6509CD6403}"/>
              </a:ext>
            </a:extLst>
          </p:cNvPr>
          <p:cNvSpPr/>
          <p:nvPr/>
        </p:nvSpPr>
        <p:spPr>
          <a:xfrm>
            <a:off x="4227612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03F0FE18-2211-B73B-238D-BC3A3B13C093}"/>
              </a:ext>
            </a:extLst>
          </p:cNvPr>
          <p:cNvSpPr/>
          <p:nvPr/>
        </p:nvSpPr>
        <p:spPr>
          <a:xfrm>
            <a:off x="4275734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E0AF7042-EF94-DA28-BA93-5DB9D637BBA8}"/>
              </a:ext>
            </a:extLst>
          </p:cNvPr>
          <p:cNvSpPr txBox="1"/>
          <p:nvPr/>
        </p:nvSpPr>
        <p:spPr>
          <a:xfrm>
            <a:off x="3940202" y="3332997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40CE3A1-07DC-C089-03B9-B56E06650FD3}"/>
              </a:ext>
            </a:extLst>
          </p:cNvPr>
          <p:cNvSpPr/>
          <p:nvPr/>
        </p:nvSpPr>
        <p:spPr>
          <a:xfrm>
            <a:off x="4035126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7E88834-31FA-55F1-B6E8-A5B73E093120}"/>
              </a:ext>
            </a:extLst>
          </p:cNvPr>
          <p:cNvSpPr/>
          <p:nvPr/>
        </p:nvSpPr>
        <p:spPr>
          <a:xfrm>
            <a:off x="4083248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D4F02CF1-95A4-6BAE-7B5A-2B9734A0906F}"/>
              </a:ext>
            </a:extLst>
          </p:cNvPr>
          <p:cNvSpPr/>
          <p:nvPr/>
        </p:nvSpPr>
        <p:spPr>
          <a:xfrm>
            <a:off x="4131369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388D76A5-B8DF-2183-5760-A0C7B612FA89}"/>
              </a:ext>
            </a:extLst>
          </p:cNvPr>
          <p:cNvSpPr/>
          <p:nvPr/>
        </p:nvSpPr>
        <p:spPr>
          <a:xfrm>
            <a:off x="4179491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731AD165-4154-5747-755F-90DDBFE91C0C}"/>
              </a:ext>
            </a:extLst>
          </p:cNvPr>
          <p:cNvSpPr/>
          <p:nvPr/>
        </p:nvSpPr>
        <p:spPr>
          <a:xfrm>
            <a:off x="4227612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C882025D-0E6B-474D-059A-12A8AF7A5265}"/>
              </a:ext>
            </a:extLst>
          </p:cNvPr>
          <p:cNvSpPr/>
          <p:nvPr/>
        </p:nvSpPr>
        <p:spPr>
          <a:xfrm>
            <a:off x="4275734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5BD39FD9-1204-CF96-BCEC-5641BC4D6B56}"/>
              </a:ext>
            </a:extLst>
          </p:cNvPr>
          <p:cNvSpPr txBox="1"/>
          <p:nvPr/>
        </p:nvSpPr>
        <p:spPr>
          <a:xfrm>
            <a:off x="4193334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DF3BFD4F-4351-201D-048F-0EC6FEA54BB9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2DE9F8ED-89EF-161D-EAE2-3B92E38A4109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043C61B1-8CC4-370F-EB1F-7A6EA4CF9F31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3F28B1A8-FB61-F2AA-9469-3935A03CE6F3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4368CED2-2B3F-8606-F96C-3BC02E6D6FC3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FFC809E8-EE16-69D6-6364-B1181B07A0A7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76BE7007-48ED-CF99-1CED-D18CB154E36B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03C868C4-084F-A201-E128-693EAB89D6BE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26A21743-2570-B041-F2F9-8032278BC956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82EBDD3-E894-8540-2DED-48E8CFA7A82E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73114D94-8C48-F0AE-591A-C9E0739E94DB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E492BAAB-7B8C-5100-0CDF-19C6B54BAEFD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2BB37D4B-C195-841E-992D-CE4FE0A08F62}"/>
              </a:ext>
            </a:extLst>
          </p:cNvPr>
          <p:cNvSpPr txBox="1"/>
          <p:nvPr/>
        </p:nvSpPr>
        <p:spPr>
          <a:xfrm>
            <a:off x="3741774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D80F16D4-7691-FE99-9268-904B0A8687DF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B47BF685-8C4E-6DB4-4E4D-CD010A6E149A}"/>
              </a:ext>
            </a:extLst>
          </p:cNvPr>
          <p:cNvSpPr txBox="1"/>
          <p:nvPr/>
        </p:nvSpPr>
        <p:spPr>
          <a:xfrm>
            <a:off x="4137961" y="4019017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E70F1FEA-1E9D-431F-55E4-80DDBEBE448D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B0402E85-60C5-8E7C-4837-1366586504A6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33FECB55-13BE-9800-D740-39BC697199D6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8C88B46F-6FBA-66AD-7C52-585C598A816C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AB3D6CDB-5CA2-A77B-0C4F-B0A831BE56B4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FFBFEBFA-8191-4FDA-2FBA-CBC851E23C6B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7928BF20-3CDC-9623-9C62-B67F1B11E39D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C696EA86-074A-E37D-F9CF-650AFA51B817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38856FC0-20F8-BD78-2A86-5CB77DEA68A3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919833E-13B6-3995-C373-262B61167D53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8AEC1127-07C3-FBD4-0354-D492A9D35315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84F5C606-A878-BB91-1BFC-2061FE435658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FCBD67DE-6A4E-C77B-8FB4-3F3087529A4A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1ECC0ED4-C642-049D-E796-F62F42FB7062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2F918563-A526-A61D-F989-031698F25608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411083DB-12E9-D6C0-677E-D529CD0A6352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341C6245-1F42-96F7-1F57-16D24A4F693A}"/>
                </a:ext>
              </a:extLst>
            </p:cNvPr>
            <p:cNvPicPr>
              <a:picLocks/>
            </p:cNvPicPr>
            <p:nvPr/>
          </p:nvPicPr>
          <p:blipFill>
            <a:blip r:embed="rId4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BA2A8857-BA87-F9B6-F1E5-9CE0D6D0B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2ACAA6E1-386C-428E-BB24-32BF38CED366}"/>
              </a:ext>
            </a:extLst>
          </p:cNvPr>
          <p:cNvGrpSpPr/>
          <p:nvPr/>
        </p:nvGrpSpPr>
        <p:grpSpPr>
          <a:xfrm>
            <a:off x="4121891" y="457662"/>
            <a:ext cx="287558" cy="196430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0C4BC507-44B1-B5BA-EC64-BF09409081B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1D4D7FD6-E7A7-3B63-DA06-63E05D565398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6FACCC34-F35B-07F8-4258-3D5C287D5C6B}"/>
              </a:ext>
            </a:extLst>
          </p:cNvPr>
          <p:cNvGrpSpPr/>
          <p:nvPr/>
        </p:nvGrpSpPr>
        <p:grpSpPr>
          <a:xfrm>
            <a:off x="4109184" y="735960"/>
            <a:ext cx="307808" cy="174155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C032E89A-A4B3-4931-8504-E9B47EF6E3F5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26DEDEBE-484F-216A-336A-287C8E160FD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5B7FC8C2-8402-A16A-996C-05698ACC75EE}"/>
              </a:ext>
            </a:extLst>
          </p:cNvPr>
          <p:cNvGrpSpPr/>
          <p:nvPr/>
        </p:nvGrpSpPr>
        <p:grpSpPr>
          <a:xfrm>
            <a:off x="4109970" y="1046710"/>
            <a:ext cx="311858" cy="170105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4BD43286-68AE-5B16-10E9-B249074D656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430C296B-A998-DFCA-1624-9DC45624F8B6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4" name="Visual revision native elements">
            <a:extLst>
              <a:ext uri="{FF2B5EF4-FFF2-40B4-BE49-F238E27FC236}">
                <a16:creationId xmlns:a16="http://schemas.microsoft.com/office/drawing/2014/main" id="{9344E0B5-F3D6-97AE-3868-80EE0C246679}"/>
              </a:ext>
            </a:extLst>
          </p:cNvPr>
          <p:cNvGrpSpPr/>
          <p:nvPr/>
        </p:nvGrpSpPr>
        <p:grpSpPr>
          <a:xfrm>
            <a:off x="1060070" y="415407"/>
            <a:ext cx="4865197" cy="3926646"/>
            <a:chOff x="2485594" y="976950"/>
            <a:chExt cx="11441916" cy="9234640"/>
          </a:xfrm>
        </p:grpSpPr>
        <p:sp>
          <p:nvSpPr>
            <p:cNvPr id="765" name="Find auxiliary label">
              <a:extLst>
                <a:ext uri="{FF2B5EF4-FFF2-40B4-BE49-F238E27FC236}">
                  <a16:creationId xmlns:a16="http://schemas.microsoft.com/office/drawing/2014/main" id="{B514ED94-77A5-45AF-014D-9A0233F12ED0}"/>
                </a:ext>
              </a:extLst>
            </p:cNvPr>
            <p:cNvSpPr>
              <a:spLocks noGrp="1"/>
            </p:cNvSpPr>
            <p:nvPr/>
          </p:nvSpPr>
          <p:spPr>
            <a:xfrm>
              <a:off x="9540969" y="3570727"/>
              <a:ext cx="1019176" cy="37147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6" name="Match auxiliary label">
              <a:extLst>
                <a:ext uri="{FF2B5EF4-FFF2-40B4-BE49-F238E27FC236}">
                  <a16:creationId xmlns:a16="http://schemas.microsoft.com/office/drawing/2014/main" id="{1B853730-8497-D7E6-56CC-8DD849A6EFF8}"/>
                </a:ext>
              </a:extLst>
            </p:cNvPr>
            <p:cNvSpPr>
              <a:spLocks noGrp="1"/>
            </p:cNvSpPr>
            <p:nvPr/>
          </p:nvSpPr>
          <p:spPr>
            <a:xfrm>
              <a:off x="3419475" y="6686550"/>
              <a:ext cx="952500" cy="40957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7" name="Concat label">
              <a:extLst>
                <a:ext uri="{FF2B5EF4-FFF2-40B4-BE49-F238E27FC236}">
                  <a16:creationId xmlns:a16="http://schemas.microsoft.com/office/drawing/2014/main" id="{6FD2CEF0-F623-AD8C-EEC6-B3BF30A97FB9}"/>
                </a:ext>
              </a:extLst>
            </p:cNvPr>
            <p:cNvSpPr>
              <a:spLocks noGrp="1"/>
            </p:cNvSpPr>
            <p:nvPr/>
          </p:nvSpPr>
          <p:spPr>
            <a:xfrm>
              <a:off x="2485594" y="8487205"/>
              <a:ext cx="609600" cy="1905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68" dirty="0" err="1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Concat</a:t>
              </a:r>
              <a:endParaRPr sz="568" dirty="0">
                <a:solidFill>
                  <a:srgbClr val="71808C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68" name="Build four inputs">
              <a:extLst>
                <a:ext uri="{FF2B5EF4-FFF2-40B4-BE49-F238E27FC236}">
                  <a16:creationId xmlns:a16="http://schemas.microsoft.com/office/drawing/2014/main" id="{541ADBE4-7260-8437-2EA3-3B53B88B9E31}"/>
                </a:ext>
              </a:extLst>
            </p:cNvPr>
            <p:cNvSpPr>
              <a:spLocks noGrp="1"/>
            </p:cNvSpPr>
            <p:nvPr/>
          </p:nvSpPr>
          <p:spPr>
            <a:xfrm>
              <a:off x="11001313" y="976950"/>
              <a:ext cx="2725234" cy="2927983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69" name="Site label">
              <a:extLst>
                <a:ext uri="{FF2B5EF4-FFF2-40B4-BE49-F238E27FC236}">
                  <a16:creationId xmlns:a16="http://schemas.microsoft.com/office/drawing/2014/main" id="{BC478A55-A873-446F-125E-E23C652AD9C9}"/>
                </a:ext>
              </a:extLst>
            </p:cNvPr>
            <p:cNvSpPr>
              <a:spLocks noGrp="1"/>
            </p:cNvSpPr>
            <p:nvPr/>
          </p:nvSpPr>
          <p:spPr>
            <a:xfrm>
              <a:off x="11159211" y="1963677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Site</a:t>
              </a:r>
            </a:p>
          </p:txBody>
        </p:sp>
        <p:sp>
          <p:nvSpPr>
            <p:cNvPr id="770" name="Site provenance">
              <a:extLst>
                <a:ext uri="{FF2B5EF4-FFF2-40B4-BE49-F238E27FC236}">
                  <a16:creationId xmlns:a16="http://schemas.microsoft.com/office/drawing/2014/main" id="{018A41F1-F862-12C7-0890-90F9A1726B0D}"/>
                </a:ext>
              </a:extLst>
            </p:cNvPr>
            <p:cNvSpPr>
              <a:spLocks noGrp="1"/>
            </p:cNvSpPr>
            <p:nvPr/>
          </p:nvSpPr>
          <p:spPr>
            <a:xfrm>
              <a:off x="11189079" y="21998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Find</a:t>
              </a:r>
            </a:p>
          </p:txBody>
        </p:sp>
        <p:sp>
          <p:nvSpPr>
            <p:cNvPr id="771" name="Pocket label">
              <a:extLst>
                <a:ext uri="{FF2B5EF4-FFF2-40B4-BE49-F238E27FC236}">
                  <a16:creationId xmlns:a16="http://schemas.microsoft.com/office/drawing/2014/main" id="{F8A105BF-D2E0-52A7-A8D8-A0BE52B6A252}"/>
                </a:ext>
              </a:extLst>
            </p:cNvPr>
            <p:cNvSpPr>
              <a:spLocks noGrp="1"/>
            </p:cNvSpPr>
            <p:nvPr/>
          </p:nvSpPr>
          <p:spPr>
            <a:xfrm>
              <a:off x="12476322" y="2009387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Pocket</a:t>
              </a:r>
            </a:p>
          </p:txBody>
        </p:sp>
        <p:sp>
          <p:nvSpPr>
            <p:cNvPr id="773" name="SMILES label">
              <a:extLst>
                <a:ext uri="{FF2B5EF4-FFF2-40B4-BE49-F238E27FC236}">
                  <a16:creationId xmlns:a16="http://schemas.microsoft.com/office/drawing/2014/main" id="{B59D4EA2-DA4F-1940-4422-FAA8379FF452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385841"/>
              <a:ext cx="1209675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SMILES</a:t>
              </a:r>
            </a:p>
          </p:txBody>
        </p:sp>
        <p:sp>
          <p:nvSpPr>
            <p:cNvPr id="774" name="SMILES provenance">
              <a:extLst>
                <a:ext uri="{FF2B5EF4-FFF2-40B4-BE49-F238E27FC236}">
                  <a16:creationId xmlns:a16="http://schemas.microsoft.com/office/drawing/2014/main" id="{611D246E-3109-E020-FC7E-DD32865D3DC9}"/>
                </a:ext>
              </a:extLst>
            </p:cNvPr>
            <p:cNvSpPr>
              <a:spLocks noGrp="1"/>
            </p:cNvSpPr>
            <p:nvPr/>
          </p:nvSpPr>
          <p:spPr>
            <a:xfrm>
              <a:off x="11123464" y="3599932"/>
              <a:ext cx="1209675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Match</a:t>
              </a:r>
            </a:p>
          </p:txBody>
        </p:sp>
        <p:sp>
          <p:nvSpPr>
            <p:cNvPr id="775" name="Density input label">
              <a:extLst>
                <a:ext uri="{FF2B5EF4-FFF2-40B4-BE49-F238E27FC236}">
                  <a16:creationId xmlns:a16="http://schemas.microsoft.com/office/drawing/2014/main" id="{DA19550D-F458-C41B-23EE-A1D43AB8D8C8}"/>
                </a:ext>
              </a:extLst>
            </p:cNvPr>
            <p:cNvSpPr>
              <a:spLocks noGrp="1"/>
            </p:cNvSpPr>
            <p:nvPr/>
          </p:nvSpPr>
          <p:spPr>
            <a:xfrm>
              <a:off x="12513676" y="3413346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</p:txBody>
        </p:sp>
        <p:sp>
          <p:nvSpPr>
            <p:cNvPr id="776" name="Docking tools title">
              <a:extLst>
                <a:ext uri="{FF2B5EF4-FFF2-40B4-BE49-F238E27FC236}">
                  <a16:creationId xmlns:a16="http://schemas.microsoft.com/office/drawing/2014/main" id="{0668831D-3708-ACEA-C42A-E3B8811B2830}"/>
                </a:ext>
              </a:extLst>
            </p:cNvPr>
            <p:cNvSpPr>
              <a:spLocks noGrp="1"/>
            </p:cNvSpPr>
            <p:nvPr/>
          </p:nvSpPr>
          <p:spPr>
            <a:xfrm>
              <a:off x="11191775" y="4392600"/>
              <a:ext cx="2590801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Downstream </a:t>
              </a:r>
              <a:r>
                <a:rPr lang="en-US" b="0" dirty="0"/>
                <a:t>d</a:t>
              </a:r>
              <a:r>
                <a:rPr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ocking tools</a:t>
              </a:r>
            </a:p>
          </p:txBody>
        </p:sp>
        <p:sp>
          <p:nvSpPr>
            <p:cNvPr id="777" name="Build pose output">
              <a:extLst>
                <a:ext uri="{FF2B5EF4-FFF2-40B4-BE49-F238E27FC236}">
                  <a16:creationId xmlns:a16="http://schemas.microsoft.com/office/drawing/2014/main" id="{48D5CA91-D757-D2DF-1FE9-31F7F95AC134}"/>
                </a:ext>
              </a:extLst>
            </p:cNvPr>
            <p:cNvSpPr>
              <a:spLocks noGrp="1"/>
            </p:cNvSpPr>
            <p:nvPr/>
          </p:nvSpPr>
          <p:spPr>
            <a:xfrm>
              <a:off x="11062547" y="7997501"/>
              <a:ext cx="2602229" cy="2214089"/>
            </a:xfrm>
            <a:prstGeom prst="roundRect">
              <a:avLst>
                <a:gd name="adj" fmla="val 5395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</p:sp>
        <p:sp>
          <p:nvSpPr>
            <p:cNvPr id="778" name="All atom pose label">
              <a:extLst>
                <a:ext uri="{FF2B5EF4-FFF2-40B4-BE49-F238E27FC236}">
                  <a16:creationId xmlns:a16="http://schemas.microsoft.com/office/drawing/2014/main" id="{4120E866-BA22-E675-1BB6-F29457CF09F7}"/>
                </a:ext>
              </a:extLst>
            </p:cNvPr>
            <p:cNvSpPr>
              <a:spLocks noGrp="1"/>
            </p:cNvSpPr>
            <p:nvPr/>
          </p:nvSpPr>
          <p:spPr>
            <a:xfrm>
              <a:off x="11031910" y="9822113"/>
              <a:ext cx="2895600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All-atom ligand pose</a:t>
              </a:r>
            </a:p>
          </p:txBody>
        </p:sp>
      </p:grpSp>
      <p:grpSp>
        <p:nvGrpSpPr>
          <p:cNvPr id="779" name="Build | Site p">
            <a:extLst>
              <a:ext uri="{FF2B5EF4-FFF2-40B4-BE49-F238E27FC236}">
                <a16:creationId xmlns:a16="http://schemas.microsoft.com/office/drawing/2014/main" id="{113133F4-E8A6-2551-0B22-E20EC55FD709}"/>
              </a:ext>
            </a:extLst>
          </p:cNvPr>
          <p:cNvGrpSpPr/>
          <p:nvPr/>
        </p:nvGrpSpPr>
        <p:grpSpPr>
          <a:xfrm>
            <a:off x="4777278" y="482609"/>
            <a:ext cx="413921" cy="347904"/>
            <a:chOff x="156538" y="5645738"/>
            <a:chExt cx="422329" cy="355206"/>
          </a:xfrm>
        </p:grpSpPr>
        <p:grpSp>
          <p:nvGrpSpPr>
            <p:cNvPr id="780" name="d | Site p: local receptor environment">
              <a:extLst>
                <a:ext uri="{FF2B5EF4-FFF2-40B4-BE49-F238E27FC236}">
                  <a16:creationId xmlns:a16="http://schemas.microsoft.com/office/drawing/2014/main" id="{2BE90120-DBFB-9D44-7567-48D57E5702E0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781" name="ellipse_2785">
                <a:extLst>
                  <a:ext uri="{FF2B5EF4-FFF2-40B4-BE49-F238E27FC236}">
                    <a16:creationId xmlns:a16="http://schemas.microsoft.com/office/drawing/2014/main" id="{97F0FF0D-C42B-A2E2-D450-C0C72FBD561A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2786">
                <a:extLst>
                  <a:ext uri="{FF2B5EF4-FFF2-40B4-BE49-F238E27FC236}">
                    <a16:creationId xmlns:a16="http://schemas.microsoft.com/office/drawing/2014/main" id="{8ED92337-D73E-D66C-45D3-42D0B993269A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2787">
                <a:extLst>
                  <a:ext uri="{FF2B5EF4-FFF2-40B4-BE49-F238E27FC236}">
                    <a16:creationId xmlns:a16="http://schemas.microsoft.com/office/drawing/2014/main" id="{E6C18DF6-4701-14A4-EE9B-CF65E7E6BFDC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2788">
                <a:extLst>
                  <a:ext uri="{FF2B5EF4-FFF2-40B4-BE49-F238E27FC236}">
                    <a16:creationId xmlns:a16="http://schemas.microsoft.com/office/drawing/2014/main" id="{5667D049-C602-D436-1BEA-B35159BDDB50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2789">
                <a:extLst>
                  <a:ext uri="{FF2B5EF4-FFF2-40B4-BE49-F238E27FC236}">
                    <a16:creationId xmlns:a16="http://schemas.microsoft.com/office/drawing/2014/main" id="{B6E6C05B-E0D7-964B-852D-387F2D2DBE16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2790">
                <a:extLst>
                  <a:ext uri="{FF2B5EF4-FFF2-40B4-BE49-F238E27FC236}">
                    <a16:creationId xmlns:a16="http://schemas.microsoft.com/office/drawing/2014/main" id="{96CEE992-E2AD-8883-B845-62AEC0A1C0BC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2791">
                <a:extLst>
                  <a:ext uri="{FF2B5EF4-FFF2-40B4-BE49-F238E27FC236}">
                    <a16:creationId xmlns:a16="http://schemas.microsoft.com/office/drawing/2014/main" id="{12245C10-D8F3-E509-2AA9-1D3B4720CD4C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2792">
                <a:extLst>
                  <a:ext uri="{FF2B5EF4-FFF2-40B4-BE49-F238E27FC236}">
                    <a16:creationId xmlns:a16="http://schemas.microsoft.com/office/drawing/2014/main" id="{B7516E93-4006-108D-EF30-DAF2637B524E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9" name="ellipse_2793">
                <a:extLst>
                  <a:ext uri="{FF2B5EF4-FFF2-40B4-BE49-F238E27FC236}">
                    <a16:creationId xmlns:a16="http://schemas.microsoft.com/office/drawing/2014/main" id="{3A275E49-132A-CFD1-1AFA-986C5A335570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0" name="ellipse_2794">
                <a:extLst>
                  <a:ext uri="{FF2B5EF4-FFF2-40B4-BE49-F238E27FC236}">
                    <a16:creationId xmlns:a16="http://schemas.microsoft.com/office/drawing/2014/main" id="{5C4A7C2B-73C4-1578-A559-F664133EB79A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1" name="ellipse_2795">
                <a:extLst>
                  <a:ext uri="{FF2B5EF4-FFF2-40B4-BE49-F238E27FC236}">
                    <a16:creationId xmlns:a16="http://schemas.microsoft.com/office/drawing/2014/main" id="{1DF5052A-1368-2DA4-1358-A578DCCEAAE0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2" name="ellipse_2796">
                <a:extLst>
                  <a:ext uri="{FF2B5EF4-FFF2-40B4-BE49-F238E27FC236}">
                    <a16:creationId xmlns:a16="http://schemas.microsoft.com/office/drawing/2014/main" id="{DCD0993D-B88C-1E84-15B1-838A87B5AB48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3" name="ellipse_2797">
                <a:extLst>
                  <a:ext uri="{FF2B5EF4-FFF2-40B4-BE49-F238E27FC236}">
                    <a16:creationId xmlns:a16="http://schemas.microsoft.com/office/drawing/2014/main" id="{12BD2224-A557-61B5-5333-84EADF35B7D9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4" name="ellipse_2798">
                <a:extLst>
                  <a:ext uri="{FF2B5EF4-FFF2-40B4-BE49-F238E27FC236}">
                    <a16:creationId xmlns:a16="http://schemas.microsoft.com/office/drawing/2014/main" id="{D12625E6-D2F6-A524-6A0D-2326185322E9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5" name="ellipse_2799">
                <a:extLst>
                  <a:ext uri="{FF2B5EF4-FFF2-40B4-BE49-F238E27FC236}">
                    <a16:creationId xmlns:a16="http://schemas.microsoft.com/office/drawing/2014/main" id="{A4799BEF-75DF-7ECD-F755-8172DD98FB35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6" name="ellipse_2800">
                <a:extLst>
                  <a:ext uri="{FF2B5EF4-FFF2-40B4-BE49-F238E27FC236}">
                    <a16:creationId xmlns:a16="http://schemas.microsoft.com/office/drawing/2014/main" id="{F0D6797C-6105-3AED-270E-00A754F0B570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7" name="ellipse_2801">
                <a:extLst>
                  <a:ext uri="{FF2B5EF4-FFF2-40B4-BE49-F238E27FC236}">
                    <a16:creationId xmlns:a16="http://schemas.microsoft.com/office/drawing/2014/main" id="{F7BA14C1-C2C9-E79C-05C0-CBB5E74C2839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8" name="ellipse_2802">
                <a:extLst>
                  <a:ext uri="{FF2B5EF4-FFF2-40B4-BE49-F238E27FC236}">
                    <a16:creationId xmlns:a16="http://schemas.microsoft.com/office/drawing/2014/main" id="{E0064F13-0D2A-0C2B-0100-9451199CC51A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9" name="ellipse_2803">
                <a:extLst>
                  <a:ext uri="{FF2B5EF4-FFF2-40B4-BE49-F238E27FC236}">
                    <a16:creationId xmlns:a16="http://schemas.microsoft.com/office/drawing/2014/main" id="{A0DE82EC-2C32-F832-AA0D-46FE92652043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0" name="ellipse_2804">
                <a:extLst>
                  <a:ext uri="{FF2B5EF4-FFF2-40B4-BE49-F238E27FC236}">
                    <a16:creationId xmlns:a16="http://schemas.microsoft.com/office/drawing/2014/main" id="{4EF17C27-11F7-81D4-AA82-77E9B14A39FC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1" name="ellipse_2805">
                <a:extLst>
                  <a:ext uri="{FF2B5EF4-FFF2-40B4-BE49-F238E27FC236}">
                    <a16:creationId xmlns:a16="http://schemas.microsoft.com/office/drawing/2014/main" id="{CDE0EEF2-1CD8-CD65-56D6-5BD1C45E1FA0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2" name="ellipse_2806">
                <a:extLst>
                  <a:ext uri="{FF2B5EF4-FFF2-40B4-BE49-F238E27FC236}">
                    <a16:creationId xmlns:a16="http://schemas.microsoft.com/office/drawing/2014/main" id="{CDB26C6B-7C6E-5464-E6EE-021EB0A9485D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E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3" name="ellipse_2807">
                <a:extLst>
                  <a:ext uri="{FF2B5EF4-FFF2-40B4-BE49-F238E27FC236}">
                    <a16:creationId xmlns:a16="http://schemas.microsoft.com/office/drawing/2014/main" id="{B5AF4585-513B-7103-7EA4-A7453235A14F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4" name="ellipse_2808">
                <a:extLst>
                  <a:ext uri="{FF2B5EF4-FFF2-40B4-BE49-F238E27FC236}">
                    <a16:creationId xmlns:a16="http://schemas.microsoft.com/office/drawing/2014/main" id="{F8A5FCD1-A389-C7C9-D8C1-0CC2D3F774FD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5" name="ellipse_2809">
                <a:extLst>
                  <a:ext uri="{FF2B5EF4-FFF2-40B4-BE49-F238E27FC236}">
                    <a16:creationId xmlns:a16="http://schemas.microsoft.com/office/drawing/2014/main" id="{C8E340A2-F83D-C87D-AC4D-3BDC5F3241BF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6" name="ellipse_2810">
                <a:extLst>
                  <a:ext uri="{FF2B5EF4-FFF2-40B4-BE49-F238E27FC236}">
                    <a16:creationId xmlns:a16="http://schemas.microsoft.com/office/drawing/2014/main" id="{B533D18A-FAF2-A386-CBBF-D02D0E842D02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7" name="ellipse_2811">
                <a:extLst>
                  <a:ext uri="{FF2B5EF4-FFF2-40B4-BE49-F238E27FC236}">
                    <a16:creationId xmlns:a16="http://schemas.microsoft.com/office/drawing/2014/main" id="{CACB798B-7EEC-7FBB-1A30-FD8309576C39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8" name="ellipse_2812">
                <a:extLst>
                  <a:ext uri="{FF2B5EF4-FFF2-40B4-BE49-F238E27FC236}">
                    <a16:creationId xmlns:a16="http://schemas.microsoft.com/office/drawing/2014/main" id="{374E102F-FE2E-1017-C8A8-E82C4F804AFD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9" name="ellipse_2813">
                <a:extLst>
                  <a:ext uri="{FF2B5EF4-FFF2-40B4-BE49-F238E27FC236}">
                    <a16:creationId xmlns:a16="http://schemas.microsoft.com/office/drawing/2014/main" id="{7D4E1D15-7CD8-6775-58DD-DC1C1FE1D9D3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0" name="ellipse_2814">
                <a:extLst>
                  <a:ext uri="{FF2B5EF4-FFF2-40B4-BE49-F238E27FC236}">
                    <a16:creationId xmlns:a16="http://schemas.microsoft.com/office/drawing/2014/main" id="{0974D865-23F7-FFB6-9CE3-7EF8872B8B9A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1" name="ellipse_2815">
                <a:extLst>
                  <a:ext uri="{FF2B5EF4-FFF2-40B4-BE49-F238E27FC236}">
                    <a16:creationId xmlns:a16="http://schemas.microsoft.com/office/drawing/2014/main" id="{0DADF8C6-FA5B-9183-D512-C2AF4FF093C5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2" name="ellipse_2816">
                <a:extLst>
                  <a:ext uri="{FF2B5EF4-FFF2-40B4-BE49-F238E27FC236}">
                    <a16:creationId xmlns:a16="http://schemas.microsoft.com/office/drawing/2014/main" id="{58A3007F-3E77-5A74-B1E3-06990E6128D7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3" name="ellipse_2817">
                <a:extLst>
                  <a:ext uri="{FF2B5EF4-FFF2-40B4-BE49-F238E27FC236}">
                    <a16:creationId xmlns:a16="http://schemas.microsoft.com/office/drawing/2014/main" id="{58CA5340-1D03-30E2-1D54-159589D986BA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4" name="ellipse_2818">
                <a:extLst>
                  <a:ext uri="{FF2B5EF4-FFF2-40B4-BE49-F238E27FC236}">
                    <a16:creationId xmlns:a16="http://schemas.microsoft.com/office/drawing/2014/main" id="{EE31F728-5EC2-61A4-7636-7A913FD1863D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5" name="ellipse_2819">
                <a:extLst>
                  <a:ext uri="{FF2B5EF4-FFF2-40B4-BE49-F238E27FC236}">
                    <a16:creationId xmlns:a16="http://schemas.microsoft.com/office/drawing/2014/main" id="{7680B327-B10E-2EA1-B5AA-CF61118D90F9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6" name="ellipse_2820">
                <a:extLst>
                  <a:ext uri="{FF2B5EF4-FFF2-40B4-BE49-F238E27FC236}">
                    <a16:creationId xmlns:a16="http://schemas.microsoft.com/office/drawing/2014/main" id="{A013A354-A464-5584-D1FC-8C62CB6BF714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7" name="ellipse_2821">
                <a:extLst>
                  <a:ext uri="{FF2B5EF4-FFF2-40B4-BE49-F238E27FC236}">
                    <a16:creationId xmlns:a16="http://schemas.microsoft.com/office/drawing/2014/main" id="{39813934-E772-7DC1-7FBE-B8ACB853E9BA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8" name="ellipse_2822">
                <a:extLst>
                  <a:ext uri="{FF2B5EF4-FFF2-40B4-BE49-F238E27FC236}">
                    <a16:creationId xmlns:a16="http://schemas.microsoft.com/office/drawing/2014/main" id="{C4F9C8FE-96A6-877D-6908-47E42590B411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9" name="ellipse_2823">
                <a:extLst>
                  <a:ext uri="{FF2B5EF4-FFF2-40B4-BE49-F238E27FC236}">
                    <a16:creationId xmlns:a16="http://schemas.microsoft.com/office/drawing/2014/main" id="{171DA6DB-FA3E-EC03-FF9F-8D7714F38CD9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0" name="ellipse_2824">
                <a:extLst>
                  <a:ext uri="{FF2B5EF4-FFF2-40B4-BE49-F238E27FC236}">
                    <a16:creationId xmlns:a16="http://schemas.microsoft.com/office/drawing/2014/main" id="{4FCCC5BA-6BC1-5946-EE04-5B17FBF443DC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1" name="ellipse_2825">
                <a:extLst>
                  <a:ext uri="{FF2B5EF4-FFF2-40B4-BE49-F238E27FC236}">
                    <a16:creationId xmlns:a16="http://schemas.microsoft.com/office/drawing/2014/main" id="{24FDAA71-054F-B9CA-1880-834630BE9431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2" name="ellipse_2826">
                <a:extLst>
                  <a:ext uri="{FF2B5EF4-FFF2-40B4-BE49-F238E27FC236}">
                    <a16:creationId xmlns:a16="http://schemas.microsoft.com/office/drawing/2014/main" id="{5D6D0195-7C31-F0F3-ACC7-CC64B6AB6D62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3" name="ellipse_2827">
                <a:extLst>
                  <a:ext uri="{FF2B5EF4-FFF2-40B4-BE49-F238E27FC236}">
                    <a16:creationId xmlns:a16="http://schemas.microsoft.com/office/drawing/2014/main" id="{D08B9923-F252-3080-C06F-23F3BCA627F3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4" name="ellipse_2828">
                <a:extLst>
                  <a:ext uri="{FF2B5EF4-FFF2-40B4-BE49-F238E27FC236}">
                    <a16:creationId xmlns:a16="http://schemas.microsoft.com/office/drawing/2014/main" id="{A2008A99-17E3-5728-726A-834D8654E342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5" name="ellipse_2829">
                <a:extLst>
                  <a:ext uri="{FF2B5EF4-FFF2-40B4-BE49-F238E27FC236}">
                    <a16:creationId xmlns:a16="http://schemas.microsoft.com/office/drawing/2014/main" id="{89A7846A-6A51-8B7D-B2AE-C94F9CE4BAD2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6" name="ellipse_2830">
                <a:extLst>
                  <a:ext uri="{FF2B5EF4-FFF2-40B4-BE49-F238E27FC236}">
                    <a16:creationId xmlns:a16="http://schemas.microsoft.com/office/drawing/2014/main" id="{FF88878E-C48E-8F07-0D56-FB88FA16623F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7" name="ellipse_2831">
                <a:extLst>
                  <a:ext uri="{FF2B5EF4-FFF2-40B4-BE49-F238E27FC236}">
                    <a16:creationId xmlns:a16="http://schemas.microsoft.com/office/drawing/2014/main" id="{950C6A04-5DE0-0B40-DE7F-320B56EDFE0F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8" name="ellipse_2832">
                <a:extLst>
                  <a:ext uri="{FF2B5EF4-FFF2-40B4-BE49-F238E27FC236}">
                    <a16:creationId xmlns:a16="http://schemas.microsoft.com/office/drawing/2014/main" id="{377B4565-E1E8-A74A-DDB8-EF4052F0DDFF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9" name="ellipse_2833">
                <a:extLst>
                  <a:ext uri="{FF2B5EF4-FFF2-40B4-BE49-F238E27FC236}">
                    <a16:creationId xmlns:a16="http://schemas.microsoft.com/office/drawing/2014/main" id="{D90E6805-C94D-2FEB-2AAE-99F62DB5B2C3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C"/>
                  </a:gs>
                  <a:gs pos="43000">
                    <a:srgbClr val="EEF1F3"/>
                  </a:gs>
                  <a:gs pos="100000">
                    <a:srgbClr val="DEE3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0" name="ellipse_2834">
                <a:extLst>
                  <a:ext uri="{FF2B5EF4-FFF2-40B4-BE49-F238E27FC236}">
                    <a16:creationId xmlns:a16="http://schemas.microsoft.com/office/drawing/2014/main" id="{097B5CF3-D132-F20E-D9E0-4A7EDF060A0F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1" name="ellipse_2835">
                <a:extLst>
                  <a:ext uri="{FF2B5EF4-FFF2-40B4-BE49-F238E27FC236}">
                    <a16:creationId xmlns:a16="http://schemas.microsoft.com/office/drawing/2014/main" id="{89804122-7DE5-94CC-31A1-AED1D8DCBD5A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2" name="ellipse_2836">
                <a:extLst>
                  <a:ext uri="{FF2B5EF4-FFF2-40B4-BE49-F238E27FC236}">
                    <a16:creationId xmlns:a16="http://schemas.microsoft.com/office/drawing/2014/main" id="{3A958A15-FC4A-A7DE-6338-60ADF74AE72F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3" name="ellipse_2837">
                <a:extLst>
                  <a:ext uri="{FF2B5EF4-FFF2-40B4-BE49-F238E27FC236}">
                    <a16:creationId xmlns:a16="http://schemas.microsoft.com/office/drawing/2014/main" id="{3BFA1C6B-694A-56BC-E185-4225E2D16602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4" name="ellipse_2838">
                <a:extLst>
                  <a:ext uri="{FF2B5EF4-FFF2-40B4-BE49-F238E27FC236}">
                    <a16:creationId xmlns:a16="http://schemas.microsoft.com/office/drawing/2014/main" id="{F63B0145-DC3C-2B30-1A39-69C93623E5D2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5" name="ellipse_2839">
                <a:extLst>
                  <a:ext uri="{FF2B5EF4-FFF2-40B4-BE49-F238E27FC236}">
                    <a16:creationId xmlns:a16="http://schemas.microsoft.com/office/drawing/2014/main" id="{964572FB-0C8C-99E4-A201-63D6EF0EE3C1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6" name="ellipse_2840">
                <a:extLst>
                  <a:ext uri="{FF2B5EF4-FFF2-40B4-BE49-F238E27FC236}">
                    <a16:creationId xmlns:a16="http://schemas.microsoft.com/office/drawing/2014/main" id="{DAB857F3-610B-DEBD-9726-0F6AEB9BD623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7" name="ellipse_2841">
                <a:extLst>
                  <a:ext uri="{FF2B5EF4-FFF2-40B4-BE49-F238E27FC236}">
                    <a16:creationId xmlns:a16="http://schemas.microsoft.com/office/drawing/2014/main" id="{FCEC0D54-8790-61B7-FCD5-55E73C460867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8" name="ellipse_2842">
                <a:extLst>
                  <a:ext uri="{FF2B5EF4-FFF2-40B4-BE49-F238E27FC236}">
                    <a16:creationId xmlns:a16="http://schemas.microsoft.com/office/drawing/2014/main" id="{8ADAD562-ED08-2760-7108-079378D64838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9" name="ellipse_2843">
                <a:extLst>
                  <a:ext uri="{FF2B5EF4-FFF2-40B4-BE49-F238E27FC236}">
                    <a16:creationId xmlns:a16="http://schemas.microsoft.com/office/drawing/2014/main" id="{4D41D254-51CA-46A9-A3E1-D3A52195C464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0" name="ellipse_2844">
                <a:extLst>
                  <a:ext uri="{FF2B5EF4-FFF2-40B4-BE49-F238E27FC236}">
                    <a16:creationId xmlns:a16="http://schemas.microsoft.com/office/drawing/2014/main" id="{BB950519-C04C-DA03-D486-5888024D0510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1" name="ellipse_2845">
                <a:extLst>
                  <a:ext uri="{FF2B5EF4-FFF2-40B4-BE49-F238E27FC236}">
                    <a16:creationId xmlns:a16="http://schemas.microsoft.com/office/drawing/2014/main" id="{8BBB4875-A375-3178-D133-46866B33677D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2" name="ellipse_2846">
                <a:extLst>
                  <a:ext uri="{FF2B5EF4-FFF2-40B4-BE49-F238E27FC236}">
                    <a16:creationId xmlns:a16="http://schemas.microsoft.com/office/drawing/2014/main" id="{6C82457B-AE32-1FFC-DBD8-A31785AE9D7E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3" name="ellipse_2847">
                <a:extLst>
                  <a:ext uri="{FF2B5EF4-FFF2-40B4-BE49-F238E27FC236}">
                    <a16:creationId xmlns:a16="http://schemas.microsoft.com/office/drawing/2014/main" id="{75551877-D351-6827-F7D7-623AE245CC56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4" name="ellipse_2848">
                <a:extLst>
                  <a:ext uri="{FF2B5EF4-FFF2-40B4-BE49-F238E27FC236}">
                    <a16:creationId xmlns:a16="http://schemas.microsoft.com/office/drawing/2014/main" id="{1C07042C-FBE3-934E-F2D8-FE98E5356ACF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5" name="ellipse_2849">
                <a:extLst>
                  <a:ext uri="{FF2B5EF4-FFF2-40B4-BE49-F238E27FC236}">
                    <a16:creationId xmlns:a16="http://schemas.microsoft.com/office/drawing/2014/main" id="{D2D3E1E8-DD73-80C1-0238-28763BAEE0E8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6" name="ellipse_2850">
                <a:extLst>
                  <a:ext uri="{FF2B5EF4-FFF2-40B4-BE49-F238E27FC236}">
                    <a16:creationId xmlns:a16="http://schemas.microsoft.com/office/drawing/2014/main" id="{F10DBC30-2B2D-58E6-144E-E813F78B4D3B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7" name="ellipse_2851">
                <a:extLst>
                  <a:ext uri="{FF2B5EF4-FFF2-40B4-BE49-F238E27FC236}">
                    <a16:creationId xmlns:a16="http://schemas.microsoft.com/office/drawing/2014/main" id="{7B405761-38FF-41CF-6AEB-630E339D253A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8" name="ellipse_2852">
                <a:extLst>
                  <a:ext uri="{FF2B5EF4-FFF2-40B4-BE49-F238E27FC236}">
                    <a16:creationId xmlns:a16="http://schemas.microsoft.com/office/drawing/2014/main" id="{585900C0-F43D-98A1-8C11-DEB2E0B3CEB2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9" name="ellipse_2853">
                <a:extLst>
                  <a:ext uri="{FF2B5EF4-FFF2-40B4-BE49-F238E27FC236}">
                    <a16:creationId xmlns:a16="http://schemas.microsoft.com/office/drawing/2014/main" id="{2A31D257-B59F-2853-A075-C090CC03AB5C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0" name="ellipse_2854">
                <a:extLst>
                  <a:ext uri="{FF2B5EF4-FFF2-40B4-BE49-F238E27FC236}">
                    <a16:creationId xmlns:a16="http://schemas.microsoft.com/office/drawing/2014/main" id="{B5ABCAA7-0DA4-C26F-7334-9EA7F69DC398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1" name="ellipse_2855">
                <a:extLst>
                  <a:ext uri="{FF2B5EF4-FFF2-40B4-BE49-F238E27FC236}">
                    <a16:creationId xmlns:a16="http://schemas.microsoft.com/office/drawing/2014/main" id="{7AF6AD18-7B3B-44C8-4ECC-8FD1F5BB1213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2" name="ellipse_2856">
                <a:extLst>
                  <a:ext uri="{FF2B5EF4-FFF2-40B4-BE49-F238E27FC236}">
                    <a16:creationId xmlns:a16="http://schemas.microsoft.com/office/drawing/2014/main" id="{2AF93667-5BB2-BFE6-99DF-239C016602C5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3" name="ellipse_2857">
                <a:extLst>
                  <a:ext uri="{FF2B5EF4-FFF2-40B4-BE49-F238E27FC236}">
                    <a16:creationId xmlns:a16="http://schemas.microsoft.com/office/drawing/2014/main" id="{D38F1724-C3F3-1C13-C1AB-DEFA3E6BF2DA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4" name="ellipse_2858">
                <a:extLst>
                  <a:ext uri="{FF2B5EF4-FFF2-40B4-BE49-F238E27FC236}">
                    <a16:creationId xmlns:a16="http://schemas.microsoft.com/office/drawing/2014/main" id="{D56DE477-144B-003F-6D8F-D3CDB9293971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5" name="ellipse_2859">
                <a:extLst>
                  <a:ext uri="{FF2B5EF4-FFF2-40B4-BE49-F238E27FC236}">
                    <a16:creationId xmlns:a16="http://schemas.microsoft.com/office/drawing/2014/main" id="{792284EC-8AC4-4C95-E6A3-CAF33FA9524E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6" name="ellipse_2860">
                <a:extLst>
                  <a:ext uri="{FF2B5EF4-FFF2-40B4-BE49-F238E27FC236}">
                    <a16:creationId xmlns:a16="http://schemas.microsoft.com/office/drawing/2014/main" id="{CDE0F664-7219-E229-D15E-043F7C54C13E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7" name="ellipse_2861">
                <a:extLst>
                  <a:ext uri="{FF2B5EF4-FFF2-40B4-BE49-F238E27FC236}">
                    <a16:creationId xmlns:a16="http://schemas.microsoft.com/office/drawing/2014/main" id="{90877A28-1074-1D3A-4541-2A18090B237D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8" name="ellipse_2862">
                <a:extLst>
                  <a:ext uri="{FF2B5EF4-FFF2-40B4-BE49-F238E27FC236}">
                    <a16:creationId xmlns:a16="http://schemas.microsoft.com/office/drawing/2014/main" id="{D9077066-0B44-275F-87C7-87925926ACE0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9" name="ellipse_2863">
                <a:extLst>
                  <a:ext uri="{FF2B5EF4-FFF2-40B4-BE49-F238E27FC236}">
                    <a16:creationId xmlns:a16="http://schemas.microsoft.com/office/drawing/2014/main" id="{3F05E175-164C-DF13-1F01-62922BBC1718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0" name="ellipse_2864">
                <a:extLst>
                  <a:ext uri="{FF2B5EF4-FFF2-40B4-BE49-F238E27FC236}">
                    <a16:creationId xmlns:a16="http://schemas.microsoft.com/office/drawing/2014/main" id="{146DFC99-0CB6-277B-5ED1-CCA932F12977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1" name="ellipse_2865">
                <a:extLst>
                  <a:ext uri="{FF2B5EF4-FFF2-40B4-BE49-F238E27FC236}">
                    <a16:creationId xmlns:a16="http://schemas.microsoft.com/office/drawing/2014/main" id="{91F1D475-CD34-54B7-FE8F-CEC6712BCDCC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2" name="ellipse_2866">
                <a:extLst>
                  <a:ext uri="{FF2B5EF4-FFF2-40B4-BE49-F238E27FC236}">
                    <a16:creationId xmlns:a16="http://schemas.microsoft.com/office/drawing/2014/main" id="{B7EE3666-1FEE-1E7E-F3AF-917BA5684589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3" name="ellipse_2867">
                <a:extLst>
                  <a:ext uri="{FF2B5EF4-FFF2-40B4-BE49-F238E27FC236}">
                    <a16:creationId xmlns:a16="http://schemas.microsoft.com/office/drawing/2014/main" id="{DE73BB7F-5893-A6DE-0D4F-BE145EFD33AC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4" name="ellipse_2868">
                <a:extLst>
                  <a:ext uri="{FF2B5EF4-FFF2-40B4-BE49-F238E27FC236}">
                    <a16:creationId xmlns:a16="http://schemas.microsoft.com/office/drawing/2014/main" id="{91E05C4E-3AD7-976D-8645-EE5F35BE0082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5" name="ellipse_2869">
                <a:extLst>
                  <a:ext uri="{FF2B5EF4-FFF2-40B4-BE49-F238E27FC236}">
                    <a16:creationId xmlns:a16="http://schemas.microsoft.com/office/drawing/2014/main" id="{EC87B1A4-1346-AAA4-7D83-1CD593BDA2C4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866" name="Candidate blob | editable contour">
              <a:extLst>
                <a:ext uri="{FF2B5EF4-FFF2-40B4-BE49-F238E27FC236}">
                  <a16:creationId xmlns:a16="http://schemas.microsoft.com/office/drawing/2014/main" id="{72438361-3FB2-65FD-BA3F-55F4FCC9FFEB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67" name="ellipse_2871">
              <a:extLst>
                <a:ext uri="{FF2B5EF4-FFF2-40B4-BE49-F238E27FC236}">
                  <a16:creationId xmlns:a16="http://schemas.microsoft.com/office/drawing/2014/main" id="{E7F2C799-AD13-545D-82B4-739AE094CAB4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68" name="Build | Pocket">
            <a:extLst>
              <a:ext uri="{FF2B5EF4-FFF2-40B4-BE49-F238E27FC236}">
                <a16:creationId xmlns:a16="http://schemas.microsoft.com/office/drawing/2014/main" id="{05C5815D-0E0E-095E-7704-6B07F0BAB3D0}"/>
              </a:ext>
            </a:extLst>
          </p:cNvPr>
          <p:cNvGrpSpPr/>
          <p:nvPr/>
        </p:nvGrpSpPr>
        <p:grpSpPr>
          <a:xfrm>
            <a:off x="5351941" y="482609"/>
            <a:ext cx="430122" cy="347904"/>
            <a:chOff x="1411968" y="5662376"/>
            <a:chExt cx="418007" cy="338292"/>
          </a:xfrm>
        </p:grpSpPr>
        <p:sp>
          <p:nvSpPr>
            <p:cNvPr id="869" name="ellipse_2889">
              <a:extLst>
                <a:ext uri="{FF2B5EF4-FFF2-40B4-BE49-F238E27FC236}">
                  <a16:creationId xmlns:a16="http://schemas.microsoft.com/office/drawing/2014/main" id="{47C2F1EB-F2D9-5235-262C-9AC46EBC299E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0" name="ellipse_2890">
              <a:extLst>
                <a:ext uri="{FF2B5EF4-FFF2-40B4-BE49-F238E27FC236}">
                  <a16:creationId xmlns:a16="http://schemas.microsoft.com/office/drawing/2014/main" id="{D86992B3-3B40-AA49-4908-BEC660FD2BED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1" name="ellipse_2891">
              <a:extLst>
                <a:ext uri="{FF2B5EF4-FFF2-40B4-BE49-F238E27FC236}">
                  <a16:creationId xmlns:a16="http://schemas.microsoft.com/office/drawing/2014/main" id="{337E1408-3202-CA28-B701-0AC7F9A89ED9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2" name="ellipse_2892">
              <a:extLst>
                <a:ext uri="{FF2B5EF4-FFF2-40B4-BE49-F238E27FC236}">
                  <a16:creationId xmlns:a16="http://schemas.microsoft.com/office/drawing/2014/main" id="{88C56103-EEBB-DF50-2E72-FA1BB66323A8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3" name="ellipse_2893">
              <a:extLst>
                <a:ext uri="{FF2B5EF4-FFF2-40B4-BE49-F238E27FC236}">
                  <a16:creationId xmlns:a16="http://schemas.microsoft.com/office/drawing/2014/main" id="{5D6EE35E-915E-0929-46D0-DBB74B2CC4BF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4" name="ellipse_2894">
              <a:extLst>
                <a:ext uri="{FF2B5EF4-FFF2-40B4-BE49-F238E27FC236}">
                  <a16:creationId xmlns:a16="http://schemas.microsoft.com/office/drawing/2014/main" id="{369EB00B-ED2D-7E45-C954-BFDFFAF594E1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5" name="ellipse_2895">
              <a:extLst>
                <a:ext uri="{FF2B5EF4-FFF2-40B4-BE49-F238E27FC236}">
                  <a16:creationId xmlns:a16="http://schemas.microsoft.com/office/drawing/2014/main" id="{A5FFABEA-5C3C-B750-1A73-AB7607D1F806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6" name="ellipse_2896">
              <a:extLst>
                <a:ext uri="{FF2B5EF4-FFF2-40B4-BE49-F238E27FC236}">
                  <a16:creationId xmlns:a16="http://schemas.microsoft.com/office/drawing/2014/main" id="{36EF0B70-B276-7C51-148E-5C0B08FA84E3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7" name="ellipse_2897">
              <a:extLst>
                <a:ext uri="{FF2B5EF4-FFF2-40B4-BE49-F238E27FC236}">
                  <a16:creationId xmlns:a16="http://schemas.microsoft.com/office/drawing/2014/main" id="{8B926611-798B-02E8-6A01-8759E617313B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8" name="ellipse_2898">
              <a:extLst>
                <a:ext uri="{FF2B5EF4-FFF2-40B4-BE49-F238E27FC236}">
                  <a16:creationId xmlns:a16="http://schemas.microsoft.com/office/drawing/2014/main" id="{CC5B9643-0F7C-9E39-03DC-2064F57F358C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9" name="ellipse_2899">
              <a:extLst>
                <a:ext uri="{FF2B5EF4-FFF2-40B4-BE49-F238E27FC236}">
                  <a16:creationId xmlns:a16="http://schemas.microsoft.com/office/drawing/2014/main" id="{7245AB65-ACA9-1645-5E90-5F6A61971618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0" name="ellipse_2900">
              <a:extLst>
                <a:ext uri="{FF2B5EF4-FFF2-40B4-BE49-F238E27FC236}">
                  <a16:creationId xmlns:a16="http://schemas.microsoft.com/office/drawing/2014/main" id="{6C4D5798-B1D0-80B6-42A7-D6AE04FA5FC5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1" name="ellipse_2901">
              <a:extLst>
                <a:ext uri="{FF2B5EF4-FFF2-40B4-BE49-F238E27FC236}">
                  <a16:creationId xmlns:a16="http://schemas.microsoft.com/office/drawing/2014/main" id="{77EFAAE2-EC83-83AE-B0C3-AE5AD8F8E3A3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2" name="ellipse_2902">
              <a:extLst>
                <a:ext uri="{FF2B5EF4-FFF2-40B4-BE49-F238E27FC236}">
                  <a16:creationId xmlns:a16="http://schemas.microsoft.com/office/drawing/2014/main" id="{852554E1-153D-B409-82C9-659B2641CA59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3" name="ellipse_2903">
              <a:extLst>
                <a:ext uri="{FF2B5EF4-FFF2-40B4-BE49-F238E27FC236}">
                  <a16:creationId xmlns:a16="http://schemas.microsoft.com/office/drawing/2014/main" id="{D33783B9-FFCF-6909-B90A-F3D49FFA0CCE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4" name="ellipse_2904">
              <a:extLst>
                <a:ext uri="{FF2B5EF4-FFF2-40B4-BE49-F238E27FC236}">
                  <a16:creationId xmlns:a16="http://schemas.microsoft.com/office/drawing/2014/main" id="{09360C94-AA82-D240-C01B-8751A69FD8FC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5" name="ellipse_2905">
              <a:extLst>
                <a:ext uri="{FF2B5EF4-FFF2-40B4-BE49-F238E27FC236}">
                  <a16:creationId xmlns:a16="http://schemas.microsoft.com/office/drawing/2014/main" id="{23E8BA43-4CF2-B6A3-1208-20E548B31047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6" name="ellipse_2906">
              <a:extLst>
                <a:ext uri="{FF2B5EF4-FFF2-40B4-BE49-F238E27FC236}">
                  <a16:creationId xmlns:a16="http://schemas.microsoft.com/office/drawing/2014/main" id="{95F725BB-0AC0-064E-0FC5-C1F37E597FE2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7" name="ellipse_2907">
              <a:extLst>
                <a:ext uri="{FF2B5EF4-FFF2-40B4-BE49-F238E27FC236}">
                  <a16:creationId xmlns:a16="http://schemas.microsoft.com/office/drawing/2014/main" id="{98BE4426-EBA8-03CA-AF60-8BEB82CE7A4B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8" name="ellipse_2908">
              <a:extLst>
                <a:ext uri="{FF2B5EF4-FFF2-40B4-BE49-F238E27FC236}">
                  <a16:creationId xmlns:a16="http://schemas.microsoft.com/office/drawing/2014/main" id="{3AB098DD-EC85-0AB5-B8B0-14595758C8B6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9" name="ellipse_2909">
              <a:extLst>
                <a:ext uri="{FF2B5EF4-FFF2-40B4-BE49-F238E27FC236}">
                  <a16:creationId xmlns:a16="http://schemas.microsoft.com/office/drawing/2014/main" id="{D1DB028E-742A-A4EB-A190-DFE1FCB55729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0" name="ellipse_2910">
              <a:extLst>
                <a:ext uri="{FF2B5EF4-FFF2-40B4-BE49-F238E27FC236}">
                  <a16:creationId xmlns:a16="http://schemas.microsoft.com/office/drawing/2014/main" id="{3D13E130-374E-1745-6AD8-F420C45ABECC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1" name="ellipse_2911">
              <a:extLst>
                <a:ext uri="{FF2B5EF4-FFF2-40B4-BE49-F238E27FC236}">
                  <a16:creationId xmlns:a16="http://schemas.microsoft.com/office/drawing/2014/main" id="{44A817A3-995C-DF67-4CCA-D48D9A592CB3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2" name="ellipse_2912">
              <a:extLst>
                <a:ext uri="{FF2B5EF4-FFF2-40B4-BE49-F238E27FC236}">
                  <a16:creationId xmlns:a16="http://schemas.microsoft.com/office/drawing/2014/main" id="{758E401C-1F09-DFBE-B0B2-9C06FDB4A209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3" name="ellipse_2913">
              <a:extLst>
                <a:ext uri="{FF2B5EF4-FFF2-40B4-BE49-F238E27FC236}">
                  <a16:creationId xmlns:a16="http://schemas.microsoft.com/office/drawing/2014/main" id="{CB8BE022-3DA6-FD79-2936-216C09440304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4" name="ellipse_2914">
              <a:extLst>
                <a:ext uri="{FF2B5EF4-FFF2-40B4-BE49-F238E27FC236}">
                  <a16:creationId xmlns:a16="http://schemas.microsoft.com/office/drawing/2014/main" id="{88023D76-24CB-E795-BD7D-319CBBB26C7B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5" name="ellipse_2915">
              <a:extLst>
                <a:ext uri="{FF2B5EF4-FFF2-40B4-BE49-F238E27FC236}">
                  <a16:creationId xmlns:a16="http://schemas.microsoft.com/office/drawing/2014/main" id="{C3E1B0E4-FA7F-B577-2D62-D158733D721E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6" name="ellipse_2916">
              <a:extLst>
                <a:ext uri="{FF2B5EF4-FFF2-40B4-BE49-F238E27FC236}">
                  <a16:creationId xmlns:a16="http://schemas.microsoft.com/office/drawing/2014/main" id="{55A283EC-C586-EE14-3651-67FC8E43CF18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7" name="ellipse_2917">
              <a:extLst>
                <a:ext uri="{FF2B5EF4-FFF2-40B4-BE49-F238E27FC236}">
                  <a16:creationId xmlns:a16="http://schemas.microsoft.com/office/drawing/2014/main" id="{1DA2CEEF-346E-4A1C-03F8-067F3AA7A03F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8" name="ellipse_2918">
              <a:extLst>
                <a:ext uri="{FF2B5EF4-FFF2-40B4-BE49-F238E27FC236}">
                  <a16:creationId xmlns:a16="http://schemas.microsoft.com/office/drawing/2014/main" id="{61309704-41ED-415C-49FF-21602EE1F853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9" name="ellipse_2919">
              <a:extLst>
                <a:ext uri="{FF2B5EF4-FFF2-40B4-BE49-F238E27FC236}">
                  <a16:creationId xmlns:a16="http://schemas.microsoft.com/office/drawing/2014/main" id="{3FC82DE7-5974-DFC7-87C6-BADF122B4C9E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0" name="ellipse_2920">
              <a:extLst>
                <a:ext uri="{FF2B5EF4-FFF2-40B4-BE49-F238E27FC236}">
                  <a16:creationId xmlns:a16="http://schemas.microsoft.com/office/drawing/2014/main" id="{78FE1CB8-B2A3-9A96-D3E8-7D724A9BC82D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1" name="ellipse_2921">
              <a:extLst>
                <a:ext uri="{FF2B5EF4-FFF2-40B4-BE49-F238E27FC236}">
                  <a16:creationId xmlns:a16="http://schemas.microsoft.com/office/drawing/2014/main" id="{96C93AB6-B265-0FE3-84DA-9000D06AF50A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2" name="ellipse_2922">
              <a:extLst>
                <a:ext uri="{FF2B5EF4-FFF2-40B4-BE49-F238E27FC236}">
                  <a16:creationId xmlns:a16="http://schemas.microsoft.com/office/drawing/2014/main" id="{C7306B79-204B-3045-7BD6-BBFA2F17D267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3" name="ellipse_2923">
              <a:extLst>
                <a:ext uri="{FF2B5EF4-FFF2-40B4-BE49-F238E27FC236}">
                  <a16:creationId xmlns:a16="http://schemas.microsoft.com/office/drawing/2014/main" id="{945B2DF1-6673-888A-9FDE-CAAC3A88521F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4" name="ellipse_2924">
              <a:extLst>
                <a:ext uri="{FF2B5EF4-FFF2-40B4-BE49-F238E27FC236}">
                  <a16:creationId xmlns:a16="http://schemas.microsoft.com/office/drawing/2014/main" id="{61634248-CBB0-953B-9D38-1CD32CBD7055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5" name="ellipse_2925">
              <a:extLst>
                <a:ext uri="{FF2B5EF4-FFF2-40B4-BE49-F238E27FC236}">
                  <a16:creationId xmlns:a16="http://schemas.microsoft.com/office/drawing/2014/main" id="{582E75C8-B379-AC3D-F458-C0120852DF2B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6" name="ellipse_2926">
              <a:extLst>
                <a:ext uri="{FF2B5EF4-FFF2-40B4-BE49-F238E27FC236}">
                  <a16:creationId xmlns:a16="http://schemas.microsoft.com/office/drawing/2014/main" id="{69CC50CC-22CF-6779-8C50-67E251F346D0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7" name="ellipse_2927">
              <a:extLst>
                <a:ext uri="{FF2B5EF4-FFF2-40B4-BE49-F238E27FC236}">
                  <a16:creationId xmlns:a16="http://schemas.microsoft.com/office/drawing/2014/main" id="{A7CC95BC-1C4B-866A-4A62-425D6252585C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8" name="ellipse_2928">
              <a:extLst>
                <a:ext uri="{FF2B5EF4-FFF2-40B4-BE49-F238E27FC236}">
                  <a16:creationId xmlns:a16="http://schemas.microsoft.com/office/drawing/2014/main" id="{1A58637D-BB94-991E-80BA-0100596694BB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9" name="ellipse_2929">
              <a:extLst>
                <a:ext uri="{FF2B5EF4-FFF2-40B4-BE49-F238E27FC236}">
                  <a16:creationId xmlns:a16="http://schemas.microsoft.com/office/drawing/2014/main" id="{14D803FA-F10B-071F-3D82-A3EBE49A52F0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0" name="ellipse_2930">
              <a:extLst>
                <a:ext uri="{FF2B5EF4-FFF2-40B4-BE49-F238E27FC236}">
                  <a16:creationId xmlns:a16="http://schemas.microsoft.com/office/drawing/2014/main" id="{95BD9C27-A57E-2FE7-E30E-DFB2DA0650C4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1" name="ellipse_2931">
              <a:extLst>
                <a:ext uri="{FF2B5EF4-FFF2-40B4-BE49-F238E27FC236}">
                  <a16:creationId xmlns:a16="http://schemas.microsoft.com/office/drawing/2014/main" id="{45B16D73-2AC2-46BB-86AE-54750FF81BC1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2" name="ellipse_2932">
              <a:extLst>
                <a:ext uri="{FF2B5EF4-FFF2-40B4-BE49-F238E27FC236}">
                  <a16:creationId xmlns:a16="http://schemas.microsoft.com/office/drawing/2014/main" id="{8D562D7A-A435-138B-6BE7-1155BF046F86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3" name="ellipse_2933">
              <a:extLst>
                <a:ext uri="{FF2B5EF4-FFF2-40B4-BE49-F238E27FC236}">
                  <a16:creationId xmlns:a16="http://schemas.microsoft.com/office/drawing/2014/main" id="{79A2BF54-F77D-C2E3-1A9A-8B7E75DD723C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4" name="ellipse_2934">
              <a:extLst>
                <a:ext uri="{FF2B5EF4-FFF2-40B4-BE49-F238E27FC236}">
                  <a16:creationId xmlns:a16="http://schemas.microsoft.com/office/drawing/2014/main" id="{1C40B382-C02A-2D7D-EB2D-ED9A3303F1B3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5" name="ellipse_2935">
              <a:extLst>
                <a:ext uri="{FF2B5EF4-FFF2-40B4-BE49-F238E27FC236}">
                  <a16:creationId xmlns:a16="http://schemas.microsoft.com/office/drawing/2014/main" id="{2E09FFDB-8AAD-344B-2C7F-C7DA7845FD1D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6" name="ellipse_2936">
              <a:extLst>
                <a:ext uri="{FF2B5EF4-FFF2-40B4-BE49-F238E27FC236}">
                  <a16:creationId xmlns:a16="http://schemas.microsoft.com/office/drawing/2014/main" id="{DB8FB543-1DF5-0BAD-4717-C5DB5AD5133E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7" name="ellipse_2937">
              <a:extLst>
                <a:ext uri="{FF2B5EF4-FFF2-40B4-BE49-F238E27FC236}">
                  <a16:creationId xmlns:a16="http://schemas.microsoft.com/office/drawing/2014/main" id="{EE4F1BDD-F300-02D3-759A-5B0FE699F347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8" name="ellipse_2938">
              <a:extLst>
                <a:ext uri="{FF2B5EF4-FFF2-40B4-BE49-F238E27FC236}">
                  <a16:creationId xmlns:a16="http://schemas.microsoft.com/office/drawing/2014/main" id="{00920532-4F16-F579-9A9C-D01AB1ED1F41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9" name="ellipse_2939">
              <a:extLst>
                <a:ext uri="{FF2B5EF4-FFF2-40B4-BE49-F238E27FC236}">
                  <a16:creationId xmlns:a16="http://schemas.microsoft.com/office/drawing/2014/main" id="{D1FDB036-5D89-2BE4-BC5D-D0FDB2280B8C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0" name="ellipse_2940">
              <a:extLst>
                <a:ext uri="{FF2B5EF4-FFF2-40B4-BE49-F238E27FC236}">
                  <a16:creationId xmlns:a16="http://schemas.microsoft.com/office/drawing/2014/main" id="{FBBD8F27-0F79-2D7D-04C7-6455A1B2083E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1" name="ellipse_2941">
              <a:extLst>
                <a:ext uri="{FF2B5EF4-FFF2-40B4-BE49-F238E27FC236}">
                  <a16:creationId xmlns:a16="http://schemas.microsoft.com/office/drawing/2014/main" id="{95B0D742-2EE6-6C08-D531-32B1C865E508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2" name="ellipse_2942">
              <a:extLst>
                <a:ext uri="{FF2B5EF4-FFF2-40B4-BE49-F238E27FC236}">
                  <a16:creationId xmlns:a16="http://schemas.microsoft.com/office/drawing/2014/main" id="{C14340AB-13AB-6F55-74BB-7F894934148F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3" name="ellipse_2943">
              <a:extLst>
                <a:ext uri="{FF2B5EF4-FFF2-40B4-BE49-F238E27FC236}">
                  <a16:creationId xmlns:a16="http://schemas.microsoft.com/office/drawing/2014/main" id="{B5FEF992-7CF8-FB12-86CA-7E122AA49C50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4" name="ellipse_2944">
              <a:extLst>
                <a:ext uri="{FF2B5EF4-FFF2-40B4-BE49-F238E27FC236}">
                  <a16:creationId xmlns:a16="http://schemas.microsoft.com/office/drawing/2014/main" id="{AA3DA879-9532-CAD2-813C-B9E410D76491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5" name="ellipse_2945">
              <a:extLst>
                <a:ext uri="{FF2B5EF4-FFF2-40B4-BE49-F238E27FC236}">
                  <a16:creationId xmlns:a16="http://schemas.microsoft.com/office/drawing/2014/main" id="{75FFEFDF-7CF8-01FD-2C95-3E07F917332C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6" name="ellipse_2946">
              <a:extLst>
                <a:ext uri="{FF2B5EF4-FFF2-40B4-BE49-F238E27FC236}">
                  <a16:creationId xmlns:a16="http://schemas.microsoft.com/office/drawing/2014/main" id="{13B0CA31-2285-B265-58BC-303653F12AA0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7" name="ellipse_2947">
              <a:extLst>
                <a:ext uri="{FF2B5EF4-FFF2-40B4-BE49-F238E27FC236}">
                  <a16:creationId xmlns:a16="http://schemas.microsoft.com/office/drawing/2014/main" id="{BDF77A98-8FD4-8878-EC25-87B5E6287875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8" name="ellipse_2948">
              <a:extLst>
                <a:ext uri="{FF2B5EF4-FFF2-40B4-BE49-F238E27FC236}">
                  <a16:creationId xmlns:a16="http://schemas.microsoft.com/office/drawing/2014/main" id="{5A0C0A9C-5278-4FFD-3833-4E3B07215785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9" name="ellipse_2949">
              <a:extLst>
                <a:ext uri="{FF2B5EF4-FFF2-40B4-BE49-F238E27FC236}">
                  <a16:creationId xmlns:a16="http://schemas.microsoft.com/office/drawing/2014/main" id="{95918971-FDF2-6C9F-EAD8-1E803DE2EB03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0" name="ellipse_2950">
              <a:extLst>
                <a:ext uri="{FF2B5EF4-FFF2-40B4-BE49-F238E27FC236}">
                  <a16:creationId xmlns:a16="http://schemas.microsoft.com/office/drawing/2014/main" id="{C74F54EA-4E1B-0122-7B94-5351677C425C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1" name="ellipse_2951">
              <a:extLst>
                <a:ext uri="{FF2B5EF4-FFF2-40B4-BE49-F238E27FC236}">
                  <a16:creationId xmlns:a16="http://schemas.microsoft.com/office/drawing/2014/main" id="{704A114E-E0FC-A98B-5F20-9E48690B1016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2" name="ellipse_2952">
              <a:extLst>
                <a:ext uri="{FF2B5EF4-FFF2-40B4-BE49-F238E27FC236}">
                  <a16:creationId xmlns:a16="http://schemas.microsoft.com/office/drawing/2014/main" id="{CB19CF2B-0811-8E38-D10D-6E8AB7EAAEC2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3" name="ellipse_2953">
              <a:extLst>
                <a:ext uri="{FF2B5EF4-FFF2-40B4-BE49-F238E27FC236}">
                  <a16:creationId xmlns:a16="http://schemas.microsoft.com/office/drawing/2014/main" id="{7FE6C169-45FB-2FEB-C429-99E86A5608E8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4" name="ellipse_2954">
              <a:extLst>
                <a:ext uri="{FF2B5EF4-FFF2-40B4-BE49-F238E27FC236}">
                  <a16:creationId xmlns:a16="http://schemas.microsoft.com/office/drawing/2014/main" id="{9C234A0C-1AD2-2B6D-BB01-BF0571D2E6CE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5" name="ellipse_2955">
              <a:extLst>
                <a:ext uri="{FF2B5EF4-FFF2-40B4-BE49-F238E27FC236}">
                  <a16:creationId xmlns:a16="http://schemas.microsoft.com/office/drawing/2014/main" id="{D8266A6D-B71F-331F-7D23-A46DADC8ECCF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6" name="ellipse_2956">
              <a:extLst>
                <a:ext uri="{FF2B5EF4-FFF2-40B4-BE49-F238E27FC236}">
                  <a16:creationId xmlns:a16="http://schemas.microsoft.com/office/drawing/2014/main" id="{A3DF30FF-6F15-10EF-CA65-35D5F33BA850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7" name="ellipse_2957">
              <a:extLst>
                <a:ext uri="{FF2B5EF4-FFF2-40B4-BE49-F238E27FC236}">
                  <a16:creationId xmlns:a16="http://schemas.microsoft.com/office/drawing/2014/main" id="{0592D5E5-FBE7-2CC5-CDF8-42DB4B7E69C5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8" name="ellipse_2958">
              <a:extLst>
                <a:ext uri="{FF2B5EF4-FFF2-40B4-BE49-F238E27FC236}">
                  <a16:creationId xmlns:a16="http://schemas.microsoft.com/office/drawing/2014/main" id="{D97D6258-FC89-786C-41C3-D0A3E48AD487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9" name="ellipse_2959">
              <a:extLst>
                <a:ext uri="{FF2B5EF4-FFF2-40B4-BE49-F238E27FC236}">
                  <a16:creationId xmlns:a16="http://schemas.microsoft.com/office/drawing/2014/main" id="{D7C15D2D-D1EA-FF24-A22E-1645805EDEB4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0" name="ellipse_2960">
              <a:extLst>
                <a:ext uri="{FF2B5EF4-FFF2-40B4-BE49-F238E27FC236}">
                  <a16:creationId xmlns:a16="http://schemas.microsoft.com/office/drawing/2014/main" id="{3F46FCDD-10C5-2B43-784F-8EABBEE05761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1" name="ellipse_2961">
              <a:extLst>
                <a:ext uri="{FF2B5EF4-FFF2-40B4-BE49-F238E27FC236}">
                  <a16:creationId xmlns:a16="http://schemas.microsoft.com/office/drawing/2014/main" id="{3CF4402C-60AE-E829-1775-1D01FBC26651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2" name="ellipse_2962">
              <a:extLst>
                <a:ext uri="{FF2B5EF4-FFF2-40B4-BE49-F238E27FC236}">
                  <a16:creationId xmlns:a16="http://schemas.microsoft.com/office/drawing/2014/main" id="{92CA9D0E-1FE2-EEAD-3C8A-3EA9CD7105FF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3" name="ellipse_2963">
              <a:extLst>
                <a:ext uri="{FF2B5EF4-FFF2-40B4-BE49-F238E27FC236}">
                  <a16:creationId xmlns:a16="http://schemas.microsoft.com/office/drawing/2014/main" id="{88C60C88-D458-0D6C-00E0-518C72F8BE43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4" name="ellipse_2964">
              <a:extLst>
                <a:ext uri="{FF2B5EF4-FFF2-40B4-BE49-F238E27FC236}">
                  <a16:creationId xmlns:a16="http://schemas.microsoft.com/office/drawing/2014/main" id="{A8B4EEED-4476-9FD9-6E24-41C1217A20A6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5" name="ellipse_2965">
              <a:extLst>
                <a:ext uri="{FF2B5EF4-FFF2-40B4-BE49-F238E27FC236}">
                  <a16:creationId xmlns:a16="http://schemas.microsoft.com/office/drawing/2014/main" id="{6D2AC65A-7300-3906-97BA-72CC3B6F22E9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6" name="ellipse_2966">
              <a:extLst>
                <a:ext uri="{FF2B5EF4-FFF2-40B4-BE49-F238E27FC236}">
                  <a16:creationId xmlns:a16="http://schemas.microsoft.com/office/drawing/2014/main" id="{EAD07C98-C540-7C9F-36D6-7AFD3CDADB89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7" name="ellipse_2967">
              <a:extLst>
                <a:ext uri="{FF2B5EF4-FFF2-40B4-BE49-F238E27FC236}">
                  <a16:creationId xmlns:a16="http://schemas.microsoft.com/office/drawing/2014/main" id="{83E921DF-4AEA-D5BA-680E-57396B14217D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8" name="ellipse_2968">
              <a:extLst>
                <a:ext uri="{FF2B5EF4-FFF2-40B4-BE49-F238E27FC236}">
                  <a16:creationId xmlns:a16="http://schemas.microsoft.com/office/drawing/2014/main" id="{8350A069-6F49-33DA-DDC2-B45F8C0D0DB7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9" name="ellipse_2969">
              <a:extLst>
                <a:ext uri="{FF2B5EF4-FFF2-40B4-BE49-F238E27FC236}">
                  <a16:creationId xmlns:a16="http://schemas.microsoft.com/office/drawing/2014/main" id="{659BB344-A5BF-6535-253F-3FF90F2FB1B2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0" name="ellipse_2970">
              <a:extLst>
                <a:ext uri="{FF2B5EF4-FFF2-40B4-BE49-F238E27FC236}">
                  <a16:creationId xmlns:a16="http://schemas.microsoft.com/office/drawing/2014/main" id="{15FF0A95-2591-2237-6F13-06446E167056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1" name="ellipse_2971">
              <a:extLst>
                <a:ext uri="{FF2B5EF4-FFF2-40B4-BE49-F238E27FC236}">
                  <a16:creationId xmlns:a16="http://schemas.microsoft.com/office/drawing/2014/main" id="{F36DA659-AF9C-3649-D44D-21E75CDD5F0A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2" name="ellipse_2972">
              <a:extLst>
                <a:ext uri="{FF2B5EF4-FFF2-40B4-BE49-F238E27FC236}">
                  <a16:creationId xmlns:a16="http://schemas.microsoft.com/office/drawing/2014/main" id="{4EF59F37-3D8E-1183-E2DE-7C159E346DB1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3" name="ellipse_2973">
              <a:extLst>
                <a:ext uri="{FF2B5EF4-FFF2-40B4-BE49-F238E27FC236}">
                  <a16:creationId xmlns:a16="http://schemas.microsoft.com/office/drawing/2014/main" id="{3F7693B0-BA2A-A7DA-7255-D3C0400C1BC8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954" name="Build | SMILES ligand graph">
            <a:extLst>
              <a:ext uri="{FF2B5EF4-FFF2-40B4-BE49-F238E27FC236}">
                <a16:creationId xmlns:a16="http://schemas.microsoft.com/office/drawing/2014/main" id="{7F646C8E-D70D-6BBD-7467-1C2018A6B8C3}"/>
              </a:ext>
            </a:extLst>
          </p:cNvPr>
          <p:cNvGrpSpPr/>
          <p:nvPr/>
        </p:nvGrpSpPr>
        <p:grpSpPr>
          <a:xfrm>
            <a:off x="4842290" y="1154249"/>
            <a:ext cx="490063" cy="238146"/>
            <a:chOff x="863060" y="5744348"/>
            <a:chExt cx="420988" cy="204721"/>
          </a:xfrm>
        </p:grpSpPr>
        <p:cxnSp>
          <p:nvCxnSpPr>
            <p:cNvPr id="955" name="path_2875">
              <a:extLst>
                <a:ext uri="{FF2B5EF4-FFF2-40B4-BE49-F238E27FC236}">
                  <a16:creationId xmlns:a16="http://schemas.microsoft.com/office/drawing/2014/main" id="{0E98971E-1079-4E47-6614-2788CE2709C3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6" name="path_2876">
              <a:extLst>
                <a:ext uri="{FF2B5EF4-FFF2-40B4-BE49-F238E27FC236}">
                  <a16:creationId xmlns:a16="http://schemas.microsoft.com/office/drawing/2014/main" id="{E8D49C8D-04B1-7BA8-22F0-6A2E78026ECA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7" name="path_2877">
              <a:extLst>
                <a:ext uri="{FF2B5EF4-FFF2-40B4-BE49-F238E27FC236}">
                  <a16:creationId xmlns:a16="http://schemas.microsoft.com/office/drawing/2014/main" id="{D3CF1E25-F4FF-9E24-FC3D-59EF588DD803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8" name="path_2878">
              <a:extLst>
                <a:ext uri="{FF2B5EF4-FFF2-40B4-BE49-F238E27FC236}">
                  <a16:creationId xmlns:a16="http://schemas.microsoft.com/office/drawing/2014/main" id="{E5AB8807-E664-2794-32A8-1937F9ACAA99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9" name="path_2879">
              <a:extLst>
                <a:ext uri="{FF2B5EF4-FFF2-40B4-BE49-F238E27FC236}">
                  <a16:creationId xmlns:a16="http://schemas.microsoft.com/office/drawing/2014/main" id="{5DBE8BE0-D9B8-0EA2-3507-F2BD905263C4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0" name="path_2880">
              <a:extLst>
                <a:ext uri="{FF2B5EF4-FFF2-40B4-BE49-F238E27FC236}">
                  <a16:creationId xmlns:a16="http://schemas.microsoft.com/office/drawing/2014/main" id="{C59A226C-ED5B-FB28-E259-B0C5F81D7536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1" name="path_2881">
              <a:extLst>
                <a:ext uri="{FF2B5EF4-FFF2-40B4-BE49-F238E27FC236}">
                  <a16:creationId xmlns:a16="http://schemas.microsoft.com/office/drawing/2014/main" id="{FEF107EE-E4C8-2EE0-45A6-6F82CD4D02A4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2" name="path_2882">
              <a:extLst>
                <a:ext uri="{FF2B5EF4-FFF2-40B4-BE49-F238E27FC236}">
                  <a16:creationId xmlns:a16="http://schemas.microsoft.com/office/drawing/2014/main" id="{954C2710-4748-79D2-B594-D7E08BFF7897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3" name="path_2883">
              <a:extLst>
                <a:ext uri="{FF2B5EF4-FFF2-40B4-BE49-F238E27FC236}">
                  <a16:creationId xmlns:a16="http://schemas.microsoft.com/office/drawing/2014/main" id="{0435CF7D-E149-321A-7E2A-EFD40379AF5A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4" name="path_2884">
              <a:extLst>
                <a:ext uri="{FF2B5EF4-FFF2-40B4-BE49-F238E27FC236}">
                  <a16:creationId xmlns:a16="http://schemas.microsoft.com/office/drawing/2014/main" id="{460B1048-17E9-C984-7ECF-BAA657FF5E38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5" name="path_2885">
              <a:extLst>
                <a:ext uri="{FF2B5EF4-FFF2-40B4-BE49-F238E27FC236}">
                  <a16:creationId xmlns:a16="http://schemas.microsoft.com/office/drawing/2014/main" id="{761CC47C-EACF-2541-AA81-67E4C793356B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66" name="Text | O">
              <a:extLst>
                <a:ext uri="{FF2B5EF4-FFF2-40B4-BE49-F238E27FC236}">
                  <a16:creationId xmlns:a16="http://schemas.microsoft.com/office/drawing/2014/main" id="{6DE2989F-8DFB-CEE8-F2A3-7E121769C949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grpSp>
        <p:nvGrpSpPr>
          <p:cNvPr id="967" name="Build experimental density">
            <a:extLst>
              <a:ext uri="{FF2B5EF4-FFF2-40B4-BE49-F238E27FC236}">
                <a16:creationId xmlns:a16="http://schemas.microsoft.com/office/drawing/2014/main" id="{3641DBF3-A690-A0F2-6216-FD15621F088F}"/>
              </a:ext>
            </a:extLst>
          </p:cNvPr>
          <p:cNvGrpSpPr/>
          <p:nvPr/>
        </p:nvGrpSpPr>
        <p:grpSpPr>
          <a:xfrm>
            <a:off x="5404224" y="1091756"/>
            <a:ext cx="312525" cy="371664"/>
            <a:chOff x="496477" y="1485900"/>
            <a:chExt cx="1521646" cy="1809750"/>
          </a:xfrm>
        </p:grpSpPr>
        <p:sp>
          <p:nvSpPr>
            <p:cNvPr id="968" name="Input_density__7">
              <a:extLst>
                <a:ext uri="{FF2B5EF4-FFF2-40B4-BE49-F238E27FC236}">
                  <a16:creationId xmlns:a16="http://schemas.microsoft.com/office/drawing/2014/main" id="{31E1A678-7F84-558F-C5E2-5071AF2B7E4E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69" name="Input_density__8">
              <a:extLst>
                <a:ext uri="{FF2B5EF4-FFF2-40B4-BE49-F238E27FC236}">
                  <a16:creationId xmlns:a16="http://schemas.microsoft.com/office/drawing/2014/main" id="{0067ED09-ED22-0DB3-6D2A-CBF89EA09C5B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0" name="Input_density__9">
              <a:extLst>
                <a:ext uri="{FF2B5EF4-FFF2-40B4-BE49-F238E27FC236}">
                  <a16:creationId xmlns:a16="http://schemas.microsoft.com/office/drawing/2014/main" id="{24A8CF34-B36B-38D7-3F49-2BAA7062E924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1" name="Input_density__10">
              <a:extLst>
                <a:ext uri="{FF2B5EF4-FFF2-40B4-BE49-F238E27FC236}">
                  <a16:creationId xmlns:a16="http://schemas.microsoft.com/office/drawing/2014/main" id="{AF0DF002-066D-F39F-D18F-2E3FC42B7665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2" name="Input_density__11">
              <a:extLst>
                <a:ext uri="{FF2B5EF4-FFF2-40B4-BE49-F238E27FC236}">
                  <a16:creationId xmlns:a16="http://schemas.microsoft.com/office/drawing/2014/main" id="{5A39A75F-E4F1-1788-FB4F-5684DE7E85CE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73" name="Input_density__12">
              <a:extLst>
                <a:ext uri="{FF2B5EF4-FFF2-40B4-BE49-F238E27FC236}">
                  <a16:creationId xmlns:a16="http://schemas.microsoft.com/office/drawing/2014/main" id="{05AB4FDF-2A45-A021-1CC1-C713A1C6D90B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4" name="Input_density__13">
              <a:extLst>
                <a:ext uri="{FF2B5EF4-FFF2-40B4-BE49-F238E27FC236}">
                  <a16:creationId xmlns:a16="http://schemas.microsoft.com/office/drawing/2014/main" id="{982FAD2F-7617-BC50-BC21-E85FAA9F073C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75" name="Input_density__14">
              <a:extLst>
                <a:ext uri="{FF2B5EF4-FFF2-40B4-BE49-F238E27FC236}">
                  <a16:creationId xmlns:a16="http://schemas.microsoft.com/office/drawing/2014/main" id="{9D517164-6B0F-1672-253A-E21E7F3D3D5B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76" name="Input_density__15">
              <a:extLst>
                <a:ext uri="{FF2B5EF4-FFF2-40B4-BE49-F238E27FC236}">
                  <a16:creationId xmlns:a16="http://schemas.microsoft.com/office/drawing/2014/main" id="{F04F93A0-9F08-F729-CB2F-80D4F13A7AA9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77" name="Input_density__16">
              <a:extLst>
                <a:ext uri="{FF2B5EF4-FFF2-40B4-BE49-F238E27FC236}">
                  <a16:creationId xmlns:a16="http://schemas.microsoft.com/office/drawing/2014/main" id="{C1D7A1A7-D7E3-D855-53D2-BF60315C0BF6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78" name="Input_density__17">
              <a:extLst>
                <a:ext uri="{FF2B5EF4-FFF2-40B4-BE49-F238E27FC236}">
                  <a16:creationId xmlns:a16="http://schemas.microsoft.com/office/drawing/2014/main" id="{AE739E40-0C88-47D3-A2D1-4EF6E874798C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9" name="Input_density__18">
              <a:extLst>
                <a:ext uri="{FF2B5EF4-FFF2-40B4-BE49-F238E27FC236}">
                  <a16:creationId xmlns:a16="http://schemas.microsoft.com/office/drawing/2014/main" id="{1238B76D-2597-F89F-114B-401A76EEA27F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80" name="Input_density__19">
              <a:extLst>
                <a:ext uri="{FF2B5EF4-FFF2-40B4-BE49-F238E27FC236}">
                  <a16:creationId xmlns:a16="http://schemas.microsoft.com/office/drawing/2014/main" id="{2A37AE70-01F7-F68A-4327-BE41F2244177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1" name="Input_density__20">
              <a:extLst>
                <a:ext uri="{FF2B5EF4-FFF2-40B4-BE49-F238E27FC236}">
                  <a16:creationId xmlns:a16="http://schemas.microsoft.com/office/drawing/2014/main" id="{793248F2-F5B6-E587-7A56-04AE84ED1A24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2" name="Input_density__21">
              <a:extLst>
                <a:ext uri="{FF2B5EF4-FFF2-40B4-BE49-F238E27FC236}">
                  <a16:creationId xmlns:a16="http://schemas.microsoft.com/office/drawing/2014/main" id="{7B967986-0C69-901D-366B-8601645167BF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83" name="Input_density__22">
              <a:extLst>
                <a:ext uri="{FF2B5EF4-FFF2-40B4-BE49-F238E27FC236}">
                  <a16:creationId xmlns:a16="http://schemas.microsoft.com/office/drawing/2014/main" id="{18303D7F-80E0-0839-DBA2-5542B28BFB59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84" name="Input_density__23">
              <a:extLst>
                <a:ext uri="{FF2B5EF4-FFF2-40B4-BE49-F238E27FC236}">
                  <a16:creationId xmlns:a16="http://schemas.microsoft.com/office/drawing/2014/main" id="{C2FC6716-AC71-FAAB-7F01-C86688C81CA9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85" name="Input_density__24">
              <a:extLst>
                <a:ext uri="{FF2B5EF4-FFF2-40B4-BE49-F238E27FC236}">
                  <a16:creationId xmlns:a16="http://schemas.microsoft.com/office/drawing/2014/main" id="{AFE5859F-A4C8-17A4-7D90-45831D45DA7B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86" name="Input_density__25">
              <a:extLst>
                <a:ext uri="{FF2B5EF4-FFF2-40B4-BE49-F238E27FC236}">
                  <a16:creationId xmlns:a16="http://schemas.microsoft.com/office/drawing/2014/main" id="{FEAB82FD-EFDF-2AB5-7090-B4DC62B259C0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7" name="Input_density__26">
              <a:extLst>
                <a:ext uri="{FF2B5EF4-FFF2-40B4-BE49-F238E27FC236}">
                  <a16:creationId xmlns:a16="http://schemas.microsoft.com/office/drawing/2014/main" id="{9CFA44A7-092D-612F-7230-27D8BB2A5099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88" name="Input_density__27">
              <a:extLst>
                <a:ext uri="{FF2B5EF4-FFF2-40B4-BE49-F238E27FC236}">
                  <a16:creationId xmlns:a16="http://schemas.microsoft.com/office/drawing/2014/main" id="{338C811E-8993-4B17-E670-1C5E5BF78CB8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89" name="Input_density__28">
              <a:extLst>
                <a:ext uri="{FF2B5EF4-FFF2-40B4-BE49-F238E27FC236}">
                  <a16:creationId xmlns:a16="http://schemas.microsoft.com/office/drawing/2014/main" id="{0B4DF5CB-3F53-7C00-4B1C-643B5A14FEA7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0" name="Input_density__29">
              <a:extLst>
                <a:ext uri="{FF2B5EF4-FFF2-40B4-BE49-F238E27FC236}">
                  <a16:creationId xmlns:a16="http://schemas.microsoft.com/office/drawing/2014/main" id="{7E4ECEB7-E922-7116-EA2F-D699240D4B87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1" name="Input_density__30">
              <a:extLst>
                <a:ext uri="{FF2B5EF4-FFF2-40B4-BE49-F238E27FC236}">
                  <a16:creationId xmlns:a16="http://schemas.microsoft.com/office/drawing/2014/main" id="{160DC911-AF46-B452-292A-869CFF9AD6A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92" name="Input_density__31">
              <a:extLst>
                <a:ext uri="{FF2B5EF4-FFF2-40B4-BE49-F238E27FC236}">
                  <a16:creationId xmlns:a16="http://schemas.microsoft.com/office/drawing/2014/main" id="{2734845B-8C69-7CC5-99CF-9B8E122EF16B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3" name="Input_density__32">
              <a:extLst>
                <a:ext uri="{FF2B5EF4-FFF2-40B4-BE49-F238E27FC236}">
                  <a16:creationId xmlns:a16="http://schemas.microsoft.com/office/drawing/2014/main" id="{2DC7F7A8-994F-BBA1-1FED-B8B75FBBFE32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94" name="Input_density__33">
              <a:extLst>
                <a:ext uri="{FF2B5EF4-FFF2-40B4-BE49-F238E27FC236}">
                  <a16:creationId xmlns:a16="http://schemas.microsoft.com/office/drawing/2014/main" id="{17FE4E80-E011-0255-5D33-953EE3844EFC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5" name="Input_density__34">
              <a:extLst>
                <a:ext uri="{FF2B5EF4-FFF2-40B4-BE49-F238E27FC236}">
                  <a16:creationId xmlns:a16="http://schemas.microsoft.com/office/drawing/2014/main" id="{91F151C0-A7B0-F468-4663-C72058BA0050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96" name="Input_density__35">
              <a:extLst>
                <a:ext uri="{FF2B5EF4-FFF2-40B4-BE49-F238E27FC236}">
                  <a16:creationId xmlns:a16="http://schemas.microsoft.com/office/drawing/2014/main" id="{EF600911-6EF7-507D-E3F4-01AD89FEA51B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97" name="Input_density__36">
              <a:extLst>
                <a:ext uri="{FF2B5EF4-FFF2-40B4-BE49-F238E27FC236}">
                  <a16:creationId xmlns:a16="http://schemas.microsoft.com/office/drawing/2014/main" id="{8C8B7F7B-9A65-11A3-9512-8CAF2B1D2FA5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98" name="Input_density__37">
              <a:extLst>
                <a:ext uri="{FF2B5EF4-FFF2-40B4-BE49-F238E27FC236}">
                  <a16:creationId xmlns:a16="http://schemas.microsoft.com/office/drawing/2014/main" id="{95F196A7-CC36-9209-02DE-8994891DC68E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99" name="Input_density__38">
              <a:extLst>
                <a:ext uri="{FF2B5EF4-FFF2-40B4-BE49-F238E27FC236}">
                  <a16:creationId xmlns:a16="http://schemas.microsoft.com/office/drawing/2014/main" id="{BE4AA457-8366-5685-3BEE-4E33C8DB94EE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0" name="Input_density__39">
              <a:extLst>
                <a:ext uri="{FF2B5EF4-FFF2-40B4-BE49-F238E27FC236}">
                  <a16:creationId xmlns:a16="http://schemas.microsoft.com/office/drawing/2014/main" id="{FFE60A7B-9882-2C39-1023-6FE8D74CA71D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1" name="Input_density__40">
              <a:extLst>
                <a:ext uri="{FF2B5EF4-FFF2-40B4-BE49-F238E27FC236}">
                  <a16:creationId xmlns:a16="http://schemas.microsoft.com/office/drawing/2014/main" id="{BCF6E2F2-0CE6-73C7-527D-4241E7A40E89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2" name="Input_density__41">
              <a:extLst>
                <a:ext uri="{FF2B5EF4-FFF2-40B4-BE49-F238E27FC236}">
                  <a16:creationId xmlns:a16="http://schemas.microsoft.com/office/drawing/2014/main" id="{5D8DE538-AEA2-A0C2-780D-51BD30BB4036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3" name="Input_density__42">
              <a:extLst>
                <a:ext uri="{FF2B5EF4-FFF2-40B4-BE49-F238E27FC236}">
                  <a16:creationId xmlns:a16="http://schemas.microsoft.com/office/drawing/2014/main" id="{D7543AD9-0979-E93E-CC2E-1B9A0FB6D0C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04" name="Input_density__43">
              <a:extLst>
                <a:ext uri="{FF2B5EF4-FFF2-40B4-BE49-F238E27FC236}">
                  <a16:creationId xmlns:a16="http://schemas.microsoft.com/office/drawing/2014/main" id="{3D6EA2D1-8A97-12AE-3535-D0B1AAB12F28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05" name="Input_density__44">
              <a:extLst>
                <a:ext uri="{FF2B5EF4-FFF2-40B4-BE49-F238E27FC236}">
                  <a16:creationId xmlns:a16="http://schemas.microsoft.com/office/drawing/2014/main" id="{63B8E9E5-5701-7DE7-4CD7-6EE8334BAE27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06" name="Input_density__45">
              <a:extLst>
                <a:ext uri="{FF2B5EF4-FFF2-40B4-BE49-F238E27FC236}">
                  <a16:creationId xmlns:a16="http://schemas.microsoft.com/office/drawing/2014/main" id="{E3FF1D26-2689-E4E5-37B8-9328E3E7998C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07" name="Input_density__46">
              <a:extLst>
                <a:ext uri="{FF2B5EF4-FFF2-40B4-BE49-F238E27FC236}">
                  <a16:creationId xmlns:a16="http://schemas.microsoft.com/office/drawing/2014/main" id="{B6588242-8905-3F5B-241C-F15AAC735901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8" name="Input_density__47">
              <a:extLst>
                <a:ext uri="{FF2B5EF4-FFF2-40B4-BE49-F238E27FC236}">
                  <a16:creationId xmlns:a16="http://schemas.microsoft.com/office/drawing/2014/main" id="{ED1DAC9F-34BA-CE01-A3CE-7E6E83DC91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09" name="Input_density__48">
              <a:extLst>
                <a:ext uri="{FF2B5EF4-FFF2-40B4-BE49-F238E27FC236}">
                  <a16:creationId xmlns:a16="http://schemas.microsoft.com/office/drawing/2014/main" id="{A986BBB3-2A54-1BBD-F25B-BE98F7E5ADB9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0" name="Input_density__49">
              <a:extLst>
                <a:ext uri="{FF2B5EF4-FFF2-40B4-BE49-F238E27FC236}">
                  <a16:creationId xmlns:a16="http://schemas.microsoft.com/office/drawing/2014/main" id="{2D8FF7A3-8A31-C800-D731-CA6FCD642862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11" name="Input_density__50">
              <a:extLst>
                <a:ext uri="{FF2B5EF4-FFF2-40B4-BE49-F238E27FC236}">
                  <a16:creationId xmlns:a16="http://schemas.microsoft.com/office/drawing/2014/main" id="{0A405547-7ADE-4546-2FDC-5008ECDC4FF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12" name="Input_density__51">
              <a:extLst>
                <a:ext uri="{FF2B5EF4-FFF2-40B4-BE49-F238E27FC236}">
                  <a16:creationId xmlns:a16="http://schemas.microsoft.com/office/drawing/2014/main" id="{8D516F67-2C97-DF79-3310-4DF273850D9F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13" name="Input_density__52">
              <a:extLst>
                <a:ext uri="{FF2B5EF4-FFF2-40B4-BE49-F238E27FC236}">
                  <a16:creationId xmlns:a16="http://schemas.microsoft.com/office/drawing/2014/main" id="{0AC66FBF-0DBB-CC76-35AD-4295A90432F3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14" name="Input_density__53">
              <a:extLst>
                <a:ext uri="{FF2B5EF4-FFF2-40B4-BE49-F238E27FC236}">
                  <a16:creationId xmlns:a16="http://schemas.microsoft.com/office/drawing/2014/main" id="{4FEBDF12-6199-0D0A-11F6-4C6B2E55FD10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15" name="Input_density__54">
              <a:extLst>
                <a:ext uri="{FF2B5EF4-FFF2-40B4-BE49-F238E27FC236}">
                  <a16:creationId xmlns:a16="http://schemas.microsoft.com/office/drawing/2014/main" id="{BFD20F67-EEE6-BC23-4730-CD036961B3B4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6" name="Input_density__55">
              <a:extLst>
                <a:ext uri="{FF2B5EF4-FFF2-40B4-BE49-F238E27FC236}">
                  <a16:creationId xmlns:a16="http://schemas.microsoft.com/office/drawing/2014/main" id="{182268C0-9C63-A5C6-0DF2-860CEB108332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17" name="Input_density__56">
              <a:extLst>
                <a:ext uri="{FF2B5EF4-FFF2-40B4-BE49-F238E27FC236}">
                  <a16:creationId xmlns:a16="http://schemas.microsoft.com/office/drawing/2014/main" id="{0987F52D-8100-71DC-024F-0AB72D0E9C0A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18" name="Input_density__57">
              <a:extLst>
                <a:ext uri="{FF2B5EF4-FFF2-40B4-BE49-F238E27FC236}">
                  <a16:creationId xmlns:a16="http://schemas.microsoft.com/office/drawing/2014/main" id="{97F606D6-89A6-56F8-3B07-03A54BC4617A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19" name="Input_density__58">
              <a:extLst>
                <a:ext uri="{FF2B5EF4-FFF2-40B4-BE49-F238E27FC236}">
                  <a16:creationId xmlns:a16="http://schemas.microsoft.com/office/drawing/2014/main" id="{69866592-286B-ECAD-E03B-D597DD93E07D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20" name="Input_density__59">
              <a:extLst>
                <a:ext uri="{FF2B5EF4-FFF2-40B4-BE49-F238E27FC236}">
                  <a16:creationId xmlns:a16="http://schemas.microsoft.com/office/drawing/2014/main" id="{6797FBCA-FF5F-A3FF-9C51-460C071728EE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21" name="Input_density__60">
              <a:extLst>
                <a:ext uri="{FF2B5EF4-FFF2-40B4-BE49-F238E27FC236}">
                  <a16:creationId xmlns:a16="http://schemas.microsoft.com/office/drawing/2014/main" id="{54428962-11A3-1367-F896-640E4B58C2E7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22" name="Input_density__61">
              <a:extLst>
                <a:ext uri="{FF2B5EF4-FFF2-40B4-BE49-F238E27FC236}">
                  <a16:creationId xmlns:a16="http://schemas.microsoft.com/office/drawing/2014/main" id="{B058FBDE-C2AE-1119-B98F-C992B6DED2D7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3" name="Input_density__62">
              <a:extLst>
                <a:ext uri="{FF2B5EF4-FFF2-40B4-BE49-F238E27FC236}">
                  <a16:creationId xmlns:a16="http://schemas.microsoft.com/office/drawing/2014/main" id="{0F6819AA-F7C9-9C86-B0F9-124A342445B3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24" name="Input_density__63">
              <a:extLst>
                <a:ext uri="{FF2B5EF4-FFF2-40B4-BE49-F238E27FC236}">
                  <a16:creationId xmlns:a16="http://schemas.microsoft.com/office/drawing/2014/main" id="{3D57DD87-AF30-BD76-889D-62B4F73E8A5F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25" name="Input_density__64">
              <a:extLst>
                <a:ext uri="{FF2B5EF4-FFF2-40B4-BE49-F238E27FC236}">
                  <a16:creationId xmlns:a16="http://schemas.microsoft.com/office/drawing/2014/main" id="{B1161BBF-5EC6-8A46-F4D1-82FE528E6119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26" name="Input_density__65">
              <a:extLst>
                <a:ext uri="{FF2B5EF4-FFF2-40B4-BE49-F238E27FC236}">
                  <a16:creationId xmlns:a16="http://schemas.microsoft.com/office/drawing/2014/main" id="{69DAB357-A0FB-A0D5-AD5C-AE1782AC6F66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27" name="Input_density__66">
              <a:extLst>
                <a:ext uri="{FF2B5EF4-FFF2-40B4-BE49-F238E27FC236}">
                  <a16:creationId xmlns:a16="http://schemas.microsoft.com/office/drawing/2014/main" id="{92FC6A42-5C42-92BF-B69A-0F8E6036ED7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28" name="Input_density__67">
              <a:extLst>
                <a:ext uri="{FF2B5EF4-FFF2-40B4-BE49-F238E27FC236}">
                  <a16:creationId xmlns:a16="http://schemas.microsoft.com/office/drawing/2014/main" id="{D7C39CC8-141B-52EF-AEA2-7BCE2C865D4A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29" name="Input_density__68">
              <a:extLst>
                <a:ext uri="{FF2B5EF4-FFF2-40B4-BE49-F238E27FC236}">
                  <a16:creationId xmlns:a16="http://schemas.microsoft.com/office/drawing/2014/main" id="{AF20EA98-0B6E-2F3D-5AA6-1B12415CAC37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30" name="Input_density__69">
              <a:extLst>
                <a:ext uri="{FF2B5EF4-FFF2-40B4-BE49-F238E27FC236}">
                  <a16:creationId xmlns:a16="http://schemas.microsoft.com/office/drawing/2014/main" id="{25CDC039-C32D-35BF-4962-475E6C8E7D62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1" name="Input_density__70">
              <a:extLst>
                <a:ext uri="{FF2B5EF4-FFF2-40B4-BE49-F238E27FC236}">
                  <a16:creationId xmlns:a16="http://schemas.microsoft.com/office/drawing/2014/main" id="{5114E5FF-1D6C-7C38-872E-14C4F48B270E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032" name="Input_density__71">
              <a:extLst>
                <a:ext uri="{FF2B5EF4-FFF2-40B4-BE49-F238E27FC236}">
                  <a16:creationId xmlns:a16="http://schemas.microsoft.com/office/drawing/2014/main" id="{8B1B7543-EAEC-7261-68B9-6F8DED1ADD3A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3" name="Input_density__72">
              <a:extLst>
                <a:ext uri="{FF2B5EF4-FFF2-40B4-BE49-F238E27FC236}">
                  <a16:creationId xmlns:a16="http://schemas.microsoft.com/office/drawing/2014/main" id="{6857E792-6913-B090-CCCF-681455B4A491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34" name="Input_density__73">
              <a:extLst>
                <a:ext uri="{FF2B5EF4-FFF2-40B4-BE49-F238E27FC236}">
                  <a16:creationId xmlns:a16="http://schemas.microsoft.com/office/drawing/2014/main" id="{7B7FC6A4-F3E4-B206-E404-51C5678B149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35" name="Input_density__74">
              <a:extLst>
                <a:ext uri="{FF2B5EF4-FFF2-40B4-BE49-F238E27FC236}">
                  <a16:creationId xmlns:a16="http://schemas.microsoft.com/office/drawing/2014/main" id="{A0A9C3EC-4A7A-9AA8-3CEF-1FE0BC781F87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36" name="Input_density__75">
              <a:extLst>
                <a:ext uri="{FF2B5EF4-FFF2-40B4-BE49-F238E27FC236}">
                  <a16:creationId xmlns:a16="http://schemas.microsoft.com/office/drawing/2014/main" id="{6302D566-BB8F-1F22-9265-E34A1B96AA48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37" name="Input_density__76">
              <a:extLst>
                <a:ext uri="{FF2B5EF4-FFF2-40B4-BE49-F238E27FC236}">
                  <a16:creationId xmlns:a16="http://schemas.microsoft.com/office/drawing/2014/main" id="{AD90C01C-C785-0D34-5E49-932335B0417C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38" name="Input_density__77">
              <a:extLst>
                <a:ext uri="{FF2B5EF4-FFF2-40B4-BE49-F238E27FC236}">
                  <a16:creationId xmlns:a16="http://schemas.microsoft.com/office/drawing/2014/main" id="{234603CB-0677-51F7-F191-EAF405E7E4AC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39" name="Input_density__78">
              <a:extLst>
                <a:ext uri="{FF2B5EF4-FFF2-40B4-BE49-F238E27FC236}">
                  <a16:creationId xmlns:a16="http://schemas.microsoft.com/office/drawing/2014/main" id="{95DF01CC-440C-2DE5-4FF6-6727EE6CCD1F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40" name="Input_density__79">
              <a:extLst>
                <a:ext uri="{FF2B5EF4-FFF2-40B4-BE49-F238E27FC236}">
                  <a16:creationId xmlns:a16="http://schemas.microsoft.com/office/drawing/2014/main" id="{35529FCC-C044-723A-D1D9-639CBEDE4AA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41" name="Input_density__80">
              <a:extLst>
                <a:ext uri="{FF2B5EF4-FFF2-40B4-BE49-F238E27FC236}">
                  <a16:creationId xmlns:a16="http://schemas.microsoft.com/office/drawing/2014/main" id="{ED08EBFC-29EA-F34B-ABF5-807E422D404E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2" name="Input_density__81">
              <a:extLst>
                <a:ext uri="{FF2B5EF4-FFF2-40B4-BE49-F238E27FC236}">
                  <a16:creationId xmlns:a16="http://schemas.microsoft.com/office/drawing/2014/main" id="{E59AAB91-195F-51CF-1949-734E5CBD41B8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43" name="Input_density__82">
              <a:extLst>
                <a:ext uri="{FF2B5EF4-FFF2-40B4-BE49-F238E27FC236}">
                  <a16:creationId xmlns:a16="http://schemas.microsoft.com/office/drawing/2014/main" id="{7D7F5AB9-9DC8-88D9-FC72-109E6FCAD314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44" name="Input_density__83">
              <a:extLst>
                <a:ext uri="{FF2B5EF4-FFF2-40B4-BE49-F238E27FC236}">
                  <a16:creationId xmlns:a16="http://schemas.microsoft.com/office/drawing/2014/main" id="{0EA0E248-13E5-3246-E3C0-E60188F242F0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5" name="Input_density__84">
              <a:extLst>
                <a:ext uri="{FF2B5EF4-FFF2-40B4-BE49-F238E27FC236}">
                  <a16:creationId xmlns:a16="http://schemas.microsoft.com/office/drawing/2014/main" id="{F4163D42-94B6-126A-E86D-03F0E3DAB8B3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46" name="Input_density__85">
              <a:extLst>
                <a:ext uri="{FF2B5EF4-FFF2-40B4-BE49-F238E27FC236}">
                  <a16:creationId xmlns:a16="http://schemas.microsoft.com/office/drawing/2014/main" id="{50989303-E47A-38D0-0373-DC0BA4C1CEC9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47" name="Input_density__86">
              <a:extLst>
                <a:ext uri="{FF2B5EF4-FFF2-40B4-BE49-F238E27FC236}">
                  <a16:creationId xmlns:a16="http://schemas.microsoft.com/office/drawing/2014/main" id="{495ADE68-E535-2D2D-5867-E3D5CC351303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48" name="Input_density__87">
              <a:extLst>
                <a:ext uri="{FF2B5EF4-FFF2-40B4-BE49-F238E27FC236}">
                  <a16:creationId xmlns:a16="http://schemas.microsoft.com/office/drawing/2014/main" id="{1D30157B-15E4-876F-4317-D3C6C608B156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9" name="Input_density__88">
              <a:extLst>
                <a:ext uri="{FF2B5EF4-FFF2-40B4-BE49-F238E27FC236}">
                  <a16:creationId xmlns:a16="http://schemas.microsoft.com/office/drawing/2014/main" id="{6349DA77-B93B-F9F6-501B-B4D0EBC58190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0" name="Input_density__89">
              <a:extLst>
                <a:ext uri="{FF2B5EF4-FFF2-40B4-BE49-F238E27FC236}">
                  <a16:creationId xmlns:a16="http://schemas.microsoft.com/office/drawing/2014/main" id="{4C6F8DF6-4290-EFB7-FCC8-7A89B3773374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51" name="Input_density__90">
              <a:extLst>
                <a:ext uri="{FF2B5EF4-FFF2-40B4-BE49-F238E27FC236}">
                  <a16:creationId xmlns:a16="http://schemas.microsoft.com/office/drawing/2014/main" id="{22BE41CB-1CF1-07FE-A78F-BBEB71780907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52" name="Input_density__91">
              <a:extLst>
                <a:ext uri="{FF2B5EF4-FFF2-40B4-BE49-F238E27FC236}">
                  <a16:creationId xmlns:a16="http://schemas.microsoft.com/office/drawing/2014/main" id="{401F9C7A-B41D-D6A4-6853-24A29A89E4AC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53" name="Input_density__92">
              <a:extLst>
                <a:ext uri="{FF2B5EF4-FFF2-40B4-BE49-F238E27FC236}">
                  <a16:creationId xmlns:a16="http://schemas.microsoft.com/office/drawing/2014/main" id="{0951939F-B3F3-DE89-245C-1CBE4F4BDB65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54" name="Input_density__93">
              <a:extLst>
                <a:ext uri="{FF2B5EF4-FFF2-40B4-BE49-F238E27FC236}">
                  <a16:creationId xmlns:a16="http://schemas.microsoft.com/office/drawing/2014/main" id="{EF389D8C-8A9E-8992-75B7-BE1023787F49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55" name="Input_density__94">
              <a:extLst>
                <a:ext uri="{FF2B5EF4-FFF2-40B4-BE49-F238E27FC236}">
                  <a16:creationId xmlns:a16="http://schemas.microsoft.com/office/drawing/2014/main" id="{FA386F41-77C4-5411-8068-BAD8A05FBBEB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56" name="Input_density__95">
              <a:extLst>
                <a:ext uri="{FF2B5EF4-FFF2-40B4-BE49-F238E27FC236}">
                  <a16:creationId xmlns:a16="http://schemas.microsoft.com/office/drawing/2014/main" id="{5D2EBB78-F9A7-A428-79B0-394336A50099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57" name="Input_density__96">
              <a:extLst>
                <a:ext uri="{FF2B5EF4-FFF2-40B4-BE49-F238E27FC236}">
                  <a16:creationId xmlns:a16="http://schemas.microsoft.com/office/drawing/2014/main" id="{1CDB21CF-B07B-CD7E-F03F-AD6BE22622D6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58" name="Input_density__97">
              <a:extLst>
                <a:ext uri="{FF2B5EF4-FFF2-40B4-BE49-F238E27FC236}">
                  <a16:creationId xmlns:a16="http://schemas.microsoft.com/office/drawing/2014/main" id="{36CA873F-F8AD-C00D-7C5F-86635C8FB9E8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9" name="Input_density__98">
              <a:extLst>
                <a:ext uri="{FF2B5EF4-FFF2-40B4-BE49-F238E27FC236}">
                  <a16:creationId xmlns:a16="http://schemas.microsoft.com/office/drawing/2014/main" id="{7AC72648-DA43-06BB-FBEE-45FB155653A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60" name="Input_density__99">
              <a:extLst>
                <a:ext uri="{FF2B5EF4-FFF2-40B4-BE49-F238E27FC236}">
                  <a16:creationId xmlns:a16="http://schemas.microsoft.com/office/drawing/2014/main" id="{99353DE5-CA77-7891-6E35-682EEB947AB0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61" name="Input_density__100">
              <a:extLst>
                <a:ext uri="{FF2B5EF4-FFF2-40B4-BE49-F238E27FC236}">
                  <a16:creationId xmlns:a16="http://schemas.microsoft.com/office/drawing/2014/main" id="{F7EC41D5-16D4-1E26-DEA3-12DBEF3CE64C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62" name="Input_density__101">
              <a:extLst>
                <a:ext uri="{FF2B5EF4-FFF2-40B4-BE49-F238E27FC236}">
                  <a16:creationId xmlns:a16="http://schemas.microsoft.com/office/drawing/2014/main" id="{4E65C52F-EAC1-A50F-A6A2-B7D012D32461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63" name="Input_density__102">
              <a:extLst>
                <a:ext uri="{FF2B5EF4-FFF2-40B4-BE49-F238E27FC236}">
                  <a16:creationId xmlns:a16="http://schemas.microsoft.com/office/drawing/2014/main" id="{1F3753F7-AE22-8DF4-407F-CA98FD80BDB0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64" name="Input_density__103">
              <a:extLst>
                <a:ext uri="{FF2B5EF4-FFF2-40B4-BE49-F238E27FC236}">
                  <a16:creationId xmlns:a16="http://schemas.microsoft.com/office/drawing/2014/main" id="{966A1F57-B878-78BD-DF90-D3FB10797131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65" name="Input_density__104">
              <a:extLst>
                <a:ext uri="{FF2B5EF4-FFF2-40B4-BE49-F238E27FC236}">
                  <a16:creationId xmlns:a16="http://schemas.microsoft.com/office/drawing/2014/main" id="{B9EA18BA-4938-C29E-A3F8-16A26CFA8A16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6" name="Input_density__105">
              <a:extLst>
                <a:ext uri="{FF2B5EF4-FFF2-40B4-BE49-F238E27FC236}">
                  <a16:creationId xmlns:a16="http://schemas.microsoft.com/office/drawing/2014/main" id="{7F54281F-DD1B-694D-7690-4570CFF4DAE4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67" name="Input_density__106">
              <a:extLst>
                <a:ext uri="{FF2B5EF4-FFF2-40B4-BE49-F238E27FC236}">
                  <a16:creationId xmlns:a16="http://schemas.microsoft.com/office/drawing/2014/main" id="{3F12CBAE-8E0D-2966-BA99-9DDA58A57340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68" name="Input_density__107">
              <a:extLst>
                <a:ext uri="{FF2B5EF4-FFF2-40B4-BE49-F238E27FC236}">
                  <a16:creationId xmlns:a16="http://schemas.microsoft.com/office/drawing/2014/main" id="{26C7F7D6-A524-3EC9-6503-35DC73196ABF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9" name="Input_density__108">
              <a:extLst>
                <a:ext uri="{FF2B5EF4-FFF2-40B4-BE49-F238E27FC236}">
                  <a16:creationId xmlns:a16="http://schemas.microsoft.com/office/drawing/2014/main" id="{42EAE015-F75A-1199-4C52-D195B3584FA2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70" name="Input_density__109">
              <a:extLst>
                <a:ext uri="{FF2B5EF4-FFF2-40B4-BE49-F238E27FC236}">
                  <a16:creationId xmlns:a16="http://schemas.microsoft.com/office/drawing/2014/main" id="{4E146548-9229-625C-2D37-B37174DC5DA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71" name="Input_density__110">
              <a:extLst>
                <a:ext uri="{FF2B5EF4-FFF2-40B4-BE49-F238E27FC236}">
                  <a16:creationId xmlns:a16="http://schemas.microsoft.com/office/drawing/2014/main" id="{4F21D7AE-0A07-F31F-22E5-2050043337D2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72" name="Input_density__111">
              <a:extLst>
                <a:ext uri="{FF2B5EF4-FFF2-40B4-BE49-F238E27FC236}">
                  <a16:creationId xmlns:a16="http://schemas.microsoft.com/office/drawing/2014/main" id="{DEF010A8-A83C-10FF-FCC2-5EFB0089668F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3" name="Input_density__112">
              <a:extLst>
                <a:ext uri="{FF2B5EF4-FFF2-40B4-BE49-F238E27FC236}">
                  <a16:creationId xmlns:a16="http://schemas.microsoft.com/office/drawing/2014/main" id="{B1EA308C-47F9-AA39-5F99-FFCDCB73D561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4" name="Input_density__113">
              <a:extLst>
                <a:ext uri="{FF2B5EF4-FFF2-40B4-BE49-F238E27FC236}">
                  <a16:creationId xmlns:a16="http://schemas.microsoft.com/office/drawing/2014/main" id="{B7F117DC-FECE-099F-9DA8-4942CF87F3C8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075" name="Input_density__114">
              <a:extLst>
                <a:ext uri="{FF2B5EF4-FFF2-40B4-BE49-F238E27FC236}">
                  <a16:creationId xmlns:a16="http://schemas.microsoft.com/office/drawing/2014/main" id="{082F7EE0-FF57-8ECA-3EDF-21405064D6EC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76" name="Input_density__115">
              <a:extLst>
                <a:ext uri="{FF2B5EF4-FFF2-40B4-BE49-F238E27FC236}">
                  <a16:creationId xmlns:a16="http://schemas.microsoft.com/office/drawing/2014/main" id="{988D1EAF-EFC9-81AF-615A-C357C4F1D482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77" name="Input_density__116">
              <a:extLst>
                <a:ext uri="{FF2B5EF4-FFF2-40B4-BE49-F238E27FC236}">
                  <a16:creationId xmlns:a16="http://schemas.microsoft.com/office/drawing/2014/main" id="{6B2E870D-B6A9-C068-1D44-70C8EBF9BF2E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78" name="Input_density__117">
              <a:extLst>
                <a:ext uri="{FF2B5EF4-FFF2-40B4-BE49-F238E27FC236}">
                  <a16:creationId xmlns:a16="http://schemas.microsoft.com/office/drawing/2014/main" id="{555EC1BE-F0CE-5D37-BF24-6D5E36AACD1F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79" name="Input_density__118">
              <a:extLst>
                <a:ext uri="{FF2B5EF4-FFF2-40B4-BE49-F238E27FC236}">
                  <a16:creationId xmlns:a16="http://schemas.microsoft.com/office/drawing/2014/main" id="{8D17AE08-1FD5-5866-4708-A6EC591896FA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80" name="Input_density__119">
              <a:extLst>
                <a:ext uri="{FF2B5EF4-FFF2-40B4-BE49-F238E27FC236}">
                  <a16:creationId xmlns:a16="http://schemas.microsoft.com/office/drawing/2014/main" id="{68FCF7C8-D4B9-AFC2-41B4-EBEDF39589AB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1" name="Input_density__120">
              <a:extLst>
                <a:ext uri="{FF2B5EF4-FFF2-40B4-BE49-F238E27FC236}">
                  <a16:creationId xmlns:a16="http://schemas.microsoft.com/office/drawing/2014/main" id="{9EE0A90B-2DFF-7000-62DB-79C59231EF44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2" name="Input_density__121">
              <a:extLst>
                <a:ext uri="{FF2B5EF4-FFF2-40B4-BE49-F238E27FC236}">
                  <a16:creationId xmlns:a16="http://schemas.microsoft.com/office/drawing/2014/main" id="{8D4F06D8-A993-0496-A55A-284E98EF660B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3" name="Input_density__122">
              <a:extLst>
                <a:ext uri="{FF2B5EF4-FFF2-40B4-BE49-F238E27FC236}">
                  <a16:creationId xmlns:a16="http://schemas.microsoft.com/office/drawing/2014/main" id="{652443CE-1B3D-894F-E263-055834C5DDF1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84" name="Input_density__123">
              <a:extLst>
                <a:ext uri="{FF2B5EF4-FFF2-40B4-BE49-F238E27FC236}">
                  <a16:creationId xmlns:a16="http://schemas.microsoft.com/office/drawing/2014/main" id="{524D03C7-D45B-A030-AA6E-F09750589970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85" name="Input_density__124">
              <a:extLst>
                <a:ext uri="{FF2B5EF4-FFF2-40B4-BE49-F238E27FC236}">
                  <a16:creationId xmlns:a16="http://schemas.microsoft.com/office/drawing/2014/main" id="{2CF6CA97-87B1-AA29-A47F-A21F27AB8636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86" name="Input_density__125">
              <a:extLst>
                <a:ext uri="{FF2B5EF4-FFF2-40B4-BE49-F238E27FC236}">
                  <a16:creationId xmlns:a16="http://schemas.microsoft.com/office/drawing/2014/main" id="{9824F333-1AFE-949C-AC7D-34BB46B7D990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87" name="Input_density__126">
              <a:extLst>
                <a:ext uri="{FF2B5EF4-FFF2-40B4-BE49-F238E27FC236}">
                  <a16:creationId xmlns:a16="http://schemas.microsoft.com/office/drawing/2014/main" id="{C51DF5C2-4A9A-CDD8-5F29-4915919DD685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88" name="Input_density__127">
              <a:extLst>
                <a:ext uri="{FF2B5EF4-FFF2-40B4-BE49-F238E27FC236}">
                  <a16:creationId xmlns:a16="http://schemas.microsoft.com/office/drawing/2014/main" id="{B4B29744-64A8-E351-9799-6F582BA60AD0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89" name="Input_density__128">
              <a:extLst>
                <a:ext uri="{FF2B5EF4-FFF2-40B4-BE49-F238E27FC236}">
                  <a16:creationId xmlns:a16="http://schemas.microsoft.com/office/drawing/2014/main" id="{131B0895-2BB0-6F79-57E0-9CED27BB8C2B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90" name="Input_density__129">
              <a:extLst>
                <a:ext uri="{FF2B5EF4-FFF2-40B4-BE49-F238E27FC236}">
                  <a16:creationId xmlns:a16="http://schemas.microsoft.com/office/drawing/2014/main" id="{09611700-2676-3990-4011-23C3916F891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91" name="Input_density__130">
              <a:extLst>
                <a:ext uri="{FF2B5EF4-FFF2-40B4-BE49-F238E27FC236}">
                  <a16:creationId xmlns:a16="http://schemas.microsoft.com/office/drawing/2014/main" id="{3BFCC86D-9C2F-423E-9F63-9A30005924C0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2" name="Input_density__131">
              <a:extLst>
                <a:ext uri="{FF2B5EF4-FFF2-40B4-BE49-F238E27FC236}">
                  <a16:creationId xmlns:a16="http://schemas.microsoft.com/office/drawing/2014/main" id="{016E0316-17DA-494F-5F02-1C2E0BA5CA43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93" name="Input_density__132">
              <a:extLst>
                <a:ext uri="{FF2B5EF4-FFF2-40B4-BE49-F238E27FC236}">
                  <a16:creationId xmlns:a16="http://schemas.microsoft.com/office/drawing/2014/main" id="{2C70E35B-2453-3D70-C85A-A8E45D15F51B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4" name="Input_density__133">
              <a:extLst>
                <a:ext uri="{FF2B5EF4-FFF2-40B4-BE49-F238E27FC236}">
                  <a16:creationId xmlns:a16="http://schemas.microsoft.com/office/drawing/2014/main" id="{F0DD0F94-35A0-E5D7-551C-A9150F5FAFDE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95" name="Input_density__134">
              <a:extLst>
                <a:ext uri="{FF2B5EF4-FFF2-40B4-BE49-F238E27FC236}">
                  <a16:creationId xmlns:a16="http://schemas.microsoft.com/office/drawing/2014/main" id="{D5311538-920B-249A-86D9-D1B6C8730F7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96" name="Input_density__135">
              <a:extLst>
                <a:ext uri="{FF2B5EF4-FFF2-40B4-BE49-F238E27FC236}">
                  <a16:creationId xmlns:a16="http://schemas.microsoft.com/office/drawing/2014/main" id="{D3FF6458-8741-8D38-90E5-160F83F334C5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97" name="Input_density__136">
              <a:extLst>
                <a:ext uri="{FF2B5EF4-FFF2-40B4-BE49-F238E27FC236}">
                  <a16:creationId xmlns:a16="http://schemas.microsoft.com/office/drawing/2014/main" id="{57E0D2D8-1476-8728-DE79-FB2EEC2B55F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98" name="Input_density__137">
              <a:extLst>
                <a:ext uri="{FF2B5EF4-FFF2-40B4-BE49-F238E27FC236}">
                  <a16:creationId xmlns:a16="http://schemas.microsoft.com/office/drawing/2014/main" id="{F5EBA7AD-348A-6D26-A15F-9CB842D31872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9" name="Input_density__138">
              <a:extLst>
                <a:ext uri="{FF2B5EF4-FFF2-40B4-BE49-F238E27FC236}">
                  <a16:creationId xmlns:a16="http://schemas.microsoft.com/office/drawing/2014/main" id="{0A65C445-4412-51D2-E5EE-855A74C437D2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0" name="Input_density__139">
              <a:extLst>
                <a:ext uri="{FF2B5EF4-FFF2-40B4-BE49-F238E27FC236}">
                  <a16:creationId xmlns:a16="http://schemas.microsoft.com/office/drawing/2014/main" id="{43631F43-6D4C-E50A-1947-C6CD09594B53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01" name="Input_density__140">
              <a:extLst>
                <a:ext uri="{FF2B5EF4-FFF2-40B4-BE49-F238E27FC236}">
                  <a16:creationId xmlns:a16="http://schemas.microsoft.com/office/drawing/2014/main" id="{E98B4635-A061-B3B2-EE17-1B5E7C1CF037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2" name="Input_density__141">
              <a:extLst>
                <a:ext uri="{FF2B5EF4-FFF2-40B4-BE49-F238E27FC236}">
                  <a16:creationId xmlns:a16="http://schemas.microsoft.com/office/drawing/2014/main" id="{544AA68C-619A-A3C0-32EB-696EE7188839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03" name="Input_density__142">
              <a:extLst>
                <a:ext uri="{FF2B5EF4-FFF2-40B4-BE49-F238E27FC236}">
                  <a16:creationId xmlns:a16="http://schemas.microsoft.com/office/drawing/2014/main" id="{D69DDC35-B065-1A7D-218B-CF719ACDCFB7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04" name="Input_density__143">
              <a:extLst>
                <a:ext uri="{FF2B5EF4-FFF2-40B4-BE49-F238E27FC236}">
                  <a16:creationId xmlns:a16="http://schemas.microsoft.com/office/drawing/2014/main" id="{39D49CE1-0544-467A-A3BF-CBA7E43A8D3D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05" name="Input_density__144">
              <a:extLst>
                <a:ext uri="{FF2B5EF4-FFF2-40B4-BE49-F238E27FC236}">
                  <a16:creationId xmlns:a16="http://schemas.microsoft.com/office/drawing/2014/main" id="{1F7E2814-CD01-A14A-22EA-234CE41CC8F9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06" name="Input_density__145">
              <a:extLst>
                <a:ext uri="{FF2B5EF4-FFF2-40B4-BE49-F238E27FC236}">
                  <a16:creationId xmlns:a16="http://schemas.microsoft.com/office/drawing/2014/main" id="{2A3EFF37-9B49-5DAC-DD4C-09DF1F6E2C8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7" name="Input_density__146">
              <a:extLst>
                <a:ext uri="{FF2B5EF4-FFF2-40B4-BE49-F238E27FC236}">
                  <a16:creationId xmlns:a16="http://schemas.microsoft.com/office/drawing/2014/main" id="{507F7704-CD66-DA54-FEFB-C64D1EBBAB8C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08" name="Input_density__147">
              <a:extLst>
                <a:ext uri="{FF2B5EF4-FFF2-40B4-BE49-F238E27FC236}">
                  <a16:creationId xmlns:a16="http://schemas.microsoft.com/office/drawing/2014/main" id="{E0D27E41-5FFD-6139-F96B-6A6A8CDF1DAF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09" name="Input_density__148">
              <a:extLst>
                <a:ext uri="{FF2B5EF4-FFF2-40B4-BE49-F238E27FC236}">
                  <a16:creationId xmlns:a16="http://schemas.microsoft.com/office/drawing/2014/main" id="{EEE0BB8E-DFEB-3784-1701-A06D5F566DD9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10" name="Input_density__149">
              <a:extLst>
                <a:ext uri="{FF2B5EF4-FFF2-40B4-BE49-F238E27FC236}">
                  <a16:creationId xmlns:a16="http://schemas.microsoft.com/office/drawing/2014/main" id="{2014FB69-E0D7-6B18-EB8C-20B7D9F7F122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11" name="Input_density__150">
              <a:extLst>
                <a:ext uri="{FF2B5EF4-FFF2-40B4-BE49-F238E27FC236}">
                  <a16:creationId xmlns:a16="http://schemas.microsoft.com/office/drawing/2014/main" id="{5C4D3DE1-79DA-24BF-6EFD-9A536EE86BF6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12" name="Input_density__151">
              <a:extLst>
                <a:ext uri="{FF2B5EF4-FFF2-40B4-BE49-F238E27FC236}">
                  <a16:creationId xmlns:a16="http://schemas.microsoft.com/office/drawing/2014/main" id="{BE0A15AC-BEE8-BA3D-3276-B34388B200F7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13" name="Input_density__152">
              <a:extLst>
                <a:ext uri="{FF2B5EF4-FFF2-40B4-BE49-F238E27FC236}">
                  <a16:creationId xmlns:a16="http://schemas.microsoft.com/office/drawing/2014/main" id="{EF6C3AAB-AC12-079F-F87B-0EA03F34224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14" name="Input_density__153">
              <a:extLst>
                <a:ext uri="{FF2B5EF4-FFF2-40B4-BE49-F238E27FC236}">
                  <a16:creationId xmlns:a16="http://schemas.microsoft.com/office/drawing/2014/main" id="{F94473A5-7748-9EFE-81D9-E974DBEE4101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15" name="Input_density__154">
              <a:extLst>
                <a:ext uri="{FF2B5EF4-FFF2-40B4-BE49-F238E27FC236}">
                  <a16:creationId xmlns:a16="http://schemas.microsoft.com/office/drawing/2014/main" id="{BD42F1DA-AEC2-92CE-1E60-A9602C3C4A52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6" name="Input_density__155">
              <a:extLst>
                <a:ext uri="{FF2B5EF4-FFF2-40B4-BE49-F238E27FC236}">
                  <a16:creationId xmlns:a16="http://schemas.microsoft.com/office/drawing/2014/main" id="{78C780D2-A7BF-6533-638C-9C2D90486C10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17" name="Input_density__156">
              <a:extLst>
                <a:ext uri="{FF2B5EF4-FFF2-40B4-BE49-F238E27FC236}">
                  <a16:creationId xmlns:a16="http://schemas.microsoft.com/office/drawing/2014/main" id="{23EA4794-741B-B858-DB1A-336DC27B677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18" name="Input_density__157">
              <a:extLst>
                <a:ext uri="{FF2B5EF4-FFF2-40B4-BE49-F238E27FC236}">
                  <a16:creationId xmlns:a16="http://schemas.microsoft.com/office/drawing/2014/main" id="{CFEB2BF4-DFCD-50C5-58BD-EDA5F0F556DB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19" name="Input_density__158">
              <a:extLst>
                <a:ext uri="{FF2B5EF4-FFF2-40B4-BE49-F238E27FC236}">
                  <a16:creationId xmlns:a16="http://schemas.microsoft.com/office/drawing/2014/main" id="{0FE1264A-A990-D3A2-0E0E-2D5E4A0A512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20" name="Input_density__159">
              <a:extLst>
                <a:ext uri="{FF2B5EF4-FFF2-40B4-BE49-F238E27FC236}">
                  <a16:creationId xmlns:a16="http://schemas.microsoft.com/office/drawing/2014/main" id="{235BE478-C343-0853-392C-4E8981A7282D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21" name="Input_density__160">
              <a:extLst>
                <a:ext uri="{FF2B5EF4-FFF2-40B4-BE49-F238E27FC236}">
                  <a16:creationId xmlns:a16="http://schemas.microsoft.com/office/drawing/2014/main" id="{707F81F9-62F5-5099-320D-4B92971F2F26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22" name="Input_density__161">
              <a:extLst>
                <a:ext uri="{FF2B5EF4-FFF2-40B4-BE49-F238E27FC236}">
                  <a16:creationId xmlns:a16="http://schemas.microsoft.com/office/drawing/2014/main" id="{3E4D87C8-DB6C-F5A4-7DA1-80D002B3278A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23" name="Input_density__162">
              <a:extLst>
                <a:ext uri="{FF2B5EF4-FFF2-40B4-BE49-F238E27FC236}">
                  <a16:creationId xmlns:a16="http://schemas.microsoft.com/office/drawing/2014/main" id="{74056D02-2221-C20E-56FD-DCF1FF16C6A8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24" name="Input_density__163">
              <a:extLst>
                <a:ext uri="{FF2B5EF4-FFF2-40B4-BE49-F238E27FC236}">
                  <a16:creationId xmlns:a16="http://schemas.microsoft.com/office/drawing/2014/main" id="{C77DCC5B-CE51-B6C2-AE11-169A0BE6B38B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25" name="Input_density__164">
              <a:extLst>
                <a:ext uri="{FF2B5EF4-FFF2-40B4-BE49-F238E27FC236}">
                  <a16:creationId xmlns:a16="http://schemas.microsoft.com/office/drawing/2014/main" id="{AD0C69BE-2C10-1B3D-C2DE-7CF9EB02824F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6" name="Input_density__165">
              <a:extLst>
                <a:ext uri="{FF2B5EF4-FFF2-40B4-BE49-F238E27FC236}">
                  <a16:creationId xmlns:a16="http://schemas.microsoft.com/office/drawing/2014/main" id="{2B58DA07-C0B9-F35B-1C2F-27476968914D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27" name="Input_density__166">
              <a:extLst>
                <a:ext uri="{FF2B5EF4-FFF2-40B4-BE49-F238E27FC236}">
                  <a16:creationId xmlns:a16="http://schemas.microsoft.com/office/drawing/2014/main" id="{0657A9CE-8FC2-88A2-B202-A903469A75DC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28" name="Input_density__167">
              <a:extLst>
                <a:ext uri="{FF2B5EF4-FFF2-40B4-BE49-F238E27FC236}">
                  <a16:creationId xmlns:a16="http://schemas.microsoft.com/office/drawing/2014/main" id="{158AE9C6-657E-BC4B-E676-2CA3B850A3E6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29" name="Input_density__168">
              <a:extLst>
                <a:ext uri="{FF2B5EF4-FFF2-40B4-BE49-F238E27FC236}">
                  <a16:creationId xmlns:a16="http://schemas.microsoft.com/office/drawing/2014/main" id="{7D4F7017-9ACC-3995-B72A-85DEDF39640E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30" name="Input_density__169">
              <a:extLst>
                <a:ext uri="{FF2B5EF4-FFF2-40B4-BE49-F238E27FC236}">
                  <a16:creationId xmlns:a16="http://schemas.microsoft.com/office/drawing/2014/main" id="{E5C79DBF-7B8F-55FE-0377-BEA7622C40EE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1" name="Input_density__170">
              <a:extLst>
                <a:ext uri="{FF2B5EF4-FFF2-40B4-BE49-F238E27FC236}">
                  <a16:creationId xmlns:a16="http://schemas.microsoft.com/office/drawing/2014/main" id="{26D21FC1-28F6-01BA-FF0D-46B57A993266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32" name="Input_density__171">
              <a:extLst>
                <a:ext uri="{FF2B5EF4-FFF2-40B4-BE49-F238E27FC236}">
                  <a16:creationId xmlns:a16="http://schemas.microsoft.com/office/drawing/2014/main" id="{3182A5F8-E658-832D-0E34-2D7182653C1C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33" name="Input_density__172">
              <a:extLst>
                <a:ext uri="{FF2B5EF4-FFF2-40B4-BE49-F238E27FC236}">
                  <a16:creationId xmlns:a16="http://schemas.microsoft.com/office/drawing/2014/main" id="{0226D6B6-4FB7-FA89-A788-78AD13594583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34" name="Input_density__173">
              <a:extLst>
                <a:ext uri="{FF2B5EF4-FFF2-40B4-BE49-F238E27FC236}">
                  <a16:creationId xmlns:a16="http://schemas.microsoft.com/office/drawing/2014/main" id="{9CE13305-B1CF-5105-37B6-A977CBC490F4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35" name="Input_density__174">
              <a:extLst>
                <a:ext uri="{FF2B5EF4-FFF2-40B4-BE49-F238E27FC236}">
                  <a16:creationId xmlns:a16="http://schemas.microsoft.com/office/drawing/2014/main" id="{D3613A37-9FDD-E802-E277-B179D494F4DA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36" name="Input_density__175">
              <a:extLst>
                <a:ext uri="{FF2B5EF4-FFF2-40B4-BE49-F238E27FC236}">
                  <a16:creationId xmlns:a16="http://schemas.microsoft.com/office/drawing/2014/main" id="{0867E0EF-D480-88FB-31D5-C506BB55141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37" name="Input_density__176">
              <a:extLst>
                <a:ext uri="{FF2B5EF4-FFF2-40B4-BE49-F238E27FC236}">
                  <a16:creationId xmlns:a16="http://schemas.microsoft.com/office/drawing/2014/main" id="{BD6EBCEC-96EA-2E73-ADED-35A156E396AE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8" name="Input_density__177">
              <a:extLst>
                <a:ext uri="{FF2B5EF4-FFF2-40B4-BE49-F238E27FC236}">
                  <a16:creationId xmlns:a16="http://schemas.microsoft.com/office/drawing/2014/main" id="{F1311EFE-BFF0-5D12-CE96-F113F97BED0A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39" name="Input_density__178">
              <a:extLst>
                <a:ext uri="{FF2B5EF4-FFF2-40B4-BE49-F238E27FC236}">
                  <a16:creationId xmlns:a16="http://schemas.microsoft.com/office/drawing/2014/main" id="{D989935E-6CBB-0BFC-89A3-6746AC2E524F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0" name="Input_density__179">
              <a:extLst>
                <a:ext uri="{FF2B5EF4-FFF2-40B4-BE49-F238E27FC236}">
                  <a16:creationId xmlns:a16="http://schemas.microsoft.com/office/drawing/2014/main" id="{77208719-7D16-CBCC-315F-04A233FDC67E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41" name="Input_density__180">
              <a:extLst>
                <a:ext uri="{FF2B5EF4-FFF2-40B4-BE49-F238E27FC236}">
                  <a16:creationId xmlns:a16="http://schemas.microsoft.com/office/drawing/2014/main" id="{D2136CAE-065D-A629-8D5F-1DFF19EB9347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42" name="Input_density__181">
              <a:extLst>
                <a:ext uri="{FF2B5EF4-FFF2-40B4-BE49-F238E27FC236}">
                  <a16:creationId xmlns:a16="http://schemas.microsoft.com/office/drawing/2014/main" id="{457A58DE-E0C4-65CF-A018-F8AC5A9021B5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3" name="Input_density__182">
              <a:extLst>
                <a:ext uri="{FF2B5EF4-FFF2-40B4-BE49-F238E27FC236}">
                  <a16:creationId xmlns:a16="http://schemas.microsoft.com/office/drawing/2014/main" id="{2D3190A7-49E6-E437-29B6-EECEE8EAD6AF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44" name="Input_density__183">
              <a:extLst>
                <a:ext uri="{FF2B5EF4-FFF2-40B4-BE49-F238E27FC236}">
                  <a16:creationId xmlns:a16="http://schemas.microsoft.com/office/drawing/2014/main" id="{27F2DFB3-2F01-CCFB-A39F-D092D3397F52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45" name="Input_density__184">
              <a:extLst>
                <a:ext uri="{FF2B5EF4-FFF2-40B4-BE49-F238E27FC236}">
                  <a16:creationId xmlns:a16="http://schemas.microsoft.com/office/drawing/2014/main" id="{CFA66648-BBFF-89BB-8DF5-5AF8C2D95F35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46" name="Input_density__185">
              <a:extLst>
                <a:ext uri="{FF2B5EF4-FFF2-40B4-BE49-F238E27FC236}">
                  <a16:creationId xmlns:a16="http://schemas.microsoft.com/office/drawing/2014/main" id="{6FA741EE-0BB1-648D-D0D4-AA2AF8BAF5E9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47" name="Input_density__186">
              <a:extLst>
                <a:ext uri="{FF2B5EF4-FFF2-40B4-BE49-F238E27FC236}">
                  <a16:creationId xmlns:a16="http://schemas.microsoft.com/office/drawing/2014/main" id="{45515ED0-F7D4-B3DF-94FE-04A84E4E0EF7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8" name="Input_density__187">
              <a:extLst>
                <a:ext uri="{FF2B5EF4-FFF2-40B4-BE49-F238E27FC236}">
                  <a16:creationId xmlns:a16="http://schemas.microsoft.com/office/drawing/2014/main" id="{88695647-59D9-EF93-FF39-B32C37371ED1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49" name="Input_density__188">
              <a:extLst>
                <a:ext uri="{FF2B5EF4-FFF2-40B4-BE49-F238E27FC236}">
                  <a16:creationId xmlns:a16="http://schemas.microsoft.com/office/drawing/2014/main" id="{8C872F65-A673-33F5-57E6-8181654DE86E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50" name="Input_density__189">
              <a:extLst>
                <a:ext uri="{FF2B5EF4-FFF2-40B4-BE49-F238E27FC236}">
                  <a16:creationId xmlns:a16="http://schemas.microsoft.com/office/drawing/2014/main" id="{14081BA7-A32A-D2A6-2BAC-C74CEE477B84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51" name="Input_density__190">
              <a:extLst>
                <a:ext uri="{FF2B5EF4-FFF2-40B4-BE49-F238E27FC236}">
                  <a16:creationId xmlns:a16="http://schemas.microsoft.com/office/drawing/2014/main" id="{3E23065D-395D-161E-9FEC-0E9759A5163E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52" name="Input_density__191">
              <a:extLst>
                <a:ext uri="{FF2B5EF4-FFF2-40B4-BE49-F238E27FC236}">
                  <a16:creationId xmlns:a16="http://schemas.microsoft.com/office/drawing/2014/main" id="{79A5CE49-5E6D-672B-6D66-688DA71FBD7D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53" name="Input_density__192">
              <a:extLst>
                <a:ext uri="{FF2B5EF4-FFF2-40B4-BE49-F238E27FC236}">
                  <a16:creationId xmlns:a16="http://schemas.microsoft.com/office/drawing/2014/main" id="{F098595A-18A8-1080-CE70-45D2E5B6C40F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54" name="Input_density__193">
              <a:extLst>
                <a:ext uri="{FF2B5EF4-FFF2-40B4-BE49-F238E27FC236}">
                  <a16:creationId xmlns:a16="http://schemas.microsoft.com/office/drawing/2014/main" id="{D01F5EA3-8A34-BAF0-3E8A-3868002F7BE1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55" name="Input_density__194">
              <a:extLst>
                <a:ext uri="{FF2B5EF4-FFF2-40B4-BE49-F238E27FC236}">
                  <a16:creationId xmlns:a16="http://schemas.microsoft.com/office/drawing/2014/main" id="{24CFE304-5DBE-A127-A4B3-62B48839954D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56" name="Input_density__195">
              <a:extLst>
                <a:ext uri="{FF2B5EF4-FFF2-40B4-BE49-F238E27FC236}">
                  <a16:creationId xmlns:a16="http://schemas.microsoft.com/office/drawing/2014/main" id="{0E66D001-EFE2-6E3F-24D6-E333D12B0119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57" name="Input_density__196">
              <a:extLst>
                <a:ext uri="{FF2B5EF4-FFF2-40B4-BE49-F238E27FC236}">
                  <a16:creationId xmlns:a16="http://schemas.microsoft.com/office/drawing/2014/main" id="{700FCDA2-5D9B-A89C-B122-ED3916EF9A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58" name="Input_density__197">
              <a:extLst>
                <a:ext uri="{FF2B5EF4-FFF2-40B4-BE49-F238E27FC236}">
                  <a16:creationId xmlns:a16="http://schemas.microsoft.com/office/drawing/2014/main" id="{B4289923-B585-AB3F-CF0A-7F1B69148DB1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59" name="Input_density__198">
              <a:extLst>
                <a:ext uri="{FF2B5EF4-FFF2-40B4-BE49-F238E27FC236}">
                  <a16:creationId xmlns:a16="http://schemas.microsoft.com/office/drawing/2014/main" id="{FA4A45D4-1CB7-C191-3D61-7A5FC6BAD4D1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60" name="Input_density__199">
              <a:extLst>
                <a:ext uri="{FF2B5EF4-FFF2-40B4-BE49-F238E27FC236}">
                  <a16:creationId xmlns:a16="http://schemas.microsoft.com/office/drawing/2014/main" id="{532C41E3-6765-034C-4070-18D93121C95F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61" name="Input_density__200">
              <a:extLst>
                <a:ext uri="{FF2B5EF4-FFF2-40B4-BE49-F238E27FC236}">
                  <a16:creationId xmlns:a16="http://schemas.microsoft.com/office/drawing/2014/main" id="{C8E57EA9-D243-5EC5-B1D3-EB0D31EA240E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62" name="Input_density__201">
              <a:extLst>
                <a:ext uri="{FF2B5EF4-FFF2-40B4-BE49-F238E27FC236}">
                  <a16:creationId xmlns:a16="http://schemas.microsoft.com/office/drawing/2014/main" id="{BF05396D-2FE3-24D7-DA72-E286DB2D5773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63" name="Input_density__202">
              <a:extLst>
                <a:ext uri="{FF2B5EF4-FFF2-40B4-BE49-F238E27FC236}">
                  <a16:creationId xmlns:a16="http://schemas.microsoft.com/office/drawing/2014/main" id="{3CD76FC4-7EBD-3260-8690-F0263A858D06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64" name="Input_density__203">
              <a:extLst>
                <a:ext uri="{FF2B5EF4-FFF2-40B4-BE49-F238E27FC236}">
                  <a16:creationId xmlns:a16="http://schemas.microsoft.com/office/drawing/2014/main" id="{C20FDE40-731E-7DB2-C7FF-8A83EFE190E6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65" name="Input_density__204">
              <a:extLst>
                <a:ext uri="{FF2B5EF4-FFF2-40B4-BE49-F238E27FC236}">
                  <a16:creationId xmlns:a16="http://schemas.microsoft.com/office/drawing/2014/main" id="{4D35E63E-DCAD-CDCF-97D7-BEFEB0C321B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66" name="Input_density__205">
              <a:extLst>
                <a:ext uri="{FF2B5EF4-FFF2-40B4-BE49-F238E27FC236}">
                  <a16:creationId xmlns:a16="http://schemas.microsoft.com/office/drawing/2014/main" id="{AC80B3C3-175B-42E7-0C29-9EC9AC341550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7" name="Input_density__206">
              <a:extLst>
                <a:ext uri="{FF2B5EF4-FFF2-40B4-BE49-F238E27FC236}">
                  <a16:creationId xmlns:a16="http://schemas.microsoft.com/office/drawing/2014/main" id="{AB73CD0F-D889-8B75-F605-47D32E943C5A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68" name="Input_density__207">
              <a:extLst>
                <a:ext uri="{FF2B5EF4-FFF2-40B4-BE49-F238E27FC236}">
                  <a16:creationId xmlns:a16="http://schemas.microsoft.com/office/drawing/2014/main" id="{8DFEFD0C-DB8E-8C25-BC89-8CEE7AD83986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69" name="Input_density__208">
              <a:extLst>
                <a:ext uri="{FF2B5EF4-FFF2-40B4-BE49-F238E27FC236}">
                  <a16:creationId xmlns:a16="http://schemas.microsoft.com/office/drawing/2014/main" id="{B4A5826A-A164-55AE-CF41-A94C74D79010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70" name="Input_density__209">
              <a:extLst>
                <a:ext uri="{FF2B5EF4-FFF2-40B4-BE49-F238E27FC236}">
                  <a16:creationId xmlns:a16="http://schemas.microsoft.com/office/drawing/2014/main" id="{601DF0FC-9C82-367D-7947-5F975E160774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71" name="Input_density__210">
              <a:extLst>
                <a:ext uri="{FF2B5EF4-FFF2-40B4-BE49-F238E27FC236}">
                  <a16:creationId xmlns:a16="http://schemas.microsoft.com/office/drawing/2014/main" id="{0CB9059B-8CB2-0816-548E-05AD44AAE53C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2" name="Input_density__211">
              <a:extLst>
                <a:ext uri="{FF2B5EF4-FFF2-40B4-BE49-F238E27FC236}">
                  <a16:creationId xmlns:a16="http://schemas.microsoft.com/office/drawing/2014/main" id="{4A82EA5D-5987-00BF-F470-ACB06B0CFD3D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73" name="Input_density__212">
              <a:extLst>
                <a:ext uri="{FF2B5EF4-FFF2-40B4-BE49-F238E27FC236}">
                  <a16:creationId xmlns:a16="http://schemas.microsoft.com/office/drawing/2014/main" id="{ECFE0648-027B-F718-ADA0-4132C247FC21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74" name="Input_density__213">
              <a:extLst>
                <a:ext uri="{FF2B5EF4-FFF2-40B4-BE49-F238E27FC236}">
                  <a16:creationId xmlns:a16="http://schemas.microsoft.com/office/drawing/2014/main" id="{01CBCFFF-F244-3939-175D-15DC0CC9BE62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75" name="Input_density__214">
              <a:extLst>
                <a:ext uri="{FF2B5EF4-FFF2-40B4-BE49-F238E27FC236}">
                  <a16:creationId xmlns:a16="http://schemas.microsoft.com/office/drawing/2014/main" id="{97887169-1C5D-C591-E1C1-0ACE6DEBC61D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76" name="Input_density__215">
              <a:extLst>
                <a:ext uri="{FF2B5EF4-FFF2-40B4-BE49-F238E27FC236}">
                  <a16:creationId xmlns:a16="http://schemas.microsoft.com/office/drawing/2014/main" id="{17F9E98C-01E2-4991-EE15-AF06A6B7CD11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177" name="Input_density__216">
              <a:extLst>
                <a:ext uri="{FF2B5EF4-FFF2-40B4-BE49-F238E27FC236}">
                  <a16:creationId xmlns:a16="http://schemas.microsoft.com/office/drawing/2014/main" id="{5463075B-767A-AB47-E8A5-767D81C82017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78" name="Input_density__217">
              <a:extLst>
                <a:ext uri="{FF2B5EF4-FFF2-40B4-BE49-F238E27FC236}">
                  <a16:creationId xmlns:a16="http://schemas.microsoft.com/office/drawing/2014/main" id="{B836E36E-8060-11FC-CE04-0F3B164E0355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9" name="Input_density__218">
              <a:extLst>
                <a:ext uri="{FF2B5EF4-FFF2-40B4-BE49-F238E27FC236}">
                  <a16:creationId xmlns:a16="http://schemas.microsoft.com/office/drawing/2014/main" id="{1966271E-776C-7F37-DD83-43638BDEDC87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80" name="Input_density__219">
              <a:extLst>
                <a:ext uri="{FF2B5EF4-FFF2-40B4-BE49-F238E27FC236}">
                  <a16:creationId xmlns:a16="http://schemas.microsoft.com/office/drawing/2014/main" id="{CEE2FAE9-B36F-AE21-B553-C4FE0FE00239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1" name="Input_density__220">
              <a:extLst>
                <a:ext uri="{FF2B5EF4-FFF2-40B4-BE49-F238E27FC236}">
                  <a16:creationId xmlns:a16="http://schemas.microsoft.com/office/drawing/2014/main" id="{A21FC8F4-E8A8-613C-D147-BFFEE3486E8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82" name="Input_density__221">
              <a:extLst>
                <a:ext uri="{FF2B5EF4-FFF2-40B4-BE49-F238E27FC236}">
                  <a16:creationId xmlns:a16="http://schemas.microsoft.com/office/drawing/2014/main" id="{1C6BB029-EA67-696E-4396-FAA22E4A8177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83" name="Input_density__222">
              <a:extLst>
                <a:ext uri="{FF2B5EF4-FFF2-40B4-BE49-F238E27FC236}">
                  <a16:creationId xmlns:a16="http://schemas.microsoft.com/office/drawing/2014/main" id="{06C476CC-83DE-07DE-E5E2-B4B9EA2C734F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84" name="Input_density__223">
              <a:extLst>
                <a:ext uri="{FF2B5EF4-FFF2-40B4-BE49-F238E27FC236}">
                  <a16:creationId xmlns:a16="http://schemas.microsoft.com/office/drawing/2014/main" id="{CA131EEA-C413-6D6F-9246-F5E8B852AA5B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85" name="Input_density__224">
              <a:extLst>
                <a:ext uri="{FF2B5EF4-FFF2-40B4-BE49-F238E27FC236}">
                  <a16:creationId xmlns:a16="http://schemas.microsoft.com/office/drawing/2014/main" id="{2402C7C2-EBF7-59AD-A2AF-E6D6BE44DD9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6" name="Input_density__225">
              <a:extLst>
                <a:ext uri="{FF2B5EF4-FFF2-40B4-BE49-F238E27FC236}">
                  <a16:creationId xmlns:a16="http://schemas.microsoft.com/office/drawing/2014/main" id="{895C4104-9A81-74AC-4305-8B0A9C4686CF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981AB958-DF7B-D3C1-E9BE-543CBD380D40}"/>
              </a:ext>
            </a:extLst>
          </p:cNvPr>
          <p:cNvSpPr/>
          <p:nvPr/>
        </p:nvSpPr>
        <p:spPr>
          <a:xfrm>
            <a:off x="465307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09D1F3E2-D5A0-68C5-1B04-AB1029394573}"/>
              </a:ext>
            </a:extLst>
          </p:cNvPr>
          <p:cNvSpPr/>
          <p:nvPr/>
        </p:nvSpPr>
        <p:spPr>
          <a:xfrm>
            <a:off x="470706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81548334-5865-A722-266D-19FC11F14410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23F42684-B20F-256F-F9C6-A3FAB6FD26A8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A2C24197-9775-53A7-AEE4-DFBE523EEB1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6EE4591E-BDBA-7883-14DB-FCB397E444D0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2096BDF5-8E9C-8099-BA9D-EF88008ABBF7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336F3222-EF7E-FB64-8144-F4C59B4CD38C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BA354085-65C0-B245-AF12-44823030E196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BB6C55CA-8D1F-184B-EDBA-04158D6AA2EB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E0644F8E-B322-4049-3E7F-CFC685E74AF3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CD0572EA-2A17-79AB-1E24-3B5B50B6DE66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2621FA2-97DB-805C-8D35-24EA19B6916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2D722378-7EED-A839-2AA2-54CAAE0483D4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E934D758-7704-1E46-B66B-CCD548AB4E76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8F873739-D05A-8C78-E8DF-46F8AFA15F4E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4ED612B3-3D00-63E5-CF89-38AB2D08CE22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59CD59E3-C611-B9D4-DAC4-F58235CF1D9C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7AC8D6B4-7E42-AAA3-F66E-A0C4A07EADE3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B608A91B-CE10-A753-EC6F-84010E8900D1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E8D479C7-7E3A-B095-3145-2169C78A2DEA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4E29D340-ABFC-A49E-B58C-3C0D0B2BAC6D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6663E22B-3809-2E28-02D8-3564F11882B1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D5581FFB-46C7-0325-FC58-F01A2A9D2AB7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B50F139F-1631-6087-0344-678CA77BD87E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470F64B6-9A93-6A81-0284-CB1996E601D2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030DDC33-E6C4-2043-3AB8-763BF24BC38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31EE7F21-FA99-D032-456C-ED1DB47BE4C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885F34CA-2D60-46C4-984A-0C11C8902B7C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9FA55486-A9D7-3375-E0A7-9DD3919EE604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874AECF0-BBAD-BF3D-99D0-46219F14D09E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62C4918C-D2D3-9116-EE70-8442675DB23E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4842BE17-D182-2A32-46AD-5132DDE82242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07EA6ADD-2EDE-804B-BA0F-D5F58FECE729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18F9CA1F-FADA-DBCA-1959-2D3C7115FFA7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A226D338-D459-9F2C-C6B0-71390CF89E8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77F36162-3A58-3223-E77F-4FA3C950B13D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36B97EF5-7655-3DB2-5ACB-2AAEAD56AA14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85BC6167-F37D-F965-B718-D79B3B685C17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7A514E66-AA64-A7F5-EEEA-3ED7AC55D7E5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22401DB5-6462-46BE-447E-D633FAD10E54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CF5A6DE3-7C2F-A52F-0CD0-6918DF57C543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977C9039-BF31-78F6-6360-1511477F33DF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600350AE-A1D4-DEF3-4C2F-9D0A0CE7EA08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FAF5A38F-6443-C55F-3FCC-CD79C6DB832C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ECECFAA8-D67A-48F2-14F9-F1C6945030D8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3444537D-13A3-28DF-9E96-3B2F8E44F26C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C71815DD-0A61-25CB-2CBC-2F9F79B43F4E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24C43781-737C-207D-349C-040AADBB20C6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248ECC53-03B9-160E-1EF7-776E82B5CAD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A55A0B84-C321-39FC-80E8-B579B1D3BF0E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302F03BB-32EC-DB3E-05FA-E99211083890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022694EC-5B5A-C520-335E-385AE005F31B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A818524B-8973-CE96-7E85-83AE9D937105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5499F090-3B22-4A66-4E2F-84800657CB5E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54912CE6-F5A4-EBA8-EEB2-B3F9AC1D5DD8}"/>
              </a:ext>
            </a:extLst>
          </p:cNvPr>
          <p:cNvSpPr txBox="1"/>
          <p:nvPr/>
        </p:nvSpPr>
        <p:spPr>
          <a:xfrm>
            <a:off x="4984740" y="2150246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r>
              <a:rPr lang="en-US" sz="623" b="1" dirty="0">
                <a:solidFill>
                  <a:srgbClr val="8C5818"/>
                </a:solidFill>
                <a:latin typeface="Arial"/>
              </a:rPr>
              <a:t>-</a:t>
            </a:r>
            <a:r>
              <a:rPr lang="en-US" altLang="zh-CN" sz="623" b="1" dirty="0">
                <a:solidFill>
                  <a:srgbClr val="8C5818"/>
                </a:solidFill>
                <a:latin typeface="Arial"/>
              </a:rPr>
              <a:t>tuned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0823D6C4-ABC9-6E34-55FA-35473340017C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A7346569-29DA-B654-DB23-986844517CE0}"/>
              </a:ext>
            </a:extLst>
          </p:cNvPr>
          <p:cNvSpPr/>
          <p:nvPr/>
        </p:nvSpPr>
        <p:spPr>
          <a:xfrm>
            <a:off x="470706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1FF847DD-BEF2-AE54-47FB-0CD8C24C6FE9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81DDCC5A-8013-1414-2B0C-40265B381D4C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pic>
        <p:nvPicPr>
          <p:cNvPr id="1247" name="图片 4899" descr="已检查的图像">
            <a:extLst>
              <a:ext uri="{FF2B5EF4-FFF2-40B4-BE49-F238E27FC236}">
                <a16:creationId xmlns:a16="http://schemas.microsoft.com/office/drawing/2014/main" id="{6109BCFF-7F02-1225-1082-73C674752E9D}"/>
              </a:ext>
            </a:extLst>
          </p:cNvPr>
          <p:cNvPicPr>
            <a:picLocks/>
          </p:cNvPicPr>
          <p:nvPr/>
        </p:nvPicPr>
        <p:blipFill>
          <a:blip r:embed="rId6"/>
          <a:srcRect l="22277" t="11600" r="20320" b="13721"/>
          <a:stretch>
            <a:fillRect/>
          </a:stretch>
        </p:blipFill>
        <p:spPr>
          <a:xfrm rot="1047317">
            <a:off x="4857383" y="3459221"/>
            <a:ext cx="862283" cy="761214"/>
          </a:xfrm>
          <a:prstGeom prst="rect">
            <a:avLst/>
          </a:prstGeom>
        </p:spPr>
      </p:pic>
      <p:grpSp>
        <p:nvGrpSpPr>
          <p:cNvPr id="1248" name="Unified flow and feature elements"/>
          <p:cNvGrpSpPr/>
          <p:nvPr/>
        </p:nvGrpSpPr>
        <p:grpSpPr>
          <a:xfrm>
            <a:off x="823347" y="284723"/>
            <a:ext cx="4497322" cy="3967446"/>
            <a:chOff x="1936337" y="669608"/>
            <a:chExt cx="10576750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4EF36BE7-C5D3-4850-91ED-59525EF6D71B}"/>
                </a:ext>
              </a:extLst>
            </p:cNvPr>
            <p:cNvSpPr>
              <a:spLocks noGrp="1"/>
            </p:cNvSpPr>
            <p:nvPr/>
          </p:nvSpPr>
          <p:spPr>
            <a:xfrm>
              <a:off x="2814488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5A70DC59-A515-4654-A616-0FF92F9A3D3E}"/>
                </a:ext>
              </a:extLst>
            </p:cNvPr>
            <p:cNvSpPr>
              <a:spLocks noGrp="1"/>
            </p:cNvSpPr>
            <p:nvPr/>
          </p:nvSpPr>
          <p:spPr>
            <a:xfrm>
              <a:off x="2911036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3602A3D0-493C-4929-B975-3F3E8D12DF80}"/>
                </a:ext>
              </a:extLst>
            </p:cNvPr>
            <p:cNvSpPr>
              <a:spLocks noGrp="1"/>
            </p:cNvSpPr>
            <p:nvPr/>
          </p:nvSpPr>
          <p:spPr>
            <a:xfrm>
              <a:off x="2823460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969FC965-BD9C-4C1B-BF09-76633A461723}"/>
                </a:ext>
              </a:extLst>
            </p:cNvPr>
            <p:cNvSpPr>
              <a:spLocks noGrp="1"/>
            </p:cNvSpPr>
            <p:nvPr/>
          </p:nvSpPr>
          <p:spPr>
            <a:xfrm>
              <a:off x="2834250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Embedding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head</a:t>
              </a: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62FCC329-CCF5-4465-9D2E-3857FC423140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D70F9D26-FA06-43AB-BD8E-9AFBB5B8BD44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5AA182E0-D4B3-4465-945E-290698A94EC5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14A27BEB-4492-42CA-956D-20E6E43193D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9DF6DA11-B9E6-4A2F-BDE3-F4228072F156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9E970DB5-885D-420D-925B-4909EC27B93F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7F5D1F8F-D74E-4432-90A2-1C00E2A4FD13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34BE8E40-B9AA-48E9-9E0D-FF35C45BE2A9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5B11BC19-5E44-410F-B9BB-6F9FDB6601D8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349B5915-B4B5-4AC4-B7AC-1B798A490744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9D4D7E4-678B-4219-B75C-D26BF0B548E5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2E5B769-2786-4A09-A75B-FF9A234636A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5965EE49-4332-44D9-93E3-A3E953A76591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39B9295B-7FBD-4E81-881C-03DB03744D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400FCF19-94E5-4266-B534-A1BEFAA69E4A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C824DE55-B096-47AD-AA4D-4BF709A88CBA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0903F776-28B4-4D11-BDAB-03322CD92C36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582F41AD-2C63-4DDB-ABDC-10EBE566F12E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16A20B0E-9969-41C7-8D68-B03B219EE853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8856BA63-58CC-4BE8-9187-355140C11261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9EC360ED-6A99-45D5-9E3D-883544709BA0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3ABCF88B-6F87-49B5-B187-ECD910923576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9580C2A9-45FE-48FD-BFAA-848575663A22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A7097541-C558-4548-BC5B-3A4C62BBF4AE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71D68110-2F5E-4911-8B2D-7D619EB757DC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9C415475-263D-491F-821D-92C9EC8977ED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E1E238C7-17CC-413C-9BFA-3A84CCE978A4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7402C6FC-DB5A-4A40-8D06-E9DEE21048B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31C0911-1C0D-440F-A91B-CC76E339A5BC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BFD0848C-9520-4F28-AF79-4E6B8D0C713C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F729437F-9854-427C-B8A2-88D96123C637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D802343-B505-4E00-84AD-884919EF0767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6FAF6252-F4ED-4710-B328-C463373B55D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181850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69CCB4D-8C4A-475D-83CD-98420BC6FF35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181850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CE3A8E2-D620-46F2-8506-35E0426E1EA6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181850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479DD8D6-B498-4371-B5D0-E71EAA40B3BE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181850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B681AC12-8626-4955-A167-DC3C77CC7C91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181850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D48DD11A-03EE-4044-A923-07AB91E65B5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181850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EE479000-6820-48C7-B0BD-09880097134D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181850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97CF9A1A-5F61-4EE9-A5DA-7362A0CE09C7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181850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F9CFE97F-0C10-47A5-A172-670DFB7EF3B2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6145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43E97634-E1C9-4530-979A-52B848403861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256145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33CE4B75-593B-4B96-8AEC-4AD48BB013EA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256145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89DC42E6-5EC6-48F4-B8C5-1FB61DAFA835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256145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45B0BC35-3F59-4552-85A1-BF19EF8B277D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256145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78B0CEB7-DE27-4E41-9A2F-A68C175B39E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256145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858CE4B2-85E6-4A99-A859-A7DDDF0B68B2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256145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560418F1-A4DD-441E-A5D8-428FE310B2C2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256145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06A1DC34-79C4-4A23-B160-C9B35B6275CC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30440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EF0B22B1-C3CC-4A91-8BBE-4CC5AC9ECD9C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330440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0BE4DC0A-04CD-4256-9DC3-E681FDB5CBC7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330440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E3A829BE-6122-42DD-BF91-43BB618D467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330440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C6902DAD-356A-4C83-AC6B-755DA239E87C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330440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B5CD6935-F11E-404A-8F05-1D8043A03F00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330440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0A08C0C4-22C4-46F0-A9A7-6336879D925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330440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EC8118F-C355-407E-9971-9FFF8C53B4E5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330440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B4EFB6F1-B3CC-4637-85C9-8B15DE7ED11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04735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809E675F-6332-4596-B09B-C91EC64A0338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04735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349A2476-1C6E-4070-A7E0-F84C1D3E903E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04735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95202091-A3C4-47F4-A214-46243DB4A478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04735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5902AA90-1419-48FD-B2EB-5811163787B5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04735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F4944DD5-804E-460F-B168-9D06820152D7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04735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41840305-449F-4EE9-BB7C-5B4BD4DF029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04735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55D0A30B-A411-41E9-9A42-5045C59DA5BA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04735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7" name="Build Site centroid">
              <a:extLst>
                <a:ext uri="{FF2B5EF4-FFF2-40B4-BE49-F238E27FC236}">
                  <a16:creationId xmlns:a16="http://schemas.microsoft.com/office/drawing/2014/main" id="{A6B091D2-212C-4538-ACF6-4ECB5DC06574}"/>
                </a:ext>
              </a:extLst>
            </p:cNvPr>
            <p:cNvSpPr>
              <a:spLocks noGrp="1"/>
            </p:cNvSpPr>
            <p:nvPr/>
          </p:nvSpPr>
          <p:spPr>
            <a:xfrm>
              <a:off x="11700510" y="1452563"/>
              <a:ext cx="57150" cy="57150"/>
            </a:xfrm>
            <a:prstGeom prst="ellipse">
              <a:avLst/>
            </a:prstGeom>
            <a:solidFill>
              <a:srgbClr val="416DCB"/>
            </a:solidFill>
            <a:ln w="4860">
              <a:solidFill>
                <a:srgbClr val="FFFFFF"/>
              </a:solidFill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8EEE245D-8F6B-4F62-A967-14990D9BF733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1A8E6132-A8D9-48C9-8B0B-ADB0BA1AA8B0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2102C443-5BCF-4E6C-8ED1-1380D19A5B4F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C0BA6E0F-53CD-47FD-99DA-A1F4DE23B45B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28A89AB5-6458-48CB-A5E6-1A54AB04F613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A405D209-A784-4649-9438-D44FB554C9DF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B4C07412-3C3F-4CA5-B3D2-0F36A68A2BEC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1518479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B1C398E9-B215-4AEF-98BB-A03726805508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6" name="Find density encoded">
              <a:extLst>
                <a:ext uri="{FF2B5EF4-FFF2-40B4-BE49-F238E27FC236}">
                  <a16:creationId xmlns:a16="http://schemas.microsoft.com/office/drawing/2014/main" id="{4214F23D-4EB9-49FE-A606-8D8F3941C2AE}"/>
                </a:ext>
              </a:extLst>
            </p:cNvPr>
            <p:cNvSpPr>
              <a:spLocks noGrp="1"/>
            </p:cNvSpPr>
            <p:nvPr/>
          </p:nvSpPr>
          <p:spPr>
            <a:xfrm>
              <a:off x="3979545" y="1544003"/>
              <a:ext cx="97823" cy="190"/>
            </a:xfrm>
            <a:custGeom>
              <a:avLst/>
              <a:gdLst/>
              <a:ahLst/>
              <a:cxnLst/>
              <a:rect l="0" t="0" r="0" b="0"/>
              <a:pathLst>
                <a:path w="97822" h="191">
                  <a:moveTo>
                    <a:pt x="0" y="0"/>
                  </a:moveTo>
                  <a:lnTo>
                    <a:pt x="97822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7" name="Find density encoded head">
              <a:extLst>
                <a:ext uri="{FF2B5EF4-FFF2-40B4-BE49-F238E27FC236}">
                  <a16:creationId xmlns:a16="http://schemas.microsoft.com/office/drawing/2014/main" id="{8604F731-767E-4DB7-BFA2-3C82B0879B68}"/>
                </a:ext>
              </a:extLst>
            </p:cNvPr>
            <p:cNvSpPr>
              <a:spLocks noGrp="1"/>
            </p:cNvSpPr>
            <p:nvPr/>
          </p:nvSpPr>
          <p:spPr>
            <a:xfrm>
              <a:off x="4034028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277D47F8-610B-4D84-BA59-8DE270256EE3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3260557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6487211C-F692-4CEE-A722-96E4892B5BFF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0" name="Find receptor encoded">
              <a:extLst>
                <a:ext uri="{FF2B5EF4-FFF2-40B4-BE49-F238E27FC236}">
                  <a16:creationId xmlns:a16="http://schemas.microsoft.com/office/drawing/2014/main" id="{65FD8D26-FD67-4D16-9ECF-F05B0C0CB95D}"/>
                </a:ext>
              </a:extLst>
            </p:cNvPr>
            <p:cNvSpPr>
              <a:spLocks noGrp="1"/>
            </p:cNvSpPr>
            <p:nvPr/>
          </p:nvSpPr>
          <p:spPr>
            <a:xfrm>
              <a:off x="3979545" y="3107055"/>
              <a:ext cx="97822" cy="191"/>
            </a:xfrm>
            <a:custGeom>
              <a:avLst/>
              <a:gdLst/>
              <a:ahLst/>
              <a:cxnLst/>
              <a:rect l="0" t="0" r="0" b="0"/>
              <a:pathLst>
                <a:path w="97822" h="191">
                  <a:moveTo>
                    <a:pt x="0" y="0"/>
                  </a:moveTo>
                  <a:lnTo>
                    <a:pt x="97822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1" name="Find receptor encoded head">
              <a:extLst>
                <a:ext uri="{FF2B5EF4-FFF2-40B4-BE49-F238E27FC236}">
                  <a16:creationId xmlns:a16="http://schemas.microsoft.com/office/drawing/2014/main" id="{C2DC69E1-0BA8-4401-8E4F-38B48F7F2D96}"/>
                </a:ext>
              </a:extLst>
            </p:cNvPr>
            <p:cNvSpPr>
              <a:spLocks noGrp="1"/>
            </p:cNvSpPr>
            <p:nvPr/>
          </p:nvSpPr>
          <p:spPr>
            <a:xfrm>
              <a:off x="4034028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7B12D1FF-FF41-475A-9F4F-A19D7ACC2032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1544003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A67A7FAA-820E-4EAA-8C4B-4A9A339C765B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9ED1AE50-036E-4C79-98C6-0AF40A80AC0C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3107055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6C164B7C-DD82-434C-827B-5A77537BF102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EDC7F2DB-28D9-4CA2-AE32-9160CBB67D90}"/>
                </a:ext>
              </a:extLst>
            </p:cNvPr>
            <p:cNvSpPr>
              <a:spLocks noGrp="1"/>
            </p:cNvSpPr>
            <p:nvPr/>
          </p:nvSpPr>
          <p:spPr>
            <a:xfrm>
              <a:off x="488442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254C8982-D1E9-41D3-B995-72C04BD74E5E}"/>
                </a:ext>
              </a:extLst>
            </p:cNvPr>
            <p:cNvSpPr>
              <a:spLocks noGrp="1"/>
            </p:cNvSpPr>
            <p:nvPr/>
          </p:nvSpPr>
          <p:spPr>
            <a:xfrm>
              <a:off x="4929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990C8C9D-5AD9-4399-A7C6-3E36AFC99F45}"/>
                </a:ext>
              </a:extLst>
            </p:cNvPr>
            <p:cNvSpPr>
              <a:spLocks noGrp="1"/>
            </p:cNvSpPr>
            <p:nvPr/>
          </p:nvSpPr>
          <p:spPr>
            <a:xfrm>
              <a:off x="5341620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C29F6875-BC03-4E61-840C-A7351057CDB3}"/>
                </a:ext>
              </a:extLst>
            </p:cNvPr>
            <p:cNvSpPr>
              <a:spLocks noGrp="1"/>
            </p:cNvSpPr>
            <p:nvPr/>
          </p:nvSpPr>
          <p:spPr>
            <a:xfrm>
              <a:off x="5376863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13F9F1CD-5445-4920-B693-1F5D2FDFEA12}"/>
                </a:ext>
              </a:extLst>
            </p:cNvPr>
            <p:cNvSpPr>
              <a:spLocks noGrp="1"/>
            </p:cNvSpPr>
            <p:nvPr/>
          </p:nvSpPr>
          <p:spPr>
            <a:xfrm>
              <a:off x="5913120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E528FB9C-EE47-4379-A616-E0B7595C0FD7}"/>
                </a:ext>
              </a:extLst>
            </p:cNvPr>
            <p:cNvSpPr>
              <a:spLocks noGrp="1"/>
            </p:cNvSpPr>
            <p:nvPr/>
          </p:nvSpPr>
          <p:spPr>
            <a:xfrm>
              <a:off x="6072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DCDED4D9-647E-4406-ABA8-CD294CCDF383}"/>
                </a:ext>
              </a:extLst>
            </p:cNvPr>
            <p:cNvSpPr>
              <a:spLocks noGrp="1"/>
            </p:cNvSpPr>
            <p:nvPr/>
          </p:nvSpPr>
          <p:spPr>
            <a:xfrm>
              <a:off x="7189470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F5858A24-0247-42A0-8277-09B274AA6C38}"/>
                </a:ext>
              </a:extLst>
            </p:cNvPr>
            <p:cNvSpPr>
              <a:spLocks noGrp="1"/>
            </p:cNvSpPr>
            <p:nvPr/>
          </p:nvSpPr>
          <p:spPr>
            <a:xfrm>
              <a:off x="73675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E2A96CF6-9586-4065-A888-DD2768819E93}"/>
                </a:ext>
              </a:extLst>
            </p:cNvPr>
            <p:cNvSpPr>
              <a:spLocks noGrp="1"/>
            </p:cNvSpPr>
            <p:nvPr/>
          </p:nvSpPr>
          <p:spPr>
            <a:xfrm>
              <a:off x="791337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17B888F2-6540-4D4B-8454-093A36BCD2DA}"/>
                </a:ext>
              </a:extLst>
            </p:cNvPr>
            <p:cNvSpPr>
              <a:spLocks noGrp="1"/>
            </p:cNvSpPr>
            <p:nvPr/>
          </p:nvSpPr>
          <p:spPr>
            <a:xfrm>
              <a:off x="79581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5FD0FC1E-A2E0-447C-8976-15C0C6554D7F}"/>
                </a:ext>
              </a:extLst>
            </p:cNvPr>
            <p:cNvSpPr>
              <a:spLocks noGrp="1"/>
            </p:cNvSpPr>
            <p:nvPr/>
          </p:nvSpPr>
          <p:spPr>
            <a:xfrm>
              <a:off x="8351520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A92BFDAA-B302-43F2-BE6F-D9BDDB4A3BFA}"/>
                </a:ext>
              </a:extLst>
            </p:cNvPr>
            <p:cNvSpPr>
              <a:spLocks noGrp="1"/>
            </p:cNvSpPr>
            <p:nvPr/>
          </p:nvSpPr>
          <p:spPr>
            <a:xfrm>
              <a:off x="84153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79C3430-D458-498F-85CC-DE83994A19C0}"/>
                </a:ext>
              </a:extLst>
            </p:cNvPr>
            <p:cNvSpPr>
              <a:spLocks noGrp="1"/>
            </p:cNvSpPr>
            <p:nvPr/>
          </p:nvSpPr>
          <p:spPr>
            <a:xfrm>
              <a:off x="447484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1178DE55-003E-47FF-BE8B-3D0261EA0C56}"/>
                </a:ext>
              </a:extLst>
            </p:cNvPr>
            <p:cNvSpPr>
              <a:spLocks noGrp="1"/>
            </p:cNvSpPr>
            <p:nvPr/>
          </p:nvSpPr>
          <p:spPr>
            <a:xfrm>
              <a:off x="8790289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26397243-B075-4E9D-8985-7301777A347E}"/>
                </a:ext>
              </a:extLst>
            </p:cNvPr>
            <p:cNvSpPr>
              <a:spLocks noGrp="1"/>
            </p:cNvSpPr>
            <p:nvPr/>
          </p:nvSpPr>
          <p:spPr>
            <a:xfrm>
              <a:off x="511302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A7267017-8A14-42EC-8A9D-54A54824B471}"/>
                </a:ext>
              </a:extLst>
            </p:cNvPr>
            <p:cNvSpPr>
              <a:spLocks noGrp="1"/>
            </p:cNvSpPr>
            <p:nvPr/>
          </p:nvSpPr>
          <p:spPr>
            <a:xfrm>
              <a:off x="8161639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6E26F32B-352E-40C8-B988-935DDD104ACA}"/>
                </a:ext>
              </a:extLst>
            </p:cNvPr>
            <p:cNvSpPr>
              <a:spLocks noGrp="1"/>
            </p:cNvSpPr>
            <p:nvPr/>
          </p:nvSpPr>
          <p:spPr>
            <a:xfrm>
              <a:off x="563689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8E6C4921-A0F8-4CF6-BA2D-437FBB3D8CF0}"/>
                </a:ext>
              </a:extLst>
            </p:cNvPr>
            <p:cNvSpPr>
              <a:spLocks noGrp="1"/>
            </p:cNvSpPr>
            <p:nvPr/>
          </p:nvSpPr>
          <p:spPr>
            <a:xfrm>
              <a:off x="7618714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F346257-227D-4AC5-B6AF-F31598D24DC4}"/>
                </a:ext>
              </a:extLst>
            </p:cNvPr>
            <p:cNvSpPr>
              <a:spLocks noGrp="1"/>
            </p:cNvSpPr>
            <p:nvPr/>
          </p:nvSpPr>
          <p:spPr>
            <a:xfrm>
              <a:off x="5002911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164F017E-D245-47BC-AB07-FA0FACB5C258}"/>
                </a:ext>
              </a:extLst>
            </p:cNvPr>
            <p:cNvSpPr>
              <a:spLocks noGrp="1"/>
            </p:cNvSpPr>
            <p:nvPr/>
          </p:nvSpPr>
          <p:spPr>
            <a:xfrm>
              <a:off x="521531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5CA18EF3-6160-430A-B70C-589F37B89540}"/>
                </a:ext>
              </a:extLst>
            </p:cNvPr>
            <p:cNvSpPr>
              <a:spLocks noGrp="1"/>
            </p:cNvSpPr>
            <p:nvPr/>
          </p:nvSpPr>
          <p:spPr>
            <a:xfrm>
              <a:off x="6007513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AAD5489E-F6DC-46C4-BE6B-CE6E8CD8BE68}"/>
                </a:ext>
              </a:extLst>
            </p:cNvPr>
            <p:cNvSpPr>
              <a:spLocks noGrp="1"/>
            </p:cNvSpPr>
            <p:nvPr/>
          </p:nvSpPr>
          <p:spPr>
            <a:xfrm>
              <a:off x="62757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576EEB9F-FDCD-4A4E-9F6E-62D651C79469}"/>
                </a:ext>
              </a:extLst>
            </p:cNvPr>
            <p:cNvSpPr>
              <a:spLocks noGrp="1"/>
            </p:cNvSpPr>
            <p:nvPr/>
          </p:nvSpPr>
          <p:spPr>
            <a:xfrm>
              <a:off x="699354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B8456FCB-2D8D-48BA-BBF5-EFC0546D99AC}"/>
                </a:ext>
              </a:extLst>
            </p:cNvPr>
            <p:cNvSpPr>
              <a:spLocks noGrp="1"/>
            </p:cNvSpPr>
            <p:nvPr/>
          </p:nvSpPr>
          <p:spPr>
            <a:xfrm>
              <a:off x="726176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C5ED9E6C-8763-4EE6-B5EE-BA86CBA6412B}"/>
                </a:ext>
              </a:extLst>
            </p:cNvPr>
            <p:cNvSpPr>
              <a:spLocks noGrp="1"/>
            </p:cNvSpPr>
            <p:nvPr/>
          </p:nvSpPr>
          <p:spPr>
            <a:xfrm>
              <a:off x="8053864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E7E8F900-B2AE-4D26-9F46-E0D19AD9F40F}"/>
                </a:ext>
              </a:extLst>
            </p:cNvPr>
            <p:cNvSpPr>
              <a:spLocks noGrp="1"/>
            </p:cNvSpPr>
            <p:nvPr/>
          </p:nvSpPr>
          <p:spPr>
            <a:xfrm>
              <a:off x="8266271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72C27DF9-4567-4793-84C9-EF83BCF9557A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AD4DC57D-9834-47B8-B404-B73E06244791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414D8CCB-8CE0-45D4-AC3F-4FC48C9E8CC2}"/>
                </a:ext>
              </a:extLst>
            </p:cNvPr>
            <p:cNvSpPr>
              <a:spLocks noGrp="1"/>
            </p:cNvSpPr>
            <p:nvPr/>
          </p:nvSpPr>
          <p:spPr>
            <a:xfrm>
              <a:off x="6667976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5873D13C-E7E8-4FE5-A55C-4D5AC39B6A34}"/>
                </a:ext>
              </a:extLst>
            </p:cNvPr>
            <p:cNvSpPr>
              <a:spLocks noGrp="1"/>
            </p:cNvSpPr>
            <p:nvPr/>
          </p:nvSpPr>
          <p:spPr>
            <a:xfrm>
              <a:off x="6639306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A88350D8-0052-46AC-945C-852F7CC24216}"/>
                </a:ext>
              </a:extLst>
            </p:cNvPr>
            <p:cNvSpPr>
              <a:spLocks noGrp="1"/>
            </p:cNvSpPr>
            <p:nvPr/>
          </p:nvSpPr>
          <p:spPr>
            <a:xfrm>
              <a:off x="869575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C174510E-2B24-46C2-8D08-D0C7AA4C955B}"/>
                </a:ext>
              </a:extLst>
            </p:cNvPr>
            <p:cNvSpPr>
              <a:spLocks noGrp="1"/>
            </p:cNvSpPr>
            <p:nvPr/>
          </p:nvSpPr>
          <p:spPr>
            <a:xfrm>
              <a:off x="8667083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1977E209-6A23-4758-90B6-725697E17F53}"/>
                </a:ext>
              </a:extLst>
            </p:cNvPr>
            <p:cNvSpPr>
              <a:spLocks noGrp="1"/>
            </p:cNvSpPr>
            <p:nvPr/>
          </p:nvSpPr>
          <p:spPr>
            <a:xfrm>
              <a:off x="7151656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3A31A365-AADD-4F05-AF58-3E682D0D9364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3D5DF29F-B349-4119-8346-C60E46FDB616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A617F94B-9413-4C54-90E3-42393764E2D6}"/>
                </a:ext>
              </a:extLst>
            </p:cNvPr>
            <p:cNvSpPr>
              <a:spLocks noGrp="1"/>
            </p:cNvSpPr>
            <p:nvPr/>
          </p:nvSpPr>
          <p:spPr>
            <a:xfrm>
              <a:off x="3471767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EA5D9AFD-630B-4BFF-B945-4DE28157DDAE}"/>
                </a:ext>
              </a:extLst>
            </p:cNvPr>
            <p:cNvSpPr>
              <a:spLocks noGrp="1"/>
            </p:cNvSpPr>
            <p:nvPr/>
          </p:nvSpPr>
          <p:spPr>
            <a:xfrm>
              <a:off x="4577144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32B4229F-A5D5-43B0-84E4-CCD631A6D46C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58E606F9-9E8F-43D3-B25C-597F414F9E18}"/>
                </a:ext>
              </a:extLst>
            </p:cNvPr>
            <p:cNvSpPr>
              <a:spLocks noGrp="1"/>
            </p:cNvSpPr>
            <p:nvPr/>
          </p:nvSpPr>
          <p:spPr>
            <a:xfrm>
              <a:off x="2811780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5559D588-0CDB-4776-9445-8FE1E07F19CC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729F795C-19C1-43BF-A4A6-77887B4A312A}"/>
                </a:ext>
              </a:extLst>
            </p:cNvPr>
            <p:cNvSpPr>
              <a:spLocks noGrp="1"/>
            </p:cNvSpPr>
            <p:nvPr/>
          </p:nvSpPr>
          <p:spPr>
            <a:xfrm>
              <a:off x="1936337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847D0B18-47CC-4CCE-9BA0-FD7B0BD86917}"/>
                </a:ext>
              </a:extLst>
            </p:cNvPr>
            <p:cNvSpPr>
              <a:spLocks noGrp="1"/>
            </p:cNvSpPr>
            <p:nvPr/>
          </p:nvSpPr>
          <p:spPr>
            <a:xfrm>
              <a:off x="3639503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620C8E39-6401-4165-8BE6-2FA71C53A282}"/>
                </a:ext>
              </a:extLst>
            </p:cNvPr>
            <p:cNvSpPr>
              <a:spLocks noGrp="1"/>
            </p:cNvSpPr>
            <p:nvPr/>
          </p:nvSpPr>
          <p:spPr>
            <a:xfrm>
              <a:off x="3610832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9" name="Pool concat refined">
              <a:extLst>
                <a:ext uri="{FF2B5EF4-FFF2-40B4-BE49-F238E27FC236}">
                  <a16:creationId xmlns:a16="http://schemas.microsoft.com/office/drawing/2014/main" id="{480E0B74-27C9-42C4-B17E-5D09AE9AA287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8473916"/>
              <a:ext cx="836771" cy="203359"/>
            </a:xfrm>
            <a:custGeom>
              <a:avLst/>
              <a:gdLst/>
              <a:ahLst/>
              <a:cxnLst/>
              <a:rect l="0" t="0" r="0" b="0"/>
              <a:pathLst>
                <a:path w="836771" h="203359">
                  <a:moveTo>
                    <a:pt x="0" y="0"/>
                  </a:moveTo>
                  <a:lnTo>
                    <a:pt x="0" y="203359"/>
                  </a:lnTo>
                  <a:lnTo>
                    <a:pt x="836771" y="203359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0" name="Attention concat refined">
              <a:extLst>
                <a:ext uri="{FF2B5EF4-FFF2-40B4-BE49-F238E27FC236}">
                  <a16:creationId xmlns:a16="http://schemas.microsoft.com/office/drawing/2014/main" id="{7820C71E-FBC5-4D14-85E8-B84963DD4BA0}"/>
                </a:ext>
              </a:extLst>
            </p:cNvPr>
            <p:cNvSpPr>
              <a:spLocks noGrp="1"/>
            </p:cNvSpPr>
            <p:nvPr/>
          </p:nvSpPr>
          <p:spPr>
            <a:xfrm>
              <a:off x="2801779" y="8473916"/>
              <a:ext cx="837724" cy="203359"/>
            </a:xfrm>
            <a:custGeom>
              <a:avLst/>
              <a:gdLst/>
              <a:ahLst/>
              <a:cxnLst/>
              <a:rect l="0" t="0" r="0" b="0"/>
              <a:pathLst>
                <a:path w="837724" h="203359">
                  <a:moveTo>
                    <a:pt x="837724" y="0"/>
                  </a:moveTo>
                  <a:lnTo>
                    <a:pt x="837724" y="203359"/>
                  </a:lnTo>
                  <a:lnTo>
                    <a:pt x="0" y="203359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1" name="Concat to MLP refined">
              <a:extLst>
                <a:ext uri="{FF2B5EF4-FFF2-40B4-BE49-F238E27FC236}">
                  <a16:creationId xmlns:a16="http://schemas.microsoft.com/office/drawing/2014/main" id="{61922117-F063-4B01-81AE-4C043834B837}"/>
                </a:ext>
              </a:extLst>
            </p:cNvPr>
            <p:cNvSpPr>
              <a:spLocks noGrp="1"/>
            </p:cNvSpPr>
            <p:nvPr/>
          </p:nvSpPr>
          <p:spPr>
            <a:xfrm>
              <a:off x="2801779" y="8677275"/>
              <a:ext cx="191" cy="90964"/>
            </a:xfrm>
            <a:custGeom>
              <a:avLst/>
              <a:gdLst/>
              <a:ahLst/>
              <a:cxnLst/>
              <a:rect l="0" t="0" r="0" b="0"/>
              <a:pathLst>
                <a:path w="191" h="90964">
                  <a:moveTo>
                    <a:pt x="0" y="0"/>
                  </a:moveTo>
                  <a:lnTo>
                    <a:pt x="0" y="90964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2" name="Concat to MLP refined head">
              <a:extLst>
                <a:ext uri="{FF2B5EF4-FFF2-40B4-BE49-F238E27FC236}">
                  <a16:creationId xmlns:a16="http://schemas.microsoft.com/office/drawing/2014/main" id="{34ECEA4C-7A3F-448E-B6E2-DEF60F680D0C}"/>
                </a:ext>
              </a:extLst>
            </p:cNvPr>
            <p:cNvSpPr>
              <a:spLocks noGrp="1"/>
            </p:cNvSpPr>
            <p:nvPr/>
          </p:nvSpPr>
          <p:spPr>
            <a:xfrm>
              <a:off x="2773109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72A19880-E4AD-4287-B505-0CEB272454E5}"/>
                </a:ext>
              </a:extLst>
            </p:cNvPr>
            <p:cNvSpPr>
              <a:spLocks noGrp="1"/>
            </p:cNvSpPr>
            <p:nvPr/>
          </p:nvSpPr>
          <p:spPr>
            <a:xfrm>
              <a:off x="3210878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F31410B3-B07A-4347-B62A-2B930957FC86}"/>
                </a:ext>
              </a:extLst>
            </p:cNvPr>
            <p:cNvSpPr>
              <a:spLocks noGrp="1"/>
            </p:cNvSpPr>
            <p:nvPr/>
          </p:nvSpPr>
          <p:spPr>
            <a:xfrm>
              <a:off x="4670108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0AF7D692-5D2C-4D5E-B9C6-114065BB3D68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3F7FF714-5AE2-4267-92D8-98C4BDFD57C1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74C3AEBF-01BF-49CE-9B21-11DD94CE8E3D}"/>
                </a:ext>
              </a:extLst>
            </p:cNvPr>
            <p:cNvSpPr>
              <a:spLocks noGrp="1"/>
            </p:cNvSpPr>
            <p:nvPr/>
          </p:nvSpPr>
          <p:spPr>
            <a:xfrm>
              <a:off x="4425315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431E9C4B-58A0-42CD-BCA7-CC1A7F14403C}"/>
                </a:ext>
              </a:extLst>
            </p:cNvPr>
            <p:cNvSpPr>
              <a:spLocks noGrp="1"/>
            </p:cNvSpPr>
            <p:nvPr/>
          </p:nvSpPr>
          <p:spPr>
            <a:xfrm>
              <a:off x="4401979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425AB34-6681-444C-9BD9-1A9465677FA9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4AC6FD9E-E6BE-45E9-B859-3958229158E5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CF9586E0-2D4C-41C1-A11C-420736F4852C}"/>
                </a:ext>
              </a:extLst>
            </p:cNvPr>
            <p:cNvSpPr>
              <a:spLocks noGrp="1"/>
            </p:cNvSpPr>
            <p:nvPr/>
          </p:nvSpPr>
          <p:spPr>
            <a:xfrm>
              <a:off x="2281142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5565D01E-214D-4978-BDFC-8F556479133A}"/>
                </a:ext>
              </a:extLst>
            </p:cNvPr>
            <p:cNvSpPr>
              <a:spLocks noGrp="1"/>
            </p:cNvSpPr>
            <p:nvPr/>
          </p:nvSpPr>
          <p:spPr>
            <a:xfrm>
              <a:off x="2252472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976F3AE2-097E-4065-99D8-2DF9B1AC27BE}"/>
                </a:ext>
              </a:extLst>
            </p:cNvPr>
            <p:cNvSpPr>
              <a:spLocks noGrp="1"/>
            </p:cNvSpPr>
            <p:nvPr/>
          </p:nvSpPr>
          <p:spPr>
            <a:xfrm>
              <a:off x="3081147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DA8FC4C5-2D65-4C1B-A6F5-029D323FAFC5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9A4A33F2-CB13-459E-A07F-A498129A5807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A1402BA3-D5EF-43CF-BE23-3C3464F8ADC4}"/>
                </a:ext>
              </a:extLst>
            </p:cNvPr>
            <p:cNvSpPr>
              <a:spLocks noGrp="1"/>
            </p:cNvSpPr>
            <p:nvPr/>
          </p:nvSpPr>
          <p:spPr>
            <a:xfrm>
              <a:off x="7190708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7EAAF992-1A81-424F-A49A-55614A758BAB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87E17C8A-6D0A-4088-AEDA-0D3330856E57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2C5CC3F7-81FD-4FA0-BFA7-B1BA0421A9F4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C6D535D4-200B-4234-B28E-CE16F55DB9A1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8387E723-789B-4ECC-802D-30714380138A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ED1979A7-3450-4840-9115-7398E8082E91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8614F48E-E92A-4643-AF33-DD555D0AFDE1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9B18B405-3E6A-4E93-AAC3-40547DE6C31E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DAC2726D-AE95-4988-968B-CE94975A0264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4FC1DCA9-39E1-4B20-8B90-C9822689CF56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7CCEA573-512E-47A9-812E-81B08EC5406E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0DC4558A-D6BD-4A45-992A-74E017589615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6C190B58-9517-4407-B154-29B57B80AC42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6A38D69C-DA98-48F6-BE35-D5B5E0E948ED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00FD508-7AC9-4ECE-9B08-BE19A326D5B5}"/>
                </a:ext>
              </a:extLst>
            </p:cNvPr>
            <p:cNvSpPr>
              <a:spLocks noGrp="1"/>
            </p:cNvSpPr>
            <p:nvPr/>
          </p:nvSpPr>
          <p:spPr>
            <a:xfrm>
              <a:off x="9797891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37B5E44E-06A6-4FC1-9B46-66821AF67A62}"/>
                </a:ext>
              </a:extLst>
            </p:cNvPr>
            <p:cNvSpPr>
              <a:spLocks noGrp="1"/>
            </p:cNvSpPr>
            <p:nvPr/>
          </p:nvSpPr>
          <p:spPr>
            <a:xfrm>
              <a:off x="9769221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762DE590-3BA5-4D07-BF8E-AEE31F86F332}"/>
                </a:ext>
              </a:extLst>
            </p:cNvPr>
            <p:cNvSpPr>
              <a:spLocks noGrp="1"/>
            </p:cNvSpPr>
            <p:nvPr/>
          </p:nvSpPr>
          <p:spPr>
            <a:xfrm>
              <a:off x="9787414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376FC4F3-138E-459B-9980-D59688558ECB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C57182E0-F17D-405E-BB5F-D336898AB74F}"/>
                </a:ext>
              </a:extLst>
            </p:cNvPr>
            <p:cNvSpPr>
              <a:spLocks noGrp="1"/>
            </p:cNvSpPr>
            <p:nvPr/>
          </p:nvSpPr>
          <p:spPr>
            <a:xfrm>
              <a:off x="7373684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BAB3E33E-7DF3-4121-B7D1-9DC5C4543B52}"/>
                </a:ext>
              </a:extLst>
            </p:cNvPr>
            <p:cNvSpPr>
              <a:spLocks noGrp="1"/>
            </p:cNvSpPr>
            <p:nvPr/>
          </p:nvSpPr>
          <p:spPr>
            <a:xfrm>
              <a:off x="735034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5768B13B-F7B8-420F-8A39-66392CC08BE6}"/>
                </a:ext>
              </a:extLst>
            </p:cNvPr>
            <p:cNvSpPr>
              <a:spLocks noGrp="1"/>
            </p:cNvSpPr>
            <p:nvPr/>
          </p:nvSpPr>
          <p:spPr>
            <a:xfrm>
              <a:off x="8522399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B9CAC691-55CE-4C7F-98C8-77E4F630AE9D}"/>
                </a:ext>
              </a:extLst>
            </p:cNvPr>
            <p:cNvSpPr>
              <a:spLocks noGrp="1"/>
            </p:cNvSpPr>
            <p:nvPr/>
          </p:nvSpPr>
          <p:spPr>
            <a:xfrm>
              <a:off x="895797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8C8371E9-A3AE-4A33-8708-E0B52B5207D4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BFC9FACE-AB63-4D04-B4DD-03BB5A4ED55D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EF64B67D-F163-4B23-8875-004C88516134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A5CE0D31-182F-42BF-B21D-1319E75B3C1F}"/>
                </a:ext>
              </a:extLst>
            </p:cNvPr>
            <p:cNvSpPr>
              <a:spLocks noGrp="1"/>
            </p:cNvSpPr>
            <p:nvPr/>
          </p:nvSpPr>
          <p:spPr>
            <a:xfrm>
              <a:off x="7674388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551B5410-7382-4B81-A4C3-6EBEA234FDFA}"/>
                </a:ext>
              </a:extLst>
            </p:cNvPr>
            <p:cNvSpPr>
              <a:spLocks noGrp="1"/>
            </p:cNvSpPr>
            <p:nvPr/>
          </p:nvSpPr>
          <p:spPr>
            <a:xfrm>
              <a:off x="8657368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5364B99-7E6E-476A-8B06-2764C19FC0A1}"/>
                </a:ext>
              </a:extLst>
            </p:cNvPr>
            <p:cNvSpPr>
              <a:spLocks noGrp="1"/>
            </p:cNvSpPr>
            <p:nvPr/>
          </p:nvSpPr>
          <p:spPr>
            <a:xfrm>
              <a:off x="8634032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BC96B516-2266-46FD-88C2-D603E6877803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32ACD3AD-BE82-4F8E-AF74-A41DA8F2DBEE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1A6C7EC4-40E3-4DEE-BD48-F2F62649E45D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3BD12346-5882-4EF5-AD67-BE6111F38406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D421DCE7-E587-4C9C-A992-63E3679BCC26}"/>
                </a:ext>
              </a:extLst>
            </p:cNvPr>
            <p:cNvSpPr>
              <a:spLocks noGrp="1"/>
            </p:cNvSpPr>
            <p:nvPr/>
          </p:nvSpPr>
          <p:spPr>
            <a:xfrm>
              <a:off x="8596884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9FFAF848-D4E4-4C1B-82BC-7474C301B6EF}"/>
                </a:ext>
              </a:extLst>
            </p:cNvPr>
            <p:cNvSpPr>
              <a:spLocks noGrp="1"/>
            </p:cNvSpPr>
            <p:nvPr/>
          </p:nvSpPr>
          <p:spPr>
            <a:xfrm>
              <a:off x="9172575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31" name="Build inputs to tools refined">
              <a:extLst>
                <a:ext uri="{FF2B5EF4-FFF2-40B4-BE49-F238E27FC236}">
                  <a16:creationId xmlns:a16="http://schemas.microsoft.com/office/drawing/2014/main" id="{F863D410-C12C-4D6F-BE2C-3BF21C76053F}"/>
                </a:ext>
              </a:extLst>
            </p:cNvPr>
            <p:cNvSpPr>
              <a:spLocks noGrp="1"/>
            </p:cNvSpPr>
            <p:nvPr/>
          </p:nvSpPr>
          <p:spPr>
            <a:xfrm>
              <a:off x="12484418" y="3895725"/>
              <a:ext cx="191" cy="329089"/>
            </a:xfrm>
            <a:custGeom>
              <a:avLst/>
              <a:gdLst/>
              <a:ahLst/>
              <a:cxnLst/>
              <a:rect l="0" t="0" r="0" b="0"/>
              <a:pathLst>
                <a:path w="191" h="329089">
                  <a:moveTo>
                    <a:pt x="0" y="0"/>
                  </a:moveTo>
                  <a:lnTo>
                    <a:pt x="0" y="329089"/>
                  </a:lnTo>
                </a:path>
              </a:pathLst>
            </a:custGeom>
            <a:noFill/>
            <a:ln w="8505">
              <a:solidFill>
                <a:srgbClr val="71808C"/>
              </a:solidFill>
              <a:prstDash val="solid"/>
            </a:ln>
          </p:spPr>
        </p:sp>
        <p:sp>
          <p:nvSpPr>
            <p:cNvPr id="1432" name="Build inputs to tools refined head">
              <a:extLst>
                <a:ext uri="{FF2B5EF4-FFF2-40B4-BE49-F238E27FC236}">
                  <a16:creationId xmlns:a16="http://schemas.microsoft.com/office/drawing/2014/main" id="{B1C9350D-25E4-4483-A208-A8532BE277BE}"/>
                </a:ext>
              </a:extLst>
            </p:cNvPr>
            <p:cNvSpPr>
              <a:spLocks noGrp="1"/>
            </p:cNvSpPr>
            <p:nvPr/>
          </p:nvSpPr>
          <p:spPr>
            <a:xfrm>
              <a:off x="12455747" y="418147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noFill/>
              <a:prstDash val="solid"/>
            </a:ln>
          </p:spPr>
        </p:sp>
        <p:sp>
          <p:nvSpPr>
            <p:cNvPr id="1433" name="Build tools to pose refined">
              <a:extLst>
                <a:ext uri="{FF2B5EF4-FFF2-40B4-BE49-F238E27FC236}">
                  <a16:creationId xmlns:a16="http://schemas.microsoft.com/office/drawing/2014/main" id="{A9320EAE-2233-4B4F-8C9F-ACB3A040E2D0}"/>
                </a:ext>
              </a:extLst>
            </p:cNvPr>
            <p:cNvSpPr>
              <a:spLocks noGrp="1"/>
            </p:cNvSpPr>
            <p:nvPr/>
          </p:nvSpPr>
          <p:spPr>
            <a:xfrm>
              <a:off x="12484418" y="7536561"/>
              <a:ext cx="191" cy="399478"/>
            </a:xfrm>
            <a:custGeom>
              <a:avLst/>
              <a:gdLst/>
              <a:ahLst/>
              <a:cxnLst/>
              <a:rect l="0" t="0" r="0" b="0"/>
              <a:pathLst>
                <a:path w="191" h="399478">
                  <a:moveTo>
                    <a:pt x="0" y="0"/>
                  </a:moveTo>
                  <a:lnTo>
                    <a:pt x="0" y="399478"/>
                  </a:lnTo>
                </a:path>
              </a:pathLst>
            </a:custGeom>
            <a:noFill/>
            <a:ln w="8505">
              <a:solidFill>
                <a:srgbClr val="71808C"/>
              </a:solidFill>
              <a:prstDash val="solid"/>
            </a:ln>
          </p:spPr>
        </p:sp>
        <p:sp>
          <p:nvSpPr>
            <p:cNvPr id="1434" name="Build tools to pose refined head">
              <a:extLst>
                <a:ext uri="{FF2B5EF4-FFF2-40B4-BE49-F238E27FC236}">
                  <a16:creationId xmlns:a16="http://schemas.microsoft.com/office/drawing/2014/main" id="{181A29A8-31EA-4AC9-9829-437224E047E8}"/>
                </a:ext>
              </a:extLst>
            </p:cNvPr>
            <p:cNvSpPr>
              <a:spLocks noGrp="1"/>
            </p:cNvSpPr>
            <p:nvPr/>
          </p:nvSpPr>
          <p:spPr>
            <a:xfrm>
              <a:off x="12455747" y="789270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808C"/>
            </a:solidFill>
            <a:ln w="0">
              <a:noFill/>
              <a:prstDash val="solid"/>
            </a:ln>
          </p:spPr>
        </p:sp>
      </p:grpSp>
      <p:pic>
        <p:nvPicPr>
          <p:cNvPr id="1435" name="Find clear receptor" descr="Receptor cartoon rendered from unchanged local coordinates, chain C1 of the 9LLG CA2 model."/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606854" y="1209339"/>
            <a:ext cx="477913" cy="456900"/>
          </a:xfrm>
          <a:prstGeom prst="rect">
            <a:avLst/>
          </a:prstGeom>
        </p:spPr>
      </p:pic>
      <p:pic>
        <p:nvPicPr>
          <p:cNvPr id="1436" name="Match clear receptor" descr="Receptor cartoon rendered from unchanged local coordinates, chain C1 of the 9LLG CA2 model."/>
          <p:cNvPicPr/>
          <p:nvPr/>
        </p:nvPicPr>
        <p:blipFill>
          <a:blip r:embed="rId7"/>
          <a:srcRect l="16857" t="30389" r="19786" b="22500"/>
          <a:stretch>
            <a:fillRect/>
          </a:stretch>
        </p:blipFill>
        <p:spPr>
          <a:xfrm>
            <a:off x="582406" y="2388765"/>
            <a:ext cx="332109" cy="317507"/>
          </a:xfrm>
          <a:prstGeom prst="rect">
            <a:avLst/>
          </a:prstGeom>
        </p:spPr>
      </p:pic>
      <p:pic>
        <p:nvPicPr>
          <p:cNvPr id="1437" name="a | 56-channel tensor stack" descr="Synthetic voxel-grid density schematic">
            <a:extLst>
              <a:ext uri="{FF2B5EF4-FFF2-40B4-BE49-F238E27FC236}">
                <a16:creationId xmlns:a16="http://schemas.microsoft.com/office/drawing/2014/main" id="{05FCAA7F-9B80-A6FD-1105-B99A09D2D8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248575" y="566797"/>
            <a:ext cx="343801" cy="237886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DDD4F1F-F7CE-90B1-76F1-7DDB78BECE38}"/>
              </a:ext>
            </a:extLst>
          </p:cNvPr>
          <p:cNvSpPr txBox="1"/>
          <p:nvPr/>
        </p:nvSpPr>
        <p:spPr>
          <a:xfrm>
            <a:off x="11376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07384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579A4-CDCA-994F-41BF-1B7B6D5CB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F40FB6F1-643B-212C-65B2-D4F7C9C1CC2D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FCD00BE0-D4F1-874F-9321-FFAC875CE511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188C24A2-592A-D89D-87C8-7886D693D5EF}"/>
              </a:ext>
            </a:extLst>
          </p:cNvPr>
          <p:cNvSpPr/>
          <p:nvPr/>
        </p:nvSpPr>
        <p:spPr>
          <a:xfrm>
            <a:off x="4583047" y="81744"/>
            <a:ext cx="1354615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74966D5D-0681-641E-DD37-705449AE7067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/>
            <p:cNvSpPr/>
            <p:nvPr/>
          </p:nvSpPr>
          <p:spPr>
            <a:xfrm>
              <a:off x="1246829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51125693-A4AD-7688-FFFB-F8765223C63E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323AEA58-0A1F-569A-713C-3AEAFCBC8919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766EB46A-1BAD-0F40-88BD-BEEC8E1AAB6A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B2CF6FD1-F566-8752-EA23-ECD228D2F381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FFA8F47E-F198-C797-47C0-E693F67958AD}"/>
              </a:ext>
            </a:extLst>
          </p:cNvPr>
          <p:cNvSpPr txBox="1"/>
          <p:nvPr/>
        </p:nvSpPr>
        <p:spPr>
          <a:xfrm>
            <a:off x="461663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DA27BFB7-4EB7-6250-4FEA-FB48E8A578E8}"/>
              </a:ext>
            </a:extLst>
          </p:cNvPr>
          <p:cNvSpPr txBox="1"/>
          <p:nvPr/>
        </p:nvSpPr>
        <p:spPr>
          <a:xfrm>
            <a:off x="477483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AE295DF7-BEC6-A77E-84AF-B9825A35E864}"/>
              </a:ext>
            </a:extLst>
          </p:cNvPr>
          <p:cNvSpPr/>
          <p:nvPr/>
        </p:nvSpPr>
        <p:spPr>
          <a:xfrm>
            <a:off x="526966" y="284774"/>
            <a:ext cx="617009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918BABF5-C6F1-CDD2-B42A-58539F242897}"/>
              </a:ext>
            </a:extLst>
          </p:cNvPr>
          <p:cNvSpPr txBox="1"/>
          <p:nvPr/>
        </p:nvSpPr>
        <p:spPr>
          <a:xfrm>
            <a:off x="500206" y="317081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15" name="Find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584632" y="440579"/>
            <a:ext cx="501650" cy="479011"/>
          </a:xfrm>
          <a:prstGeom prst="rect">
            <a:avLst/>
          </a:prstGeom>
        </p:spPr>
      </p:pic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5FC1AFEA-9C5D-82A3-D90F-D6780A1F9BA0}"/>
              </a:ext>
            </a:extLst>
          </p:cNvPr>
          <p:cNvSpPr/>
          <p:nvPr/>
        </p:nvSpPr>
        <p:spPr>
          <a:xfrm>
            <a:off x="526966" y="1028349"/>
            <a:ext cx="617009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26F0143-376F-F427-9360-0F5BB54E663F}"/>
              </a:ext>
            </a:extLst>
          </p:cNvPr>
          <p:cNvSpPr txBox="1"/>
          <p:nvPr/>
        </p:nvSpPr>
        <p:spPr>
          <a:xfrm>
            <a:off x="504666" y="1052746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B7B5D0F7-1388-CDFA-A6D6-98644A6B4566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AF793AF2-FF01-959B-700D-B6748C2025F0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AF9177D4-4DAC-6C9A-B180-F37E4ADB5908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564ED4B4-B8F4-10B2-463F-B5870C9DCBC2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496CC7AC-C3AC-6DA2-32E7-4CDC0CEBDA3B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5B7E83A7-E377-7573-4F86-2E76A4A5A5E3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BCC84BAB-1427-1F20-BA75-8F44DA162CB5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04F068A9-AC25-3FF0-A811-36FB0CF87064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1E4C0F1D-DC56-C799-9E71-0C2D9730DBCB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35C06F03-F168-ED61-60ED-D55E51F790DA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5E46D6EB-CE76-EAF8-2638-578AB6CE1724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691134B-3391-AEE9-5B3D-9D8E2E1BBD7C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F9BFB853-1313-9C23-6D24-27A4883A8BF8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B238D352-CB68-7741-2A07-CBFDB1F6B73D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11BC09F9-9D83-77DE-7C68-CF270EAA67FD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B6ACE0C1-FD95-AA93-17CF-507AE06132B3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63A7FDC6-F2B0-4702-8290-9010002C51BD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806E2341-45A6-33CF-7B50-318CF1029814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06935F3B-686A-C7BD-0720-6966B80B6C3C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94E712A6-889C-F5B6-65F1-1206FDD3B1DE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BECCDD5B-B6A1-27B9-9202-6847C90C036B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9ECEEC8E-62EE-B8AA-28C7-B3A81E5B1E30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7BBCADE6-F6FE-DFB0-56C1-5B0F761BFA41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44F9094C-4BB2-6EFB-2BB8-C4F7772FBA00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6EBB3958-BE02-D020-69C8-342D82B4A86C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DBB8377D-2152-DAF1-497F-A5212433DB8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B5B8DF4D-8954-6FF0-8015-1A645E12ABCF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9585BCAF-65BF-B639-166D-3182E8B06872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8ABE91B-CAA4-6455-598F-869CFEE2374A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629F8DAB-7FB6-9893-DB25-26852E9A275C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907923D5-14FC-3FA4-8191-5ACC3EF0015F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78B1D8DE-68E5-2B9E-1F18-5F1F2B5EEE99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D3BD31A2-F700-9381-4E17-A8971DE2D1BE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C915CFFC-2CF6-4D54-D0DD-EC90DD990F5B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9D13D85A-685B-423A-AF58-3275939D9CB2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FCDDABD8-E33D-13D0-30C7-CEA676DC5049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94C54B22-53F0-4954-0A9A-6FA1083BE332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807B46E9-E1AD-A108-CD44-144839CBE077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924DEC96-EAF9-27FF-A157-E4E244291226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0028B912-06D9-C2A3-19A0-F3EAC35E3AD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DD1A2039-8E00-A307-1C93-BA77ECE9EF00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13E5C8F7-1E23-233A-E21F-527A4FD8A444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5B7644AB-324C-EBEC-C379-72753DB4346B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5BE8510B-6396-7F95-11BA-3AA1E002D1C2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D41A46F7-8B0D-A0DD-C049-8915A84E57D6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23D5CB76-FB1F-4E47-CE06-83124D33B8F7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2705956B-3598-49F4-6FEB-DE4FEF6D41D2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E14464F8-9D39-9D7B-B193-67EC8C0787F5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E3DF11C9-5246-610E-040B-51829EA6082E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0AEF4321-E027-1A5D-EE95-578DEE5D8B24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38641419-E63A-44B7-06ED-981DE1D2D3F6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9E72412C-B0D5-D8DB-8A9C-E68CF67FB5EB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6925E5FA-38D3-AC6C-9309-29E263FDBF8D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DDDEBE80-D051-D7C4-33A2-28C471D9C606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74E28B2C-ED85-CCBE-D868-EBA705635FC8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4CB00E6-90D2-8F1D-BE7A-22326DAD9390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7D093839-9154-C884-68EF-C9ECCE6621D5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1FA0A2A8-9BFF-4AE5-A3C2-19CE070A845E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8BCE9DD6-E678-3F42-17CB-C51390E56250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F21A1680-4864-3BFE-EB9D-0D3548EAFDA6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5D9FEC55-C600-9965-4DE6-32A6E17D5A07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4E7484B-02CC-45B0-4AEF-EAE34B63D8C5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12E3B1A0-061D-7FA3-04DF-6E20E7FA1ABD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58067C07-9B74-CDCE-13CA-51603B1629E1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C0BF5DCB-E2FE-88D7-925D-B15DF896655F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BC5AD3E-310F-35DA-0FB8-D159F2DED5E8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8EEA3A3D-7AAC-521A-6379-E8E2A1EE4491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88CB68BB-F9CA-D93A-8F3A-4C11F8E4E8DF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A3CB90A5-61D5-ABD1-1BA5-6E33BFDF1751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1056983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3BB711EA-8085-B79B-EE11-34AA1669B798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grpSp>
        <p:nvGrpSpPr>
          <p:cNvPr id="527" name="Match | Pocket atom cloud">
            <a:extLst>
              <a:ext uri="{FF2B5EF4-FFF2-40B4-BE49-F238E27FC236}">
                <a16:creationId xmlns:a16="http://schemas.microsoft.com/office/drawing/2014/main" id="{47ECFAD4-A020-EBB8-0D58-EC96CA45DB84}"/>
              </a:ext>
            </a:extLst>
          </p:cNvPr>
          <p:cNvGrpSpPr/>
          <p:nvPr/>
        </p:nvGrpSpPr>
        <p:grpSpPr>
          <a:xfrm>
            <a:off x="587266" y="3029482"/>
            <a:ext cx="307808" cy="222756"/>
            <a:chOff x="1295748" y="3525328"/>
            <a:chExt cx="304113" cy="219890"/>
          </a:xfrm>
        </p:grpSpPr>
        <p:sp>
          <p:nvSpPr>
            <p:cNvPr id="528" name="ellipse_2517">
              <a:extLst>
                <a:ext uri="{FF2B5EF4-FFF2-40B4-BE49-F238E27FC236}">
                  <a16:creationId xmlns:a16="http://schemas.microsoft.com/office/drawing/2014/main" id="{843CDC5F-2E00-91D1-9B72-8F34482B3C7D}"/>
                </a:ext>
              </a:extLst>
            </p:cNvPr>
            <p:cNvSpPr/>
            <p:nvPr/>
          </p:nvSpPr>
          <p:spPr>
            <a:xfrm>
              <a:off x="1343499" y="3569364"/>
              <a:ext cx="20494" cy="204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29" name="ellipse_2518">
              <a:extLst>
                <a:ext uri="{FF2B5EF4-FFF2-40B4-BE49-F238E27FC236}">
                  <a16:creationId xmlns:a16="http://schemas.microsoft.com/office/drawing/2014/main" id="{FED793AD-C4F5-11AD-836A-4182E5F12CE9}"/>
                </a:ext>
              </a:extLst>
            </p:cNvPr>
            <p:cNvSpPr/>
            <p:nvPr/>
          </p:nvSpPr>
          <p:spPr>
            <a:xfrm>
              <a:off x="1296724" y="3594466"/>
              <a:ext cx="19197" cy="1919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0" name="ellipse_2519">
              <a:extLst>
                <a:ext uri="{FF2B5EF4-FFF2-40B4-BE49-F238E27FC236}">
                  <a16:creationId xmlns:a16="http://schemas.microsoft.com/office/drawing/2014/main" id="{04A40466-1375-E394-AE6C-150B6030646A}"/>
                </a:ext>
              </a:extLst>
            </p:cNvPr>
            <p:cNvSpPr/>
            <p:nvPr/>
          </p:nvSpPr>
          <p:spPr>
            <a:xfrm>
              <a:off x="1438834" y="3720705"/>
              <a:ext cx="24513" cy="2451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1" name="ellipse_2520">
              <a:extLst>
                <a:ext uri="{FF2B5EF4-FFF2-40B4-BE49-F238E27FC236}">
                  <a16:creationId xmlns:a16="http://schemas.microsoft.com/office/drawing/2014/main" id="{6462F8DF-7040-24EA-878A-4122A1A10390}"/>
                </a:ext>
              </a:extLst>
            </p:cNvPr>
            <p:cNvSpPr/>
            <p:nvPr/>
          </p:nvSpPr>
          <p:spPr>
            <a:xfrm>
              <a:off x="1501618" y="3664422"/>
              <a:ext cx="25439" cy="2543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2" name="ellipse_2521">
              <a:extLst>
                <a:ext uri="{FF2B5EF4-FFF2-40B4-BE49-F238E27FC236}">
                  <a16:creationId xmlns:a16="http://schemas.microsoft.com/office/drawing/2014/main" id="{B5F501AF-219C-F3F3-DA20-9EF4F1EC7D5C}"/>
                </a:ext>
              </a:extLst>
            </p:cNvPr>
            <p:cNvSpPr/>
            <p:nvPr/>
          </p:nvSpPr>
          <p:spPr>
            <a:xfrm>
              <a:off x="1321281" y="3628338"/>
              <a:ext cx="23115" cy="2311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3" name="ellipse_2522">
              <a:extLst>
                <a:ext uri="{FF2B5EF4-FFF2-40B4-BE49-F238E27FC236}">
                  <a16:creationId xmlns:a16="http://schemas.microsoft.com/office/drawing/2014/main" id="{98748402-936C-803F-1C8C-F51F74FBA264}"/>
                </a:ext>
              </a:extLst>
            </p:cNvPr>
            <p:cNvSpPr/>
            <p:nvPr/>
          </p:nvSpPr>
          <p:spPr>
            <a:xfrm>
              <a:off x="1295748" y="3626085"/>
              <a:ext cx="19345" cy="1934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4" name="ellipse_2523">
              <a:extLst>
                <a:ext uri="{FF2B5EF4-FFF2-40B4-BE49-F238E27FC236}">
                  <a16:creationId xmlns:a16="http://schemas.microsoft.com/office/drawing/2014/main" id="{3EEFE5C7-5F80-39E0-8196-C33DCC04ADF5}"/>
                </a:ext>
              </a:extLst>
            </p:cNvPr>
            <p:cNvSpPr/>
            <p:nvPr/>
          </p:nvSpPr>
          <p:spPr>
            <a:xfrm>
              <a:off x="1338176" y="3604570"/>
              <a:ext cx="23202" cy="2320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5" name="ellipse_2524">
              <a:extLst>
                <a:ext uri="{FF2B5EF4-FFF2-40B4-BE49-F238E27FC236}">
                  <a16:creationId xmlns:a16="http://schemas.microsoft.com/office/drawing/2014/main" id="{359C60E3-4EB6-9B72-208C-2260717B49C8}"/>
                </a:ext>
              </a:extLst>
            </p:cNvPr>
            <p:cNvSpPr/>
            <p:nvPr/>
          </p:nvSpPr>
          <p:spPr>
            <a:xfrm>
              <a:off x="1349937" y="3578135"/>
              <a:ext cx="25593" cy="25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6" name="ellipse_2525">
              <a:extLst>
                <a:ext uri="{FF2B5EF4-FFF2-40B4-BE49-F238E27FC236}">
                  <a16:creationId xmlns:a16="http://schemas.microsoft.com/office/drawing/2014/main" id="{7A26A077-8387-30AD-2262-3B9C7D6DE198}"/>
                </a:ext>
              </a:extLst>
            </p:cNvPr>
            <p:cNvSpPr/>
            <p:nvPr/>
          </p:nvSpPr>
          <p:spPr>
            <a:xfrm>
              <a:off x="1391990" y="3698653"/>
              <a:ext cx="18941" cy="189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7" name="ellipse_2526">
              <a:extLst>
                <a:ext uri="{FF2B5EF4-FFF2-40B4-BE49-F238E27FC236}">
                  <a16:creationId xmlns:a16="http://schemas.microsoft.com/office/drawing/2014/main" id="{870F54D2-86E6-8026-95CA-35EDE8FF3602}"/>
                </a:ext>
              </a:extLst>
            </p:cNvPr>
            <p:cNvSpPr/>
            <p:nvPr/>
          </p:nvSpPr>
          <p:spPr>
            <a:xfrm>
              <a:off x="1335383" y="3592607"/>
              <a:ext cx="16783" cy="1678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8" name="ellipse_2527">
              <a:extLst>
                <a:ext uri="{FF2B5EF4-FFF2-40B4-BE49-F238E27FC236}">
                  <a16:creationId xmlns:a16="http://schemas.microsoft.com/office/drawing/2014/main" id="{C85A81B8-A397-BECE-2758-976F9B02BF9C}"/>
                </a:ext>
              </a:extLst>
            </p:cNvPr>
            <p:cNvSpPr/>
            <p:nvPr/>
          </p:nvSpPr>
          <p:spPr>
            <a:xfrm>
              <a:off x="1421016" y="3723168"/>
              <a:ext cx="20110" cy="2011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39" name="ellipse_2528">
              <a:extLst>
                <a:ext uri="{FF2B5EF4-FFF2-40B4-BE49-F238E27FC236}">
                  <a16:creationId xmlns:a16="http://schemas.microsoft.com/office/drawing/2014/main" id="{27A764EE-F4EB-8365-729D-CD01B9D35B9A}"/>
                </a:ext>
              </a:extLst>
            </p:cNvPr>
            <p:cNvSpPr/>
            <p:nvPr/>
          </p:nvSpPr>
          <p:spPr>
            <a:xfrm>
              <a:off x="1366273" y="3564666"/>
              <a:ext cx="21791" cy="2179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0" name="ellipse_2529">
              <a:extLst>
                <a:ext uri="{FF2B5EF4-FFF2-40B4-BE49-F238E27FC236}">
                  <a16:creationId xmlns:a16="http://schemas.microsoft.com/office/drawing/2014/main" id="{5D7FF66C-D602-C419-CCA0-4CCA03439723}"/>
                </a:ext>
              </a:extLst>
            </p:cNvPr>
            <p:cNvSpPr/>
            <p:nvPr/>
          </p:nvSpPr>
          <p:spPr>
            <a:xfrm>
              <a:off x="1327790" y="3609446"/>
              <a:ext cx="20508" cy="20508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1" name="ellipse_2530">
              <a:extLst>
                <a:ext uri="{FF2B5EF4-FFF2-40B4-BE49-F238E27FC236}">
                  <a16:creationId xmlns:a16="http://schemas.microsoft.com/office/drawing/2014/main" id="{C7F8516B-8E67-6C13-7AC3-B39CFD29686C}"/>
                </a:ext>
              </a:extLst>
            </p:cNvPr>
            <p:cNvSpPr/>
            <p:nvPr/>
          </p:nvSpPr>
          <p:spPr>
            <a:xfrm>
              <a:off x="1408118" y="3688755"/>
              <a:ext cx="22554" cy="2255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2" name="ellipse_2531">
              <a:extLst>
                <a:ext uri="{FF2B5EF4-FFF2-40B4-BE49-F238E27FC236}">
                  <a16:creationId xmlns:a16="http://schemas.microsoft.com/office/drawing/2014/main" id="{2308FE4E-C3B2-7FFB-0A71-1EDE15A5A3E8}"/>
                </a:ext>
              </a:extLst>
            </p:cNvPr>
            <p:cNvSpPr/>
            <p:nvPr/>
          </p:nvSpPr>
          <p:spPr>
            <a:xfrm>
              <a:off x="1428373" y="3713303"/>
              <a:ext cx="24738" cy="2473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3" name="ellipse_2532">
              <a:extLst>
                <a:ext uri="{FF2B5EF4-FFF2-40B4-BE49-F238E27FC236}">
                  <a16:creationId xmlns:a16="http://schemas.microsoft.com/office/drawing/2014/main" id="{8543A7A1-58C9-B5C2-A85E-C90AD7627125}"/>
                </a:ext>
              </a:extLst>
            </p:cNvPr>
            <p:cNvSpPr/>
            <p:nvPr/>
          </p:nvSpPr>
          <p:spPr>
            <a:xfrm>
              <a:off x="1547670" y="3653309"/>
              <a:ext cx="21842" cy="2184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4" name="ellipse_2533">
              <a:extLst>
                <a:ext uri="{FF2B5EF4-FFF2-40B4-BE49-F238E27FC236}">
                  <a16:creationId xmlns:a16="http://schemas.microsoft.com/office/drawing/2014/main" id="{C26654CE-1D7C-9DA3-5063-A0AAD3BC8658}"/>
                </a:ext>
              </a:extLst>
            </p:cNvPr>
            <p:cNvSpPr/>
            <p:nvPr/>
          </p:nvSpPr>
          <p:spPr>
            <a:xfrm>
              <a:off x="1517557" y="3700982"/>
              <a:ext cx="20964" cy="20964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5" name="ellipse_2534">
              <a:extLst>
                <a:ext uri="{FF2B5EF4-FFF2-40B4-BE49-F238E27FC236}">
                  <a16:creationId xmlns:a16="http://schemas.microsoft.com/office/drawing/2014/main" id="{996B2A10-34E5-AC41-4214-69514A6E6FA3}"/>
                </a:ext>
              </a:extLst>
            </p:cNvPr>
            <p:cNvSpPr/>
            <p:nvPr/>
          </p:nvSpPr>
          <p:spPr>
            <a:xfrm>
              <a:off x="1535521" y="3630252"/>
              <a:ext cx="17917" cy="17917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6" name="ellipse_2535">
              <a:extLst>
                <a:ext uri="{FF2B5EF4-FFF2-40B4-BE49-F238E27FC236}">
                  <a16:creationId xmlns:a16="http://schemas.microsoft.com/office/drawing/2014/main" id="{B76716BC-6049-F52F-E9E9-CBF18EEBE7AC}"/>
                </a:ext>
              </a:extLst>
            </p:cNvPr>
            <p:cNvSpPr/>
            <p:nvPr/>
          </p:nvSpPr>
          <p:spPr>
            <a:xfrm>
              <a:off x="1344039" y="3678107"/>
              <a:ext cx="21719" cy="2171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7" name="ellipse_2536">
              <a:extLst>
                <a:ext uri="{FF2B5EF4-FFF2-40B4-BE49-F238E27FC236}">
                  <a16:creationId xmlns:a16="http://schemas.microsoft.com/office/drawing/2014/main" id="{016DAC12-92B5-B26D-28FB-24D9BF161C25}"/>
                </a:ext>
              </a:extLst>
            </p:cNvPr>
            <p:cNvSpPr/>
            <p:nvPr/>
          </p:nvSpPr>
          <p:spPr>
            <a:xfrm>
              <a:off x="1486134" y="3678415"/>
              <a:ext cx="22120" cy="221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8" name="ellipse_2537">
              <a:extLst>
                <a:ext uri="{FF2B5EF4-FFF2-40B4-BE49-F238E27FC236}">
                  <a16:creationId xmlns:a16="http://schemas.microsoft.com/office/drawing/2014/main" id="{CA0C6A76-5AB5-3E89-F968-128002FB1032}"/>
                </a:ext>
              </a:extLst>
            </p:cNvPr>
            <p:cNvSpPr/>
            <p:nvPr/>
          </p:nvSpPr>
          <p:spPr>
            <a:xfrm>
              <a:off x="1538537" y="3597777"/>
              <a:ext cx="22828" cy="2282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49" name="ellipse_2538">
              <a:extLst>
                <a:ext uri="{FF2B5EF4-FFF2-40B4-BE49-F238E27FC236}">
                  <a16:creationId xmlns:a16="http://schemas.microsoft.com/office/drawing/2014/main" id="{DE596162-5015-EDD5-1CD2-370FCA46C05C}"/>
                </a:ext>
              </a:extLst>
            </p:cNvPr>
            <p:cNvSpPr/>
            <p:nvPr/>
          </p:nvSpPr>
          <p:spPr>
            <a:xfrm>
              <a:off x="1401131" y="3720374"/>
              <a:ext cx="16876" cy="1687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0" name="ellipse_2539">
              <a:extLst>
                <a:ext uri="{FF2B5EF4-FFF2-40B4-BE49-F238E27FC236}">
                  <a16:creationId xmlns:a16="http://schemas.microsoft.com/office/drawing/2014/main" id="{AC26C0B0-5569-F89F-3FEA-CEF90EA6D242}"/>
                </a:ext>
              </a:extLst>
            </p:cNvPr>
            <p:cNvSpPr/>
            <p:nvPr/>
          </p:nvSpPr>
          <p:spPr>
            <a:xfrm>
              <a:off x="1525941" y="3593109"/>
              <a:ext cx="21620" cy="2162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1" name="ellipse_2540">
              <a:extLst>
                <a:ext uri="{FF2B5EF4-FFF2-40B4-BE49-F238E27FC236}">
                  <a16:creationId xmlns:a16="http://schemas.microsoft.com/office/drawing/2014/main" id="{4E4EDC89-114B-19E9-6D29-A6FD4A2F3935}"/>
                </a:ext>
              </a:extLst>
            </p:cNvPr>
            <p:cNvSpPr/>
            <p:nvPr/>
          </p:nvSpPr>
          <p:spPr>
            <a:xfrm>
              <a:off x="1462052" y="3689103"/>
              <a:ext cx="24723" cy="24723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2" name="ellipse_2541">
              <a:extLst>
                <a:ext uri="{FF2B5EF4-FFF2-40B4-BE49-F238E27FC236}">
                  <a16:creationId xmlns:a16="http://schemas.microsoft.com/office/drawing/2014/main" id="{2F38D6F3-B01E-C5BA-A6C9-E80C393808C0}"/>
                </a:ext>
              </a:extLst>
            </p:cNvPr>
            <p:cNvSpPr/>
            <p:nvPr/>
          </p:nvSpPr>
          <p:spPr>
            <a:xfrm>
              <a:off x="1338003" y="3621442"/>
              <a:ext cx="17209" cy="1720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3" name="ellipse_2542">
              <a:extLst>
                <a:ext uri="{FF2B5EF4-FFF2-40B4-BE49-F238E27FC236}">
                  <a16:creationId xmlns:a16="http://schemas.microsoft.com/office/drawing/2014/main" id="{24C8E631-3CF0-FD02-569A-AB6F90D53982}"/>
                </a:ext>
              </a:extLst>
            </p:cNvPr>
            <p:cNvSpPr/>
            <p:nvPr/>
          </p:nvSpPr>
          <p:spPr>
            <a:xfrm>
              <a:off x="1436611" y="3687896"/>
              <a:ext cx="16365" cy="1636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4" name="ellipse_2543">
              <a:extLst>
                <a:ext uri="{FF2B5EF4-FFF2-40B4-BE49-F238E27FC236}">
                  <a16:creationId xmlns:a16="http://schemas.microsoft.com/office/drawing/2014/main" id="{C729E10D-0627-21B9-80CF-0964929780FF}"/>
                </a:ext>
              </a:extLst>
            </p:cNvPr>
            <p:cNvSpPr/>
            <p:nvPr/>
          </p:nvSpPr>
          <p:spPr>
            <a:xfrm>
              <a:off x="1387354" y="3566640"/>
              <a:ext cx="17190" cy="171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5" name="ellipse_2544">
              <a:extLst>
                <a:ext uri="{FF2B5EF4-FFF2-40B4-BE49-F238E27FC236}">
                  <a16:creationId xmlns:a16="http://schemas.microsoft.com/office/drawing/2014/main" id="{A99A2187-84A0-9B20-BF3A-DAB02B69C4C4}"/>
                </a:ext>
              </a:extLst>
            </p:cNvPr>
            <p:cNvSpPr/>
            <p:nvPr/>
          </p:nvSpPr>
          <p:spPr>
            <a:xfrm>
              <a:off x="1453977" y="3540995"/>
              <a:ext cx="18775" cy="1877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6" name="ellipse_2545">
              <a:extLst>
                <a:ext uri="{FF2B5EF4-FFF2-40B4-BE49-F238E27FC236}">
                  <a16:creationId xmlns:a16="http://schemas.microsoft.com/office/drawing/2014/main" id="{D168B60A-97E6-2D84-ADAE-99C5B3DBA046}"/>
                </a:ext>
              </a:extLst>
            </p:cNvPr>
            <p:cNvSpPr/>
            <p:nvPr/>
          </p:nvSpPr>
          <p:spPr>
            <a:xfrm>
              <a:off x="1487168" y="3548389"/>
              <a:ext cx="16148" cy="1614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7" name="ellipse_2546">
              <a:extLst>
                <a:ext uri="{FF2B5EF4-FFF2-40B4-BE49-F238E27FC236}">
                  <a16:creationId xmlns:a16="http://schemas.microsoft.com/office/drawing/2014/main" id="{44A756EE-B4F8-7939-7EB8-07F6FCD49046}"/>
                </a:ext>
              </a:extLst>
            </p:cNvPr>
            <p:cNvSpPr/>
            <p:nvPr/>
          </p:nvSpPr>
          <p:spPr>
            <a:xfrm>
              <a:off x="1536436" y="3643342"/>
              <a:ext cx="21862" cy="218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8" name="ellipse_2547">
              <a:extLst>
                <a:ext uri="{FF2B5EF4-FFF2-40B4-BE49-F238E27FC236}">
                  <a16:creationId xmlns:a16="http://schemas.microsoft.com/office/drawing/2014/main" id="{016A9C6E-5198-FE0E-481B-D12E15B0BC56}"/>
                </a:ext>
              </a:extLst>
            </p:cNvPr>
            <p:cNvSpPr/>
            <p:nvPr/>
          </p:nvSpPr>
          <p:spPr>
            <a:xfrm>
              <a:off x="1542031" y="3603619"/>
              <a:ext cx="25264" cy="2526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59" name="ellipse_2548">
              <a:extLst>
                <a:ext uri="{FF2B5EF4-FFF2-40B4-BE49-F238E27FC236}">
                  <a16:creationId xmlns:a16="http://schemas.microsoft.com/office/drawing/2014/main" id="{5706DC0D-A0C3-DFFD-87CD-47547F093DE6}"/>
                </a:ext>
              </a:extLst>
            </p:cNvPr>
            <p:cNvSpPr/>
            <p:nvPr/>
          </p:nvSpPr>
          <p:spPr>
            <a:xfrm>
              <a:off x="1434762" y="3711046"/>
              <a:ext cx="16788" cy="167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0" name="ellipse_2549">
              <a:extLst>
                <a:ext uri="{FF2B5EF4-FFF2-40B4-BE49-F238E27FC236}">
                  <a16:creationId xmlns:a16="http://schemas.microsoft.com/office/drawing/2014/main" id="{5B9D6E8A-FA15-376C-893D-6AE85A97832A}"/>
                </a:ext>
              </a:extLst>
            </p:cNvPr>
            <p:cNvSpPr/>
            <p:nvPr/>
          </p:nvSpPr>
          <p:spPr>
            <a:xfrm>
              <a:off x="1543438" y="3672057"/>
              <a:ext cx="23717" cy="2371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1" name="ellipse_2550">
              <a:extLst>
                <a:ext uri="{FF2B5EF4-FFF2-40B4-BE49-F238E27FC236}">
                  <a16:creationId xmlns:a16="http://schemas.microsoft.com/office/drawing/2014/main" id="{CB6D41F4-2F4C-0147-6715-F828348E49F1}"/>
                </a:ext>
              </a:extLst>
            </p:cNvPr>
            <p:cNvSpPr/>
            <p:nvPr/>
          </p:nvSpPr>
          <p:spPr>
            <a:xfrm>
              <a:off x="1529817" y="3654293"/>
              <a:ext cx="15593" cy="1559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2" name="ellipse_2551">
              <a:extLst>
                <a:ext uri="{FF2B5EF4-FFF2-40B4-BE49-F238E27FC236}">
                  <a16:creationId xmlns:a16="http://schemas.microsoft.com/office/drawing/2014/main" id="{F661528C-728C-0DB5-C438-D0FCEA7CF8FC}"/>
                </a:ext>
              </a:extLst>
            </p:cNvPr>
            <p:cNvSpPr/>
            <p:nvPr/>
          </p:nvSpPr>
          <p:spPr>
            <a:xfrm>
              <a:off x="1550063" y="3626271"/>
              <a:ext cx="18725" cy="187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3" name="ellipse_2552">
              <a:extLst>
                <a:ext uri="{FF2B5EF4-FFF2-40B4-BE49-F238E27FC236}">
                  <a16:creationId xmlns:a16="http://schemas.microsoft.com/office/drawing/2014/main" id="{30343E35-99F5-1ACC-DA79-E3EE47A15994}"/>
                </a:ext>
              </a:extLst>
            </p:cNvPr>
            <p:cNvSpPr/>
            <p:nvPr/>
          </p:nvSpPr>
          <p:spPr>
            <a:xfrm>
              <a:off x="1395088" y="3533435"/>
              <a:ext cx="15948" cy="1594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4" name="ellipse_2553">
              <a:extLst>
                <a:ext uri="{FF2B5EF4-FFF2-40B4-BE49-F238E27FC236}">
                  <a16:creationId xmlns:a16="http://schemas.microsoft.com/office/drawing/2014/main" id="{DD82712E-9CB5-8E3C-1A90-69817008B6C4}"/>
                </a:ext>
              </a:extLst>
            </p:cNvPr>
            <p:cNvSpPr/>
            <p:nvPr/>
          </p:nvSpPr>
          <p:spPr>
            <a:xfrm>
              <a:off x="1313742" y="3573420"/>
              <a:ext cx="15496" cy="1549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5" name="ellipse_2554">
              <a:extLst>
                <a:ext uri="{FF2B5EF4-FFF2-40B4-BE49-F238E27FC236}">
                  <a16:creationId xmlns:a16="http://schemas.microsoft.com/office/drawing/2014/main" id="{BF20A1CB-BB03-F44A-9405-2804AE46D809}"/>
                </a:ext>
              </a:extLst>
            </p:cNvPr>
            <p:cNvSpPr/>
            <p:nvPr/>
          </p:nvSpPr>
          <p:spPr>
            <a:xfrm>
              <a:off x="1329291" y="3672157"/>
              <a:ext cx="23375" cy="2337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6" name="ellipse_2555">
              <a:extLst>
                <a:ext uri="{FF2B5EF4-FFF2-40B4-BE49-F238E27FC236}">
                  <a16:creationId xmlns:a16="http://schemas.microsoft.com/office/drawing/2014/main" id="{811726C1-EE9F-7AF9-0241-F38230586DFB}"/>
                </a:ext>
              </a:extLst>
            </p:cNvPr>
            <p:cNvSpPr/>
            <p:nvPr/>
          </p:nvSpPr>
          <p:spPr>
            <a:xfrm>
              <a:off x="1307786" y="3621846"/>
              <a:ext cx="22071" cy="22071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7" name="ellipse_2556">
              <a:extLst>
                <a:ext uri="{FF2B5EF4-FFF2-40B4-BE49-F238E27FC236}">
                  <a16:creationId xmlns:a16="http://schemas.microsoft.com/office/drawing/2014/main" id="{E608C1A8-5769-1EC6-68D3-F6B7AA96404F}"/>
                </a:ext>
              </a:extLst>
            </p:cNvPr>
            <p:cNvSpPr/>
            <p:nvPr/>
          </p:nvSpPr>
          <p:spPr>
            <a:xfrm>
              <a:off x="1584475" y="3627694"/>
              <a:ext cx="15386" cy="1538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8" name="ellipse_2557">
              <a:extLst>
                <a:ext uri="{FF2B5EF4-FFF2-40B4-BE49-F238E27FC236}">
                  <a16:creationId xmlns:a16="http://schemas.microsoft.com/office/drawing/2014/main" id="{7F07F02C-4457-806D-D8AC-8653FE4B1378}"/>
                </a:ext>
              </a:extLst>
            </p:cNvPr>
            <p:cNvSpPr/>
            <p:nvPr/>
          </p:nvSpPr>
          <p:spPr>
            <a:xfrm>
              <a:off x="1453895" y="3558216"/>
              <a:ext cx="24625" cy="2462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69" name="ellipse_2558">
              <a:extLst>
                <a:ext uri="{FF2B5EF4-FFF2-40B4-BE49-F238E27FC236}">
                  <a16:creationId xmlns:a16="http://schemas.microsoft.com/office/drawing/2014/main" id="{744BEF9B-95E0-6D56-E780-F11665838CB6}"/>
                </a:ext>
              </a:extLst>
            </p:cNvPr>
            <p:cNvSpPr/>
            <p:nvPr/>
          </p:nvSpPr>
          <p:spPr>
            <a:xfrm>
              <a:off x="1514397" y="3669171"/>
              <a:ext cx="15296" cy="15296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0" name="ellipse_2559">
              <a:extLst>
                <a:ext uri="{FF2B5EF4-FFF2-40B4-BE49-F238E27FC236}">
                  <a16:creationId xmlns:a16="http://schemas.microsoft.com/office/drawing/2014/main" id="{383BC3B3-FC57-60D2-77D9-9911773C8A3F}"/>
                </a:ext>
              </a:extLst>
            </p:cNvPr>
            <p:cNvSpPr/>
            <p:nvPr/>
          </p:nvSpPr>
          <p:spPr>
            <a:xfrm>
              <a:off x="1502877" y="3686988"/>
              <a:ext cx="19310" cy="1931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1" name="ellipse_2560">
              <a:extLst>
                <a:ext uri="{FF2B5EF4-FFF2-40B4-BE49-F238E27FC236}">
                  <a16:creationId xmlns:a16="http://schemas.microsoft.com/office/drawing/2014/main" id="{67196488-2662-64CF-488E-085A25BB4E59}"/>
                </a:ext>
              </a:extLst>
            </p:cNvPr>
            <p:cNvSpPr/>
            <p:nvPr/>
          </p:nvSpPr>
          <p:spPr>
            <a:xfrm>
              <a:off x="1507745" y="3695631"/>
              <a:ext cx="15466" cy="154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2" name="ellipse_2561">
              <a:extLst>
                <a:ext uri="{FF2B5EF4-FFF2-40B4-BE49-F238E27FC236}">
                  <a16:creationId xmlns:a16="http://schemas.microsoft.com/office/drawing/2014/main" id="{8C7DA677-3888-4202-A04C-7620A39B2E4D}"/>
                </a:ext>
              </a:extLst>
            </p:cNvPr>
            <p:cNvSpPr/>
            <p:nvPr/>
          </p:nvSpPr>
          <p:spPr>
            <a:xfrm>
              <a:off x="1432818" y="3538051"/>
              <a:ext cx="19094" cy="1909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3" name="ellipse_2562">
              <a:extLst>
                <a:ext uri="{FF2B5EF4-FFF2-40B4-BE49-F238E27FC236}">
                  <a16:creationId xmlns:a16="http://schemas.microsoft.com/office/drawing/2014/main" id="{6B6B1D76-AF18-D1B4-5D5A-FD370D24EE83}"/>
                </a:ext>
              </a:extLst>
            </p:cNvPr>
            <p:cNvSpPr/>
            <p:nvPr/>
          </p:nvSpPr>
          <p:spPr>
            <a:xfrm>
              <a:off x="1511410" y="3670510"/>
              <a:ext cx="18124" cy="18124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4" name="ellipse_2563">
              <a:extLst>
                <a:ext uri="{FF2B5EF4-FFF2-40B4-BE49-F238E27FC236}">
                  <a16:creationId xmlns:a16="http://schemas.microsoft.com/office/drawing/2014/main" id="{3CC5AD1D-2C48-BA7A-5B77-18257E783D24}"/>
                </a:ext>
              </a:extLst>
            </p:cNvPr>
            <p:cNvSpPr/>
            <p:nvPr/>
          </p:nvSpPr>
          <p:spPr>
            <a:xfrm>
              <a:off x="1465959" y="3697582"/>
              <a:ext cx="20714" cy="20714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5" name="ellipse_2564">
              <a:extLst>
                <a:ext uri="{FF2B5EF4-FFF2-40B4-BE49-F238E27FC236}">
                  <a16:creationId xmlns:a16="http://schemas.microsoft.com/office/drawing/2014/main" id="{365F4308-8CD1-ACFC-0218-EA06C7AB26F6}"/>
                </a:ext>
              </a:extLst>
            </p:cNvPr>
            <p:cNvSpPr/>
            <p:nvPr/>
          </p:nvSpPr>
          <p:spPr>
            <a:xfrm>
              <a:off x="1421039" y="3688264"/>
              <a:ext cx="20580" cy="2058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6" name="ellipse_2565">
              <a:extLst>
                <a:ext uri="{FF2B5EF4-FFF2-40B4-BE49-F238E27FC236}">
                  <a16:creationId xmlns:a16="http://schemas.microsoft.com/office/drawing/2014/main" id="{3672DCC8-AFAE-5AA5-723A-C807168ECAD5}"/>
                </a:ext>
              </a:extLst>
            </p:cNvPr>
            <p:cNvSpPr/>
            <p:nvPr/>
          </p:nvSpPr>
          <p:spPr>
            <a:xfrm>
              <a:off x="1317547" y="3643031"/>
              <a:ext cx="24656" cy="24656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7" name="ellipse_2566">
              <a:extLst>
                <a:ext uri="{FF2B5EF4-FFF2-40B4-BE49-F238E27FC236}">
                  <a16:creationId xmlns:a16="http://schemas.microsoft.com/office/drawing/2014/main" id="{002F864A-A277-7EDE-09A4-E116CB29A28D}"/>
                </a:ext>
              </a:extLst>
            </p:cNvPr>
            <p:cNvSpPr/>
            <p:nvPr/>
          </p:nvSpPr>
          <p:spPr>
            <a:xfrm>
              <a:off x="1490146" y="3564893"/>
              <a:ext cx="23114" cy="2311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8" name="ellipse_2567">
              <a:extLst>
                <a:ext uri="{FF2B5EF4-FFF2-40B4-BE49-F238E27FC236}">
                  <a16:creationId xmlns:a16="http://schemas.microsoft.com/office/drawing/2014/main" id="{1DDA2240-6422-CB8C-AF7F-8F4FBB854D26}"/>
                </a:ext>
              </a:extLst>
            </p:cNvPr>
            <p:cNvSpPr/>
            <p:nvPr/>
          </p:nvSpPr>
          <p:spPr>
            <a:xfrm>
              <a:off x="1318021" y="3588334"/>
              <a:ext cx="19866" cy="1986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79" name="ellipse_2568">
              <a:extLst>
                <a:ext uri="{FF2B5EF4-FFF2-40B4-BE49-F238E27FC236}">
                  <a16:creationId xmlns:a16="http://schemas.microsoft.com/office/drawing/2014/main" id="{507E16DC-04CF-B410-9AFD-489E4864358C}"/>
                </a:ext>
              </a:extLst>
            </p:cNvPr>
            <p:cNvSpPr/>
            <p:nvPr/>
          </p:nvSpPr>
          <p:spPr>
            <a:xfrm>
              <a:off x="1478242" y="3571021"/>
              <a:ext cx="21106" cy="2110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0" name="ellipse_2569">
              <a:extLst>
                <a:ext uri="{FF2B5EF4-FFF2-40B4-BE49-F238E27FC236}">
                  <a16:creationId xmlns:a16="http://schemas.microsoft.com/office/drawing/2014/main" id="{461218A4-8921-45E2-4609-6C4CD11E497F}"/>
                </a:ext>
              </a:extLst>
            </p:cNvPr>
            <p:cNvSpPr/>
            <p:nvPr/>
          </p:nvSpPr>
          <p:spPr>
            <a:xfrm>
              <a:off x="1317612" y="3652314"/>
              <a:ext cx="17900" cy="179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1" name="ellipse_2570">
              <a:extLst>
                <a:ext uri="{FF2B5EF4-FFF2-40B4-BE49-F238E27FC236}">
                  <a16:creationId xmlns:a16="http://schemas.microsoft.com/office/drawing/2014/main" id="{6C4D5CC9-16B0-6476-3A0B-7C804E5482E5}"/>
                </a:ext>
              </a:extLst>
            </p:cNvPr>
            <p:cNvSpPr/>
            <p:nvPr/>
          </p:nvSpPr>
          <p:spPr>
            <a:xfrm>
              <a:off x="1437620" y="3709822"/>
              <a:ext cx="15418" cy="154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2" name="ellipse_2571">
              <a:extLst>
                <a:ext uri="{FF2B5EF4-FFF2-40B4-BE49-F238E27FC236}">
                  <a16:creationId xmlns:a16="http://schemas.microsoft.com/office/drawing/2014/main" id="{CA7083B0-B183-B390-C6AE-CCCAABB585E9}"/>
                </a:ext>
              </a:extLst>
            </p:cNvPr>
            <p:cNvSpPr/>
            <p:nvPr/>
          </p:nvSpPr>
          <p:spPr>
            <a:xfrm>
              <a:off x="1482151" y="3682518"/>
              <a:ext cx="16703" cy="1670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3" name="ellipse_2572">
              <a:extLst>
                <a:ext uri="{FF2B5EF4-FFF2-40B4-BE49-F238E27FC236}">
                  <a16:creationId xmlns:a16="http://schemas.microsoft.com/office/drawing/2014/main" id="{A75BB714-1412-1833-FF3D-8CC4F5987DCC}"/>
                </a:ext>
              </a:extLst>
            </p:cNvPr>
            <p:cNvSpPr/>
            <p:nvPr/>
          </p:nvSpPr>
          <p:spPr>
            <a:xfrm>
              <a:off x="1411116" y="3562784"/>
              <a:ext cx="21423" cy="21423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4" name="ellipse_2573">
              <a:extLst>
                <a:ext uri="{FF2B5EF4-FFF2-40B4-BE49-F238E27FC236}">
                  <a16:creationId xmlns:a16="http://schemas.microsoft.com/office/drawing/2014/main" id="{A3433B42-0D4E-C6F3-A9BD-D858F22A89CB}"/>
                </a:ext>
              </a:extLst>
            </p:cNvPr>
            <p:cNvSpPr/>
            <p:nvPr/>
          </p:nvSpPr>
          <p:spPr>
            <a:xfrm>
              <a:off x="1454564" y="3537748"/>
              <a:ext cx="19763" cy="1976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5" name="ellipse_2574">
              <a:extLst>
                <a:ext uri="{FF2B5EF4-FFF2-40B4-BE49-F238E27FC236}">
                  <a16:creationId xmlns:a16="http://schemas.microsoft.com/office/drawing/2014/main" id="{0968BD44-3947-46EE-C6A8-F706201B8123}"/>
                </a:ext>
              </a:extLst>
            </p:cNvPr>
            <p:cNvSpPr/>
            <p:nvPr/>
          </p:nvSpPr>
          <p:spPr>
            <a:xfrm>
              <a:off x="1516785" y="3654731"/>
              <a:ext cx="21578" cy="2157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6" name="ellipse_2575">
              <a:extLst>
                <a:ext uri="{FF2B5EF4-FFF2-40B4-BE49-F238E27FC236}">
                  <a16:creationId xmlns:a16="http://schemas.microsoft.com/office/drawing/2014/main" id="{30E967BA-6762-6E14-75E4-178218199979}"/>
                </a:ext>
              </a:extLst>
            </p:cNvPr>
            <p:cNvSpPr/>
            <p:nvPr/>
          </p:nvSpPr>
          <p:spPr>
            <a:xfrm>
              <a:off x="1410634" y="3697683"/>
              <a:ext cx="24162" cy="2416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7" name="ellipse_2576">
              <a:extLst>
                <a:ext uri="{FF2B5EF4-FFF2-40B4-BE49-F238E27FC236}">
                  <a16:creationId xmlns:a16="http://schemas.microsoft.com/office/drawing/2014/main" id="{0FF86A91-3BD9-4F7A-3C41-834CA7EA3163}"/>
                </a:ext>
              </a:extLst>
            </p:cNvPr>
            <p:cNvSpPr/>
            <p:nvPr/>
          </p:nvSpPr>
          <p:spPr>
            <a:xfrm>
              <a:off x="1425946" y="3562304"/>
              <a:ext cx="17525" cy="17525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8" name="ellipse_2577">
              <a:extLst>
                <a:ext uri="{FF2B5EF4-FFF2-40B4-BE49-F238E27FC236}">
                  <a16:creationId xmlns:a16="http://schemas.microsoft.com/office/drawing/2014/main" id="{6C0E0001-F941-F803-550C-0939BC99EC5F}"/>
                </a:ext>
              </a:extLst>
            </p:cNvPr>
            <p:cNvSpPr/>
            <p:nvPr/>
          </p:nvSpPr>
          <p:spPr>
            <a:xfrm>
              <a:off x="1355269" y="3594031"/>
              <a:ext cx="21133" cy="2113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89" name="ellipse_2578">
              <a:extLst>
                <a:ext uri="{FF2B5EF4-FFF2-40B4-BE49-F238E27FC236}">
                  <a16:creationId xmlns:a16="http://schemas.microsoft.com/office/drawing/2014/main" id="{B4947E23-1160-5AB6-BC49-17F898A69AB1}"/>
                </a:ext>
              </a:extLst>
            </p:cNvPr>
            <p:cNvSpPr/>
            <p:nvPr/>
          </p:nvSpPr>
          <p:spPr>
            <a:xfrm>
              <a:off x="1506719" y="3690770"/>
              <a:ext cx="17358" cy="1735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0" name="ellipse_2579">
              <a:extLst>
                <a:ext uri="{FF2B5EF4-FFF2-40B4-BE49-F238E27FC236}">
                  <a16:creationId xmlns:a16="http://schemas.microsoft.com/office/drawing/2014/main" id="{3B62E300-6201-DBD4-4D8B-BD730C1948D2}"/>
                </a:ext>
              </a:extLst>
            </p:cNvPr>
            <p:cNvSpPr/>
            <p:nvPr/>
          </p:nvSpPr>
          <p:spPr>
            <a:xfrm>
              <a:off x="1349195" y="3647004"/>
              <a:ext cx="22300" cy="2230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1" name="ellipse_2580">
              <a:extLst>
                <a:ext uri="{FF2B5EF4-FFF2-40B4-BE49-F238E27FC236}">
                  <a16:creationId xmlns:a16="http://schemas.microsoft.com/office/drawing/2014/main" id="{5E9C15C4-0506-2ADE-DD0D-FF1E3819C366}"/>
                </a:ext>
              </a:extLst>
            </p:cNvPr>
            <p:cNvSpPr/>
            <p:nvPr/>
          </p:nvSpPr>
          <p:spPr>
            <a:xfrm>
              <a:off x="1577404" y="3601425"/>
              <a:ext cx="20206" cy="2020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2" name="ellipse_2581">
              <a:extLst>
                <a:ext uri="{FF2B5EF4-FFF2-40B4-BE49-F238E27FC236}">
                  <a16:creationId xmlns:a16="http://schemas.microsoft.com/office/drawing/2014/main" id="{2C9AA63E-8B78-8547-E314-6AD46F10E94C}"/>
                </a:ext>
              </a:extLst>
            </p:cNvPr>
            <p:cNvSpPr/>
            <p:nvPr/>
          </p:nvSpPr>
          <p:spPr>
            <a:xfrm>
              <a:off x="1509076" y="3554975"/>
              <a:ext cx="15762" cy="157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3" name="ellipse_2582">
              <a:extLst>
                <a:ext uri="{FF2B5EF4-FFF2-40B4-BE49-F238E27FC236}">
                  <a16:creationId xmlns:a16="http://schemas.microsoft.com/office/drawing/2014/main" id="{F379D6B1-7E96-FA3F-45F6-AC1AD27EE619}"/>
                </a:ext>
              </a:extLst>
            </p:cNvPr>
            <p:cNvSpPr/>
            <p:nvPr/>
          </p:nvSpPr>
          <p:spPr>
            <a:xfrm>
              <a:off x="1462460" y="3706007"/>
              <a:ext cx="22750" cy="22750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4" name="ellipse_2583">
              <a:extLst>
                <a:ext uri="{FF2B5EF4-FFF2-40B4-BE49-F238E27FC236}">
                  <a16:creationId xmlns:a16="http://schemas.microsoft.com/office/drawing/2014/main" id="{0D6D6F83-BE22-05E6-6C23-D3EA3FC193E8}"/>
                </a:ext>
              </a:extLst>
            </p:cNvPr>
            <p:cNvSpPr/>
            <p:nvPr/>
          </p:nvSpPr>
          <p:spPr>
            <a:xfrm>
              <a:off x="1439477" y="3526920"/>
              <a:ext cx="21290" cy="21290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5" name="ellipse_2584">
              <a:extLst>
                <a:ext uri="{FF2B5EF4-FFF2-40B4-BE49-F238E27FC236}">
                  <a16:creationId xmlns:a16="http://schemas.microsoft.com/office/drawing/2014/main" id="{DC21D278-5F66-7FF3-38AF-CD8A274C864F}"/>
                </a:ext>
              </a:extLst>
            </p:cNvPr>
            <p:cNvSpPr/>
            <p:nvPr/>
          </p:nvSpPr>
          <p:spPr>
            <a:xfrm>
              <a:off x="1310268" y="3672453"/>
              <a:ext cx="21000" cy="2100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6" name="ellipse_2585">
              <a:extLst>
                <a:ext uri="{FF2B5EF4-FFF2-40B4-BE49-F238E27FC236}">
                  <a16:creationId xmlns:a16="http://schemas.microsoft.com/office/drawing/2014/main" id="{810B6089-F8CE-AF1E-44A2-E19CE3F98374}"/>
                </a:ext>
              </a:extLst>
            </p:cNvPr>
            <p:cNvSpPr/>
            <p:nvPr/>
          </p:nvSpPr>
          <p:spPr>
            <a:xfrm>
              <a:off x="1552938" y="3621802"/>
              <a:ext cx="15605" cy="1560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7" name="ellipse_2586">
              <a:extLst>
                <a:ext uri="{FF2B5EF4-FFF2-40B4-BE49-F238E27FC236}">
                  <a16:creationId xmlns:a16="http://schemas.microsoft.com/office/drawing/2014/main" id="{936648FB-8923-071D-5C16-9AE83904EDF4}"/>
                </a:ext>
              </a:extLst>
            </p:cNvPr>
            <p:cNvSpPr/>
            <p:nvPr/>
          </p:nvSpPr>
          <p:spPr>
            <a:xfrm>
              <a:off x="1558418" y="3676011"/>
              <a:ext cx="22184" cy="2218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8" name="ellipse_2587">
              <a:extLst>
                <a:ext uri="{FF2B5EF4-FFF2-40B4-BE49-F238E27FC236}">
                  <a16:creationId xmlns:a16="http://schemas.microsoft.com/office/drawing/2014/main" id="{68A249AD-82B2-642D-0E5B-F9D155E89E59}"/>
                </a:ext>
              </a:extLst>
            </p:cNvPr>
            <p:cNvSpPr/>
            <p:nvPr/>
          </p:nvSpPr>
          <p:spPr>
            <a:xfrm>
              <a:off x="1456866" y="3525328"/>
              <a:ext cx="23606" cy="23606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599" name="ellipse_2588">
              <a:extLst>
                <a:ext uri="{FF2B5EF4-FFF2-40B4-BE49-F238E27FC236}">
                  <a16:creationId xmlns:a16="http://schemas.microsoft.com/office/drawing/2014/main" id="{942B0B81-0070-46BC-ACA3-2067C02BFA91}"/>
                </a:ext>
              </a:extLst>
            </p:cNvPr>
            <p:cNvSpPr/>
            <p:nvPr/>
          </p:nvSpPr>
          <p:spPr>
            <a:xfrm>
              <a:off x="1364561" y="3569140"/>
              <a:ext cx="22851" cy="22851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0" name="ellipse_2589">
              <a:extLst>
                <a:ext uri="{FF2B5EF4-FFF2-40B4-BE49-F238E27FC236}">
                  <a16:creationId xmlns:a16="http://schemas.microsoft.com/office/drawing/2014/main" id="{D8315276-4E63-5667-B8F5-D755978FB728}"/>
                </a:ext>
              </a:extLst>
            </p:cNvPr>
            <p:cNvSpPr/>
            <p:nvPr/>
          </p:nvSpPr>
          <p:spPr>
            <a:xfrm>
              <a:off x="1539847" y="3619786"/>
              <a:ext cx="18619" cy="1861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1" name="ellipse_2590">
              <a:extLst>
                <a:ext uri="{FF2B5EF4-FFF2-40B4-BE49-F238E27FC236}">
                  <a16:creationId xmlns:a16="http://schemas.microsoft.com/office/drawing/2014/main" id="{3C3E513D-117D-F9C5-E843-4ADE71F1A534}"/>
                </a:ext>
              </a:extLst>
            </p:cNvPr>
            <p:cNvSpPr/>
            <p:nvPr/>
          </p:nvSpPr>
          <p:spPr>
            <a:xfrm>
              <a:off x="1298635" y="3654692"/>
              <a:ext cx="18927" cy="189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2" name="ellipse_2591">
              <a:extLst>
                <a:ext uri="{FF2B5EF4-FFF2-40B4-BE49-F238E27FC236}">
                  <a16:creationId xmlns:a16="http://schemas.microsoft.com/office/drawing/2014/main" id="{E2AF7BF0-DCD7-6A09-DB52-F56C70E67F66}"/>
                </a:ext>
              </a:extLst>
            </p:cNvPr>
            <p:cNvSpPr/>
            <p:nvPr/>
          </p:nvSpPr>
          <p:spPr>
            <a:xfrm>
              <a:off x="1319712" y="3686409"/>
              <a:ext cx="23715" cy="2371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3" name="ellipse_2592">
              <a:extLst>
                <a:ext uri="{FF2B5EF4-FFF2-40B4-BE49-F238E27FC236}">
                  <a16:creationId xmlns:a16="http://schemas.microsoft.com/office/drawing/2014/main" id="{E143882F-D578-D9A7-3A5A-DA653B3888C9}"/>
                </a:ext>
              </a:extLst>
            </p:cNvPr>
            <p:cNvSpPr/>
            <p:nvPr/>
          </p:nvSpPr>
          <p:spPr>
            <a:xfrm>
              <a:off x="1501588" y="3562901"/>
              <a:ext cx="22327" cy="2232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4" name="ellipse_2593">
              <a:extLst>
                <a:ext uri="{FF2B5EF4-FFF2-40B4-BE49-F238E27FC236}">
                  <a16:creationId xmlns:a16="http://schemas.microsoft.com/office/drawing/2014/main" id="{F7C189BD-98A2-3212-4370-8A855532EE5A}"/>
                </a:ext>
              </a:extLst>
            </p:cNvPr>
            <p:cNvSpPr/>
            <p:nvPr/>
          </p:nvSpPr>
          <p:spPr>
            <a:xfrm>
              <a:off x="1466525" y="3529327"/>
              <a:ext cx="15101" cy="15101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5" name="ellipse_2594">
              <a:extLst>
                <a:ext uri="{FF2B5EF4-FFF2-40B4-BE49-F238E27FC236}">
                  <a16:creationId xmlns:a16="http://schemas.microsoft.com/office/drawing/2014/main" id="{D29C3050-F3BC-F8E9-0868-1D4DF604EED0}"/>
                </a:ext>
              </a:extLst>
            </p:cNvPr>
            <p:cNvSpPr/>
            <p:nvPr/>
          </p:nvSpPr>
          <p:spPr>
            <a:xfrm>
              <a:off x="1333290" y="3551629"/>
              <a:ext cx="21303" cy="2130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6" name="ellipse_2595">
              <a:extLst>
                <a:ext uri="{FF2B5EF4-FFF2-40B4-BE49-F238E27FC236}">
                  <a16:creationId xmlns:a16="http://schemas.microsoft.com/office/drawing/2014/main" id="{D9F44062-E9EE-5EEA-475D-44B4E14AD5BE}"/>
                </a:ext>
              </a:extLst>
            </p:cNvPr>
            <p:cNvSpPr/>
            <p:nvPr/>
          </p:nvSpPr>
          <p:spPr>
            <a:xfrm>
              <a:off x="1339812" y="3618696"/>
              <a:ext cx="23994" cy="2399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7" name="ellipse_2596">
              <a:extLst>
                <a:ext uri="{FF2B5EF4-FFF2-40B4-BE49-F238E27FC236}">
                  <a16:creationId xmlns:a16="http://schemas.microsoft.com/office/drawing/2014/main" id="{4F3272BC-EB15-7025-F612-1D23C0456582}"/>
                </a:ext>
              </a:extLst>
            </p:cNvPr>
            <p:cNvSpPr/>
            <p:nvPr/>
          </p:nvSpPr>
          <p:spPr>
            <a:xfrm>
              <a:off x="1322053" y="3616233"/>
              <a:ext cx="19417" cy="19417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8" name="ellipse_2597">
              <a:extLst>
                <a:ext uri="{FF2B5EF4-FFF2-40B4-BE49-F238E27FC236}">
                  <a16:creationId xmlns:a16="http://schemas.microsoft.com/office/drawing/2014/main" id="{701C80F9-9BD9-407B-4A4D-2988E4E7C0AC}"/>
                </a:ext>
              </a:extLst>
            </p:cNvPr>
            <p:cNvSpPr/>
            <p:nvPr/>
          </p:nvSpPr>
          <p:spPr>
            <a:xfrm>
              <a:off x="1442627" y="3702519"/>
              <a:ext cx="16815" cy="1681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09" name="ellipse_2598">
              <a:extLst>
                <a:ext uri="{FF2B5EF4-FFF2-40B4-BE49-F238E27FC236}">
                  <a16:creationId xmlns:a16="http://schemas.microsoft.com/office/drawing/2014/main" id="{899A62A1-E41C-13AF-84CC-F3D2A1497C8A}"/>
                </a:ext>
              </a:extLst>
            </p:cNvPr>
            <p:cNvSpPr/>
            <p:nvPr/>
          </p:nvSpPr>
          <p:spPr>
            <a:xfrm>
              <a:off x="1359926" y="3695336"/>
              <a:ext cx="19088" cy="1908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0" name="ellipse_2599">
              <a:extLst>
                <a:ext uri="{FF2B5EF4-FFF2-40B4-BE49-F238E27FC236}">
                  <a16:creationId xmlns:a16="http://schemas.microsoft.com/office/drawing/2014/main" id="{8BF153AC-D4F4-AB56-2C6C-F682E83BE25F}"/>
                </a:ext>
              </a:extLst>
            </p:cNvPr>
            <p:cNvSpPr/>
            <p:nvPr/>
          </p:nvSpPr>
          <p:spPr>
            <a:xfrm>
              <a:off x="1316114" y="3579850"/>
              <a:ext cx="19778" cy="1977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1" name="ellipse_2600">
              <a:extLst>
                <a:ext uri="{FF2B5EF4-FFF2-40B4-BE49-F238E27FC236}">
                  <a16:creationId xmlns:a16="http://schemas.microsoft.com/office/drawing/2014/main" id="{001666BD-3371-FAE5-BFC1-5AE28485A0B6}"/>
                </a:ext>
              </a:extLst>
            </p:cNvPr>
            <p:cNvSpPr/>
            <p:nvPr/>
          </p:nvSpPr>
          <p:spPr>
            <a:xfrm>
              <a:off x="1434798" y="3553542"/>
              <a:ext cx="17285" cy="172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2" name="ellipse_2601">
              <a:extLst>
                <a:ext uri="{FF2B5EF4-FFF2-40B4-BE49-F238E27FC236}">
                  <a16:creationId xmlns:a16="http://schemas.microsoft.com/office/drawing/2014/main" id="{DD77F914-4A91-13B1-57CC-0A52DDABB50C}"/>
                </a:ext>
              </a:extLst>
            </p:cNvPr>
            <p:cNvSpPr/>
            <p:nvPr/>
          </p:nvSpPr>
          <p:spPr>
            <a:xfrm>
              <a:off x="1494855" y="3573622"/>
              <a:ext cx="23632" cy="236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3" name="TextBox 12177">
            <a:extLst>
              <a:ext uri="{FF2B5EF4-FFF2-40B4-BE49-F238E27FC236}">
                <a16:creationId xmlns:a16="http://schemas.microsoft.com/office/drawing/2014/main" id="{143DC0CC-AE32-B391-6EBD-06307B0FD610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34A2797B-169B-5C15-6C48-BEE276A4608D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829A486D-C26D-332C-AD86-773A9F8C0A91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CCBF7C0-31D7-82E5-85D9-A2196504B5F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7" name="Oval 12178">
            <a:extLst>
              <a:ext uri="{FF2B5EF4-FFF2-40B4-BE49-F238E27FC236}">
                <a16:creationId xmlns:a16="http://schemas.microsoft.com/office/drawing/2014/main" id="{A5996693-4315-D7C4-A829-BF0E2E7CCD80}"/>
              </a:ext>
            </a:extLst>
          </p:cNvPr>
          <p:cNvSpPr/>
          <p:nvPr/>
        </p:nvSpPr>
        <p:spPr>
          <a:xfrm>
            <a:off x="1173722" y="3125064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18" name="TextBox 12186">
            <a:extLst>
              <a:ext uri="{FF2B5EF4-FFF2-40B4-BE49-F238E27FC236}">
                <a16:creationId xmlns:a16="http://schemas.microsoft.com/office/drawing/2014/main" id="{C0F8E56D-743B-1190-AE64-A7FE34121551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D11A8942-669D-8FE3-9821-4570FFF24985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02028F49-EA79-2C34-E162-02BF6E52908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B78178FC-63C3-B9EA-6C4C-55EDAF9B6325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A4D33826-8534-57D5-E5A4-69884F3BA9A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763CD0B8-F857-F6B1-C045-3E46BC02380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2C7A9114-B782-125E-4FC9-817D68D05AF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47586400-15A4-9E60-7D5A-15270E385FFB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82675EB1-5DDC-8703-1688-9393B30C39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38574CE7-73A2-67FD-8519-060464640D1C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EB64704A-976C-0B25-18DD-28708AC928E3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81657C78-5512-5EFF-A7D5-541FAF411EB4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AD2D874-826E-8483-3490-C88C7D8FF6DB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6933E229-98BE-F34D-317A-088D80385A2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78F2761E-C262-5B8B-04D8-7319ADC76E5C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10BC27E9-7345-0F5D-8B1F-0C8554382C57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A11B1404-F6ED-2271-7625-C4A891F27990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6B42F1BA-DED5-E5F5-A474-F1CD633C8B29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42FAC547-0A5D-391A-864E-F3766A1D8EE4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2172C5BF-1123-3BD4-0ABD-A64F16B23E3E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758A1499-85DB-F756-9CC0-615F6D0296A2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DEF43145-7AD3-427B-7228-8D32558504CC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A43722AA-9EE0-A9BB-FE7E-7CDCAE87E13C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43489179-3FE6-1990-9BCD-9C93A3CC5297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61B564CE-6B16-3BBF-A84B-3A73C32D59DA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8994CBBD-12D1-F1BC-1F61-4456D9A76A7F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669B1AB1-4827-8F94-BE95-7727871C9609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E4ABE1C6-444C-FB47-0194-71E165A0B03D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3898EF1F-CCF3-C808-AE25-9524D495381D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4548775F-6400-D677-8952-35BF8012992F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7D10B69D-0FE2-B624-2F7F-E8C63FE54C2F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ACEBDEF1-D4D4-0332-F601-ECD82253005C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6F5BEBE3-6C14-4D36-FDC5-A9E0C7B7F1B1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406B7696-F141-1C83-E18F-AFFE6B7A9938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0B81C9E-3D43-37FF-2B3F-849AA06ABE33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303A1CD5-17F0-8B5C-ABA0-6690209EA294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02202285-7CDB-24A2-9BE1-37280A5C7271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0509DE11-C048-03FE-5E87-1D1364736B1B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2C0EFBD9-D215-375B-2FFA-F74B046C82C9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157BAE8B-5DA6-7975-596C-2A7C383D5B0C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09CEE996-94DC-EAA1-84AE-A7236703F815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7663B0D3-2E7B-EA3E-716C-A70CDC8E9029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74A73489-7F55-E2D4-5328-DF75B2A18028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4EB84358-8261-F22E-6EB6-F6FD55AD8F74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1C596411-E065-BA70-C79E-45F5D8365BD4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BE34EFC8-3CF7-C64C-B78F-6717DFBA7FAE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380E7913-C3D9-14A9-6965-5DE31CE9E197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582F2480-AA4E-BBDC-7680-464E9A591F5A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3A860D55-6EA8-D6A3-E826-DC35F282FAC3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52050C10-DB96-BE5E-FEF3-49DDD3A8F80D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CF893707-81A6-2C4D-76B0-EB4B42FCE026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394EDFE9-A823-7E1F-B296-0B1105988C5B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491FF418-3525-29BC-23C6-9C6A26A05A65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56C9F6EE-9D68-DADC-0DC4-E3CBBCDB86E9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5BE846EA-CC52-386A-DEFA-78DF50758BD6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1828625B-8296-D375-A97B-54E781F65968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8196E77E-E223-585C-35E7-043A0CCB8DBB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6741F160-A057-950A-D96A-3A49B7A0BF64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8EF8F41B-08DA-3253-B26D-60250C3EED02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3E1DD07C-4E30-7FD4-A8CA-9AD0CDAFC7C6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70856C-1AA7-00F4-D22F-214DDCB4BE11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52984578-0D63-F190-D2D8-FC8C92DE026B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A8680880-E661-565B-D108-7135C74862DB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FAEA0EFF-108C-3210-112D-FFC0A7C53648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844CB15E-8B0A-4C90-B87F-B79E09A43EDC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6E9E1E5F-48F6-CD40-3E6E-2E9CADE413F2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9E92102A-53F4-04BE-0388-C6659DC99D1E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B533CA73-7D0B-96CC-ACB1-B2ED39254219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AE6EF0E3-9B54-B868-B28A-3E38AA6A5541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81F13938-C5E8-E858-9144-E2AF8CB5A66D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0510FD25-9A79-0C70-C6F7-E4A1A1E1082D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287EA92E-297B-EEDE-699C-A86A3A995B88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0EB6CED0-813C-3419-C25A-C69CBC508B7A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7E47F0E-5908-EA0A-FF6B-FCE70AAC4C8B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BD206687-89B1-4B0F-EEF7-3F90396AEC71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DB149F77-9554-3BDA-7EB5-332A66BF93DC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D3221D20-FCA8-4C4C-C58C-0368CCF33862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2F343B5E-8900-CFD5-FB4C-220F4C6A8EE4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61D775C5-97A6-D7E1-536A-11655202ACCB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81B10B56-2C80-2B9C-0B9E-B93FAF64DF5A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E1420C3D-7CB7-1D11-35DE-4B008425B6A3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78579F8-0BD2-560B-537C-8BC1BD4F78C7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B540E27E-73A1-329C-EF9C-2C5D113AB8B3}"/>
              </a:ext>
            </a:extLst>
          </p:cNvPr>
          <p:cNvSpPr txBox="1"/>
          <p:nvPr/>
        </p:nvSpPr>
        <p:spPr>
          <a:xfrm>
            <a:off x="3940202" y="3207444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EBF886CC-88EF-BBCF-29EB-C7BBCF49C910}"/>
              </a:ext>
            </a:extLst>
          </p:cNvPr>
          <p:cNvSpPr/>
          <p:nvPr/>
        </p:nvSpPr>
        <p:spPr>
          <a:xfrm>
            <a:off x="4035126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930D649E-C45E-4AF0-F379-CB0EDDE45018}"/>
              </a:ext>
            </a:extLst>
          </p:cNvPr>
          <p:cNvSpPr/>
          <p:nvPr/>
        </p:nvSpPr>
        <p:spPr>
          <a:xfrm>
            <a:off x="4083248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148A4A4D-AFDA-DCFB-BB7C-76E526EA6917}"/>
              </a:ext>
            </a:extLst>
          </p:cNvPr>
          <p:cNvSpPr/>
          <p:nvPr/>
        </p:nvSpPr>
        <p:spPr>
          <a:xfrm>
            <a:off x="4131369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77FF8680-98B1-07BA-019C-83A1D2487A48}"/>
              </a:ext>
            </a:extLst>
          </p:cNvPr>
          <p:cNvSpPr/>
          <p:nvPr/>
        </p:nvSpPr>
        <p:spPr>
          <a:xfrm>
            <a:off x="4179491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0614E115-66A1-C341-6844-7E410522AF74}"/>
              </a:ext>
            </a:extLst>
          </p:cNvPr>
          <p:cNvSpPr/>
          <p:nvPr/>
        </p:nvSpPr>
        <p:spPr>
          <a:xfrm>
            <a:off x="4227612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74C71503-3BCE-88B0-A520-7CC34B1BFB8F}"/>
              </a:ext>
            </a:extLst>
          </p:cNvPr>
          <p:cNvSpPr/>
          <p:nvPr/>
        </p:nvSpPr>
        <p:spPr>
          <a:xfrm>
            <a:off x="4275734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B39808FE-BCF4-3C81-AB07-9F4897C92D27}"/>
              </a:ext>
            </a:extLst>
          </p:cNvPr>
          <p:cNvSpPr txBox="1"/>
          <p:nvPr/>
        </p:nvSpPr>
        <p:spPr>
          <a:xfrm>
            <a:off x="3940202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F4D6FCCB-9C32-2223-E103-8A64FCD4C3F9}"/>
              </a:ext>
            </a:extLst>
          </p:cNvPr>
          <p:cNvSpPr/>
          <p:nvPr/>
        </p:nvSpPr>
        <p:spPr>
          <a:xfrm>
            <a:off x="4035126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8071F223-29BE-44D0-EA39-D122D379FF28}"/>
              </a:ext>
            </a:extLst>
          </p:cNvPr>
          <p:cNvSpPr/>
          <p:nvPr/>
        </p:nvSpPr>
        <p:spPr>
          <a:xfrm>
            <a:off x="4083248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642A5731-5ABD-EB9B-BADD-2CE096B3B00C}"/>
              </a:ext>
            </a:extLst>
          </p:cNvPr>
          <p:cNvSpPr/>
          <p:nvPr/>
        </p:nvSpPr>
        <p:spPr>
          <a:xfrm>
            <a:off x="4131369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1AAF0D81-F3EF-CFC8-B2D4-9490D8DA3970}"/>
              </a:ext>
            </a:extLst>
          </p:cNvPr>
          <p:cNvSpPr/>
          <p:nvPr/>
        </p:nvSpPr>
        <p:spPr>
          <a:xfrm>
            <a:off x="4179491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A01C011F-A5D4-7A3B-E9EB-ABEC1935B7E5}"/>
              </a:ext>
            </a:extLst>
          </p:cNvPr>
          <p:cNvSpPr/>
          <p:nvPr/>
        </p:nvSpPr>
        <p:spPr>
          <a:xfrm>
            <a:off x="4227612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398A0871-019C-5D8F-39FD-3FE1586EA4B3}"/>
              </a:ext>
            </a:extLst>
          </p:cNvPr>
          <p:cNvSpPr/>
          <p:nvPr/>
        </p:nvSpPr>
        <p:spPr>
          <a:xfrm>
            <a:off x="4275734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E3DA013F-F4EF-DD41-2A03-5985B09501CB}"/>
              </a:ext>
            </a:extLst>
          </p:cNvPr>
          <p:cNvSpPr txBox="1"/>
          <p:nvPr/>
        </p:nvSpPr>
        <p:spPr>
          <a:xfrm>
            <a:off x="3940202" y="3332997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30292733-A56E-89DC-1116-B85A279E7DE2}"/>
              </a:ext>
            </a:extLst>
          </p:cNvPr>
          <p:cNvSpPr/>
          <p:nvPr/>
        </p:nvSpPr>
        <p:spPr>
          <a:xfrm>
            <a:off x="4035126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F04A02E6-3847-6C44-3AA9-BA100137A4F9}"/>
              </a:ext>
            </a:extLst>
          </p:cNvPr>
          <p:cNvSpPr/>
          <p:nvPr/>
        </p:nvSpPr>
        <p:spPr>
          <a:xfrm>
            <a:off x="4083248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73C56922-063A-376A-3620-9787F7593674}"/>
              </a:ext>
            </a:extLst>
          </p:cNvPr>
          <p:cNvSpPr/>
          <p:nvPr/>
        </p:nvSpPr>
        <p:spPr>
          <a:xfrm>
            <a:off x="4131369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B40AF900-E6B7-410F-02D0-CA03B1CF5CEC}"/>
              </a:ext>
            </a:extLst>
          </p:cNvPr>
          <p:cNvSpPr/>
          <p:nvPr/>
        </p:nvSpPr>
        <p:spPr>
          <a:xfrm>
            <a:off x="4179491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C9A69938-63CE-A79A-2E27-FB51131B6EA2}"/>
              </a:ext>
            </a:extLst>
          </p:cNvPr>
          <p:cNvSpPr/>
          <p:nvPr/>
        </p:nvSpPr>
        <p:spPr>
          <a:xfrm>
            <a:off x="4227612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AC8D4F7C-FCE3-C28D-EC2B-F1104BB0772C}"/>
              </a:ext>
            </a:extLst>
          </p:cNvPr>
          <p:cNvSpPr/>
          <p:nvPr/>
        </p:nvSpPr>
        <p:spPr>
          <a:xfrm>
            <a:off x="4275734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D9969138-6DB7-95F2-E76C-3CAB8D21CE36}"/>
              </a:ext>
            </a:extLst>
          </p:cNvPr>
          <p:cNvSpPr txBox="1"/>
          <p:nvPr/>
        </p:nvSpPr>
        <p:spPr>
          <a:xfrm>
            <a:off x="4193334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E625B3B0-129B-ECD1-4678-CB01CE8A2218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16DC632E-9D6A-0ED9-52D0-007F5071E386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62962649-92DB-4032-9461-C42B3E41A3D5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404CEA3E-1070-701B-B14F-51818FEBC58E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9082E84A-DE22-A311-7CA2-39A4A7E18B04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6A7EAFD1-5236-9814-63C0-F16237B3D204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52BD5E92-619E-1EC2-EB2C-CC0B2E2A20AB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4C2B1621-70C7-4E09-D77A-9F70E266B566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0AEFDD71-1B60-33B8-E54A-B1B2DE75646F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6A5BACA2-4269-99D5-52A4-CA6186807157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833DBCE4-B186-44BA-66DC-F1386B3D10A0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67D2EEB5-A3A0-79BF-8FDD-FA47B49A7E2D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383E87F0-CB49-CFC6-D008-22E32C07D827}"/>
              </a:ext>
            </a:extLst>
          </p:cNvPr>
          <p:cNvSpPr txBox="1"/>
          <p:nvPr/>
        </p:nvSpPr>
        <p:spPr>
          <a:xfrm>
            <a:off x="3741774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E5BB1F6B-6FC7-7702-9D32-22D740947D6E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FF4B645C-F282-30ED-56EA-C5F126A64939}"/>
              </a:ext>
            </a:extLst>
          </p:cNvPr>
          <p:cNvSpPr txBox="1"/>
          <p:nvPr/>
        </p:nvSpPr>
        <p:spPr>
          <a:xfrm>
            <a:off x="4239652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2F374146-8678-7C00-86AF-38EE05DD713F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0C9D98E4-A88A-27D6-B0A1-1A18A0ED9FE3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312CC5D0-B3A3-E618-C890-2ADE640E6CBF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48EDDB1C-7E77-8919-703B-79F25075ED94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F032FC67-F51C-7F2F-1BF0-79D0585F65E6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62289158-9F33-DF35-C2F5-AA65E04419B7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7343E153-12A5-8E03-0E6F-087969688F0B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F47C0F8E-E638-3D8E-37F9-87E7DB46828C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15A0D4CE-8F29-86C6-DCAA-DCD65C881979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3A7AF14F-3FFC-5BCD-D7FF-4F399E36BEB4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A426ED77-C2AD-8FB4-53A5-20D540E494A0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736A182E-4088-D2F7-1C65-C65EFE0C7A0A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E29D7EA8-5449-D92A-D278-F9C142C3210B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4AF81DBE-4454-9D8E-6726-CCF15367AE43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1D31804F-D219-64B6-1088-6F86567AAAB1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D0494404-EE78-5458-9585-12980F376A0C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0BAD49F5-4CD2-EAB1-9EAA-5198B4280EDC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E6554211-304E-D9C9-A64F-39EB7F32A8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25D957AF-E65E-6C41-A6F1-9197674F7C99}"/>
              </a:ext>
            </a:extLst>
          </p:cNvPr>
          <p:cNvGrpSpPr/>
          <p:nvPr/>
        </p:nvGrpSpPr>
        <p:grpSpPr>
          <a:xfrm>
            <a:off x="4121891" y="457662"/>
            <a:ext cx="287558" cy="196430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1CF6C764-E9A3-8A05-229F-C37542527506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2407D7DF-D678-DF58-FF73-CE904560EC31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6D4100DF-4EE1-CC99-3329-1B0047406A7E}"/>
              </a:ext>
            </a:extLst>
          </p:cNvPr>
          <p:cNvGrpSpPr/>
          <p:nvPr/>
        </p:nvGrpSpPr>
        <p:grpSpPr>
          <a:xfrm>
            <a:off x="4109184" y="735960"/>
            <a:ext cx="307808" cy="174155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B21DB18A-4C9A-2410-0D03-12647FD98CE2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54630D60-895D-BE8F-5DA7-EF0A7438EC0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E76C63E-506C-45D7-4C33-CC4F78325D2C}"/>
              </a:ext>
            </a:extLst>
          </p:cNvPr>
          <p:cNvGrpSpPr/>
          <p:nvPr/>
        </p:nvGrpSpPr>
        <p:grpSpPr>
          <a:xfrm>
            <a:off x="4109970" y="1046710"/>
            <a:ext cx="311858" cy="170105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12EC9162-46C7-1EED-43C0-11811180CA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73CC4C3D-A292-AAAF-6C13-8C8D2DB750CD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4" name="Visual revision native elements">
            <a:extLst>
              <a:ext uri="{FF2B5EF4-FFF2-40B4-BE49-F238E27FC236}">
                <a16:creationId xmlns:a16="http://schemas.microsoft.com/office/drawing/2014/main" id="{56C902D8-D6D7-CEBE-75D6-45586E6D6C62}"/>
              </a:ext>
            </a:extLst>
          </p:cNvPr>
          <p:cNvGrpSpPr/>
          <p:nvPr/>
        </p:nvGrpSpPr>
        <p:grpSpPr>
          <a:xfrm>
            <a:off x="1060070" y="415407"/>
            <a:ext cx="4865197" cy="3926646"/>
            <a:chOff x="2485594" y="976950"/>
            <a:chExt cx="11441916" cy="9234640"/>
          </a:xfrm>
        </p:grpSpPr>
        <p:sp>
          <p:nvSpPr>
            <p:cNvPr id="765" name="Find auxiliary label">
              <a:extLst>
                <a:ext uri="{FF2B5EF4-FFF2-40B4-BE49-F238E27FC236}">
                  <a16:creationId xmlns:a16="http://schemas.microsoft.com/office/drawing/2014/main" id="{48507BF8-7F5C-6C0A-D392-9CAED6074FF3}"/>
                </a:ext>
              </a:extLst>
            </p:cNvPr>
            <p:cNvSpPr>
              <a:spLocks noGrp="1"/>
            </p:cNvSpPr>
            <p:nvPr/>
          </p:nvSpPr>
          <p:spPr>
            <a:xfrm>
              <a:off x="9540969" y="3570727"/>
              <a:ext cx="1019176" cy="37147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6" name="Match auxiliary label">
              <a:extLst>
                <a:ext uri="{FF2B5EF4-FFF2-40B4-BE49-F238E27FC236}">
                  <a16:creationId xmlns:a16="http://schemas.microsoft.com/office/drawing/2014/main" id="{0BE1AAD8-8506-DC94-DA6D-64B952CCC6CA}"/>
                </a:ext>
              </a:extLst>
            </p:cNvPr>
            <p:cNvSpPr>
              <a:spLocks noGrp="1"/>
            </p:cNvSpPr>
            <p:nvPr/>
          </p:nvSpPr>
          <p:spPr>
            <a:xfrm>
              <a:off x="3419475" y="6686550"/>
              <a:ext cx="952500" cy="40957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Auxiliary</a:t>
              </a:r>
            </a:p>
            <a:p>
              <a:pPr algn="ctr">
                <a:defRPr sz="590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90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features</a:t>
              </a:r>
            </a:p>
          </p:txBody>
        </p:sp>
        <p:sp>
          <p:nvSpPr>
            <p:cNvPr id="767" name="Concat label">
              <a:extLst>
                <a:ext uri="{FF2B5EF4-FFF2-40B4-BE49-F238E27FC236}">
                  <a16:creationId xmlns:a16="http://schemas.microsoft.com/office/drawing/2014/main" id="{89E1FAF1-D3EB-B064-C7FF-35478790FD19}"/>
                </a:ext>
              </a:extLst>
            </p:cNvPr>
            <p:cNvSpPr>
              <a:spLocks noGrp="1"/>
            </p:cNvSpPr>
            <p:nvPr/>
          </p:nvSpPr>
          <p:spPr>
            <a:xfrm>
              <a:off x="2485594" y="8487205"/>
              <a:ext cx="609600" cy="190500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68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68" dirty="0" err="1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Concat</a:t>
              </a:r>
              <a:endParaRPr sz="568" dirty="0">
                <a:solidFill>
                  <a:srgbClr val="71808C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68" name="Build four inputs">
              <a:extLst>
                <a:ext uri="{FF2B5EF4-FFF2-40B4-BE49-F238E27FC236}">
                  <a16:creationId xmlns:a16="http://schemas.microsoft.com/office/drawing/2014/main" id="{3A9A2A20-E5B5-4415-C30A-29A96EA0D608}"/>
                </a:ext>
              </a:extLst>
            </p:cNvPr>
            <p:cNvSpPr>
              <a:spLocks noGrp="1"/>
            </p:cNvSpPr>
            <p:nvPr/>
          </p:nvSpPr>
          <p:spPr>
            <a:xfrm>
              <a:off x="10994726" y="976950"/>
              <a:ext cx="2725234" cy="2927983"/>
            </a:xfrm>
            <a:prstGeom prst="roundRect">
              <a:avLst>
                <a:gd name="adj" fmla="val 4554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  <p:txBody>
            <a:bodyPr/>
            <a:lstStyle/>
            <a:p>
              <a:endParaRPr lang="zh-CN" altLang="en-US" dirty="0"/>
            </a:p>
          </p:txBody>
        </p:sp>
        <p:sp>
          <p:nvSpPr>
            <p:cNvPr id="769" name="Site label">
              <a:extLst>
                <a:ext uri="{FF2B5EF4-FFF2-40B4-BE49-F238E27FC236}">
                  <a16:creationId xmlns:a16="http://schemas.microsoft.com/office/drawing/2014/main" id="{4189CD53-8930-C436-878B-94577FA7E3D7}"/>
                </a:ext>
              </a:extLst>
            </p:cNvPr>
            <p:cNvSpPr>
              <a:spLocks noGrp="1"/>
            </p:cNvSpPr>
            <p:nvPr/>
          </p:nvSpPr>
          <p:spPr>
            <a:xfrm>
              <a:off x="11062140" y="1963678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Site</a:t>
              </a:r>
            </a:p>
          </p:txBody>
        </p:sp>
        <p:sp>
          <p:nvSpPr>
            <p:cNvPr id="770" name="Site provenance">
              <a:extLst>
                <a:ext uri="{FF2B5EF4-FFF2-40B4-BE49-F238E27FC236}">
                  <a16:creationId xmlns:a16="http://schemas.microsoft.com/office/drawing/2014/main" id="{15C6E5BA-1C34-B757-EAF7-585CC8914759}"/>
                </a:ext>
              </a:extLst>
            </p:cNvPr>
            <p:cNvSpPr>
              <a:spLocks noGrp="1"/>
            </p:cNvSpPr>
            <p:nvPr/>
          </p:nvSpPr>
          <p:spPr>
            <a:xfrm>
              <a:off x="11077177" y="2199833"/>
              <a:ext cx="1209676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Find</a:t>
              </a:r>
            </a:p>
          </p:txBody>
        </p:sp>
        <p:sp>
          <p:nvSpPr>
            <p:cNvPr id="771" name="Pocket label">
              <a:extLst>
                <a:ext uri="{FF2B5EF4-FFF2-40B4-BE49-F238E27FC236}">
                  <a16:creationId xmlns:a16="http://schemas.microsoft.com/office/drawing/2014/main" id="{B1AF940D-9511-D115-8971-C752FC65AB90}"/>
                </a:ext>
              </a:extLst>
            </p:cNvPr>
            <p:cNvSpPr>
              <a:spLocks noGrp="1"/>
            </p:cNvSpPr>
            <p:nvPr/>
          </p:nvSpPr>
          <p:spPr>
            <a:xfrm>
              <a:off x="12446455" y="2009387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Pocket</a:t>
              </a:r>
            </a:p>
          </p:txBody>
        </p:sp>
        <p:sp>
          <p:nvSpPr>
            <p:cNvPr id="773" name="SMILES label">
              <a:extLst>
                <a:ext uri="{FF2B5EF4-FFF2-40B4-BE49-F238E27FC236}">
                  <a16:creationId xmlns:a16="http://schemas.microsoft.com/office/drawing/2014/main" id="{A79CAA79-306A-AAC3-3447-0F23AD110A04}"/>
                </a:ext>
              </a:extLst>
            </p:cNvPr>
            <p:cNvSpPr>
              <a:spLocks noGrp="1"/>
            </p:cNvSpPr>
            <p:nvPr/>
          </p:nvSpPr>
          <p:spPr>
            <a:xfrm>
              <a:off x="11078664" y="3370908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SMILES</a:t>
              </a:r>
            </a:p>
          </p:txBody>
        </p:sp>
        <p:sp>
          <p:nvSpPr>
            <p:cNvPr id="774" name="SMILES provenance">
              <a:extLst>
                <a:ext uri="{FF2B5EF4-FFF2-40B4-BE49-F238E27FC236}">
                  <a16:creationId xmlns:a16="http://schemas.microsoft.com/office/drawing/2014/main" id="{C9A04FF6-6CA0-1015-2B47-134B3913B64C}"/>
                </a:ext>
              </a:extLst>
            </p:cNvPr>
            <p:cNvSpPr>
              <a:spLocks noGrp="1"/>
            </p:cNvSpPr>
            <p:nvPr/>
          </p:nvSpPr>
          <p:spPr>
            <a:xfrm>
              <a:off x="11092106" y="3599932"/>
              <a:ext cx="1209676" cy="200024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590" b="0">
                  <a:solidFill>
                    <a:srgbClr val="71808C"/>
                  </a:solidFill>
                  <a:latin typeface="Arial"/>
                  <a:ea typeface="Arial"/>
                  <a:cs typeface="Arial"/>
                </a:defRPr>
              </a:pPr>
              <a:r>
                <a:rPr sz="590" dirty="0">
                  <a:solidFill>
                    <a:srgbClr val="71808C"/>
                  </a:solidFill>
                  <a:latin typeface="Arial"/>
                  <a:ea typeface="Arial"/>
                  <a:cs typeface="Arial"/>
                </a:rPr>
                <a:t>from Match</a:t>
              </a:r>
            </a:p>
          </p:txBody>
        </p:sp>
        <p:sp>
          <p:nvSpPr>
            <p:cNvPr id="775" name="Density input label">
              <a:extLst>
                <a:ext uri="{FF2B5EF4-FFF2-40B4-BE49-F238E27FC236}">
                  <a16:creationId xmlns:a16="http://schemas.microsoft.com/office/drawing/2014/main" id="{1E818860-F0E2-4CBF-C53D-006FABB3EB7F}"/>
                </a:ext>
              </a:extLst>
            </p:cNvPr>
            <p:cNvSpPr>
              <a:spLocks noGrp="1"/>
            </p:cNvSpPr>
            <p:nvPr/>
          </p:nvSpPr>
          <p:spPr>
            <a:xfrm>
              <a:off x="12431539" y="3404320"/>
              <a:ext cx="1209676" cy="238126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</p:txBody>
        </p:sp>
        <p:sp>
          <p:nvSpPr>
            <p:cNvPr id="776" name="Docking tools title">
              <a:extLst>
                <a:ext uri="{FF2B5EF4-FFF2-40B4-BE49-F238E27FC236}">
                  <a16:creationId xmlns:a16="http://schemas.microsoft.com/office/drawing/2014/main" id="{7754A0DD-965D-2CEF-D2CA-17E8AEB259EA}"/>
                </a:ext>
              </a:extLst>
            </p:cNvPr>
            <p:cNvSpPr>
              <a:spLocks noGrp="1"/>
            </p:cNvSpPr>
            <p:nvPr/>
          </p:nvSpPr>
          <p:spPr>
            <a:xfrm>
              <a:off x="11191775" y="4392600"/>
              <a:ext cx="2590801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702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Downstream </a:t>
              </a:r>
              <a:r>
                <a:rPr lang="en-US" b="0" dirty="0"/>
                <a:t>d</a:t>
              </a:r>
              <a:r>
                <a:rPr sz="702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ocking tools</a:t>
              </a:r>
            </a:p>
          </p:txBody>
        </p:sp>
        <p:sp>
          <p:nvSpPr>
            <p:cNvPr id="777" name="Build pose output">
              <a:extLst>
                <a:ext uri="{FF2B5EF4-FFF2-40B4-BE49-F238E27FC236}">
                  <a16:creationId xmlns:a16="http://schemas.microsoft.com/office/drawing/2014/main" id="{6C53CC4C-7535-81E0-4D16-4D12BF741F0D}"/>
                </a:ext>
              </a:extLst>
            </p:cNvPr>
            <p:cNvSpPr>
              <a:spLocks noGrp="1"/>
            </p:cNvSpPr>
            <p:nvPr/>
          </p:nvSpPr>
          <p:spPr>
            <a:xfrm>
              <a:off x="11062547" y="7997501"/>
              <a:ext cx="2602229" cy="2214089"/>
            </a:xfrm>
            <a:prstGeom prst="roundRect">
              <a:avLst>
                <a:gd name="adj" fmla="val 5395"/>
              </a:avLst>
            </a:prstGeom>
            <a:solidFill>
              <a:srgbClr val="FFFFFF"/>
            </a:solidFill>
            <a:ln w="7290">
              <a:solidFill>
                <a:srgbClr val="DFD6C3"/>
              </a:solidFill>
              <a:prstDash val="solid"/>
            </a:ln>
          </p:spPr>
        </p:sp>
        <p:sp>
          <p:nvSpPr>
            <p:cNvPr id="778" name="All atom pose label">
              <a:extLst>
                <a:ext uri="{FF2B5EF4-FFF2-40B4-BE49-F238E27FC236}">
                  <a16:creationId xmlns:a16="http://schemas.microsoft.com/office/drawing/2014/main" id="{4D72616A-DA39-932F-50F4-4BCA037166C0}"/>
                </a:ext>
              </a:extLst>
            </p:cNvPr>
            <p:cNvSpPr>
              <a:spLocks noGrp="1"/>
            </p:cNvSpPr>
            <p:nvPr/>
          </p:nvSpPr>
          <p:spPr>
            <a:xfrm>
              <a:off x="11031910" y="9822113"/>
              <a:ext cx="2895600" cy="276225"/>
            </a:xfrm>
            <a:prstGeom prst="rect">
              <a:avLst/>
            </a:prstGeom>
            <a:noFill/>
            <a:ln w="6885">
              <a:noFill/>
              <a:prstDash val="solid"/>
            </a:ln>
          </p:spPr>
          <p:txBody>
            <a:bodyPr lIns="0" tIns="0" rIns="0" bIns="0" anchor="ctr"/>
            <a:lstStyle>
              <a:def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95" b="1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695" b="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All-atom ligand pose</a:t>
              </a:r>
            </a:p>
          </p:txBody>
        </p:sp>
      </p:grpSp>
      <p:grpSp>
        <p:nvGrpSpPr>
          <p:cNvPr id="779" name="Build | Site p">
            <a:extLst>
              <a:ext uri="{FF2B5EF4-FFF2-40B4-BE49-F238E27FC236}">
                <a16:creationId xmlns:a16="http://schemas.microsoft.com/office/drawing/2014/main" id="{E692944B-B8B5-49B2-B9BD-362565BABDD7}"/>
              </a:ext>
            </a:extLst>
          </p:cNvPr>
          <p:cNvGrpSpPr/>
          <p:nvPr/>
        </p:nvGrpSpPr>
        <p:grpSpPr>
          <a:xfrm>
            <a:off x="4764578" y="482609"/>
            <a:ext cx="413921" cy="347904"/>
            <a:chOff x="156538" y="5645738"/>
            <a:chExt cx="422329" cy="355206"/>
          </a:xfrm>
        </p:grpSpPr>
        <p:grpSp>
          <p:nvGrpSpPr>
            <p:cNvPr id="780" name="d | Site p: local receptor environment">
              <a:extLst>
                <a:ext uri="{FF2B5EF4-FFF2-40B4-BE49-F238E27FC236}">
                  <a16:creationId xmlns:a16="http://schemas.microsoft.com/office/drawing/2014/main" id="{D56F0028-A0CD-D6B0-7B93-C75C236BD02C}"/>
                </a:ext>
              </a:extLst>
            </p:cNvPr>
            <p:cNvGrpSpPr/>
            <p:nvPr/>
          </p:nvGrpSpPr>
          <p:grpSpPr>
            <a:xfrm>
              <a:off x="156538" y="5645738"/>
              <a:ext cx="422329" cy="355206"/>
              <a:chOff x="156538" y="5645738"/>
              <a:chExt cx="422329" cy="355206"/>
            </a:xfrm>
          </p:grpSpPr>
          <p:sp>
            <p:nvSpPr>
              <p:cNvPr id="781" name="ellipse_2785">
                <a:extLst>
                  <a:ext uri="{FF2B5EF4-FFF2-40B4-BE49-F238E27FC236}">
                    <a16:creationId xmlns:a16="http://schemas.microsoft.com/office/drawing/2014/main" id="{E5C27521-2839-8101-C61F-69E84D4EAC1B}"/>
                  </a:ext>
                </a:extLst>
              </p:cNvPr>
              <p:cNvSpPr/>
              <p:nvPr/>
            </p:nvSpPr>
            <p:spPr>
              <a:xfrm>
                <a:off x="222058" y="5716873"/>
                <a:ext cx="33105" cy="3310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2" name="ellipse_2786">
                <a:extLst>
                  <a:ext uri="{FF2B5EF4-FFF2-40B4-BE49-F238E27FC236}">
                    <a16:creationId xmlns:a16="http://schemas.microsoft.com/office/drawing/2014/main" id="{DD4328FD-ECF3-FD9D-72A7-AE8E5D44B2FC}"/>
                  </a:ext>
                </a:extLst>
              </p:cNvPr>
              <p:cNvSpPr/>
              <p:nvPr/>
            </p:nvSpPr>
            <p:spPr>
              <a:xfrm>
                <a:off x="157899" y="5757423"/>
                <a:ext cx="31010" cy="3101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3" name="ellipse_2787">
                <a:extLst>
                  <a:ext uri="{FF2B5EF4-FFF2-40B4-BE49-F238E27FC236}">
                    <a16:creationId xmlns:a16="http://schemas.microsoft.com/office/drawing/2014/main" id="{D768A3E0-9802-885C-C2D9-D8F899BCAFF6}"/>
                  </a:ext>
                </a:extLst>
              </p:cNvPr>
              <p:cNvSpPr/>
              <p:nvPr/>
            </p:nvSpPr>
            <p:spPr>
              <a:xfrm>
                <a:off x="352661" y="5961347"/>
                <a:ext cx="39598" cy="3959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4" name="ellipse_2788">
                <a:extLst>
                  <a:ext uri="{FF2B5EF4-FFF2-40B4-BE49-F238E27FC236}">
                    <a16:creationId xmlns:a16="http://schemas.microsoft.com/office/drawing/2014/main" id="{B2F3CBC2-4A42-C496-46B3-783F73C1B4B7}"/>
                  </a:ext>
                </a:extLst>
              </p:cNvPr>
              <p:cNvSpPr/>
              <p:nvPr/>
            </p:nvSpPr>
            <p:spPr>
              <a:xfrm>
                <a:off x="438877" y="5870428"/>
                <a:ext cx="41094" cy="41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5" name="ellipse_2789">
                <a:extLst>
                  <a:ext uri="{FF2B5EF4-FFF2-40B4-BE49-F238E27FC236}">
                    <a16:creationId xmlns:a16="http://schemas.microsoft.com/office/drawing/2014/main" id="{816AA2C8-6FF9-6D32-71DE-34DB8FDB925A}"/>
                  </a:ext>
                </a:extLst>
              </p:cNvPr>
              <p:cNvSpPr/>
              <p:nvPr/>
            </p:nvSpPr>
            <p:spPr>
              <a:xfrm>
                <a:off x="191193" y="5812140"/>
                <a:ext cx="37340" cy="3734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6" name="ellipse_2790">
                <a:extLst>
                  <a:ext uri="{FF2B5EF4-FFF2-40B4-BE49-F238E27FC236}">
                    <a16:creationId xmlns:a16="http://schemas.microsoft.com/office/drawing/2014/main" id="{67571027-87DB-2ABD-72D5-20B2B38CEE8F}"/>
                  </a:ext>
                </a:extLst>
              </p:cNvPr>
              <p:cNvSpPr/>
              <p:nvPr/>
            </p:nvSpPr>
            <p:spPr>
              <a:xfrm>
                <a:off x="156538" y="5808499"/>
                <a:ext cx="31250" cy="3125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7" name="ellipse_2791">
                <a:extLst>
                  <a:ext uri="{FF2B5EF4-FFF2-40B4-BE49-F238E27FC236}">
                    <a16:creationId xmlns:a16="http://schemas.microsoft.com/office/drawing/2014/main" id="{407C99C0-5673-863A-CB92-B082DB4D3B1A}"/>
                  </a:ext>
                </a:extLst>
              </p:cNvPr>
              <p:cNvSpPr/>
              <p:nvPr/>
            </p:nvSpPr>
            <p:spPr>
              <a:xfrm>
                <a:off x="214413" y="5773744"/>
                <a:ext cx="37480" cy="3748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8" name="ellipse_2792">
                <a:extLst>
                  <a:ext uri="{FF2B5EF4-FFF2-40B4-BE49-F238E27FC236}">
                    <a16:creationId xmlns:a16="http://schemas.microsoft.com/office/drawing/2014/main" id="{07C4DEA4-D0E4-AF89-8C09-AEAAF986F4B9}"/>
                  </a:ext>
                </a:extLst>
              </p:cNvPr>
              <p:cNvSpPr/>
              <p:nvPr/>
            </p:nvSpPr>
            <p:spPr>
              <a:xfrm>
                <a:off x="230297" y="5731041"/>
                <a:ext cx="41343" cy="4134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89" name="ellipse_2793">
                <a:extLst>
                  <a:ext uri="{FF2B5EF4-FFF2-40B4-BE49-F238E27FC236}">
                    <a16:creationId xmlns:a16="http://schemas.microsoft.com/office/drawing/2014/main" id="{B1FF6C47-D94F-1B08-57A7-169DDAC597C1}"/>
                  </a:ext>
                </a:extLst>
              </p:cNvPr>
              <p:cNvSpPr/>
              <p:nvPr/>
            </p:nvSpPr>
            <p:spPr>
              <a:xfrm>
                <a:off x="288920" y="5925724"/>
                <a:ext cx="30597" cy="3059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0" name="ellipse_2794">
                <a:extLst>
                  <a:ext uri="{FF2B5EF4-FFF2-40B4-BE49-F238E27FC236}">
                    <a16:creationId xmlns:a16="http://schemas.microsoft.com/office/drawing/2014/main" id="{EC047C5D-7D7F-9181-DE54-5C9B8CDB7DC9}"/>
                  </a:ext>
                </a:extLst>
              </p:cNvPr>
              <p:cNvSpPr/>
              <p:nvPr/>
            </p:nvSpPr>
            <p:spPr>
              <a:xfrm>
                <a:off x="211344" y="5754420"/>
                <a:ext cx="27111" cy="27111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1" name="ellipse_2795">
                <a:extLst>
                  <a:ext uri="{FF2B5EF4-FFF2-40B4-BE49-F238E27FC236}">
                    <a16:creationId xmlns:a16="http://schemas.microsoft.com/office/drawing/2014/main" id="{5C741507-0440-7F4E-5A00-71203ACC6ABC}"/>
                  </a:ext>
                </a:extLst>
              </p:cNvPr>
              <p:cNvSpPr/>
              <p:nvPr/>
            </p:nvSpPr>
            <p:spPr>
              <a:xfrm>
                <a:off x="328690" y="5965326"/>
                <a:ext cx="32486" cy="3248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2" name="ellipse_2796">
                <a:extLst>
                  <a:ext uri="{FF2B5EF4-FFF2-40B4-BE49-F238E27FC236}">
                    <a16:creationId xmlns:a16="http://schemas.microsoft.com/office/drawing/2014/main" id="{2D4A9350-9216-3214-3E22-8D17B62A1FE6}"/>
                  </a:ext>
                </a:extLst>
              </p:cNvPr>
              <p:cNvSpPr/>
              <p:nvPr/>
            </p:nvSpPr>
            <p:spPr>
              <a:xfrm>
                <a:off x="253216" y="5709285"/>
                <a:ext cx="35201" cy="3520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3" name="ellipse_2797">
                <a:extLst>
                  <a:ext uri="{FF2B5EF4-FFF2-40B4-BE49-F238E27FC236}">
                    <a16:creationId xmlns:a16="http://schemas.microsoft.com/office/drawing/2014/main" id="{F6BF1E55-343F-2961-AA49-9C6C1E2CCC95}"/>
                  </a:ext>
                </a:extLst>
              </p:cNvPr>
              <p:cNvSpPr/>
              <p:nvPr/>
            </p:nvSpPr>
            <p:spPr>
              <a:xfrm>
                <a:off x="200456" y="5781621"/>
                <a:ext cx="33128" cy="3312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4" name="ellipse_2798">
                <a:extLst>
                  <a:ext uri="{FF2B5EF4-FFF2-40B4-BE49-F238E27FC236}">
                    <a16:creationId xmlns:a16="http://schemas.microsoft.com/office/drawing/2014/main" id="{D3EC586D-DC95-23E1-56B8-71AD6E6BB533}"/>
                  </a:ext>
                </a:extLst>
              </p:cNvPr>
              <p:cNvSpPr/>
              <p:nvPr/>
            </p:nvSpPr>
            <p:spPr>
              <a:xfrm>
                <a:off x="310661" y="5909736"/>
                <a:ext cx="36434" cy="364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5" name="ellipse_2799">
                <a:extLst>
                  <a:ext uri="{FF2B5EF4-FFF2-40B4-BE49-F238E27FC236}">
                    <a16:creationId xmlns:a16="http://schemas.microsoft.com/office/drawing/2014/main" id="{C8757D31-906E-8D63-D2AA-3B94CDE7511B}"/>
                  </a:ext>
                </a:extLst>
              </p:cNvPr>
              <p:cNvSpPr/>
              <p:nvPr/>
            </p:nvSpPr>
            <p:spPr>
              <a:xfrm>
                <a:off x="338250" y="5949390"/>
                <a:ext cx="39962" cy="3996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6" name="ellipse_2800">
                <a:extLst>
                  <a:ext uri="{FF2B5EF4-FFF2-40B4-BE49-F238E27FC236}">
                    <a16:creationId xmlns:a16="http://schemas.microsoft.com/office/drawing/2014/main" id="{A5887470-6C76-42CA-4B8F-D100045F87C9}"/>
                  </a:ext>
                </a:extLst>
              </p:cNvPr>
              <p:cNvSpPr/>
              <p:nvPr/>
            </p:nvSpPr>
            <p:spPr>
              <a:xfrm>
                <a:off x="502631" y="5852476"/>
                <a:ext cx="35284" cy="352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7" name="ellipse_2801">
                <a:extLst>
                  <a:ext uri="{FF2B5EF4-FFF2-40B4-BE49-F238E27FC236}">
                    <a16:creationId xmlns:a16="http://schemas.microsoft.com/office/drawing/2014/main" id="{2818E42C-06F1-7DD9-0856-7E660336930F}"/>
                  </a:ext>
                </a:extLst>
              </p:cNvPr>
              <p:cNvSpPr/>
              <p:nvPr/>
            </p:nvSpPr>
            <p:spPr>
              <a:xfrm>
                <a:off x="461331" y="5929487"/>
                <a:ext cx="33865" cy="3386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8" name="ellipse_2802">
                <a:extLst>
                  <a:ext uri="{FF2B5EF4-FFF2-40B4-BE49-F238E27FC236}">
                    <a16:creationId xmlns:a16="http://schemas.microsoft.com/office/drawing/2014/main" id="{1EDB2C4B-E832-194D-366E-58269622855C}"/>
                  </a:ext>
                </a:extLst>
              </p:cNvPr>
              <p:cNvSpPr/>
              <p:nvPr/>
            </p:nvSpPr>
            <p:spPr>
              <a:xfrm>
                <a:off x="486398" y="5815231"/>
                <a:ext cx="28943" cy="2894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799" name="ellipse_2803">
                <a:extLst>
                  <a:ext uri="{FF2B5EF4-FFF2-40B4-BE49-F238E27FC236}">
                    <a16:creationId xmlns:a16="http://schemas.microsoft.com/office/drawing/2014/main" id="{C8DC67D2-9783-6AF8-6969-30D61D522B5D}"/>
                  </a:ext>
                </a:extLst>
              </p:cNvPr>
              <p:cNvSpPr/>
              <p:nvPr/>
            </p:nvSpPr>
            <p:spPr>
              <a:xfrm>
                <a:off x="222653" y="5892536"/>
                <a:ext cx="35084" cy="3508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0" name="ellipse_2804">
                <a:extLst>
                  <a:ext uri="{FF2B5EF4-FFF2-40B4-BE49-F238E27FC236}">
                    <a16:creationId xmlns:a16="http://schemas.microsoft.com/office/drawing/2014/main" id="{17ED473C-768B-BBEE-FDC5-E1F3F4E76B00}"/>
                  </a:ext>
                </a:extLst>
              </p:cNvPr>
              <p:cNvSpPr/>
              <p:nvPr/>
            </p:nvSpPr>
            <p:spPr>
              <a:xfrm>
                <a:off x="417986" y="5893032"/>
                <a:ext cx="35733" cy="3573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1" name="ellipse_2805">
                <a:extLst>
                  <a:ext uri="{FF2B5EF4-FFF2-40B4-BE49-F238E27FC236}">
                    <a16:creationId xmlns:a16="http://schemas.microsoft.com/office/drawing/2014/main" id="{4BF74FB9-44C5-9DA2-3EA9-672B3CC2DB2A}"/>
                  </a:ext>
                </a:extLst>
              </p:cNvPr>
              <p:cNvSpPr/>
              <p:nvPr/>
            </p:nvSpPr>
            <p:spPr>
              <a:xfrm>
                <a:off x="489955" y="5762771"/>
                <a:ext cx="36877" cy="36877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2" name="ellipse_2806">
                <a:extLst>
                  <a:ext uri="{FF2B5EF4-FFF2-40B4-BE49-F238E27FC236}">
                    <a16:creationId xmlns:a16="http://schemas.microsoft.com/office/drawing/2014/main" id="{0920B06A-A93F-0169-27DE-821339147C5F}"/>
                  </a:ext>
                </a:extLst>
              </p:cNvPr>
              <p:cNvSpPr/>
              <p:nvPr/>
            </p:nvSpPr>
            <p:spPr>
              <a:xfrm>
                <a:off x="301737" y="5960812"/>
                <a:ext cx="27261" cy="272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E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3" name="ellipse_2807">
                <a:extLst>
                  <a:ext uri="{FF2B5EF4-FFF2-40B4-BE49-F238E27FC236}">
                    <a16:creationId xmlns:a16="http://schemas.microsoft.com/office/drawing/2014/main" id="{236D1AAD-694A-BBB3-9CA3-3DE266CAE4F4}"/>
                  </a:ext>
                </a:extLst>
              </p:cNvPr>
              <p:cNvSpPr/>
              <p:nvPr/>
            </p:nvSpPr>
            <p:spPr>
              <a:xfrm>
                <a:off x="472780" y="5755231"/>
                <a:ext cx="34925" cy="3492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4" name="ellipse_2808">
                <a:extLst>
                  <a:ext uri="{FF2B5EF4-FFF2-40B4-BE49-F238E27FC236}">
                    <a16:creationId xmlns:a16="http://schemas.microsoft.com/office/drawing/2014/main" id="{C2BFBEA9-2904-BD21-1500-3E7C0D775358}"/>
                  </a:ext>
                </a:extLst>
              </p:cNvPr>
              <p:cNvSpPr/>
              <p:nvPr/>
            </p:nvSpPr>
            <p:spPr>
              <a:xfrm>
                <a:off x="384561" y="5910298"/>
                <a:ext cx="39938" cy="399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5" name="ellipse_2809">
                <a:extLst>
                  <a:ext uri="{FF2B5EF4-FFF2-40B4-BE49-F238E27FC236}">
                    <a16:creationId xmlns:a16="http://schemas.microsoft.com/office/drawing/2014/main" id="{8B4B0046-82A8-A940-2562-4B1C6BB5B561}"/>
                  </a:ext>
                </a:extLst>
              </p:cNvPr>
              <p:cNvSpPr/>
              <p:nvPr/>
            </p:nvSpPr>
            <p:spPr>
              <a:xfrm>
                <a:off x="214896" y="5800999"/>
                <a:ext cx="27799" cy="2779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6" name="ellipse_2810">
                <a:extLst>
                  <a:ext uri="{FF2B5EF4-FFF2-40B4-BE49-F238E27FC236}">
                    <a16:creationId xmlns:a16="http://schemas.microsoft.com/office/drawing/2014/main" id="{B9D64A02-805A-09CD-5AD2-06A217399347}"/>
                  </a:ext>
                </a:extLst>
              </p:cNvPr>
              <p:cNvSpPr/>
              <p:nvPr/>
            </p:nvSpPr>
            <p:spPr>
              <a:xfrm>
                <a:off x="350583" y="5908348"/>
                <a:ext cx="26436" cy="2643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7" name="ellipse_2811">
                <a:extLst>
                  <a:ext uri="{FF2B5EF4-FFF2-40B4-BE49-F238E27FC236}">
                    <a16:creationId xmlns:a16="http://schemas.microsoft.com/office/drawing/2014/main" id="{9CBD91DC-6E01-1211-0404-8770554AFE3F}"/>
                  </a:ext>
                </a:extLst>
              </p:cNvPr>
              <p:cNvSpPr/>
              <p:nvPr/>
            </p:nvSpPr>
            <p:spPr>
              <a:xfrm>
                <a:off x="282756" y="5712473"/>
                <a:ext cx="27768" cy="2776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8" name="ellipse_2812">
                <a:extLst>
                  <a:ext uri="{FF2B5EF4-FFF2-40B4-BE49-F238E27FC236}">
                    <a16:creationId xmlns:a16="http://schemas.microsoft.com/office/drawing/2014/main" id="{FA03AD3F-7B84-5FBF-30A2-81EF6B7D917F}"/>
                  </a:ext>
                </a:extLst>
              </p:cNvPr>
              <p:cNvSpPr/>
              <p:nvPr/>
            </p:nvSpPr>
            <p:spPr>
              <a:xfrm>
                <a:off x="374172" y="5671047"/>
                <a:ext cx="30329" cy="3032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09" name="ellipse_2813">
                <a:extLst>
                  <a:ext uri="{FF2B5EF4-FFF2-40B4-BE49-F238E27FC236}">
                    <a16:creationId xmlns:a16="http://schemas.microsoft.com/office/drawing/2014/main" id="{03C98FEB-BB45-1C0B-AD34-D37EAFD7F83C}"/>
                  </a:ext>
                </a:extLst>
              </p:cNvPr>
              <p:cNvSpPr/>
              <p:nvPr/>
            </p:nvSpPr>
            <p:spPr>
              <a:xfrm>
                <a:off x="420125" y="5682990"/>
                <a:ext cx="26085" cy="2608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0" name="ellipse_2814">
                <a:extLst>
                  <a:ext uri="{FF2B5EF4-FFF2-40B4-BE49-F238E27FC236}">
                    <a16:creationId xmlns:a16="http://schemas.microsoft.com/office/drawing/2014/main" id="{6D8F1200-1639-335B-39C6-BE11264CAD88}"/>
                  </a:ext>
                </a:extLst>
              </p:cNvPr>
              <p:cNvSpPr/>
              <p:nvPr/>
            </p:nvSpPr>
            <p:spPr>
              <a:xfrm>
                <a:off x="487182" y="5836376"/>
                <a:ext cx="35316" cy="353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1" name="ellipse_2815">
                <a:extLst>
                  <a:ext uri="{FF2B5EF4-FFF2-40B4-BE49-F238E27FC236}">
                    <a16:creationId xmlns:a16="http://schemas.microsoft.com/office/drawing/2014/main" id="{A6D284C9-6E7E-4133-B8FE-CD08676ADCCD}"/>
                  </a:ext>
                </a:extLst>
              </p:cNvPr>
              <p:cNvSpPr/>
              <p:nvPr/>
            </p:nvSpPr>
            <p:spPr>
              <a:xfrm>
                <a:off x="494466" y="5772208"/>
                <a:ext cx="40811" cy="4081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2" name="ellipse_2816">
                <a:extLst>
                  <a:ext uri="{FF2B5EF4-FFF2-40B4-BE49-F238E27FC236}">
                    <a16:creationId xmlns:a16="http://schemas.microsoft.com/office/drawing/2014/main" id="{B5CDD390-92EC-BECD-62AE-AF4640767DC4}"/>
                  </a:ext>
                </a:extLst>
              </p:cNvPr>
              <p:cNvSpPr/>
              <p:nvPr/>
            </p:nvSpPr>
            <p:spPr>
              <a:xfrm>
                <a:off x="347990" y="5945745"/>
                <a:ext cx="27119" cy="2711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3" name="ellipse_2817">
                <a:extLst>
                  <a:ext uri="{FF2B5EF4-FFF2-40B4-BE49-F238E27FC236}">
                    <a16:creationId xmlns:a16="http://schemas.microsoft.com/office/drawing/2014/main" id="{797C17D0-AB06-8A05-740A-00F36C5288CC}"/>
                  </a:ext>
                </a:extLst>
              </p:cNvPr>
              <p:cNvSpPr/>
              <p:nvPr/>
            </p:nvSpPr>
            <p:spPr>
              <a:xfrm>
                <a:off x="496587" y="5882763"/>
                <a:ext cx="38312" cy="3831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4" name="ellipse_2818">
                <a:extLst>
                  <a:ext uri="{FF2B5EF4-FFF2-40B4-BE49-F238E27FC236}">
                    <a16:creationId xmlns:a16="http://schemas.microsoft.com/office/drawing/2014/main" id="{08F4C9B1-B416-A1A0-0ED3-70C18D7DD21E}"/>
                  </a:ext>
                </a:extLst>
              </p:cNvPr>
              <p:cNvSpPr/>
              <p:nvPr/>
            </p:nvSpPr>
            <p:spPr>
              <a:xfrm>
                <a:off x="478834" y="5854066"/>
                <a:ext cx="25188" cy="2518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5" name="ellipse_2819">
                <a:extLst>
                  <a:ext uri="{FF2B5EF4-FFF2-40B4-BE49-F238E27FC236}">
                    <a16:creationId xmlns:a16="http://schemas.microsoft.com/office/drawing/2014/main" id="{84F8FB2A-E0F3-9092-422D-F7934CF39C7B}"/>
                  </a:ext>
                </a:extLst>
              </p:cNvPr>
              <p:cNvSpPr/>
              <p:nvPr/>
            </p:nvSpPr>
            <p:spPr>
              <a:xfrm>
                <a:off x="506296" y="5808800"/>
                <a:ext cx="30249" cy="3024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6" name="ellipse_2820">
                <a:extLst>
                  <a:ext uri="{FF2B5EF4-FFF2-40B4-BE49-F238E27FC236}">
                    <a16:creationId xmlns:a16="http://schemas.microsoft.com/office/drawing/2014/main" id="{5E35B08D-A78B-DB3C-9E10-4BAF2579E5C2}"/>
                  </a:ext>
                </a:extLst>
              </p:cNvPr>
              <p:cNvSpPr/>
              <p:nvPr/>
            </p:nvSpPr>
            <p:spPr>
              <a:xfrm>
                <a:off x="293539" y="5658834"/>
                <a:ext cx="25763" cy="257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7" name="ellipse_2821">
                <a:extLst>
                  <a:ext uri="{FF2B5EF4-FFF2-40B4-BE49-F238E27FC236}">
                    <a16:creationId xmlns:a16="http://schemas.microsoft.com/office/drawing/2014/main" id="{9A987D10-2FF2-3C14-2532-A66D1616F462}"/>
                  </a:ext>
                </a:extLst>
              </p:cNvPr>
              <p:cNvSpPr/>
              <p:nvPr/>
            </p:nvSpPr>
            <p:spPr>
              <a:xfrm>
                <a:off x="181742" y="5723425"/>
                <a:ext cx="25033" cy="250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8" name="ellipse_2822">
                <a:extLst>
                  <a:ext uri="{FF2B5EF4-FFF2-40B4-BE49-F238E27FC236}">
                    <a16:creationId xmlns:a16="http://schemas.microsoft.com/office/drawing/2014/main" id="{93309FA9-533F-2304-1A8B-D12B9DE76457}"/>
                  </a:ext>
                </a:extLst>
              </p:cNvPr>
              <p:cNvSpPr/>
              <p:nvPr/>
            </p:nvSpPr>
            <p:spPr>
              <a:xfrm>
                <a:off x="202176" y="5882924"/>
                <a:ext cx="37759" cy="3775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19" name="ellipse_2823">
                <a:extLst>
                  <a:ext uri="{FF2B5EF4-FFF2-40B4-BE49-F238E27FC236}">
                    <a16:creationId xmlns:a16="http://schemas.microsoft.com/office/drawing/2014/main" id="{66A7250F-F63B-CAF7-CDDC-951B9F3E585B}"/>
                  </a:ext>
                </a:extLst>
              </p:cNvPr>
              <p:cNvSpPr/>
              <p:nvPr/>
            </p:nvSpPr>
            <p:spPr>
              <a:xfrm>
                <a:off x="172763" y="5801652"/>
                <a:ext cx="35653" cy="3565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0" name="ellipse_2824">
                <a:extLst>
                  <a:ext uri="{FF2B5EF4-FFF2-40B4-BE49-F238E27FC236}">
                    <a16:creationId xmlns:a16="http://schemas.microsoft.com/office/drawing/2014/main" id="{A69C14E1-B4CF-E432-B58F-944DE5D8883F}"/>
                  </a:ext>
                </a:extLst>
              </p:cNvPr>
              <p:cNvSpPr/>
              <p:nvPr/>
            </p:nvSpPr>
            <p:spPr>
              <a:xfrm>
                <a:off x="554014" y="5811099"/>
                <a:ext cx="24854" cy="2485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1" name="ellipse_2825">
                <a:extLst>
                  <a:ext uri="{FF2B5EF4-FFF2-40B4-BE49-F238E27FC236}">
                    <a16:creationId xmlns:a16="http://schemas.microsoft.com/office/drawing/2014/main" id="{2C23DBFA-8B88-5082-5786-D966FBCFA505}"/>
                  </a:ext>
                </a:extLst>
              </p:cNvPr>
              <p:cNvSpPr/>
              <p:nvPr/>
            </p:nvSpPr>
            <p:spPr>
              <a:xfrm>
                <a:off x="373355" y="5698866"/>
                <a:ext cx="39779" cy="3977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2" name="ellipse_2826">
                <a:extLst>
                  <a:ext uri="{FF2B5EF4-FFF2-40B4-BE49-F238E27FC236}">
                    <a16:creationId xmlns:a16="http://schemas.microsoft.com/office/drawing/2014/main" id="{32AF90E7-B3D2-553D-60FD-F39F38D542F0}"/>
                  </a:ext>
                </a:extLst>
              </p:cNvPr>
              <p:cNvSpPr/>
              <p:nvPr/>
            </p:nvSpPr>
            <p:spPr>
              <a:xfrm>
                <a:off x="457668" y="5878100"/>
                <a:ext cx="24710" cy="247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3" name="ellipse_2827">
                <a:extLst>
                  <a:ext uri="{FF2B5EF4-FFF2-40B4-BE49-F238E27FC236}">
                    <a16:creationId xmlns:a16="http://schemas.microsoft.com/office/drawing/2014/main" id="{5ED37D57-662C-A3FB-15D4-60199EBCAB48}"/>
                  </a:ext>
                </a:extLst>
              </p:cNvPr>
              <p:cNvSpPr/>
              <p:nvPr/>
            </p:nvSpPr>
            <p:spPr>
              <a:xfrm>
                <a:off x="441345" y="5906882"/>
                <a:ext cx="31193" cy="311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4" name="ellipse_2828">
                <a:extLst>
                  <a:ext uri="{FF2B5EF4-FFF2-40B4-BE49-F238E27FC236}">
                    <a16:creationId xmlns:a16="http://schemas.microsoft.com/office/drawing/2014/main" id="{47738A98-47A7-59B8-1145-73019CB55C2D}"/>
                  </a:ext>
                </a:extLst>
              </p:cNvPr>
              <p:cNvSpPr/>
              <p:nvPr/>
            </p:nvSpPr>
            <p:spPr>
              <a:xfrm>
                <a:off x="448501" y="5920842"/>
                <a:ext cx="24983" cy="2498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5" name="ellipse_2829">
                <a:extLst>
                  <a:ext uri="{FF2B5EF4-FFF2-40B4-BE49-F238E27FC236}">
                    <a16:creationId xmlns:a16="http://schemas.microsoft.com/office/drawing/2014/main" id="{3601185F-CEE9-4EC0-B73D-CA3390780DA1}"/>
                  </a:ext>
                </a:extLst>
              </p:cNvPr>
              <p:cNvSpPr/>
              <p:nvPr/>
            </p:nvSpPr>
            <p:spPr>
              <a:xfrm>
                <a:off x="345039" y="5666290"/>
                <a:ext cx="30845" cy="3084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6" name="ellipse_2830">
                <a:extLst>
                  <a:ext uri="{FF2B5EF4-FFF2-40B4-BE49-F238E27FC236}">
                    <a16:creationId xmlns:a16="http://schemas.microsoft.com/office/drawing/2014/main" id="{BE3A87E4-915C-406D-FE17-04F69EEB1580}"/>
                  </a:ext>
                </a:extLst>
              </p:cNvPr>
              <p:cNvSpPr/>
              <p:nvPr/>
            </p:nvSpPr>
            <p:spPr>
              <a:xfrm>
                <a:off x="453220" y="5880263"/>
                <a:ext cx="29276" cy="2927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7" name="ellipse_2831">
                <a:extLst>
                  <a:ext uri="{FF2B5EF4-FFF2-40B4-BE49-F238E27FC236}">
                    <a16:creationId xmlns:a16="http://schemas.microsoft.com/office/drawing/2014/main" id="{7A181311-AC26-A2F7-ECE3-C077A74538B0}"/>
                  </a:ext>
                </a:extLst>
              </p:cNvPr>
              <p:cNvSpPr/>
              <p:nvPr/>
            </p:nvSpPr>
            <p:spPr>
              <a:xfrm>
                <a:off x="390415" y="5923995"/>
                <a:ext cx="33461" cy="3346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8" name="ellipse_2832">
                <a:extLst>
                  <a:ext uri="{FF2B5EF4-FFF2-40B4-BE49-F238E27FC236}">
                    <a16:creationId xmlns:a16="http://schemas.microsoft.com/office/drawing/2014/main" id="{C2E2A854-E53C-4FCC-432A-88E7F7ACD750}"/>
                  </a:ext>
                </a:extLst>
              </p:cNvPr>
              <p:cNvSpPr/>
              <p:nvPr/>
            </p:nvSpPr>
            <p:spPr>
              <a:xfrm>
                <a:off x="328664" y="5908942"/>
                <a:ext cx="33245" cy="3324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29" name="ellipse_2833">
                <a:extLst>
                  <a:ext uri="{FF2B5EF4-FFF2-40B4-BE49-F238E27FC236}">
                    <a16:creationId xmlns:a16="http://schemas.microsoft.com/office/drawing/2014/main" id="{A7B66D38-11CA-2466-6CBB-A7A623E57598}"/>
                  </a:ext>
                </a:extLst>
              </p:cNvPr>
              <p:cNvSpPr/>
              <p:nvPr/>
            </p:nvSpPr>
            <p:spPr>
              <a:xfrm>
                <a:off x="185873" y="5835875"/>
                <a:ext cx="39829" cy="3982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C"/>
                  </a:gs>
                  <a:gs pos="43000">
                    <a:srgbClr val="EEF1F3"/>
                  </a:gs>
                  <a:gs pos="100000">
                    <a:srgbClr val="DEE3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0" name="ellipse_2834">
                <a:extLst>
                  <a:ext uri="{FF2B5EF4-FFF2-40B4-BE49-F238E27FC236}">
                    <a16:creationId xmlns:a16="http://schemas.microsoft.com/office/drawing/2014/main" id="{AD36EB1D-4F82-49C2-95D3-8C778B8C9216}"/>
                  </a:ext>
                </a:extLst>
              </p:cNvPr>
              <p:cNvSpPr/>
              <p:nvPr/>
            </p:nvSpPr>
            <p:spPr>
              <a:xfrm>
                <a:off x="423383" y="5709650"/>
                <a:ext cx="37338" cy="3733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1" name="ellipse_2835">
                <a:extLst>
                  <a:ext uri="{FF2B5EF4-FFF2-40B4-BE49-F238E27FC236}">
                    <a16:creationId xmlns:a16="http://schemas.microsoft.com/office/drawing/2014/main" id="{FF163E24-1329-F2C2-EB5A-E78D388E6B40}"/>
                  </a:ext>
                </a:extLst>
              </p:cNvPr>
              <p:cNvSpPr/>
              <p:nvPr/>
            </p:nvSpPr>
            <p:spPr>
              <a:xfrm>
                <a:off x="187101" y="5747518"/>
                <a:ext cx="32092" cy="3209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2" name="ellipse_2836">
                <a:extLst>
                  <a:ext uri="{FF2B5EF4-FFF2-40B4-BE49-F238E27FC236}">
                    <a16:creationId xmlns:a16="http://schemas.microsoft.com/office/drawing/2014/main" id="{E7E7DC52-C450-DE05-F3CD-856B9D905DC3}"/>
                  </a:ext>
                </a:extLst>
              </p:cNvPr>
              <p:cNvSpPr/>
              <p:nvPr/>
            </p:nvSpPr>
            <p:spPr>
              <a:xfrm>
                <a:off x="407256" y="5719549"/>
                <a:ext cx="34094" cy="34094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3" name="ellipse_2837">
                <a:extLst>
                  <a:ext uri="{FF2B5EF4-FFF2-40B4-BE49-F238E27FC236}">
                    <a16:creationId xmlns:a16="http://schemas.microsoft.com/office/drawing/2014/main" id="{A9D2EDC0-4EF9-EB40-22B5-8AB7BF0DFC01}"/>
                  </a:ext>
                </a:extLst>
              </p:cNvPr>
              <p:cNvSpPr/>
              <p:nvPr/>
            </p:nvSpPr>
            <p:spPr>
              <a:xfrm>
                <a:off x="186775" y="5850869"/>
                <a:ext cx="28916" cy="2891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4" name="ellipse_2838">
                <a:extLst>
                  <a:ext uri="{FF2B5EF4-FFF2-40B4-BE49-F238E27FC236}">
                    <a16:creationId xmlns:a16="http://schemas.microsoft.com/office/drawing/2014/main" id="{55FA52B1-A861-0595-4376-645BB8A5A1B3}"/>
                  </a:ext>
                </a:extLst>
              </p:cNvPr>
              <p:cNvSpPr/>
              <p:nvPr/>
            </p:nvSpPr>
            <p:spPr>
              <a:xfrm>
                <a:off x="352084" y="5943768"/>
                <a:ext cx="24906" cy="249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5" name="ellipse_2839">
                <a:extLst>
                  <a:ext uri="{FF2B5EF4-FFF2-40B4-BE49-F238E27FC236}">
                    <a16:creationId xmlns:a16="http://schemas.microsoft.com/office/drawing/2014/main" id="{70627291-58D2-EF05-2040-E891E82DAD9E}"/>
                  </a:ext>
                </a:extLst>
              </p:cNvPr>
              <p:cNvSpPr/>
              <p:nvPr/>
            </p:nvSpPr>
            <p:spPr>
              <a:xfrm>
                <a:off x="413160" y="5899661"/>
                <a:ext cx="26981" cy="2698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3F5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6" name="ellipse_2840">
                <a:extLst>
                  <a:ext uri="{FF2B5EF4-FFF2-40B4-BE49-F238E27FC236}">
                    <a16:creationId xmlns:a16="http://schemas.microsoft.com/office/drawing/2014/main" id="{E69CF7E5-0F46-072F-5DE5-5AFCB1792E65}"/>
                  </a:ext>
                </a:extLst>
              </p:cNvPr>
              <p:cNvSpPr/>
              <p:nvPr/>
            </p:nvSpPr>
            <p:spPr>
              <a:xfrm>
                <a:off x="314920" y="5706244"/>
                <a:ext cx="34606" cy="34606"/>
              </a:xfrm>
              <a:prstGeom prst="ellipse">
                <a:avLst/>
              </a:prstGeom>
              <a:gradFill flip="none" rotWithShape="1">
                <a:gsLst>
                  <a:gs pos="0">
                    <a:srgbClr val="FCFDFD"/>
                  </a:gs>
                  <a:gs pos="43000">
                    <a:srgbClr val="F1F4F6"/>
                  </a:gs>
                  <a:gs pos="100000">
                    <a:srgbClr val="E2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7" name="ellipse_2841">
                <a:extLst>
                  <a:ext uri="{FF2B5EF4-FFF2-40B4-BE49-F238E27FC236}">
                    <a16:creationId xmlns:a16="http://schemas.microsoft.com/office/drawing/2014/main" id="{4719A840-C530-29E6-328F-900F16B2CC68}"/>
                  </a:ext>
                </a:extLst>
              </p:cNvPr>
              <p:cNvSpPr/>
              <p:nvPr/>
            </p:nvSpPr>
            <p:spPr>
              <a:xfrm>
                <a:off x="374860" y="5665801"/>
                <a:ext cx="31924" cy="3192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8" name="ellipse_2842">
                <a:extLst>
                  <a:ext uri="{FF2B5EF4-FFF2-40B4-BE49-F238E27FC236}">
                    <a16:creationId xmlns:a16="http://schemas.microsoft.com/office/drawing/2014/main" id="{6CC3F987-0C24-0E49-2659-970ACDF4C6FA}"/>
                  </a:ext>
                </a:extLst>
              </p:cNvPr>
              <p:cNvSpPr/>
              <p:nvPr/>
            </p:nvSpPr>
            <p:spPr>
              <a:xfrm>
                <a:off x="460196" y="5854774"/>
                <a:ext cx="34857" cy="3485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39" name="ellipse_2843">
                <a:extLst>
                  <a:ext uri="{FF2B5EF4-FFF2-40B4-BE49-F238E27FC236}">
                    <a16:creationId xmlns:a16="http://schemas.microsoft.com/office/drawing/2014/main" id="{4ACBAB17-E5DC-867F-821C-92454253B9A4}"/>
                  </a:ext>
                </a:extLst>
              </p:cNvPr>
              <p:cNvSpPr/>
              <p:nvPr/>
            </p:nvSpPr>
            <p:spPr>
              <a:xfrm>
                <a:off x="313928" y="5924158"/>
                <a:ext cx="39031" cy="3903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0" name="ellipse_2844">
                <a:extLst>
                  <a:ext uri="{FF2B5EF4-FFF2-40B4-BE49-F238E27FC236}">
                    <a16:creationId xmlns:a16="http://schemas.microsoft.com/office/drawing/2014/main" id="{14BBD13E-6636-B1D3-F2CB-D2201C3BCF3B}"/>
                  </a:ext>
                </a:extLst>
              </p:cNvPr>
              <p:cNvSpPr/>
              <p:nvPr/>
            </p:nvSpPr>
            <p:spPr>
              <a:xfrm>
                <a:off x="335779" y="5705469"/>
                <a:ext cx="28310" cy="2831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1" name="ellipse_2845">
                <a:extLst>
                  <a:ext uri="{FF2B5EF4-FFF2-40B4-BE49-F238E27FC236}">
                    <a16:creationId xmlns:a16="http://schemas.microsoft.com/office/drawing/2014/main" id="{9703E4AF-CF3C-0A2E-4E6F-CEFD43C36E0E}"/>
                  </a:ext>
                </a:extLst>
              </p:cNvPr>
              <p:cNvSpPr/>
              <p:nvPr/>
            </p:nvSpPr>
            <p:spPr>
              <a:xfrm>
                <a:off x="238164" y="5756720"/>
                <a:ext cx="34137" cy="3413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2" name="ellipse_2846">
                <a:extLst>
                  <a:ext uri="{FF2B5EF4-FFF2-40B4-BE49-F238E27FC236}">
                    <a16:creationId xmlns:a16="http://schemas.microsoft.com/office/drawing/2014/main" id="{513E15CB-DE10-907E-6B71-6F97D144D4F7}"/>
                  </a:ext>
                </a:extLst>
              </p:cNvPr>
              <p:cNvSpPr/>
              <p:nvPr/>
            </p:nvSpPr>
            <p:spPr>
              <a:xfrm>
                <a:off x="446862" y="5912990"/>
                <a:ext cx="28039" cy="28039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3" name="ellipse_2847">
                <a:extLst>
                  <a:ext uri="{FF2B5EF4-FFF2-40B4-BE49-F238E27FC236}">
                    <a16:creationId xmlns:a16="http://schemas.microsoft.com/office/drawing/2014/main" id="{02262C9F-05EB-7E85-DBA1-AC4FB6AB3AC3}"/>
                  </a:ext>
                </a:extLst>
              </p:cNvPr>
              <p:cNvSpPr/>
              <p:nvPr/>
            </p:nvSpPr>
            <p:spPr>
              <a:xfrm>
                <a:off x="229673" y="5842292"/>
                <a:ext cx="36022" cy="36022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4" name="ellipse_2848">
                <a:extLst>
                  <a:ext uri="{FF2B5EF4-FFF2-40B4-BE49-F238E27FC236}">
                    <a16:creationId xmlns:a16="http://schemas.microsoft.com/office/drawing/2014/main" id="{429448AF-79B2-43C5-4109-A58D100573F2}"/>
                  </a:ext>
                </a:extLst>
              </p:cNvPr>
              <p:cNvSpPr/>
              <p:nvPr/>
            </p:nvSpPr>
            <p:spPr>
              <a:xfrm>
                <a:off x="543712" y="5768664"/>
                <a:ext cx="32641" cy="3264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2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5" name="ellipse_2849">
                <a:extLst>
                  <a:ext uri="{FF2B5EF4-FFF2-40B4-BE49-F238E27FC236}">
                    <a16:creationId xmlns:a16="http://schemas.microsoft.com/office/drawing/2014/main" id="{0B5DE40D-596D-6A20-7AB3-27B77EAA12AF}"/>
                  </a:ext>
                </a:extLst>
              </p:cNvPr>
              <p:cNvSpPr/>
              <p:nvPr/>
            </p:nvSpPr>
            <p:spPr>
              <a:xfrm>
                <a:off x="450294" y="5693630"/>
                <a:ext cx="25462" cy="2546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6" name="ellipse_2850">
                <a:extLst>
                  <a:ext uri="{FF2B5EF4-FFF2-40B4-BE49-F238E27FC236}">
                    <a16:creationId xmlns:a16="http://schemas.microsoft.com/office/drawing/2014/main" id="{C533ACE2-E91A-8795-52CE-6C5620039EA9}"/>
                  </a:ext>
                </a:extLst>
              </p:cNvPr>
              <p:cNvSpPr/>
              <p:nvPr/>
            </p:nvSpPr>
            <p:spPr>
              <a:xfrm>
                <a:off x="385359" y="5937604"/>
                <a:ext cx="36749" cy="36749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3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7" name="ellipse_2851">
                <a:extLst>
                  <a:ext uri="{FF2B5EF4-FFF2-40B4-BE49-F238E27FC236}">
                    <a16:creationId xmlns:a16="http://schemas.microsoft.com/office/drawing/2014/main" id="{942735DB-41D0-FE0C-D94C-761C9595E5B2}"/>
                  </a:ext>
                </a:extLst>
              </p:cNvPr>
              <p:cNvSpPr/>
              <p:nvPr/>
            </p:nvSpPr>
            <p:spPr>
              <a:xfrm>
                <a:off x="353932" y="5648310"/>
                <a:ext cx="34391" cy="34391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0F3F5"/>
                  </a:gs>
                  <a:gs pos="100000">
                    <a:srgbClr val="E1E5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8" name="ellipse_2852">
                <a:extLst>
                  <a:ext uri="{FF2B5EF4-FFF2-40B4-BE49-F238E27FC236}">
                    <a16:creationId xmlns:a16="http://schemas.microsoft.com/office/drawing/2014/main" id="{06B07611-9AFA-8846-64B3-4FD4AD86A8E7}"/>
                  </a:ext>
                </a:extLst>
              </p:cNvPr>
              <p:cNvSpPr/>
              <p:nvPr/>
            </p:nvSpPr>
            <p:spPr>
              <a:xfrm>
                <a:off x="176305" y="5883401"/>
                <a:ext cx="33923" cy="3392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2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49" name="ellipse_2853">
                <a:extLst>
                  <a:ext uri="{FF2B5EF4-FFF2-40B4-BE49-F238E27FC236}">
                    <a16:creationId xmlns:a16="http://schemas.microsoft.com/office/drawing/2014/main" id="{CF2802C1-8731-EAE4-7091-04DA3600E2EF}"/>
                  </a:ext>
                </a:extLst>
              </p:cNvPr>
              <p:cNvSpPr/>
              <p:nvPr/>
            </p:nvSpPr>
            <p:spPr>
              <a:xfrm>
                <a:off x="510624" y="5801581"/>
                <a:ext cx="25208" cy="25208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0" name="ellipse_2854">
                <a:extLst>
                  <a:ext uri="{FF2B5EF4-FFF2-40B4-BE49-F238E27FC236}">
                    <a16:creationId xmlns:a16="http://schemas.microsoft.com/office/drawing/2014/main" id="{C500A754-B264-027A-B18E-F7B6A5B7C217}"/>
                  </a:ext>
                </a:extLst>
              </p:cNvPr>
              <p:cNvSpPr/>
              <p:nvPr/>
            </p:nvSpPr>
            <p:spPr>
              <a:xfrm>
                <a:off x="517368" y="5889149"/>
                <a:ext cx="35835" cy="35835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1" name="ellipse_2855">
                <a:extLst>
                  <a:ext uri="{FF2B5EF4-FFF2-40B4-BE49-F238E27FC236}">
                    <a16:creationId xmlns:a16="http://schemas.microsoft.com/office/drawing/2014/main" id="{45400633-58D0-A1F4-7135-DC888180B164}"/>
                  </a:ext>
                </a:extLst>
              </p:cNvPr>
              <p:cNvSpPr/>
              <p:nvPr/>
            </p:nvSpPr>
            <p:spPr>
              <a:xfrm>
                <a:off x="377563" y="5645738"/>
                <a:ext cx="38133" cy="3813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F1F3F5"/>
                  </a:gs>
                  <a:gs pos="100000">
                    <a:srgbClr val="E1E6E9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2" name="ellipse_2856">
                <a:extLst>
                  <a:ext uri="{FF2B5EF4-FFF2-40B4-BE49-F238E27FC236}">
                    <a16:creationId xmlns:a16="http://schemas.microsoft.com/office/drawing/2014/main" id="{FDF68A23-C666-E49A-8B07-FBABFD3E067C}"/>
                  </a:ext>
                </a:extLst>
              </p:cNvPr>
              <p:cNvSpPr/>
              <p:nvPr/>
            </p:nvSpPr>
            <p:spPr>
              <a:xfrm>
                <a:off x="250735" y="5716511"/>
                <a:ext cx="36913" cy="3691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D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3" name="ellipse_2857">
                <a:extLst>
                  <a:ext uri="{FF2B5EF4-FFF2-40B4-BE49-F238E27FC236}">
                    <a16:creationId xmlns:a16="http://schemas.microsoft.com/office/drawing/2014/main" id="{15A53EB0-CA9B-605D-D422-877E882CB8AB}"/>
                  </a:ext>
                </a:extLst>
              </p:cNvPr>
              <p:cNvSpPr/>
              <p:nvPr/>
            </p:nvSpPr>
            <p:spPr>
              <a:xfrm>
                <a:off x="492262" y="5798324"/>
                <a:ext cx="30077" cy="3007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3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4" name="ellipse_2858">
                <a:extLst>
                  <a:ext uri="{FF2B5EF4-FFF2-40B4-BE49-F238E27FC236}">
                    <a16:creationId xmlns:a16="http://schemas.microsoft.com/office/drawing/2014/main" id="{3E0F718B-94A9-D5B6-2C9B-5C1CB9B40B2E}"/>
                  </a:ext>
                </a:extLst>
              </p:cNvPr>
              <p:cNvSpPr/>
              <p:nvPr/>
            </p:nvSpPr>
            <p:spPr>
              <a:xfrm>
                <a:off x="160558" y="5854711"/>
                <a:ext cx="30574" cy="3057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5" name="ellipse_2859">
                <a:extLst>
                  <a:ext uri="{FF2B5EF4-FFF2-40B4-BE49-F238E27FC236}">
                    <a16:creationId xmlns:a16="http://schemas.microsoft.com/office/drawing/2014/main" id="{27E7B09D-B0C9-ED2F-D87F-AB977963DFD2}"/>
                  </a:ext>
                </a:extLst>
              </p:cNvPr>
              <p:cNvSpPr/>
              <p:nvPr/>
            </p:nvSpPr>
            <p:spPr>
              <a:xfrm>
                <a:off x="188963" y="5905946"/>
                <a:ext cx="38308" cy="38308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EF1F3"/>
                  </a:gs>
                  <a:gs pos="100000">
                    <a:srgbClr val="DE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6" name="ellipse_2860">
                <a:extLst>
                  <a:ext uri="{FF2B5EF4-FFF2-40B4-BE49-F238E27FC236}">
                    <a16:creationId xmlns:a16="http://schemas.microsoft.com/office/drawing/2014/main" id="{3FA95924-E898-FC0D-04F3-5B944E49A58E}"/>
                  </a:ext>
                </a:extLst>
              </p:cNvPr>
              <p:cNvSpPr/>
              <p:nvPr/>
            </p:nvSpPr>
            <p:spPr>
              <a:xfrm>
                <a:off x="439210" y="5706433"/>
                <a:ext cx="36067" cy="36067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E0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7" name="ellipse_2861">
                <a:extLst>
                  <a:ext uri="{FF2B5EF4-FFF2-40B4-BE49-F238E27FC236}">
                    <a16:creationId xmlns:a16="http://schemas.microsoft.com/office/drawing/2014/main" id="{6C7E4C5C-C63C-242D-2316-A28BA466F23F}"/>
                  </a:ext>
                </a:extLst>
              </p:cNvPr>
              <p:cNvSpPr/>
              <p:nvPr/>
            </p:nvSpPr>
            <p:spPr>
              <a:xfrm>
                <a:off x="391867" y="5652198"/>
                <a:ext cx="24393" cy="2439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8" name="ellipse_2862">
                <a:extLst>
                  <a:ext uri="{FF2B5EF4-FFF2-40B4-BE49-F238E27FC236}">
                    <a16:creationId xmlns:a16="http://schemas.microsoft.com/office/drawing/2014/main" id="{2418601D-61DE-3C9D-FF8A-17CCAAEBF4D1}"/>
                  </a:ext>
                </a:extLst>
              </p:cNvPr>
              <p:cNvSpPr/>
              <p:nvPr/>
            </p:nvSpPr>
            <p:spPr>
              <a:xfrm>
                <a:off x="207923" y="5688224"/>
                <a:ext cx="34413" cy="34413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59" name="ellipse_2863">
                <a:extLst>
                  <a:ext uri="{FF2B5EF4-FFF2-40B4-BE49-F238E27FC236}">
                    <a16:creationId xmlns:a16="http://schemas.microsoft.com/office/drawing/2014/main" id="{DB775623-C772-383B-305A-E779C0260E13}"/>
                  </a:ext>
                </a:extLst>
              </p:cNvPr>
              <p:cNvSpPr/>
              <p:nvPr/>
            </p:nvSpPr>
            <p:spPr>
              <a:xfrm>
                <a:off x="216568" y="5796563"/>
                <a:ext cx="38760" cy="38760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EF1F4"/>
                  </a:gs>
                  <a:gs pos="100000">
                    <a:srgbClr val="DFE4E7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0" name="ellipse_2864">
                <a:extLst>
                  <a:ext uri="{FF2B5EF4-FFF2-40B4-BE49-F238E27FC236}">
                    <a16:creationId xmlns:a16="http://schemas.microsoft.com/office/drawing/2014/main" id="{2DF907DC-B3B0-7361-0097-5DA315AA5D8C}"/>
                  </a:ext>
                </a:extLst>
              </p:cNvPr>
              <p:cNvSpPr/>
              <p:nvPr/>
            </p:nvSpPr>
            <p:spPr>
              <a:xfrm>
                <a:off x="192699" y="5792585"/>
                <a:ext cx="31366" cy="31366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1" name="ellipse_2865">
                <a:extLst>
                  <a:ext uri="{FF2B5EF4-FFF2-40B4-BE49-F238E27FC236}">
                    <a16:creationId xmlns:a16="http://schemas.microsoft.com/office/drawing/2014/main" id="{9A477F01-174A-56E6-76ED-5199D7C2C303}"/>
                  </a:ext>
                </a:extLst>
              </p:cNvPr>
              <p:cNvSpPr/>
              <p:nvPr/>
            </p:nvSpPr>
            <p:spPr>
              <a:xfrm>
                <a:off x="358802" y="5931970"/>
                <a:ext cx="27163" cy="27163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2" name="ellipse_2866">
                <a:extLst>
                  <a:ext uri="{FF2B5EF4-FFF2-40B4-BE49-F238E27FC236}">
                    <a16:creationId xmlns:a16="http://schemas.microsoft.com/office/drawing/2014/main" id="{D97457FD-C5A5-A0C9-45AF-8EAA10587DFF}"/>
                  </a:ext>
                </a:extLst>
              </p:cNvPr>
              <p:cNvSpPr/>
              <p:nvPr/>
            </p:nvSpPr>
            <p:spPr>
              <a:xfrm>
                <a:off x="244814" y="5920367"/>
                <a:ext cx="30834" cy="30834"/>
              </a:xfrm>
              <a:prstGeom prst="ellipse">
                <a:avLst/>
              </a:prstGeom>
              <a:gradFill flip="none" rotWithShape="1">
                <a:gsLst>
                  <a:gs pos="0">
                    <a:srgbClr val="FCFCFD"/>
                  </a:gs>
                  <a:gs pos="43000">
                    <a:srgbClr val="EFF2F4"/>
                  </a:gs>
                  <a:gs pos="100000">
                    <a:srgbClr val="DFE4E8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3" name="ellipse_2867">
                <a:extLst>
                  <a:ext uri="{FF2B5EF4-FFF2-40B4-BE49-F238E27FC236}">
                    <a16:creationId xmlns:a16="http://schemas.microsoft.com/office/drawing/2014/main" id="{441AAB97-A094-8B0B-8610-3546E6933540}"/>
                  </a:ext>
                </a:extLst>
              </p:cNvPr>
              <p:cNvSpPr/>
              <p:nvPr/>
            </p:nvSpPr>
            <p:spPr>
              <a:xfrm>
                <a:off x="184490" y="5733812"/>
                <a:ext cx="31950" cy="31950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4" name="ellipse_2868">
                <a:extLst>
                  <a:ext uri="{FF2B5EF4-FFF2-40B4-BE49-F238E27FC236}">
                    <a16:creationId xmlns:a16="http://schemas.microsoft.com/office/drawing/2014/main" id="{CCED2BEF-2777-DAE8-C148-AE7F4C53F23B}"/>
                  </a:ext>
                </a:extLst>
              </p:cNvPr>
              <p:cNvSpPr/>
              <p:nvPr/>
            </p:nvSpPr>
            <p:spPr>
              <a:xfrm>
                <a:off x="347980" y="5691315"/>
                <a:ext cx="27922" cy="27922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DF0F3"/>
                  </a:gs>
                  <a:gs pos="100000">
                    <a:srgbClr val="DDE2E6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  <p:sp>
            <p:nvSpPr>
              <p:cNvPr id="865" name="ellipse_2869">
                <a:extLst>
                  <a:ext uri="{FF2B5EF4-FFF2-40B4-BE49-F238E27FC236}">
                    <a16:creationId xmlns:a16="http://schemas.microsoft.com/office/drawing/2014/main" id="{7A493CE0-77E0-D2B8-07B4-69E39C9C55D8}"/>
                  </a:ext>
                </a:extLst>
              </p:cNvPr>
              <p:cNvSpPr/>
              <p:nvPr/>
            </p:nvSpPr>
            <p:spPr>
              <a:xfrm>
                <a:off x="429796" y="5723751"/>
                <a:ext cx="38175" cy="38175"/>
              </a:xfrm>
              <a:prstGeom prst="ellipse">
                <a:avLst/>
              </a:prstGeom>
              <a:gradFill flip="none" rotWithShape="1">
                <a:gsLst>
                  <a:gs pos="0">
                    <a:srgbClr val="FBFCFC"/>
                  </a:gs>
                  <a:gs pos="43000">
                    <a:srgbClr val="ECEFF2"/>
                  </a:gs>
                  <a:gs pos="100000">
                    <a:srgbClr val="DCE1E5"/>
                  </a:gs>
                </a:gsLst>
                <a:lin ang="2700000" scaled="1"/>
                <a:tileRect/>
              </a:gradFill>
              <a:ln w="1807" cap="rnd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</p:sp>
        </p:grpSp>
        <p:sp>
          <p:nvSpPr>
            <p:cNvPr id="866" name="Candidate blob | editable contour">
              <a:extLst>
                <a:ext uri="{FF2B5EF4-FFF2-40B4-BE49-F238E27FC236}">
                  <a16:creationId xmlns:a16="http://schemas.microsoft.com/office/drawing/2014/main" id="{6B2273A2-EF08-68FC-FE93-35170855BCC6}"/>
                </a:ext>
              </a:extLst>
            </p:cNvPr>
            <p:cNvSpPr/>
            <p:nvPr/>
          </p:nvSpPr>
          <p:spPr>
            <a:xfrm>
              <a:off x="302286" y="5754734"/>
              <a:ext cx="109391" cy="82087"/>
            </a:xfrm>
            <a:custGeom>
              <a:avLst/>
              <a:gdLst/>
              <a:ahLst/>
              <a:cxnLst/>
              <a:rect l="0" t="0" r="w" b="h"/>
              <a:pathLst>
                <a:path w="109391" h="82087" extrusionOk="0">
                  <a:moveTo>
                    <a:pt x="2562" y="51602"/>
                  </a:moveTo>
                  <a:cubicBezTo>
                    <a:pt x="0" y="42552"/>
                    <a:pt x="9067" y="28738"/>
                    <a:pt x="14388" y="23022"/>
                  </a:cubicBezTo>
                  <a:cubicBezTo>
                    <a:pt x="19710" y="17306"/>
                    <a:pt x="28185" y="20800"/>
                    <a:pt x="34492" y="17306"/>
                  </a:cubicBezTo>
                  <a:cubicBezTo>
                    <a:pt x="40800" y="13813"/>
                    <a:pt x="44348" y="4128"/>
                    <a:pt x="52232" y="2064"/>
                  </a:cubicBezTo>
                  <a:cubicBezTo>
                    <a:pt x="60116" y="0"/>
                    <a:pt x="73913" y="1905"/>
                    <a:pt x="81797" y="4922"/>
                  </a:cubicBezTo>
                  <a:cubicBezTo>
                    <a:pt x="89680" y="7939"/>
                    <a:pt x="95199" y="13813"/>
                    <a:pt x="99535" y="20164"/>
                  </a:cubicBezTo>
                  <a:cubicBezTo>
                    <a:pt x="103872" y="26515"/>
                    <a:pt x="109391" y="35407"/>
                    <a:pt x="107814" y="43028"/>
                  </a:cubicBezTo>
                  <a:cubicBezTo>
                    <a:pt x="106237" y="50649"/>
                    <a:pt x="97565" y="59699"/>
                    <a:pt x="90075" y="65892"/>
                  </a:cubicBezTo>
                  <a:cubicBezTo>
                    <a:pt x="82585" y="72084"/>
                    <a:pt x="72927" y="78276"/>
                    <a:pt x="62875" y="80181"/>
                  </a:cubicBezTo>
                  <a:cubicBezTo>
                    <a:pt x="52823" y="82087"/>
                    <a:pt x="39814" y="82087"/>
                    <a:pt x="29762" y="77323"/>
                  </a:cubicBezTo>
                  <a:cubicBezTo>
                    <a:pt x="19710" y="72560"/>
                    <a:pt x="5125" y="60652"/>
                    <a:pt x="2562" y="51602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7F1F9"/>
                </a:gs>
                <a:gs pos="48000">
                  <a:srgbClr val="79B3DC"/>
                </a:gs>
                <a:gs pos="100000">
                  <a:srgbClr val="5E9ECD"/>
                </a:gs>
              </a:gsLst>
              <a:lin ang="2700000" scaled="1"/>
              <a:tileRect/>
            </a:gradFill>
            <a:ln w="3285" cap="rnd" cmpd="sng" algn="ctr">
              <a:solidFill>
                <a:srgbClr val="68A6D3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67" name="ellipse_2871">
              <a:extLst>
                <a:ext uri="{FF2B5EF4-FFF2-40B4-BE49-F238E27FC236}">
                  <a16:creationId xmlns:a16="http://schemas.microsoft.com/office/drawing/2014/main" id="{F0524EA7-5D43-63EA-DEA0-05A6E571D6B9}"/>
                </a:ext>
              </a:extLst>
            </p:cNvPr>
            <p:cNvSpPr/>
            <p:nvPr/>
          </p:nvSpPr>
          <p:spPr>
            <a:xfrm>
              <a:off x="327317" y="5777757"/>
              <a:ext cx="27200" cy="10479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868" name="Build | Pocket">
            <a:extLst>
              <a:ext uri="{FF2B5EF4-FFF2-40B4-BE49-F238E27FC236}">
                <a16:creationId xmlns:a16="http://schemas.microsoft.com/office/drawing/2014/main" id="{2A9AB223-DC11-0AAF-ED19-0F1767FDAD20}"/>
              </a:ext>
            </a:extLst>
          </p:cNvPr>
          <p:cNvGrpSpPr/>
          <p:nvPr/>
        </p:nvGrpSpPr>
        <p:grpSpPr>
          <a:xfrm>
            <a:off x="5343474" y="482609"/>
            <a:ext cx="430122" cy="347904"/>
            <a:chOff x="1411968" y="5662376"/>
            <a:chExt cx="418007" cy="338292"/>
          </a:xfrm>
        </p:grpSpPr>
        <p:sp>
          <p:nvSpPr>
            <p:cNvPr id="869" name="ellipse_2889">
              <a:extLst>
                <a:ext uri="{FF2B5EF4-FFF2-40B4-BE49-F238E27FC236}">
                  <a16:creationId xmlns:a16="http://schemas.microsoft.com/office/drawing/2014/main" id="{613655D9-9E97-942F-C66A-5D9AE7FB1457}"/>
                </a:ext>
              </a:extLst>
            </p:cNvPr>
            <p:cNvSpPr/>
            <p:nvPr/>
          </p:nvSpPr>
          <p:spPr>
            <a:xfrm>
              <a:off x="1477028" y="5730123"/>
              <a:ext cx="31529" cy="31529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0" name="ellipse_2890">
              <a:extLst>
                <a:ext uri="{FF2B5EF4-FFF2-40B4-BE49-F238E27FC236}">
                  <a16:creationId xmlns:a16="http://schemas.microsoft.com/office/drawing/2014/main" id="{F1F4A97D-8ACC-FC25-1FA8-49BD7F01A6C9}"/>
                </a:ext>
              </a:extLst>
            </p:cNvPr>
            <p:cNvSpPr/>
            <p:nvPr/>
          </p:nvSpPr>
          <p:spPr>
            <a:xfrm>
              <a:off x="1413313" y="5768742"/>
              <a:ext cx="29533" cy="2953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1" name="ellipse_2891">
              <a:extLst>
                <a:ext uri="{FF2B5EF4-FFF2-40B4-BE49-F238E27FC236}">
                  <a16:creationId xmlns:a16="http://schemas.microsoft.com/office/drawing/2014/main" id="{52494A20-F1B2-F11B-541B-7860A4C6CF9E}"/>
                </a:ext>
              </a:extLst>
            </p:cNvPr>
            <p:cNvSpPr/>
            <p:nvPr/>
          </p:nvSpPr>
          <p:spPr>
            <a:xfrm>
              <a:off x="1606772" y="5962955"/>
              <a:ext cx="37712" cy="3771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2" name="ellipse_2892">
              <a:extLst>
                <a:ext uri="{FF2B5EF4-FFF2-40B4-BE49-F238E27FC236}">
                  <a16:creationId xmlns:a16="http://schemas.microsoft.com/office/drawing/2014/main" id="{F71BA74B-B499-D4FE-C387-0D62B8F06129}"/>
                </a:ext>
              </a:extLst>
            </p:cNvPr>
            <p:cNvSpPr/>
            <p:nvPr/>
          </p:nvSpPr>
          <p:spPr>
            <a:xfrm>
              <a:off x="1692365" y="5876366"/>
              <a:ext cx="39137" cy="3913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3" name="ellipse_2893">
              <a:extLst>
                <a:ext uri="{FF2B5EF4-FFF2-40B4-BE49-F238E27FC236}">
                  <a16:creationId xmlns:a16="http://schemas.microsoft.com/office/drawing/2014/main" id="{7055FBD2-8BD2-25D0-8F59-CE7074E630B0}"/>
                </a:ext>
              </a:extLst>
            </p:cNvPr>
            <p:cNvSpPr/>
            <p:nvPr/>
          </p:nvSpPr>
          <p:spPr>
            <a:xfrm>
              <a:off x="1446482" y="5820853"/>
              <a:ext cx="35562" cy="3556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4" name="ellipse_2894">
              <a:extLst>
                <a:ext uri="{FF2B5EF4-FFF2-40B4-BE49-F238E27FC236}">
                  <a16:creationId xmlns:a16="http://schemas.microsoft.com/office/drawing/2014/main" id="{0396956A-8D95-CEB0-4E60-49E4F0AB2051}"/>
                </a:ext>
              </a:extLst>
            </p:cNvPr>
            <p:cNvSpPr/>
            <p:nvPr/>
          </p:nvSpPr>
          <p:spPr>
            <a:xfrm>
              <a:off x="1411968" y="5817386"/>
              <a:ext cx="29762" cy="297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5" name="ellipse_2895">
              <a:extLst>
                <a:ext uri="{FF2B5EF4-FFF2-40B4-BE49-F238E27FC236}">
                  <a16:creationId xmlns:a16="http://schemas.microsoft.com/office/drawing/2014/main" id="{D44CCBEF-0528-0E60-D652-CF4342794341}"/>
                </a:ext>
              </a:extLst>
            </p:cNvPr>
            <p:cNvSpPr/>
            <p:nvPr/>
          </p:nvSpPr>
          <p:spPr>
            <a:xfrm>
              <a:off x="1469529" y="5784286"/>
              <a:ext cx="35695" cy="3569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6" name="ellipse_2896">
              <a:extLst>
                <a:ext uri="{FF2B5EF4-FFF2-40B4-BE49-F238E27FC236}">
                  <a16:creationId xmlns:a16="http://schemas.microsoft.com/office/drawing/2014/main" id="{D6C5A680-CB25-7431-0F3D-1FB59C3AB694}"/>
                </a:ext>
              </a:extLst>
            </p:cNvPr>
            <p:cNvSpPr/>
            <p:nvPr/>
          </p:nvSpPr>
          <p:spPr>
            <a:xfrm>
              <a:off x="1485370" y="5743617"/>
              <a:ext cx="39374" cy="3937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7" name="ellipse_2897">
              <a:extLst>
                <a:ext uri="{FF2B5EF4-FFF2-40B4-BE49-F238E27FC236}">
                  <a16:creationId xmlns:a16="http://schemas.microsoft.com/office/drawing/2014/main" id="{15E5D44F-C485-A768-F790-CF786FC476FB}"/>
                </a:ext>
              </a:extLst>
            </p:cNvPr>
            <p:cNvSpPr/>
            <p:nvPr/>
          </p:nvSpPr>
          <p:spPr>
            <a:xfrm>
              <a:off x="1543334" y="5929029"/>
              <a:ext cx="29140" cy="2914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8" name="ellipse_2898">
              <a:extLst>
                <a:ext uri="{FF2B5EF4-FFF2-40B4-BE49-F238E27FC236}">
                  <a16:creationId xmlns:a16="http://schemas.microsoft.com/office/drawing/2014/main" id="{5A31D843-33A1-271E-D3D9-BBCAF3183C22}"/>
                </a:ext>
              </a:extLst>
            </p:cNvPr>
            <p:cNvSpPr/>
            <p:nvPr/>
          </p:nvSpPr>
          <p:spPr>
            <a:xfrm>
              <a:off x="1466275" y="5765882"/>
              <a:ext cx="25820" cy="25820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79" name="ellipse_2899">
              <a:extLst>
                <a:ext uri="{FF2B5EF4-FFF2-40B4-BE49-F238E27FC236}">
                  <a16:creationId xmlns:a16="http://schemas.microsoft.com/office/drawing/2014/main" id="{786E0C9C-2ADA-39A8-7E2C-BF28E7AB3B0F}"/>
                </a:ext>
              </a:extLst>
            </p:cNvPr>
            <p:cNvSpPr/>
            <p:nvPr/>
          </p:nvSpPr>
          <p:spPr>
            <a:xfrm>
              <a:off x="1582840" y="5966745"/>
              <a:ext cx="30939" cy="3093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6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0" name="ellipse_2900">
              <a:extLst>
                <a:ext uri="{FF2B5EF4-FFF2-40B4-BE49-F238E27FC236}">
                  <a16:creationId xmlns:a16="http://schemas.microsoft.com/office/drawing/2014/main" id="{C9D667C6-A39A-DE70-85EB-FB3077D7FD24}"/>
                </a:ext>
              </a:extLst>
            </p:cNvPr>
            <p:cNvSpPr/>
            <p:nvPr/>
          </p:nvSpPr>
          <p:spPr>
            <a:xfrm>
              <a:off x="1507992" y="5722896"/>
              <a:ext cx="33525" cy="3352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1" name="ellipse_2901">
              <a:extLst>
                <a:ext uri="{FF2B5EF4-FFF2-40B4-BE49-F238E27FC236}">
                  <a16:creationId xmlns:a16="http://schemas.microsoft.com/office/drawing/2014/main" id="{B6AE60C0-42E2-9A7B-1337-25CEFCA80CDC}"/>
                </a:ext>
              </a:extLst>
            </p:cNvPr>
            <p:cNvSpPr/>
            <p:nvPr/>
          </p:nvSpPr>
          <p:spPr>
            <a:xfrm>
              <a:off x="1455591" y="5791788"/>
              <a:ext cx="31551" cy="31551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2" name="ellipse_2902">
              <a:extLst>
                <a:ext uri="{FF2B5EF4-FFF2-40B4-BE49-F238E27FC236}">
                  <a16:creationId xmlns:a16="http://schemas.microsoft.com/office/drawing/2014/main" id="{9D0A3411-2969-01FC-77F8-239B95072F49}"/>
                </a:ext>
              </a:extLst>
            </p:cNvPr>
            <p:cNvSpPr/>
            <p:nvPr/>
          </p:nvSpPr>
          <p:spPr>
            <a:xfrm>
              <a:off x="1565027" y="5913802"/>
              <a:ext cx="34699" cy="346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3" name="ellipse_2903">
              <a:extLst>
                <a:ext uri="{FF2B5EF4-FFF2-40B4-BE49-F238E27FC236}">
                  <a16:creationId xmlns:a16="http://schemas.microsoft.com/office/drawing/2014/main" id="{7678470D-81BC-7924-CBD1-044BBAEF64A3}"/>
                </a:ext>
              </a:extLst>
            </p:cNvPr>
            <p:cNvSpPr/>
            <p:nvPr/>
          </p:nvSpPr>
          <p:spPr>
            <a:xfrm>
              <a:off x="1592477" y="5951568"/>
              <a:ext cx="38059" cy="3805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4" name="ellipse_2904">
              <a:extLst>
                <a:ext uri="{FF2B5EF4-FFF2-40B4-BE49-F238E27FC236}">
                  <a16:creationId xmlns:a16="http://schemas.microsoft.com/office/drawing/2014/main" id="{A0A2C15D-2FF4-B459-F81B-56D955BD0595}"/>
                </a:ext>
              </a:extLst>
            </p:cNvPr>
            <p:cNvSpPr/>
            <p:nvPr/>
          </p:nvSpPr>
          <p:spPr>
            <a:xfrm>
              <a:off x="1755519" y="5859269"/>
              <a:ext cx="33604" cy="336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5" name="ellipse_2905">
              <a:extLst>
                <a:ext uri="{FF2B5EF4-FFF2-40B4-BE49-F238E27FC236}">
                  <a16:creationId xmlns:a16="http://schemas.microsoft.com/office/drawing/2014/main" id="{99CCC3C4-E207-143C-B398-6DB976763F05}"/>
                </a:ext>
              </a:extLst>
            </p:cNvPr>
            <p:cNvSpPr/>
            <p:nvPr/>
          </p:nvSpPr>
          <p:spPr>
            <a:xfrm>
              <a:off x="1714504" y="5932612"/>
              <a:ext cx="32252" cy="3225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6" name="ellipse_2906">
              <a:extLst>
                <a:ext uri="{FF2B5EF4-FFF2-40B4-BE49-F238E27FC236}">
                  <a16:creationId xmlns:a16="http://schemas.microsoft.com/office/drawing/2014/main" id="{15513648-596D-1922-F922-CB1C3EFEC464}"/>
                </a:ext>
              </a:extLst>
            </p:cNvPr>
            <p:cNvSpPr/>
            <p:nvPr/>
          </p:nvSpPr>
          <p:spPr>
            <a:xfrm>
              <a:off x="1739282" y="5823798"/>
              <a:ext cx="27565" cy="27565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9E0E5"/>
                </a:gs>
                <a:gs pos="100000">
                  <a:srgbClr val="B1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7" name="ellipse_2907">
              <a:extLst>
                <a:ext uri="{FF2B5EF4-FFF2-40B4-BE49-F238E27FC236}">
                  <a16:creationId xmlns:a16="http://schemas.microsoft.com/office/drawing/2014/main" id="{6D68552D-95A2-A471-CC16-72FBE72EB4C6}"/>
                </a:ext>
              </a:extLst>
            </p:cNvPr>
            <p:cNvSpPr/>
            <p:nvPr/>
          </p:nvSpPr>
          <p:spPr>
            <a:xfrm>
              <a:off x="1477659" y="5897421"/>
              <a:ext cx="33413" cy="3341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8" name="ellipse_2908">
              <a:extLst>
                <a:ext uri="{FF2B5EF4-FFF2-40B4-BE49-F238E27FC236}">
                  <a16:creationId xmlns:a16="http://schemas.microsoft.com/office/drawing/2014/main" id="{4B47D83A-224F-4902-791F-4F9654899FCE}"/>
                </a:ext>
              </a:extLst>
            </p:cNvPr>
            <p:cNvSpPr/>
            <p:nvPr/>
          </p:nvSpPr>
          <p:spPr>
            <a:xfrm>
              <a:off x="1671524" y="5897894"/>
              <a:ext cx="34031" cy="3403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89" name="ellipse_2909">
              <a:extLst>
                <a:ext uri="{FF2B5EF4-FFF2-40B4-BE49-F238E27FC236}">
                  <a16:creationId xmlns:a16="http://schemas.microsoft.com/office/drawing/2014/main" id="{7C591942-869B-2897-568C-F53B2E0C627A}"/>
                </a:ext>
              </a:extLst>
            </p:cNvPr>
            <p:cNvSpPr/>
            <p:nvPr/>
          </p:nvSpPr>
          <p:spPr>
            <a:xfrm>
              <a:off x="1742971" y="5773835"/>
              <a:ext cx="35121" cy="3512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0" name="ellipse_2910">
              <a:extLst>
                <a:ext uri="{FF2B5EF4-FFF2-40B4-BE49-F238E27FC236}">
                  <a16:creationId xmlns:a16="http://schemas.microsoft.com/office/drawing/2014/main" id="{36297D6E-3FE4-F696-A7FD-5DB144C685F7}"/>
                </a:ext>
              </a:extLst>
            </p:cNvPr>
            <p:cNvSpPr/>
            <p:nvPr/>
          </p:nvSpPr>
          <p:spPr>
            <a:xfrm>
              <a:off x="1555987" y="5962446"/>
              <a:ext cx="25963" cy="2596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9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1" name="ellipse_2911">
              <a:extLst>
                <a:ext uri="{FF2B5EF4-FFF2-40B4-BE49-F238E27FC236}">
                  <a16:creationId xmlns:a16="http://schemas.microsoft.com/office/drawing/2014/main" id="{80E681D7-DD73-6AB1-2B01-355695133168}"/>
                </a:ext>
              </a:extLst>
            </p:cNvPr>
            <p:cNvSpPr/>
            <p:nvPr/>
          </p:nvSpPr>
          <p:spPr>
            <a:xfrm>
              <a:off x="1725888" y="5766654"/>
              <a:ext cx="33262" cy="33262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2" name="ellipse_2912">
              <a:extLst>
                <a:ext uri="{FF2B5EF4-FFF2-40B4-BE49-F238E27FC236}">
                  <a16:creationId xmlns:a16="http://schemas.microsoft.com/office/drawing/2014/main" id="{B172A828-49F4-3ABE-3983-B8F0247AC841}"/>
                </a:ext>
              </a:extLst>
            </p:cNvPr>
            <p:cNvSpPr/>
            <p:nvPr/>
          </p:nvSpPr>
          <p:spPr>
            <a:xfrm>
              <a:off x="1638437" y="5914338"/>
              <a:ext cx="38036" cy="38036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C"/>
                </a:gs>
                <a:gs pos="100000">
                  <a:srgbClr val="A4B1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3" name="ellipse_2913">
              <a:extLst>
                <a:ext uri="{FF2B5EF4-FFF2-40B4-BE49-F238E27FC236}">
                  <a16:creationId xmlns:a16="http://schemas.microsoft.com/office/drawing/2014/main" id="{FDC193DC-2BB3-1FE0-BDA6-D429A4B92713}"/>
                </a:ext>
              </a:extLst>
            </p:cNvPr>
            <p:cNvSpPr/>
            <p:nvPr/>
          </p:nvSpPr>
          <p:spPr>
            <a:xfrm>
              <a:off x="1469814" y="5810243"/>
              <a:ext cx="26475" cy="26475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4" name="ellipse_2914">
              <a:extLst>
                <a:ext uri="{FF2B5EF4-FFF2-40B4-BE49-F238E27FC236}">
                  <a16:creationId xmlns:a16="http://schemas.microsoft.com/office/drawing/2014/main" id="{4134C70B-3E08-8CF2-343A-8C2B59169361}"/>
                </a:ext>
              </a:extLst>
            </p:cNvPr>
            <p:cNvSpPr/>
            <p:nvPr/>
          </p:nvSpPr>
          <p:spPr>
            <a:xfrm>
              <a:off x="1604446" y="5912480"/>
              <a:ext cx="25177" cy="2517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5" name="ellipse_2915">
              <a:extLst>
                <a:ext uri="{FF2B5EF4-FFF2-40B4-BE49-F238E27FC236}">
                  <a16:creationId xmlns:a16="http://schemas.microsoft.com/office/drawing/2014/main" id="{CB7FE310-2D4D-A0C0-774C-2E8F010ABD5B}"/>
                </a:ext>
              </a:extLst>
            </p:cNvPr>
            <p:cNvSpPr/>
            <p:nvPr/>
          </p:nvSpPr>
          <p:spPr>
            <a:xfrm>
              <a:off x="1537160" y="5725932"/>
              <a:ext cx="26446" cy="2644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6" name="ellipse_2916">
              <a:extLst>
                <a:ext uri="{FF2B5EF4-FFF2-40B4-BE49-F238E27FC236}">
                  <a16:creationId xmlns:a16="http://schemas.microsoft.com/office/drawing/2014/main" id="{369BA530-E2E2-A342-B2A9-5587B374823D}"/>
                </a:ext>
              </a:extLst>
            </p:cNvPr>
            <p:cNvSpPr/>
            <p:nvPr/>
          </p:nvSpPr>
          <p:spPr>
            <a:xfrm>
              <a:off x="1627934" y="5686479"/>
              <a:ext cx="28884" cy="288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7" name="ellipse_2917">
              <a:extLst>
                <a:ext uri="{FF2B5EF4-FFF2-40B4-BE49-F238E27FC236}">
                  <a16:creationId xmlns:a16="http://schemas.microsoft.com/office/drawing/2014/main" id="{CE54CFAD-9CD8-9BAF-4E08-2F41734E581E}"/>
                </a:ext>
              </a:extLst>
            </p:cNvPr>
            <p:cNvSpPr/>
            <p:nvPr/>
          </p:nvSpPr>
          <p:spPr>
            <a:xfrm>
              <a:off x="1673455" y="5697854"/>
              <a:ext cx="24843" cy="24843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8" name="ellipse_2918">
              <a:extLst>
                <a:ext uri="{FF2B5EF4-FFF2-40B4-BE49-F238E27FC236}">
                  <a16:creationId xmlns:a16="http://schemas.microsoft.com/office/drawing/2014/main" id="{38C5191E-6151-490D-6000-7FCF4ECB2E24}"/>
                </a:ext>
              </a:extLst>
            </p:cNvPr>
            <p:cNvSpPr/>
            <p:nvPr/>
          </p:nvSpPr>
          <p:spPr>
            <a:xfrm>
              <a:off x="1740188" y="5843935"/>
              <a:ext cx="33634" cy="3363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899" name="ellipse_2919">
              <a:extLst>
                <a:ext uri="{FF2B5EF4-FFF2-40B4-BE49-F238E27FC236}">
                  <a16:creationId xmlns:a16="http://schemas.microsoft.com/office/drawing/2014/main" id="{707341FB-4510-2C5D-8EC6-2110155A9DEC}"/>
                </a:ext>
              </a:extLst>
            </p:cNvPr>
            <p:cNvSpPr/>
            <p:nvPr/>
          </p:nvSpPr>
          <p:spPr>
            <a:xfrm>
              <a:off x="1747527" y="5782823"/>
              <a:ext cx="38868" cy="38868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0" name="ellipse_2920">
              <a:extLst>
                <a:ext uri="{FF2B5EF4-FFF2-40B4-BE49-F238E27FC236}">
                  <a16:creationId xmlns:a16="http://schemas.microsoft.com/office/drawing/2014/main" id="{2DF0A280-3EB8-61D3-657A-50F7024B06B8}"/>
                </a:ext>
              </a:extLst>
            </p:cNvPr>
            <p:cNvSpPr/>
            <p:nvPr/>
          </p:nvSpPr>
          <p:spPr>
            <a:xfrm>
              <a:off x="1601887" y="5948096"/>
              <a:ext cx="25828" cy="2582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1" name="ellipse_2921">
              <a:extLst>
                <a:ext uri="{FF2B5EF4-FFF2-40B4-BE49-F238E27FC236}">
                  <a16:creationId xmlns:a16="http://schemas.microsoft.com/office/drawing/2014/main" id="{3C7D3B04-4C33-797A-D111-D55D128814B4}"/>
                </a:ext>
              </a:extLst>
            </p:cNvPr>
            <p:cNvSpPr/>
            <p:nvPr/>
          </p:nvSpPr>
          <p:spPr>
            <a:xfrm>
              <a:off x="1749582" y="5888113"/>
              <a:ext cx="36487" cy="36487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2" name="ellipse_2922">
              <a:extLst>
                <a:ext uri="{FF2B5EF4-FFF2-40B4-BE49-F238E27FC236}">
                  <a16:creationId xmlns:a16="http://schemas.microsoft.com/office/drawing/2014/main" id="{2C434F96-4BA9-F374-C850-78E8B61307FE}"/>
                </a:ext>
              </a:extLst>
            </p:cNvPr>
            <p:cNvSpPr/>
            <p:nvPr/>
          </p:nvSpPr>
          <p:spPr>
            <a:xfrm>
              <a:off x="1731701" y="5860783"/>
              <a:ext cx="23989" cy="23989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3" name="ellipse_2923">
              <a:extLst>
                <a:ext uri="{FF2B5EF4-FFF2-40B4-BE49-F238E27FC236}">
                  <a16:creationId xmlns:a16="http://schemas.microsoft.com/office/drawing/2014/main" id="{66040366-F22C-7709-B360-26D8DE2F87CE}"/>
                </a:ext>
              </a:extLst>
            </p:cNvPr>
            <p:cNvSpPr/>
            <p:nvPr/>
          </p:nvSpPr>
          <p:spPr>
            <a:xfrm>
              <a:off x="1759056" y="5817672"/>
              <a:ext cx="28808" cy="288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4" name="ellipse_2924">
              <a:extLst>
                <a:ext uri="{FF2B5EF4-FFF2-40B4-BE49-F238E27FC236}">
                  <a16:creationId xmlns:a16="http://schemas.microsoft.com/office/drawing/2014/main" id="{3A33FFA7-63A2-237E-D3E5-FAC2D1777E34}"/>
                </a:ext>
              </a:extLst>
            </p:cNvPr>
            <p:cNvSpPr/>
            <p:nvPr/>
          </p:nvSpPr>
          <p:spPr>
            <a:xfrm>
              <a:off x="1547821" y="5674848"/>
              <a:ext cx="24536" cy="24536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5" name="ellipse_2925">
              <a:extLst>
                <a:ext uri="{FF2B5EF4-FFF2-40B4-BE49-F238E27FC236}">
                  <a16:creationId xmlns:a16="http://schemas.microsoft.com/office/drawing/2014/main" id="{564D9E62-4788-5983-3349-69C367866619}"/>
                </a:ext>
              </a:extLst>
            </p:cNvPr>
            <p:cNvSpPr/>
            <p:nvPr/>
          </p:nvSpPr>
          <p:spPr>
            <a:xfrm>
              <a:off x="1436856" y="5736363"/>
              <a:ext cx="23841" cy="23841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3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6" name="ellipse_2926">
              <a:extLst>
                <a:ext uri="{FF2B5EF4-FFF2-40B4-BE49-F238E27FC236}">
                  <a16:creationId xmlns:a16="http://schemas.microsoft.com/office/drawing/2014/main" id="{13F2744F-58B7-DDA3-3FBA-555F04339E5C}"/>
                </a:ext>
              </a:extLst>
            </p:cNvPr>
            <p:cNvSpPr/>
            <p:nvPr/>
          </p:nvSpPr>
          <p:spPr>
            <a:xfrm>
              <a:off x="1457390" y="5888267"/>
              <a:ext cx="35961" cy="35961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7" name="ellipse_2927">
              <a:extLst>
                <a:ext uri="{FF2B5EF4-FFF2-40B4-BE49-F238E27FC236}">
                  <a16:creationId xmlns:a16="http://schemas.microsoft.com/office/drawing/2014/main" id="{C53F5B55-B94D-7A8D-A2BA-F719B6EBB275}"/>
                </a:ext>
              </a:extLst>
            </p:cNvPr>
            <p:cNvSpPr/>
            <p:nvPr/>
          </p:nvSpPr>
          <p:spPr>
            <a:xfrm>
              <a:off x="1428158" y="5810865"/>
              <a:ext cx="33956" cy="33956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8" name="ellipse_2928">
              <a:extLst>
                <a:ext uri="{FF2B5EF4-FFF2-40B4-BE49-F238E27FC236}">
                  <a16:creationId xmlns:a16="http://schemas.microsoft.com/office/drawing/2014/main" id="{9F2FE578-3DC2-8FB2-95DA-C9DE651EBEE7}"/>
                </a:ext>
              </a:extLst>
            </p:cNvPr>
            <p:cNvSpPr/>
            <p:nvPr/>
          </p:nvSpPr>
          <p:spPr>
            <a:xfrm>
              <a:off x="1806304" y="5819862"/>
              <a:ext cx="23670" cy="23670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09" name="ellipse_2929">
              <a:extLst>
                <a:ext uri="{FF2B5EF4-FFF2-40B4-BE49-F238E27FC236}">
                  <a16:creationId xmlns:a16="http://schemas.microsoft.com/office/drawing/2014/main" id="{143B32B1-65D5-E823-6386-F4E92E29C68C}"/>
                </a:ext>
              </a:extLst>
            </p:cNvPr>
            <p:cNvSpPr/>
            <p:nvPr/>
          </p:nvSpPr>
          <p:spPr>
            <a:xfrm>
              <a:off x="1627313" y="5712973"/>
              <a:ext cx="37885" cy="37885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0" name="ellipse_2930">
              <a:extLst>
                <a:ext uri="{FF2B5EF4-FFF2-40B4-BE49-F238E27FC236}">
                  <a16:creationId xmlns:a16="http://schemas.microsoft.com/office/drawing/2014/main" id="{FDA83CE1-10C3-84D1-DFCE-F314CAE37073}"/>
                </a:ext>
              </a:extLst>
            </p:cNvPr>
            <p:cNvSpPr/>
            <p:nvPr/>
          </p:nvSpPr>
          <p:spPr>
            <a:xfrm>
              <a:off x="1710685" y="5883673"/>
              <a:ext cx="23533" cy="23533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1" name="ellipse_2931">
              <a:extLst>
                <a:ext uri="{FF2B5EF4-FFF2-40B4-BE49-F238E27FC236}">
                  <a16:creationId xmlns:a16="http://schemas.microsoft.com/office/drawing/2014/main" id="{C12AFCC5-020F-6ADF-3265-AF066752A98F}"/>
                </a:ext>
              </a:extLst>
            </p:cNvPr>
            <p:cNvSpPr/>
            <p:nvPr/>
          </p:nvSpPr>
          <p:spPr>
            <a:xfrm>
              <a:off x="1694615" y="5911084"/>
              <a:ext cx="29708" cy="29708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2" name="ellipse_2932">
              <a:extLst>
                <a:ext uri="{FF2B5EF4-FFF2-40B4-BE49-F238E27FC236}">
                  <a16:creationId xmlns:a16="http://schemas.microsoft.com/office/drawing/2014/main" id="{194A9F91-9EBB-0148-08DD-F3B73FE388B6}"/>
                </a:ext>
              </a:extLst>
            </p:cNvPr>
            <p:cNvSpPr/>
            <p:nvPr/>
          </p:nvSpPr>
          <p:spPr>
            <a:xfrm>
              <a:off x="1701593" y="5924380"/>
              <a:ext cx="23793" cy="23793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3" name="ellipse_2933">
              <a:extLst>
                <a:ext uri="{FF2B5EF4-FFF2-40B4-BE49-F238E27FC236}">
                  <a16:creationId xmlns:a16="http://schemas.microsoft.com/office/drawing/2014/main" id="{B3C97BB0-EA24-82D3-9913-45ADCA7C3C94}"/>
                </a:ext>
              </a:extLst>
            </p:cNvPr>
            <p:cNvSpPr/>
            <p:nvPr/>
          </p:nvSpPr>
          <p:spPr>
            <a:xfrm>
              <a:off x="1599033" y="5681949"/>
              <a:ext cx="29376" cy="29376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4" name="ellipse_2934">
              <a:extLst>
                <a:ext uri="{FF2B5EF4-FFF2-40B4-BE49-F238E27FC236}">
                  <a16:creationId xmlns:a16="http://schemas.microsoft.com/office/drawing/2014/main" id="{F5B318D7-00FA-A8AD-0F38-315E0A83E1CF}"/>
                </a:ext>
              </a:extLst>
            </p:cNvPr>
            <p:cNvSpPr/>
            <p:nvPr/>
          </p:nvSpPr>
          <p:spPr>
            <a:xfrm>
              <a:off x="1706363" y="5885733"/>
              <a:ext cx="27882" cy="2788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5" name="ellipse_2935">
              <a:extLst>
                <a:ext uri="{FF2B5EF4-FFF2-40B4-BE49-F238E27FC236}">
                  <a16:creationId xmlns:a16="http://schemas.microsoft.com/office/drawing/2014/main" id="{C001DB30-D02B-04A4-3CFD-F9361633ED59}"/>
                </a:ext>
              </a:extLst>
            </p:cNvPr>
            <p:cNvSpPr/>
            <p:nvPr/>
          </p:nvSpPr>
          <p:spPr>
            <a:xfrm>
              <a:off x="1644117" y="5927383"/>
              <a:ext cx="31868" cy="31868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6" name="ellipse_2936">
              <a:extLst>
                <a:ext uri="{FF2B5EF4-FFF2-40B4-BE49-F238E27FC236}">
                  <a16:creationId xmlns:a16="http://schemas.microsoft.com/office/drawing/2014/main" id="{D16F9D3B-514D-837E-7E48-DEC0428694F2}"/>
                </a:ext>
              </a:extLst>
            </p:cNvPr>
            <p:cNvSpPr/>
            <p:nvPr/>
          </p:nvSpPr>
          <p:spPr>
            <a:xfrm>
              <a:off x="1582830" y="5913046"/>
              <a:ext cx="31662" cy="31662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D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7" name="ellipse_2937">
              <a:extLst>
                <a:ext uri="{FF2B5EF4-FFF2-40B4-BE49-F238E27FC236}">
                  <a16:creationId xmlns:a16="http://schemas.microsoft.com/office/drawing/2014/main" id="{3CB525D5-E884-B6F1-2A33-EF22766751BD}"/>
                </a:ext>
              </a:extLst>
            </p:cNvPr>
            <p:cNvSpPr/>
            <p:nvPr/>
          </p:nvSpPr>
          <p:spPr>
            <a:xfrm>
              <a:off x="1441252" y="5843458"/>
              <a:ext cx="37932" cy="37932"/>
            </a:xfrm>
            <a:prstGeom prst="ellipse">
              <a:avLst/>
            </a:prstGeom>
            <a:gradFill flip="none" rotWithShape="1">
              <a:gsLst>
                <a:gs pos="0">
                  <a:srgbClr val="F6F7F8"/>
                </a:gs>
                <a:gs pos="43000">
                  <a:srgbClr val="D2DADF"/>
                </a:gs>
                <a:gs pos="100000">
                  <a:srgbClr val="A9B5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8" name="ellipse_2938">
              <a:extLst>
                <a:ext uri="{FF2B5EF4-FFF2-40B4-BE49-F238E27FC236}">
                  <a16:creationId xmlns:a16="http://schemas.microsoft.com/office/drawing/2014/main" id="{365602DA-F971-00BA-2D67-AC4C4C3EB322}"/>
                </a:ext>
              </a:extLst>
            </p:cNvPr>
            <p:cNvSpPr/>
            <p:nvPr/>
          </p:nvSpPr>
          <p:spPr>
            <a:xfrm>
              <a:off x="1676913" y="5723244"/>
              <a:ext cx="35560" cy="35560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19" name="ellipse_2939">
              <a:extLst>
                <a:ext uri="{FF2B5EF4-FFF2-40B4-BE49-F238E27FC236}">
                  <a16:creationId xmlns:a16="http://schemas.microsoft.com/office/drawing/2014/main" id="{C0E9E112-FB4C-3D7F-2CBD-D0E534F8E583}"/>
                </a:ext>
              </a:extLst>
            </p:cNvPr>
            <p:cNvSpPr/>
            <p:nvPr/>
          </p:nvSpPr>
          <p:spPr>
            <a:xfrm>
              <a:off x="1442316" y="5759309"/>
              <a:ext cx="30564" cy="30564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0" name="ellipse_2940">
              <a:extLst>
                <a:ext uri="{FF2B5EF4-FFF2-40B4-BE49-F238E27FC236}">
                  <a16:creationId xmlns:a16="http://schemas.microsoft.com/office/drawing/2014/main" id="{432DB19D-F30F-2469-8D8B-C3A5BA8E12CE}"/>
                </a:ext>
              </a:extLst>
            </p:cNvPr>
            <p:cNvSpPr/>
            <p:nvPr/>
          </p:nvSpPr>
          <p:spPr>
            <a:xfrm>
              <a:off x="1660843" y="5732672"/>
              <a:ext cx="32471" cy="32471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0D8DF"/>
                </a:gs>
                <a:gs pos="100000">
                  <a:srgbClr val="A7B3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1" name="ellipse_2941">
              <a:extLst>
                <a:ext uri="{FF2B5EF4-FFF2-40B4-BE49-F238E27FC236}">
                  <a16:creationId xmlns:a16="http://schemas.microsoft.com/office/drawing/2014/main" id="{71372DCF-5E5E-2BB6-7811-7006C2F5A053}"/>
                </a:ext>
              </a:extLst>
            </p:cNvPr>
            <p:cNvSpPr/>
            <p:nvPr/>
          </p:nvSpPr>
          <p:spPr>
            <a:xfrm>
              <a:off x="1441929" y="5857738"/>
              <a:ext cx="27539" cy="2753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ED7DD"/>
                </a:gs>
                <a:gs pos="100000">
                  <a:srgbClr val="A5B2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2" name="ellipse_2942">
              <a:extLst>
                <a:ext uri="{FF2B5EF4-FFF2-40B4-BE49-F238E27FC236}">
                  <a16:creationId xmlns:a16="http://schemas.microsoft.com/office/drawing/2014/main" id="{012805FE-4DD4-2B69-3013-4863813FDCBE}"/>
                </a:ext>
              </a:extLst>
            </p:cNvPr>
            <p:cNvSpPr/>
            <p:nvPr/>
          </p:nvSpPr>
          <p:spPr>
            <a:xfrm>
              <a:off x="1605905" y="5946213"/>
              <a:ext cx="23720" cy="2372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3" name="ellipse_2943">
              <a:extLst>
                <a:ext uri="{FF2B5EF4-FFF2-40B4-BE49-F238E27FC236}">
                  <a16:creationId xmlns:a16="http://schemas.microsoft.com/office/drawing/2014/main" id="{2705CD14-54F8-E461-4778-15341470AF38}"/>
                </a:ext>
              </a:extLst>
            </p:cNvPr>
            <p:cNvSpPr/>
            <p:nvPr/>
          </p:nvSpPr>
          <p:spPr>
            <a:xfrm>
              <a:off x="1666560" y="5904207"/>
              <a:ext cx="25696" cy="25696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0E5"/>
                </a:gs>
                <a:gs pos="100000">
                  <a:srgbClr val="B2BD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4" name="ellipse_2944">
              <a:extLst>
                <a:ext uri="{FF2B5EF4-FFF2-40B4-BE49-F238E27FC236}">
                  <a16:creationId xmlns:a16="http://schemas.microsoft.com/office/drawing/2014/main" id="{132BEBCC-2392-2419-C9B2-BF5BA10423E9}"/>
                </a:ext>
              </a:extLst>
            </p:cNvPr>
            <p:cNvSpPr/>
            <p:nvPr/>
          </p:nvSpPr>
          <p:spPr>
            <a:xfrm>
              <a:off x="1569217" y="5720001"/>
              <a:ext cx="32959" cy="32959"/>
            </a:xfrm>
            <a:prstGeom prst="ellipse">
              <a:avLst/>
            </a:prstGeom>
            <a:gradFill flip="none" rotWithShape="1">
              <a:gsLst>
                <a:gs pos="0">
                  <a:srgbClr val="F7F9FA"/>
                </a:gs>
                <a:gs pos="43000">
                  <a:srgbClr val="DAE1E6"/>
                </a:gs>
                <a:gs pos="100000">
                  <a:srgbClr val="B2BDC6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5" name="ellipse_2945">
              <a:extLst>
                <a:ext uri="{FF2B5EF4-FFF2-40B4-BE49-F238E27FC236}">
                  <a16:creationId xmlns:a16="http://schemas.microsoft.com/office/drawing/2014/main" id="{8FFB249C-0375-B527-CC48-2CE98698AFC6}"/>
                </a:ext>
              </a:extLst>
            </p:cNvPr>
            <p:cNvSpPr/>
            <p:nvPr/>
          </p:nvSpPr>
          <p:spPr>
            <a:xfrm>
              <a:off x="1628649" y="5681483"/>
              <a:ext cx="30404" cy="30404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6" name="ellipse_2946">
              <a:extLst>
                <a:ext uri="{FF2B5EF4-FFF2-40B4-BE49-F238E27FC236}">
                  <a16:creationId xmlns:a16="http://schemas.microsoft.com/office/drawing/2014/main" id="{CD7114D5-AA7B-7468-0694-E101E6C101B4}"/>
                </a:ext>
              </a:extLst>
            </p:cNvPr>
            <p:cNvSpPr/>
            <p:nvPr/>
          </p:nvSpPr>
          <p:spPr>
            <a:xfrm>
              <a:off x="1713397" y="5861457"/>
              <a:ext cx="33198" cy="3319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7" name="ellipse_2947">
              <a:extLst>
                <a:ext uri="{FF2B5EF4-FFF2-40B4-BE49-F238E27FC236}">
                  <a16:creationId xmlns:a16="http://schemas.microsoft.com/office/drawing/2014/main" id="{ED63FA36-1F11-00BF-AB76-506F79DCA662}"/>
                </a:ext>
              </a:extLst>
            </p:cNvPr>
            <p:cNvSpPr/>
            <p:nvPr/>
          </p:nvSpPr>
          <p:spPr>
            <a:xfrm>
              <a:off x="1568321" y="5927538"/>
              <a:ext cx="37172" cy="37172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3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8" name="ellipse_2948">
              <a:extLst>
                <a:ext uri="{FF2B5EF4-FFF2-40B4-BE49-F238E27FC236}">
                  <a16:creationId xmlns:a16="http://schemas.microsoft.com/office/drawing/2014/main" id="{84576D7C-5F9A-7A4B-3F60-1ECD5359E2F3}"/>
                </a:ext>
              </a:extLst>
            </p:cNvPr>
            <p:cNvSpPr/>
            <p:nvPr/>
          </p:nvSpPr>
          <p:spPr>
            <a:xfrm>
              <a:off x="1589792" y="5719262"/>
              <a:ext cx="26962" cy="2696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29" name="ellipse_2949">
              <a:extLst>
                <a:ext uri="{FF2B5EF4-FFF2-40B4-BE49-F238E27FC236}">
                  <a16:creationId xmlns:a16="http://schemas.microsoft.com/office/drawing/2014/main" id="{33376475-57E6-E9CC-6BC6-542EDD509857}"/>
                </a:ext>
              </a:extLst>
            </p:cNvPr>
            <p:cNvSpPr/>
            <p:nvPr/>
          </p:nvSpPr>
          <p:spPr>
            <a:xfrm>
              <a:off x="1493034" y="5768073"/>
              <a:ext cx="32512" cy="32512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8DFE4"/>
                </a:gs>
                <a:gs pos="100000">
                  <a:srgbClr val="B0BCC4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0" name="ellipse_2950">
              <a:extLst>
                <a:ext uri="{FF2B5EF4-FFF2-40B4-BE49-F238E27FC236}">
                  <a16:creationId xmlns:a16="http://schemas.microsoft.com/office/drawing/2014/main" id="{239A8EBB-CFD6-7A39-E47F-EDDA94188776}"/>
                </a:ext>
              </a:extLst>
            </p:cNvPr>
            <p:cNvSpPr/>
            <p:nvPr/>
          </p:nvSpPr>
          <p:spPr>
            <a:xfrm>
              <a:off x="1700028" y="5916902"/>
              <a:ext cx="26704" cy="2670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1" name="ellipse_2951">
              <a:extLst>
                <a:ext uri="{FF2B5EF4-FFF2-40B4-BE49-F238E27FC236}">
                  <a16:creationId xmlns:a16="http://schemas.microsoft.com/office/drawing/2014/main" id="{3C580D10-AD6A-1EDB-1794-ECEA4F83E494}"/>
                </a:ext>
              </a:extLst>
            </p:cNvPr>
            <p:cNvSpPr/>
            <p:nvPr/>
          </p:nvSpPr>
          <p:spPr>
            <a:xfrm>
              <a:off x="1484645" y="5849570"/>
              <a:ext cx="34307" cy="3430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2" name="ellipse_2952">
              <a:extLst>
                <a:ext uri="{FF2B5EF4-FFF2-40B4-BE49-F238E27FC236}">
                  <a16:creationId xmlns:a16="http://schemas.microsoft.com/office/drawing/2014/main" id="{00A01FDC-D373-60FA-A8EC-C9AC2415D96C}"/>
                </a:ext>
              </a:extLst>
            </p:cNvPr>
            <p:cNvSpPr/>
            <p:nvPr/>
          </p:nvSpPr>
          <p:spPr>
            <a:xfrm>
              <a:off x="1796236" y="5779448"/>
              <a:ext cx="31087" cy="31087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EE4"/>
                </a:gs>
                <a:gs pos="100000">
                  <a:srgbClr val="AFBA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3" name="ellipse_2953">
              <a:extLst>
                <a:ext uri="{FF2B5EF4-FFF2-40B4-BE49-F238E27FC236}">
                  <a16:creationId xmlns:a16="http://schemas.microsoft.com/office/drawing/2014/main" id="{C1DA3C52-F222-99D9-FF77-B6BE1FB7B0D5}"/>
                </a:ext>
              </a:extLst>
            </p:cNvPr>
            <p:cNvSpPr/>
            <p:nvPr/>
          </p:nvSpPr>
          <p:spPr>
            <a:xfrm>
              <a:off x="1703383" y="5707987"/>
              <a:ext cx="24249" cy="24249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4" name="ellipse_2954">
              <a:extLst>
                <a:ext uri="{FF2B5EF4-FFF2-40B4-BE49-F238E27FC236}">
                  <a16:creationId xmlns:a16="http://schemas.microsoft.com/office/drawing/2014/main" id="{C940F4A6-0B2F-6C00-8437-29CFE2379187}"/>
                </a:ext>
              </a:extLst>
            </p:cNvPr>
            <p:cNvSpPr/>
            <p:nvPr/>
          </p:nvSpPr>
          <p:spPr>
            <a:xfrm>
              <a:off x="1639165" y="5940343"/>
              <a:ext cx="34999" cy="34999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0"/>
                </a:gs>
                <a:gs pos="100000">
                  <a:srgbClr val="AAB5BF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5" name="ellipse_2955">
              <a:extLst>
                <a:ext uri="{FF2B5EF4-FFF2-40B4-BE49-F238E27FC236}">
                  <a16:creationId xmlns:a16="http://schemas.microsoft.com/office/drawing/2014/main" id="{1910BD55-C157-3092-59C6-32A2BF6B634E}"/>
                </a:ext>
              </a:extLst>
            </p:cNvPr>
            <p:cNvSpPr/>
            <p:nvPr/>
          </p:nvSpPr>
          <p:spPr>
            <a:xfrm>
              <a:off x="1607929" y="5664825"/>
              <a:ext cx="32753" cy="32753"/>
            </a:xfrm>
            <a:prstGeom prst="ellipse">
              <a:avLst/>
            </a:prstGeom>
            <a:gradFill flip="none" rotWithShape="1">
              <a:gsLst>
                <a:gs pos="0">
                  <a:srgbClr val="F7F8F9"/>
                </a:gs>
                <a:gs pos="43000">
                  <a:srgbClr val="D7DFE4"/>
                </a:gs>
                <a:gs pos="100000">
                  <a:srgbClr val="AFBBC3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6" name="ellipse_2956">
              <a:extLst>
                <a:ext uri="{FF2B5EF4-FFF2-40B4-BE49-F238E27FC236}">
                  <a16:creationId xmlns:a16="http://schemas.microsoft.com/office/drawing/2014/main" id="{DC38EB25-E458-DE7C-E476-05433631F6A5}"/>
                </a:ext>
              </a:extLst>
            </p:cNvPr>
            <p:cNvSpPr/>
            <p:nvPr/>
          </p:nvSpPr>
          <p:spPr>
            <a:xfrm>
              <a:off x="1431638" y="5888721"/>
              <a:ext cx="32307" cy="32307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E"/>
                </a:gs>
                <a:gs pos="100000">
                  <a:srgbClr val="A5B2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7" name="ellipse_2957">
              <a:extLst>
                <a:ext uri="{FF2B5EF4-FFF2-40B4-BE49-F238E27FC236}">
                  <a16:creationId xmlns:a16="http://schemas.microsoft.com/office/drawing/2014/main" id="{1417F4A1-B43D-5554-3012-E7BBE30A1A1F}"/>
                </a:ext>
              </a:extLst>
            </p:cNvPr>
            <p:cNvSpPr/>
            <p:nvPr/>
          </p:nvSpPr>
          <p:spPr>
            <a:xfrm>
              <a:off x="1763250" y="5810798"/>
              <a:ext cx="24008" cy="2400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4DCE1"/>
                </a:gs>
                <a:gs pos="100000">
                  <a:srgbClr val="AB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8" name="ellipse_2958">
              <a:extLst>
                <a:ext uri="{FF2B5EF4-FFF2-40B4-BE49-F238E27FC236}">
                  <a16:creationId xmlns:a16="http://schemas.microsoft.com/office/drawing/2014/main" id="{59D7718C-739A-7FD2-210D-516C9C0D036D}"/>
                </a:ext>
              </a:extLst>
            </p:cNvPr>
            <p:cNvSpPr/>
            <p:nvPr/>
          </p:nvSpPr>
          <p:spPr>
            <a:xfrm>
              <a:off x="1770156" y="5894195"/>
              <a:ext cx="34129" cy="34129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39" name="ellipse_2959">
              <a:extLst>
                <a:ext uri="{FF2B5EF4-FFF2-40B4-BE49-F238E27FC236}">
                  <a16:creationId xmlns:a16="http://schemas.microsoft.com/office/drawing/2014/main" id="{E6F95BBD-B1AF-E513-F8D4-80CEEBE93560}"/>
                </a:ext>
              </a:extLst>
            </p:cNvPr>
            <p:cNvSpPr/>
            <p:nvPr/>
          </p:nvSpPr>
          <p:spPr>
            <a:xfrm>
              <a:off x="1631456" y="5662376"/>
              <a:ext cx="36317" cy="36317"/>
            </a:xfrm>
            <a:prstGeom prst="ellipse">
              <a:avLst/>
            </a:prstGeom>
            <a:gradFill flip="none" rotWithShape="1">
              <a:gsLst>
                <a:gs pos="0">
                  <a:srgbClr val="F7F8FA"/>
                </a:gs>
                <a:gs pos="43000">
                  <a:srgbClr val="D9DFE5"/>
                </a:gs>
                <a:gs pos="100000">
                  <a:srgbClr val="B1BCC5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0" name="ellipse_2960">
              <a:extLst>
                <a:ext uri="{FF2B5EF4-FFF2-40B4-BE49-F238E27FC236}">
                  <a16:creationId xmlns:a16="http://schemas.microsoft.com/office/drawing/2014/main" id="{64A3592C-5468-CD3E-F3C6-60AA314D25B7}"/>
                </a:ext>
              </a:extLst>
            </p:cNvPr>
            <p:cNvSpPr/>
            <p:nvPr/>
          </p:nvSpPr>
          <p:spPr>
            <a:xfrm>
              <a:off x="1505565" y="5729779"/>
              <a:ext cx="35155" cy="35155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ED6DD"/>
                </a:gs>
                <a:gs pos="100000">
                  <a:srgbClr val="A5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1" name="ellipse_2961">
              <a:extLst>
                <a:ext uri="{FF2B5EF4-FFF2-40B4-BE49-F238E27FC236}">
                  <a16:creationId xmlns:a16="http://schemas.microsoft.com/office/drawing/2014/main" id="{21D7A71D-AA27-387B-BCE4-63DC5DF49E20}"/>
                </a:ext>
              </a:extLst>
            </p:cNvPr>
            <p:cNvSpPr/>
            <p:nvPr/>
          </p:nvSpPr>
          <p:spPr>
            <a:xfrm>
              <a:off x="1745125" y="5807695"/>
              <a:ext cx="28645" cy="28645"/>
            </a:xfrm>
            <a:prstGeom prst="ellipse">
              <a:avLst/>
            </a:prstGeom>
            <a:gradFill flip="none" rotWithShape="1">
              <a:gsLst>
                <a:gs pos="0">
                  <a:srgbClr val="F6F7F9"/>
                </a:gs>
                <a:gs pos="43000">
                  <a:srgbClr val="D2DAE1"/>
                </a:gs>
                <a:gs pos="100000">
                  <a:srgbClr val="AAB6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2" name="ellipse_2962">
              <a:extLst>
                <a:ext uri="{FF2B5EF4-FFF2-40B4-BE49-F238E27FC236}">
                  <a16:creationId xmlns:a16="http://schemas.microsoft.com/office/drawing/2014/main" id="{4B632048-9517-E5B7-7E06-0B5063533988}"/>
                </a:ext>
              </a:extLst>
            </p:cNvPr>
            <p:cNvSpPr/>
            <p:nvPr/>
          </p:nvSpPr>
          <p:spPr>
            <a:xfrm>
              <a:off x="1415944" y="5861397"/>
              <a:ext cx="29118" cy="29118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1"/>
                </a:gs>
                <a:gs pos="100000">
                  <a:srgbClr val="ACB8C1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3" name="ellipse_2963">
              <a:extLst>
                <a:ext uri="{FF2B5EF4-FFF2-40B4-BE49-F238E27FC236}">
                  <a16:creationId xmlns:a16="http://schemas.microsoft.com/office/drawing/2014/main" id="{07F72242-21F2-D512-14C9-10D44ACB5677}"/>
                </a:ext>
              </a:extLst>
            </p:cNvPr>
            <p:cNvSpPr/>
            <p:nvPr/>
          </p:nvSpPr>
          <p:spPr>
            <a:xfrm>
              <a:off x="1444289" y="5910192"/>
              <a:ext cx="36484" cy="36484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D1D9DF"/>
                </a:gs>
                <a:gs pos="100000">
                  <a:srgbClr val="A8B4BE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4" name="ellipse_2964">
              <a:extLst>
                <a:ext uri="{FF2B5EF4-FFF2-40B4-BE49-F238E27FC236}">
                  <a16:creationId xmlns:a16="http://schemas.microsoft.com/office/drawing/2014/main" id="{2D146DA7-BA10-B0BD-CE7A-06A73EF1365D}"/>
                </a:ext>
              </a:extLst>
            </p:cNvPr>
            <p:cNvSpPr/>
            <p:nvPr/>
          </p:nvSpPr>
          <p:spPr>
            <a:xfrm>
              <a:off x="1692595" y="5720180"/>
              <a:ext cx="34350" cy="34350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6DDE3"/>
                </a:gs>
                <a:gs pos="100000">
                  <a:srgbClr val="AEB9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5" name="ellipse_2965">
              <a:extLst>
                <a:ext uri="{FF2B5EF4-FFF2-40B4-BE49-F238E27FC236}">
                  <a16:creationId xmlns:a16="http://schemas.microsoft.com/office/drawing/2014/main" id="{48B6E508-0FD6-1105-C3DD-86384A57C6DD}"/>
                </a:ext>
              </a:extLst>
            </p:cNvPr>
            <p:cNvSpPr/>
            <p:nvPr/>
          </p:nvSpPr>
          <p:spPr>
            <a:xfrm>
              <a:off x="1645377" y="5668528"/>
              <a:ext cx="23232" cy="23232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6" name="ellipse_2966">
              <a:extLst>
                <a:ext uri="{FF2B5EF4-FFF2-40B4-BE49-F238E27FC236}">
                  <a16:creationId xmlns:a16="http://schemas.microsoft.com/office/drawing/2014/main" id="{20B625AF-9EC3-007B-F40C-DDFE899EA2E6}"/>
                </a:ext>
              </a:extLst>
            </p:cNvPr>
            <p:cNvSpPr/>
            <p:nvPr/>
          </p:nvSpPr>
          <p:spPr>
            <a:xfrm>
              <a:off x="1463027" y="5702838"/>
              <a:ext cx="32775" cy="32775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7" name="ellipse_2967">
              <a:extLst>
                <a:ext uri="{FF2B5EF4-FFF2-40B4-BE49-F238E27FC236}">
                  <a16:creationId xmlns:a16="http://schemas.microsoft.com/office/drawing/2014/main" id="{0C61A8F0-E51E-6B42-C512-59922AC7C74D}"/>
                </a:ext>
              </a:extLst>
            </p:cNvPr>
            <p:cNvSpPr/>
            <p:nvPr/>
          </p:nvSpPr>
          <p:spPr>
            <a:xfrm>
              <a:off x="1471693" y="5806019"/>
              <a:ext cx="36914" cy="36914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3DBE1"/>
                </a:gs>
                <a:gs pos="100000">
                  <a:srgbClr val="AAB7C0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8" name="ellipse_2968">
              <a:extLst>
                <a:ext uri="{FF2B5EF4-FFF2-40B4-BE49-F238E27FC236}">
                  <a16:creationId xmlns:a16="http://schemas.microsoft.com/office/drawing/2014/main" id="{D24F60FB-3B10-EE32-23C0-5A9F0BC142D4}"/>
                </a:ext>
              </a:extLst>
            </p:cNvPr>
            <p:cNvSpPr/>
            <p:nvPr/>
          </p:nvSpPr>
          <p:spPr>
            <a:xfrm>
              <a:off x="1447857" y="5802230"/>
              <a:ext cx="29872" cy="29872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6DD"/>
                </a:gs>
                <a:gs pos="100000">
                  <a:srgbClr val="A4B1BC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49" name="ellipse_2969">
              <a:extLst>
                <a:ext uri="{FF2B5EF4-FFF2-40B4-BE49-F238E27FC236}">
                  <a16:creationId xmlns:a16="http://schemas.microsoft.com/office/drawing/2014/main" id="{95F4419B-F342-0230-00ED-443FF3DBEDDC}"/>
                </a:ext>
              </a:extLst>
            </p:cNvPr>
            <p:cNvSpPr/>
            <p:nvPr/>
          </p:nvSpPr>
          <p:spPr>
            <a:xfrm>
              <a:off x="1612617" y="5934978"/>
              <a:ext cx="25869" cy="25869"/>
            </a:xfrm>
            <a:prstGeom prst="ellipse">
              <a:avLst/>
            </a:prstGeom>
            <a:gradFill flip="none" rotWithShape="1">
              <a:gsLst>
                <a:gs pos="0">
                  <a:srgbClr val="F5F6F8"/>
                </a:gs>
                <a:gs pos="43000">
                  <a:srgbClr val="CDD5DC"/>
                </a:gs>
                <a:gs pos="100000">
                  <a:srgbClr val="A4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0" name="ellipse_2970">
              <a:extLst>
                <a:ext uri="{FF2B5EF4-FFF2-40B4-BE49-F238E27FC236}">
                  <a16:creationId xmlns:a16="http://schemas.microsoft.com/office/drawing/2014/main" id="{0C9CA27B-B3D4-7F79-2AA8-225815BA2D4C}"/>
                </a:ext>
              </a:extLst>
            </p:cNvPr>
            <p:cNvSpPr/>
            <p:nvPr/>
          </p:nvSpPr>
          <p:spPr>
            <a:xfrm>
              <a:off x="1499567" y="5923927"/>
              <a:ext cx="29366" cy="29366"/>
            </a:xfrm>
            <a:prstGeom prst="ellipse">
              <a:avLst/>
            </a:prstGeom>
            <a:gradFill flip="none" rotWithShape="1">
              <a:gsLst>
                <a:gs pos="0">
                  <a:srgbClr val="F6F8F9"/>
                </a:gs>
                <a:gs pos="43000">
                  <a:srgbClr val="D5DCE2"/>
                </a:gs>
                <a:gs pos="100000">
                  <a:srgbClr val="ACB8C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1" name="ellipse_2971">
              <a:extLst>
                <a:ext uri="{FF2B5EF4-FFF2-40B4-BE49-F238E27FC236}">
                  <a16:creationId xmlns:a16="http://schemas.microsoft.com/office/drawing/2014/main" id="{D886636E-6CE9-B501-A1BF-50159BE3E205}"/>
                </a:ext>
              </a:extLst>
            </p:cNvPr>
            <p:cNvSpPr/>
            <p:nvPr/>
          </p:nvSpPr>
          <p:spPr>
            <a:xfrm>
              <a:off x="1439722" y="5746255"/>
              <a:ext cx="30428" cy="30428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CD5DC"/>
                </a:gs>
                <a:gs pos="100000">
                  <a:srgbClr val="A2AFBA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2" name="ellipse_2972">
              <a:extLst>
                <a:ext uri="{FF2B5EF4-FFF2-40B4-BE49-F238E27FC236}">
                  <a16:creationId xmlns:a16="http://schemas.microsoft.com/office/drawing/2014/main" id="{65D5A61A-F099-3F80-9D2A-A2A21DD824B2}"/>
                </a:ext>
              </a:extLst>
            </p:cNvPr>
            <p:cNvSpPr/>
            <p:nvPr/>
          </p:nvSpPr>
          <p:spPr>
            <a:xfrm>
              <a:off x="1601892" y="5705782"/>
              <a:ext cx="26593" cy="26593"/>
            </a:xfrm>
            <a:prstGeom prst="ellipse">
              <a:avLst/>
            </a:prstGeom>
            <a:gradFill flip="none" rotWithShape="1">
              <a:gsLst>
                <a:gs pos="0">
                  <a:srgbClr val="F5F7F8"/>
                </a:gs>
                <a:gs pos="43000">
                  <a:srgbClr val="CFD7DF"/>
                </a:gs>
                <a:gs pos="100000">
                  <a:srgbClr val="A6B3BD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953" name="ellipse_2973">
              <a:extLst>
                <a:ext uri="{FF2B5EF4-FFF2-40B4-BE49-F238E27FC236}">
                  <a16:creationId xmlns:a16="http://schemas.microsoft.com/office/drawing/2014/main" id="{73C1E5DA-A1B6-8948-48C9-3437F2E07AE0}"/>
                </a:ext>
              </a:extLst>
            </p:cNvPr>
            <p:cNvSpPr/>
            <p:nvPr/>
          </p:nvSpPr>
          <p:spPr>
            <a:xfrm>
              <a:off x="1683294" y="5736674"/>
              <a:ext cx="36357" cy="36357"/>
            </a:xfrm>
            <a:prstGeom prst="ellipse">
              <a:avLst/>
            </a:prstGeom>
            <a:gradFill flip="none" rotWithShape="1">
              <a:gsLst>
                <a:gs pos="0">
                  <a:srgbClr val="F4F6F8"/>
                </a:gs>
                <a:gs pos="43000">
                  <a:srgbClr val="CDD5DC"/>
                </a:gs>
                <a:gs pos="100000">
                  <a:srgbClr val="A3B0BB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954" name="Build | SMILES ligand graph">
            <a:extLst>
              <a:ext uri="{FF2B5EF4-FFF2-40B4-BE49-F238E27FC236}">
                <a16:creationId xmlns:a16="http://schemas.microsoft.com/office/drawing/2014/main" id="{413402C4-3626-B7DB-43F3-4EC623A38489}"/>
              </a:ext>
            </a:extLst>
          </p:cNvPr>
          <p:cNvGrpSpPr/>
          <p:nvPr/>
        </p:nvGrpSpPr>
        <p:grpSpPr>
          <a:xfrm>
            <a:off x="4790658" y="1170736"/>
            <a:ext cx="472025" cy="229380"/>
            <a:chOff x="863060" y="5744348"/>
            <a:chExt cx="420988" cy="204721"/>
          </a:xfrm>
        </p:grpSpPr>
        <p:cxnSp>
          <p:nvCxnSpPr>
            <p:cNvPr id="955" name="path_2875">
              <a:extLst>
                <a:ext uri="{FF2B5EF4-FFF2-40B4-BE49-F238E27FC236}">
                  <a16:creationId xmlns:a16="http://schemas.microsoft.com/office/drawing/2014/main" id="{00624B78-68B0-99D0-7EBD-D3B09BB09AC1}"/>
                </a:ext>
              </a:extLst>
            </p:cNvPr>
            <p:cNvCxnSpPr/>
            <p:nvPr/>
          </p:nvCxnSpPr>
          <p:spPr>
            <a:xfrm flipH="1">
              <a:off x="956231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6" name="path_2876">
              <a:extLst>
                <a:ext uri="{FF2B5EF4-FFF2-40B4-BE49-F238E27FC236}">
                  <a16:creationId xmlns:a16="http://schemas.microsoft.com/office/drawing/2014/main" id="{09FC6182-4600-ACDE-6260-63D4814986DE}"/>
                </a:ext>
              </a:extLst>
            </p:cNvPr>
            <p:cNvCxnSpPr/>
            <p:nvPr/>
          </p:nvCxnSpPr>
          <p:spPr>
            <a:xfrm flipH="1" flipV="1">
              <a:off x="863060" y="5897889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7" name="path_2877">
              <a:extLst>
                <a:ext uri="{FF2B5EF4-FFF2-40B4-BE49-F238E27FC236}">
                  <a16:creationId xmlns:a16="http://schemas.microsoft.com/office/drawing/2014/main" id="{63D4F1DD-6752-7091-8264-F2533E4C9785}"/>
                </a:ext>
              </a:extLst>
            </p:cNvPr>
            <p:cNvCxnSpPr/>
            <p:nvPr/>
          </p:nvCxnSpPr>
          <p:spPr>
            <a:xfrm flipH="1" flipV="1">
              <a:off x="863060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8" name="path_2878">
              <a:extLst>
                <a:ext uri="{FF2B5EF4-FFF2-40B4-BE49-F238E27FC236}">
                  <a16:creationId xmlns:a16="http://schemas.microsoft.com/office/drawing/2014/main" id="{854A8EC6-67BB-9A5F-9F02-B3593C81BE65}"/>
                </a:ext>
              </a:extLst>
            </p:cNvPr>
            <p:cNvCxnSpPr/>
            <p:nvPr/>
          </p:nvCxnSpPr>
          <p:spPr>
            <a:xfrm flipV="1">
              <a:off x="863060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59" name="path_2879">
              <a:extLst>
                <a:ext uri="{FF2B5EF4-FFF2-40B4-BE49-F238E27FC236}">
                  <a16:creationId xmlns:a16="http://schemas.microsoft.com/office/drawing/2014/main" id="{FAB2250C-8E7D-03A1-72E4-D4C81F7BDDB1}"/>
                </a:ext>
              </a:extLst>
            </p:cNvPr>
            <p:cNvCxnSpPr/>
            <p:nvPr/>
          </p:nvCxnSpPr>
          <p:spPr>
            <a:xfrm>
              <a:off x="956231" y="5744348"/>
              <a:ext cx="93170" cy="51180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0" name="path_2880">
              <a:extLst>
                <a:ext uri="{FF2B5EF4-FFF2-40B4-BE49-F238E27FC236}">
                  <a16:creationId xmlns:a16="http://schemas.microsoft.com/office/drawing/2014/main" id="{181CE275-3540-CAD1-FC4B-27A6617364D9}"/>
                </a:ext>
              </a:extLst>
            </p:cNvPr>
            <p:cNvCxnSpPr/>
            <p:nvPr/>
          </p:nvCxnSpPr>
          <p:spPr>
            <a:xfrm flipH="1">
              <a:off x="1049401" y="5795528"/>
              <a:ext cx="0" cy="102361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1" name="path_2881">
              <a:extLst>
                <a:ext uri="{FF2B5EF4-FFF2-40B4-BE49-F238E27FC236}">
                  <a16:creationId xmlns:a16="http://schemas.microsoft.com/office/drawing/2014/main" id="{567FDE8F-DE2C-0157-679A-59970E38D8F2}"/>
                </a:ext>
              </a:extLst>
            </p:cNvPr>
            <p:cNvCxnSpPr/>
            <p:nvPr/>
          </p:nvCxnSpPr>
          <p:spPr>
            <a:xfrm flipV="1">
              <a:off x="1049401" y="5768591"/>
              <a:ext cx="83267" cy="12929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2" name="path_2882">
              <a:extLst>
                <a:ext uri="{FF2B5EF4-FFF2-40B4-BE49-F238E27FC236}">
                  <a16:creationId xmlns:a16="http://schemas.microsoft.com/office/drawing/2014/main" id="{A42476A7-1E3C-6AB6-4428-D8E7CF81CF22}"/>
                </a:ext>
              </a:extLst>
            </p:cNvPr>
            <p:cNvCxnSpPr/>
            <p:nvPr/>
          </p:nvCxnSpPr>
          <p:spPr>
            <a:xfrm>
              <a:off x="1132668" y="5768591"/>
              <a:ext cx="60247" cy="565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3" name="path_2883">
              <a:extLst>
                <a:ext uri="{FF2B5EF4-FFF2-40B4-BE49-F238E27FC236}">
                  <a16:creationId xmlns:a16="http://schemas.microsoft.com/office/drawing/2014/main" id="{81F1C2F5-585F-3900-B632-A6AA75F56048}"/>
                </a:ext>
              </a:extLst>
            </p:cNvPr>
            <p:cNvCxnSpPr/>
            <p:nvPr/>
          </p:nvCxnSpPr>
          <p:spPr>
            <a:xfrm flipH="1">
              <a:off x="956231" y="5888677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4" name="path_2884">
              <a:extLst>
                <a:ext uri="{FF2B5EF4-FFF2-40B4-BE49-F238E27FC236}">
                  <a16:creationId xmlns:a16="http://schemas.microsoft.com/office/drawing/2014/main" id="{FB62F490-FC6D-A829-B758-E01E057244F8}"/>
                </a:ext>
              </a:extLst>
            </p:cNvPr>
            <p:cNvCxnSpPr/>
            <p:nvPr/>
          </p:nvCxnSpPr>
          <p:spPr>
            <a:xfrm flipH="1" flipV="1">
              <a:off x="879831" y="5804741"/>
              <a:ext cx="0" cy="83936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965" name="path_2885">
              <a:extLst>
                <a:ext uri="{FF2B5EF4-FFF2-40B4-BE49-F238E27FC236}">
                  <a16:creationId xmlns:a16="http://schemas.microsoft.com/office/drawing/2014/main" id="{EA7FFCB1-EDE5-9F99-9731-8AA9BBE7AC79}"/>
                </a:ext>
              </a:extLst>
            </p:cNvPr>
            <p:cNvCxnSpPr/>
            <p:nvPr/>
          </p:nvCxnSpPr>
          <p:spPr>
            <a:xfrm>
              <a:off x="956231" y="5762773"/>
              <a:ext cx="76400" cy="41968"/>
            </a:xfrm>
            <a:prstGeom prst="line">
              <a:avLst/>
            </a:prstGeom>
            <a:noFill/>
            <a:ln w="12700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66" name="Text | O">
              <a:extLst>
                <a:ext uri="{FF2B5EF4-FFF2-40B4-BE49-F238E27FC236}">
                  <a16:creationId xmlns:a16="http://schemas.microsoft.com/office/drawing/2014/main" id="{3259D7DF-DE5F-62D0-877C-588A9F7B9802}"/>
                </a:ext>
              </a:extLst>
            </p:cNvPr>
            <p:cNvSpPr txBox="1"/>
            <p:nvPr/>
          </p:nvSpPr>
          <p:spPr>
            <a:xfrm>
              <a:off x="1206055" y="5782454"/>
              <a:ext cx="77993" cy="9329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Overflow="overflow" horzOverflow="overflow" wrap="none" lIns="0" tIns="0" rIns="0" bIns="0" anchor="t" anchorCtr="0">
              <a:noAutofit/>
            </a:bodyPr>
            <a:lstStyle/>
            <a:p>
              <a:r>
                <a:rPr lang="en-US" sz="447" dirty="0">
                  <a:solidFill>
                    <a:srgbClr val="CE4148"/>
                  </a:solidFill>
                  <a:latin typeface="Arial"/>
                  <a:ea typeface="Arial"/>
                  <a:cs typeface="Arial"/>
                </a:rPr>
                <a:t>O</a:t>
              </a:r>
              <a:endParaRPr lang="en-US" sz="447"/>
            </a:p>
          </p:txBody>
        </p:sp>
      </p:grpSp>
      <p:pic>
        <p:nvPicPr>
          <p:cNvPr id="967" name="Build corresponding experimental density" descr="Experimental 9LLG density around chain C1 of the displayed CryoAtom2 receptor, at the original contour level and the identical camera orientation."/>
          <p:cNvPicPr/>
          <p:nvPr/>
        </p:nvPicPr>
        <p:blipFill>
          <a:blip r:embed="rId4"/>
          <a:stretch>
            <a:fillRect/>
          </a:stretch>
        </p:blipFill>
        <p:spPr>
          <a:xfrm>
            <a:off x="537179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37234F67-70C1-4BD6-D7D4-29BE361ED850}"/>
              </a:ext>
            </a:extLst>
          </p:cNvPr>
          <p:cNvSpPr/>
          <p:nvPr/>
        </p:nvSpPr>
        <p:spPr>
          <a:xfrm>
            <a:off x="465307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40042943-3305-FABB-0AA7-01AFAEDA9C67}"/>
              </a:ext>
            </a:extLst>
          </p:cNvPr>
          <p:cNvSpPr/>
          <p:nvPr/>
        </p:nvSpPr>
        <p:spPr>
          <a:xfrm>
            <a:off x="470706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A4CF9ABB-5541-19EF-BCA1-8ED1B4E9906B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9BC63B00-3AF3-9883-CEA9-8BCDB08989FC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781BD085-3A20-E7CE-DD48-2CC663EE5ED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2F198F4E-1E9B-7890-4925-E6DE096CA6B2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BDEB8200-3AFD-34A6-2FB0-2A13DD7F6492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2C612303-E539-E75E-379C-19102C37262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A439B42C-DF29-19F6-A567-DA273CFCEDD5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4EAAB79D-59F5-4663-17A8-54E50978E9D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70DECE61-1FBF-46E1-A50F-1DE352AEB452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C8B6161F-2136-332C-B84B-B69198CBCBD2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05530E10-7459-5179-0D36-C1A5D4F977DF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E1D9CE6C-7DFE-FE01-3886-9DB273DD6DEC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915C007F-BEBA-7EAE-7159-0745B8FE1192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73B6A4D8-EF3C-3597-0103-D467B5353AD9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12D671AC-5042-5664-731F-8834326CE55C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2B598DAE-A0E1-DBD1-4A81-0F705BE79EEA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A61903E-34C0-BBB8-DEAC-34A2095C7B1B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B331B08-1614-7BE8-C1F6-13A824C7C7CA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5690D045-817D-A980-F1D6-D962F14CE80B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4B394075-11B1-DC85-1C45-150BE8BA3450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FE044A78-B1EF-92E1-27F3-2C0146A33BAA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CB23E2C-5ED2-A631-A649-6688740AE4D0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23A7D502-FE5F-3DBD-CD64-0CA5C06F2437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E54F1612-5172-138C-878F-A55C7B9D3071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30BC6318-C63E-65E5-3B02-8B1FD5661916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6DF7AA76-0B44-59B5-4587-D33CBC1DDFF7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541D9DBE-DE60-FF49-7EDD-B7B1CFA5D83C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E714C2D-C6D7-2F7A-5C5E-799ACD584A7D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8EE99B80-AF2A-0693-2373-FEE558B2CF1D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14F194DF-35E2-1245-7FDB-2198381BC8E4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9EF1AE4B-4E98-772F-A186-F84DCDEC07E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2364542A-C529-EA54-2E52-CBE40817C848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4B37B906-535E-68C9-0E27-3E7C9AA493EA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AB37B3F1-DAB1-BBFA-5AEB-307BE4645AC5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1A8A272-1A89-5EF4-B775-F20A2C8DE999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3AC3DA03-3A5C-4A3A-87CE-E7553277558E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B075A433-FEB1-AE81-24E3-23533128DB55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E91C340-4839-9A6D-D111-6A0254EC91CF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05E26C58-7697-DD9C-1C3A-C3E19C5FDA2F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C15D0FF4-D7E4-1EB2-9E6E-62DB207113D3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EC7168B3-5F6F-39A8-568E-EFE0B8756994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26382AD7-6488-D7E1-0AC7-41ABD7700D25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7E23AF92-2DEF-8FE1-AF15-269471CBDF65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FAE07D77-3753-72B9-A2D2-EC7A8B4700EB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7EA5153D-8798-A001-3BF0-2DA0946505B2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8052BAF0-F773-A859-A0B2-5863C22C6343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FE306D2-FCB0-A6F3-BA3D-D42E8ACD8F13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7EF75726-439A-19F9-E317-20DE6040D5CA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EFE6D674-22E9-E4DD-DE49-F1B6C9852931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26846003-1403-0080-BF7A-785B4D27846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058C167B-1C08-2CF5-7F70-C8E7CA32860B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1A379CC2-57FF-8A7F-435F-7886EF61BB5A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9367CA59-5735-5E2E-D54F-9E01581923B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54676723-59D4-2DFC-08A7-CBD4F17E1C23}"/>
              </a:ext>
            </a:extLst>
          </p:cNvPr>
          <p:cNvSpPr txBox="1"/>
          <p:nvPr/>
        </p:nvSpPr>
        <p:spPr>
          <a:xfrm>
            <a:off x="4984740" y="2150246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r>
              <a:rPr lang="en-US" sz="623" b="1" dirty="0">
                <a:solidFill>
                  <a:srgbClr val="8C5818"/>
                </a:solidFill>
                <a:latin typeface="Arial"/>
              </a:rPr>
              <a:t>-</a:t>
            </a:r>
            <a:r>
              <a:rPr lang="en-US" altLang="zh-CN" sz="623" b="1" dirty="0">
                <a:solidFill>
                  <a:srgbClr val="8C5818"/>
                </a:solidFill>
                <a:latin typeface="Arial"/>
              </a:rPr>
              <a:t>tuned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F6BF2B99-A389-B27B-6043-8638354243B4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112A14F4-8A99-85C9-FFB1-AF611951D789}"/>
              </a:ext>
            </a:extLst>
          </p:cNvPr>
          <p:cNvSpPr/>
          <p:nvPr/>
        </p:nvSpPr>
        <p:spPr>
          <a:xfrm>
            <a:off x="470706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19E11D6E-DD3A-39BD-A719-25E152935CE5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1982E906-CB6E-CCF7-CFDD-F750BBCFE391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pic>
        <p:nvPicPr>
          <p:cNvPr id="1247" name="图片 4899" descr="已检查的图像">
            <a:extLst>
              <a:ext uri="{FF2B5EF4-FFF2-40B4-BE49-F238E27FC236}">
                <a16:creationId xmlns:a16="http://schemas.microsoft.com/office/drawing/2014/main" id="{8EE858D3-C795-4A5F-F506-BDD0DE0AAB62}"/>
              </a:ext>
            </a:extLst>
          </p:cNvPr>
          <p:cNvPicPr>
            <a:picLocks/>
          </p:cNvPicPr>
          <p:nvPr/>
        </p:nvPicPr>
        <p:blipFill>
          <a:blip r:embed="rId7"/>
          <a:srcRect l="22277" t="11600" r="20320" b="13721"/>
          <a:stretch>
            <a:fillRect/>
          </a:stretch>
        </p:blipFill>
        <p:spPr>
          <a:xfrm rot="1047317">
            <a:off x="4857383" y="3459221"/>
            <a:ext cx="862283" cy="761214"/>
          </a:xfrm>
          <a:prstGeom prst="rect">
            <a:avLst/>
          </a:prstGeom>
        </p:spPr>
      </p:pic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8867049-FDF1-AED4-3161-4997D92FB690}"/>
              </a:ext>
            </a:extLst>
          </p:cNvPr>
          <p:cNvGrpSpPr/>
          <p:nvPr/>
        </p:nvGrpSpPr>
        <p:grpSpPr>
          <a:xfrm>
            <a:off x="823347" y="284723"/>
            <a:ext cx="4153884" cy="3967446"/>
            <a:chOff x="1936337" y="669608"/>
            <a:chExt cx="9769057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460ABE26-F0CD-4405-B8ED-6E676FD417C8}"/>
                </a:ext>
              </a:extLst>
            </p:cNvPr>
            <p:cNvSpPr>
              <a:spLocks noGrp="1"/>
            </p:cNvSpPr>
            <p:nvPr/>
          </p:nvSpPr>
          <p:spPr>
            <a:xfrm>
              <a:off x="2814488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F0F677FA-5225-5173-2DF9-E05DDC169C95}"/>
                </a:ext>
              </a:extLst>
            </p:cNvPr>
            <p:cNvSpPr>
              <a:spLocks noGrp="1"/>
            </p:cNvSpPr>
            <p:nvPr/>
          </p:nvSpPr>
          <p:spPr>
            <a:xfrm>
              <a:off x="2911036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E939E472-0524-B1F8-DE8E-CEE1F5D1D87D}"/>
                </a:ext>
              </a:extLst>
            </p:cNvPr>
            <p:cNvSpPr>
              <a:spLocks noGrp="1"/>
            </p:cNvSpPr>
            <p:nvPr/>
          </p:nvSpPr>
          <p:spPr>
            <a:xfrm>
              <a:off x="2823460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3638EF74-3CEC-01FA-F2D9-5D1363BE1F5A}"/>
                </a:ext>
              </a:extLst>
            </p:cNvPr>
            <p:cNvSpPr>
              <a:spLocks noGrp="1"/>
            </p:cNvSpPr>
            <p:nvPr/>
          </p:nvSpPr>
          <p:spPr>
            <a:xfrm>
              <a:off x="2834250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Embedding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head</a:t>
              </a: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E447DEAC-F63A-4E30-8936-5237ADDD3CA4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840027FF-AAA6-E356-A2D1-E923EEBDD722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831A899F-006A-FB17-0663-FD59ED2869FA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AB28468E-8025-D9AA-135C-A66ECFB72EC6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AE8278BA-5A41-06FF-91EA-EF316339621C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6F50E809-FA39-6A45-F4A8-703E108351D4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4B8218FB-3E82-4AFF-50EB-B880F2C4A7E1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C9BFD29E-A979-21CD-54E1-10E51FC0F2BF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BE893B93-E121-CC04-B2F6-F795D4FBC863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7278406B-064D-5D88-BA36-A08CCAD783D8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F4FF3F0F-29DB-68DA-2CE5-45D41826F4A2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EE1A9AFE-0F9E-FDCD-63C3-04968E89EFA5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0469F586-496D-D1D4-6D88-2576706E803E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875A1DF2-ECDD-8D4C-68B8-A6BB6A9359E9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A07449F4-3D57-6347-E812-4262FA832B31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498C082A-32E2-7F1E-C960-C4D3EF39289C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3E2648B7-626F-4B30-9859-4C1B90FAEC38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B730F78E-9E60-43D4-12BD-3B975843A4A3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9D456367-1BC9-AA40-5AC2-6AEE1DCE41A0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A75ABFE1-0472-20C2-2CA6-08B1B65C1AB0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911A9D31-1538-59B7-913E-2EB924051341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76C02B71-E3DC-55A5-1D7E-59D1BCB69ED3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7BA1C12-F074-BD5D-B677-6CA0FDBD931E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74245876-414E-80F3-BA0C-AE944E2D493A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CD9C4AB4-1AF5-A32A-8638-BB7E07CE55C5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70CF814F-97F7-8A5D-4717-FB01F31AA7CF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3934438B-50D9-4249-026A-9DDEBE2EE6BF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97106EC9-A215-B101-629C-BF4D30C25C31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C941683E-EB80-D63F-8949-6DD222AC4297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5E53E183-E142-2887-741F-67BE581F0536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034F1CDA-0ED1-C212-DFDC-563134B85A88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584B6C2D-FF02-A1EA-7E74-EE55AC1D1F66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CD05C1D3-F11C-B635-715C-864E19D938A4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A7E14028-B475-E642-4D6E-18C0764A282A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D05A4ADB-16EE-0EB2-D676-31D35028608C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E337EDCC-8ED5-8FDA-1FA1-F1A1AF09910D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B4F34376-4EA1-0A40-F7C3-9D8DFC060F98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1E17CADB-51E9-D657-20DC-2DE97368E3A7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4F09E21E-EB91-FBD9-CC3E-30E66271116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4743D179-EF12-4969-D692-91D21FC03FCD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7EFB575C-F0FD-B306-8DFA-BDA9FBAA79A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03018CAD-4CDE-0708-CB3D-F5E9D77AC86C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D74263-6044-F3BD-44CC-3B13F8B7069F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3B482EF-03AA-D624-9097-3C65CDA27985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E6762FD5-2518-5CCE-273D-EBA5D37BA78F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E6E52EFE-A80D-C8EA-1DAA-B53E1028879E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A92A3A79-A3E3-5A62-41CD-5A0C15E35D81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07E4CE49-6AF2-82EF-4709-0CF12CA005F5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29343AD8-02A3-B287-7452-F8334EF6E9E9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F40C5A4A-B5C5-80C8-7003-343D3988F4FB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3579BC08-DD5C-BFEA-5148-BAA30B7249FD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87501BC3-0F92-C2E2-D230-3543318D683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CBC27468-3ADC-DB3A-48A4-33AD7DF4188C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1BA227F0-4B72-E11F-66BC-03B1BD6F58DD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154EF3A3-F25D-D6F1-EE88-9A9757078B94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7569307B-1837-799D-E4F4-4FD8B9A03124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81B9E0DA-4E34-C4D8-C182-B026E4029AE4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1F086472-6658-B3CC-5327-137E244B1760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73973882-7BD5-6745-EFED-1C3890B1E41F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F28C61F6-66D3-FDC2-E160-2FA3B69CD60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20B990B6-E626-5399-F566-0E27B7B2B90E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0F8F6504-CA45-BB91-4406-EBDFE9F20BB1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923F5BC8-8E4F-A5D4-942C-BB5A1C63D109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B2556CBC-F6D9-65E2-20DE-C39AA7876C7C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7" name="Build Site centroid">
              <a:extLst>
                <a:ext uri="{FF2B5EF4-FFF2-40B4-BE49-F238E27FC236}">
                  <a16:creationId xmlns:a16="http://schemas.microsoft.com/office/drawing/2014/main" id="{323F13D5-7462-D828-FD24-F112A9C55196}"/>
                </a:ext>
              </a:extLst>
            </p:cNvPr>
            <p:cNvSpPr>
              <a:spLocks noGrp="1"/>
            </p:cNvSpPr>
            <p:nvPr/>
          </p:nvSpPr>
          <p:spPr>
            <a:xfrm>
              <a:off x="11648243" y="1462212"/>
              <a:ext cx="57151" cy="57151"/>
            </a:xfrm>
            <a:prstGeom prst="ellipse">
              <a:avLst/>
            </a:prstGeom>
            <a:solidFill>
              <a:srgbClr val="416DCB"/>
            </a:solidFill>
            <a:ln w="4860">
              <a:solidFill>
                <a:srgbClr val="FFFFFF"/>
              </a:solidFill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5AFACE25-EFEF-14B8-3C31-832343DF54AC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78AABCD5-781C-B95D-332F-0626F3B4DEF9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1941471C-9F1E-5EF3-824A-2C538499AC68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DEAEADF-5B45-8F17-84CC-6D002AEB9EAE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F24EE317-F8AA-4ED7-C84F-8C86D8219E69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D8F59622-4770-6063-89A5-EC979735C3E2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B6930025-E431-0998-004B-31ACA8A2C82D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1518479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E0DBC39D-B72E-3E15-1B7C-683FA653E0BC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901B347F-9329-C3E0-7A3A-F87B01979348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3260557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B84116F7-96DC-C1A4-BE05-B18D873AF115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31A9E0C-E896-3882-A44A-49525B1B5F7D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1544003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CF358F8-4EF1-C35E-07F8-EA1CD2DC0B50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4364EE95-CB70-4B73-6AAD-E71D36F098CC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3107055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A2AD1183-4CFA-E321-0996-0FCEF390D613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6ACDE132-D057-D5EE-1752-E630EA018745}"/>
                </a:ext>
              </a:extLst>
            </p:cNvPr>
            <p:cNvSpPr>
              <a:spLocks noGrp="1"/>
            </p:cNvSpPr>
            <p:nvPr/>
          </p:nvSpPr>
          <p:spPr>
            <a:xfrm>
              <a:off x="488442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634C3B4F-AFA0-FFB0-401E-34C6FB7FF534}"/>
                </a:ext>
              </a:extLst>
            </p:cNvPr>
            <p:cNvSpPr>
              <a:spLocks noGrp="1"/>
            </p:cNvSpPr>
            <p:nvPr/>
          </p:nvSpPr>
          <p:spPr>
            <a:xfrm>
              <a:off x="4929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B5D12082-E681-DD8F-64AB-37F825289F58}"/>
                </a:ext>
              </a:extLst>
            </p:cNvPr>
            <p:cNvSpPr>
              <a:spLocks noGrp="1"/>
            </p:cNvSpPr>
            <p:nvPr/>
          </p:nvSpPr>
          <p:spPr>
            <a:xfrm>
              <a:off x="5341620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5E782C71-339D-8847-C417-5C3E5ECA42C0}"/>
                </a:ext>
              </a:extLst>
            </p:cNvPr>
            <p:cNvSpPr>
              <a:spLocks noGrp="1"/>
            </p:cNvSpPr>
            <p:nvPr/>
          </p:nvSpPr>
          <p:spPr>
            <a:xfrm>
              <a:off x="5376863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8CFD1055-6DFE-5AE5-2EC4-CBEC3ECF1B9C}"/>
                </a:ext>
              </a:extLst>
            </p:cNvPr>
            <p:cNvSpPr>
              <a:spLocks noGrp="1"/>
            </p:cNvSpPr>
            <p:nvPr/>
          </p:nvSpPr>
          <p:spPr>
            <a:xfrm>
              <a:off x="5913120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F19B91F6-9372-A64A-6A52-79C243DD3E83}"/>
                </a:ext>
              </a:extLst>
            </p:cNvPr>
            <p:cNvSpPr>
              <a:spLocks noGrp="1"/>
            </p:cNvSpPr>
            <p:nvPr/>
          </p:nvSpPr>
          <p:spPr>
            <a:xfrm>
              <a:off x="6072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2486EBDB-EC76-2008-18B4-287024FDC248}"/>
                </a:ext>
              </a:extLst>
            </p:cNvPr>
            <p:cNvSpPr>
              <a:spLocks noGrp="1"/>
            </p:cNvSpPr>
            <p:nvPr/>
          </p:nvSpPr>
          <p:spPr>
            <a:xfrm>
              <a:off x="7189470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091DAB10-775B-417F-3D48-5AF0BD9CBF54}"/>
                </a:ext>
              </a:extLst>
            </p:cNvPr>
            <p:cNvSpPr>
              <a:spLocks noGrp="1"/>
            </p:cNvSpPr>
            <p:nvPr/>
          </p:nvSpPr>
          <p:spPr>
            <a:xfrm>
              <a:off x="73675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31144B45-BDDC-FA80-2E38-461D51304121}"/>
                </a:ext>
              </a:extLst>
            </p:cNvPr>
            <p:cNvSpPr>
              <a:spLocks noGrp="1"/>
            </p:cNvSpPr>
            <p:nvPr/>
          </p:nvSpPr>
          <p:spPr>
            <a:xfrm>
              <a:off x="791337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ACB9BD80-F1AE-1A3A-4628-B8B19615BEE5}"/>
                </a:ext>
              </a:extLst>
            </p:cNvPr>
            <p:cNvSpPr>
              <a:spLocks noGrp="1"/>
            </p:cNvSpPr>
            <p:nvPr/>
          </p:nvSpPr>
          <p:spPr>
            <a:xfrm>
              <a:off x="79581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836E5F63-559E-03B0-3A67-CEE15A6BBE1F}"/>
                </a:ext>
              </a:extLst>
            </p:cNvPr>
            <p:cNvSpPr>
              <a:spLocks noGrp="1"/>
            </p:cNvSpPr>
            <p:nvPr/>
          </p:nvSpPr>
          <p:spPr>
            <a:xfrm>
              <a:off x="8351520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10CC3E4B-90F2-2B07-9CC7-A87304771375}"/>
                </a:ext>
              </a:extLst>
            </p:cNvPr>
            <p:cNvSpPr>
              <a:spLocks noGrp="1"/>
            </p:cNvSpPr>
            <p:nvPr/>
          </p:nvSpPr>
          <p:spPr>
            <a:xfrm>
              <a:off x="84153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14865DBF-28C2-9909-AA1F-17A6C16AD033}"/>
                </a:ext>
              </a:extLst>
            </p:cNvPr>
            <p:cNvSpPr>
              <a:spLocks noGrp="1"/>
            </p:cNvSpPr>
            <p:nvPr/>
          </p:nvSpPr>
          <p:spPr>
            <a:xfrm>
              <a:off x="447484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18977193-D924-526A-8E97-B86A152CB1E7}"/>
                </a:ext>
              </a:extLst>
            </p:cNvPr>
            <p:cNvSpPr>
              <a:spLocks noGrp="1"/>
            </p:cNvSpPr>
            <p:nvPr/>
          </p:nvSpPr>
          <p:spPr>
            <a:xfrm>
              <a:off x="8790289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A99F401D-8FD7-0FE0-F4F1-25C2BC3F32F3}"/>
                </a:ext>
              </a:extLst>
            </p:cNvPr>
            <p:cNvSpPr>
              <a:spLocks noGrp="1"/>
            </p:cNvSpPr>
            <p:nvPr/>
          </p:nvSpPr>
          <p:spPr>
            <a:xfrm>
              <a:off x="511302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9BA43996-BA68-61EE-F301-9353C0C350C3}"/>
                </a:ext>
              </a:extLst>
            </p:cNvPr>
            <p:cNvSpPr>
              <a:spLocks noGrp="1"/>
            </p:cNvSpPr>
            <p:nvPr/>
          </p:nvSpPr>
          <p:spPr>
            <a:xfrm>
              <a:off x="8161639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846E97B0-A854-4449-EB60-0A4DE0C4C292}"/>
                </a:ext>
              </a:extLst>
            </p:cNvPr>
            <p:cNvSpPr>
              <a:spLocks noGrp="1"/>
            </p:cNvSpPr>
            <p:nvPr/>
          </p:nvSpPr>
          <p:spPr>
            <a:xfrm>
              <a:off x="563689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65201D58-996C-F828-C154-A21621BABDB6}"/>
                </a:ext>
              </a:extLst>
            </p:cNvPr>
            <p:cNvSpPr>
              <a:spLocks noGrp="1"/>
            </p:cNvSpPr>
            <p:nvPr/>
          </p:nvSpPr>
          <p:spPr>
            <a:xfrm>
              <a:off x="7618714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03DB872D-C78B-3E9E-A074-5CF93FB836D2}"/>
                </a:ext>
              </a:extLst>
            </p:cNvPr>
            <p:cNvSpPr>
              <a:spLocks noGrp="1"/>
            </p:cNvSpPr>
            <p:nvPr/>
          </p:nvSpPr>
          <p:spPr>
            <a:xfrm>
              <a:off x="5002911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C32670BC-C2AD-63ED-5937-6377710FB06D}"/>
                </a:ext>
              </a:extLst>
            </p:cNvPr>
            <p:cNvSpPr>
              <a:spLocks noGrp="1"/>
            </p:cNvSpPr>
            <p:nvPr/>
          </p:nvSpPr>
          <p:spPr>
            <a:xfrm>
              <a:off x="521531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DCF3C958-CDDE-8D3D-28A7-DE9FCBBCC1AE}"/>
                </a:ext>
              </a:extLst>
            </p:cNvPr>
            <p:cNvSpPr>
              <a:spLocks noGrp="1"/>
            </p:cNvSpPr>
            <p:nvPr/>
          </p:nvSpPr>
          <p:spPr>
            <a:xfrm>
              <a:off x="6007513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186DDA80-D05A-54D2-E8E8-756FBBE6E507}"/>
                </a:ext>
              </a:extLst>
            </p:cNvPr>
            <p:cNvSpPr>
              <a:spLocks noGrp="1"/>
            </p:cNvSpPr>
            <p:nvPr/>
          </p:nvSpPr>
          <p:spPr>
            <a:xfrm>
              <a:off x="62757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4621A2DA-C6A8-A1DA-3038-0B9D581C0E4E}"/>
                </a:ext>
              </a:extLst>
            </p:cNvPr>
            <p:cNvSpPr>
              <a:spLocks noGrp="1"/>
            </p:cNvSpPr>
            <p:nvPr/>
          </p:nvSpPr>
          <p:spPr>
            <a:xfrm>
              <a:off x="699354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2DBA74C8-E766-A9DE-4B35-7268966EDB76}"/>
                </a:ext>
              </a:extLst>
            </p:cNvPr>
            <p:cNvSpPr>
              <a:spLocks noGrp="1"/>
            </p:cNvSpPr>
            <p:nvPr/>
          </p:nvSpPr>
          <p:spPr>
            <a:xfrm>
              <a:off x="726176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2F510E31-10FA-559B-4194-957E6B36230B}"/>
                </a:ext>
              </a:extLst>
            </p:cNvPr>
            <p:cNvSpPr>
              <a:spLocks noGrp="1"/>
            </p:cNvSpPr>
            <p:nvPr/>
          </p:nvSpPr>
          <p:spPr>
            <a:xfrm>
              <a:off x="8053864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0C974B1A-594F-17FC-E8DB-D1AB86CEA4D7}"/>
                </a:ext>
              </a:extLst>
            </p:cNvPr>
            <p:cNvSpPr>
              <a:spLocks noGrp="1"/>
            </p:cNvSpPr>
            <p:nvPr/>
          </p:nvSpPr>
          <p:spPr>
            <a:xfrm>
              <a:off x="8266271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A8D95B48-0A72-DE03-F5FB-7C4C7F41405E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6E57FCFF-C306-F0C9-FF97-FA352F0AE98A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E632C8E2-BBE5-096D-87DC-8D96F6A68DB2}"/>
                </a:ext>
              </a:extLst>
            </p:cNvPr>
            <p:cNvSpPr>
              <a:spLocks noGrp="1"/>
            </p:cNvSpPr>
            <p:nvPr/>
          </p:nvSpPr>
          <p:spPr>
            <a:xfrm>
              <a:off x="6667976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066E616F-FB82-5E8C-F808-96E82A42636C}"/>
                </a:ext>
              </a:extLst>
            </p:cNvPr>
            <p:cNvSpPr>
              <a:spLocks noGrp="1"/>
            </p:cNvSpPr>
            <p:nvPr/>
          </p:nvSpPr>
          <p:spPr>
            <a:xfrm>
              <a:off x="6639306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2E651D9A-1901-B3A5-95D9-97CCE7923E97}"/>
                </a:ext>
              </a:extLst>
            </p:cNvPr>
            <p:cNvSpPr>
              <a:spLocks noGrp="1"/>
            </p:cNvSpPr>
            <p:nvPr/>
          </p:nvSpPr>
          <p:spPr>
            <a:xfrm>
              <a:off x="869575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87900F69-C2F9-DD90-D9E9-2B176FF7E4E1}"/>
                </a:ext>
              </a:extLst>
            </p:cNvPr>
            <p:cNvSpPr>
              <a:spLocks noGrp="1"/>
            </p:cNvSpPr>
            <p:nvPr/>
          </p:nvSpPr>
          <p:spPr>
            <a:xfrm>
              <a:off x="8667083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E907E3E2-9608-DEE8-5543-4DAB75B1846E}"/>
                </a:ext>
              </a:extLst>
            </p:cNvPr>
            <p:cNvSpPr>
              <a:spLocks noGrp="1"/>
            </p:cNvSpPr>
            <p:nvPr/>
          </p:nvSpPr>
          <p:spPr>
            <a:xfrm>
              <a:off x="7151656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BDFF5C20-8951-4FC7-DA48-28906F810FFB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6B446F7A-995D-26D3-9A57-0D3B22786C9C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0782C0A9-C549-5FAC-04EF-5DF54FF93B6F}"/>
                </a:ext>
              </a:extLst>
            </p:cNvPr>
            <p:cNvSpPr>
              <a:spLocks noGrp="1"/>
            </p:cNvSpPr>
            <p:nvPr/>
          </p:nvSpPr>
          <p:spPr>
            <a:xfrm>
              <a:off x="3471767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9FED7E1-F613-7C24-5ACA-72254BA673C6}"/>
                </a:ext>
              </a:extLst>
            </p:cNvPr>
            <p:cNvSpPr>
              <a:spLocks noGrp="1"/>
            </p:cNvSpPr>
            <p:nvPr/>
          </p:nvSpPr>
          <p:spPr>
            <a:xfrm>
              <a:off x="4577144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99C3EB37-0412-EF05-19CA-BE0A37E94B36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84632AA5-E282-7CB9-FC37-4466FC612D3E}"/>
                </a:ext>
              </a:extLst>
            </p:cNvPr>
            <p:cNvSpPr>
              <a:spLocks noGrp="1"/>
            </p:cNvSpPr>
            <p:nvPr/>
          </p:nvSpPr>
          <p:spPr>
            <a:xfrm>
              <a:off x="2811780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8280AFA9-997D-8C0F-9799-889B5192ED9D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E9E714A3-DB71-9205-13D3-20D35CD82D5B}"/>
                </a:ext>
              </a:extLst>
            </p:cNvPr>
            <p:cNvSpPr>
              <a:spLocks noGrp="1"/>
            </p:cNvSpPr>
            <p:nvPr/>
          </p:nvSpPr>
          <p:spPr>
            <a:xfrm>
              <a:off x="1936337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B54BBDD3-F1F3-8205-04CA-315B6EF30A73}"/>
                </a:ext>
              </a:extLst>
            </p:cNvPr>
            <p:cNvSpPr>
              <a:spLocks noGrp="1"/>
            </p:cNvSpPr>
            <p:nvPr/>
          </p:nvSpPr>
          <p:spPr>
            <a:xfrm>
              <a:off x="3639503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5D042792-8F06-9FC4-20DE-72B4A999084A}"/>
                </a:ext>
              </a:extLst>
            </p:cNvPr>
            <p:cNvSpPr>
              <a:spLocks noGrp="1"/>
            </p:cNvSpPr>
            <p:nvPr/>
          </p:nvSpPr>
          <p:spPr>
            <a:xfrm>
              <a:off x="3610832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7A0A9F55-032B-E69D-6424-2F855686FC5F}"/>
                </a:ext>
              </a:extLst>
            </p:cNvPr>
            <p:cNvSpPr>
              <a:spLocks noGrp="1"/>
            </p:cNvSpPr>
            <p:nvPr/>
          </p:nvSpPr>
          <p:spPr>
            <a:xfrm>
              <a:off x="3210878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9B301075-FA1E-791A-2BF4-6110E317808C}"/>
                </a:ext>
              </a:extLst>
            </p:cNvPr>
            <p:cNvSpPr>
              <a:spLocks noGrp="1"/>
            </p:cNvSpPr>
            <p:nvPr/>
          </p:nvSpPr>
          <p:spPr>
            <a:xfrm>
              <a:off x="4670108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D1C400AA-2E1E-85F1-FE47-CF95D33E5EFF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47C95EBB-5ED8-EF2B-9D44-31F439A97275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02284902-C248-08E3-9F1A-4037AE8866C1}"/>
                </a:ext>
              </a:extLst>
            </p:cNvPr>
            <p:cNvSpPr>
              <a:spLocks noGrp="1"/>
            </p:cNvSpPr>
            <p:nvPr/>
          </p:nvSpPr>
          <p:spPr>
            <a:xfrm>
              <a:off x="4425315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B23782A0-A926-22FD-D241-7BBADBB1E65D}"/>
                </a:ext>
              </a:extLst>
            </p:cNvPr>
            <p:cNvSpPr>
              <a:spLocks noGrp="1"/>
            </p:cNvSpPr>
            <p:nvPr/>
          </p:nvSpPr>
          <p:spPr>
            <a:xfrm>
              <a:off x="4401979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6A185475-775F-3B8B-6D70-27B58C3FC192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992821E0-ACA8-8D63-D620-6FD8209E59CA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AE4E8F48-6314-15BB-8412-7B0584531AE5}"/>
                </a:ext>
              </a:extLst>
            </p:cNvPr>
            <p:cNvSpPr>
              <a:spLocks noGrp="1"/>
            </p:cNvSpPr>
            <p:nvPr/>
          </p:nvSpPr>
          <p:spPr>
            <a:xfrm>
              <a:off x="2281142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0677E7DC-0FF1-DBAA-C094-41EB2D42A315}"/>
                </a:ext>
              </a:extLst>
            </p:cNvPr>
            <p:cNvSpPr>
              <a:spLocks noGrp="1"/>
            </p:cNvSpPr>
            <p:nvPr/>
          </p:nvSpPr>
          <p:spPr>
            <a:xfrm>
              <a:off x="2252472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E4CD58ED-0A1F-B0AA-EF97-3808219BE949}"/>
                </a:ext>
              </a:extLst>
            </p:cNvPr>
            <p:cNvSpPr>
              <a:spLocks noGrp="1"/>
            </p:cNvSpPr>
            <p:nvPr/>
          </p:nvSpPr>
          <p:spPr>
            <a:xfrm>
              <a:off x="3081147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A1DAB095-F195-4C3B-CBC9-7E2F408D3D78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E2D8110D-56AF-2596-CE07-2CC48DFF6903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A2816171-1FF5-C944-4B25-C3AC2856076C}"/>
                </a:ext>
              </a:extLst>
            </p:cNvPr>
            <p:cNvSpPr>
              <a:spLocks noGrp="1"/>
            </p:cNvSpPr>
            <p:nvPr/>
          </p:nvSpPr>
          <p:spPr>
            <a:xfrm>
              <a:off x="7190708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A86456D4-EE27-6AB6-298A-C1C395CD0F3D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553F7CE9-3802-4777-7306-069FAC4BF2FC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76112CC-AAB5-95B8-1BBD-DD6212DAB3D0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EA4A3783-CA2A-255E-E05F-46DD3D1D62D9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4BB4E5E3-162E-7BBC-A0F3-D5E9E4F50A66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DD549152-5E28-AF15-9DF8-AFDD17DE462C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CBA56F8A-ABA8-B5FE-307E-F31E77D2A217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3B5C2330-7901-31F5-ED44-E76DAA1EDBF8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88CCFB55-EF25-7EDB-C39C-81522F4CDC18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0B9A769D-BF92-4BFE-BB6B-B64FD8B4C236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8536F3A0-29A0-E383-6462-0A3D9E67675B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771CC774-5445-1EAF-E8B1-8C0E70AB2B80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3A6829D1-1CC0-FB8D-B846-F13ABF154EBD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AEF056DC-5AD1-EE46-3B0B-1D76AFD09AB2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C1AAFB30-41AE-8093-95AA-9566965F692F}"/>
                </a:ext>
              </a:extLst>
            </p:cNvPr>
            <p:cNvSpPr>
              <a:spLocks noGrp="1"/>
            </p:cNvSpPr>
            <p:nvPr/>
          </p:nvSpPr>
          <p:spPr>
            <a:xfrm>
              <a:off x="9797891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9EECBFBB-57F7-442C-6D26-140D10B912EE}"/>
                </a:ext>
              </a:extLst>
            </p:cNvPr>
            <p:cNvSpPr>
              <a:spLocks noGrp="1"/>
            </p:cNvSpPr>
            <p:nvPr/>
          </p:nvSpPr>
          <p:spPr>
            <a:xfrm>
              <a:off x="9769221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D096CBE9-E7F6-AF5D-E966-CC012BA4FBEB}"/>
                </a:ext>
              </a:extLst>
            </p:cNvPr>
            <p:cNvSpPr>
              <a:spLocks noGrp="1"/>
            </p:cNvSpPr>
            <p:nvPr/>
          </p:nvSpPr>
          <p:spPr>
            <a:xfrm>
              <a:off x="9787414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690EC056-EB62-7224-0FA6-3D31987B1BA4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A30E78FE-C259-B157-B21F-055905283BB5}"/>
                </a:ext>
              </a:extLst>
            </p:cNvPr>
            <p:cNvSpPr>
              <a:spLocks noGrp="1"/>
            </p:cNvSpPr>
            <p:nvPr/>
          </p:nvSpPr>
          <p:spPr>
            <a:xfrm>
              <a:off x="7373684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FE5DE1AD-1E5B-8D08-60A7-F5DABA7BC560}"/>
                </a:ext>
              </a:extLst>
            </p:cNvPr>
            <p:cNvSpPr>
              <a:spLocks noGrp="1"/>
            </p:cNvSpPr>
            <p:nvPr/>
          </p:nvSpPr>
          <p:spPr>
            <a:xfrm>
              <a:off x="735034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ABD8772C-0594-9A63-B4F1-52882ECC12F6}"/>
                </a:ext>
              </a:extLst>
            </p:cNvPr>
            <p:cNvSpPr>
              <a:spLocks noGrp="1"/>
            </p:cNvSpPr>
            <p:nvPr/>
          </p:nvSpPr>
          <p:spPr>
            <a:xfrm>
              <a:off x="8522399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D2649B87-D3EE-094F-70CF-27FD3BA45466}"/>
                </a:ext>
              </a:extLst>
            </p:cNvPr>
            <p:cNvSpPr>
              <a:spLocks noGrp="1"/>
            </p:cNvSpPr>
            <p:nvPr/>
          </p:nvSpPr>
          <p:spPr>
            <a:xfrm>
              <a:off x="895797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4E24FAEB-8215-5E2A-B9CD-3E87CEE1FEE1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085C8DAF-1B87-795B-B97A-AB6758F7C06F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C1DA1E59-02B7-D372-ECF1-5F36BA6E8655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9A522498-4122-B781-F26F-A74A872C9591}"/>
                </a:ext>
              </a:extLst>
            </p:cNvPr>
            <p:cNvSpPr>
              <a:spLocks noGrp="1"/>
            </p:cNvSpPr>
            <p:nvPr/>
          </p:nvSpPr>
          <p:spPr>
            <a:xfrm>
              <a:off x="7674388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73BB77C2-562A-9B77-6817-6CDD3B5B7E97}"/>
                </a:ext>
              </a:extLst>
            </p:cNvPr>
            <p:cNvSpPr>
              <a:spLocks noGrp="1"/>
            </p:cNvSpPr>
            <p:nvPr/>
          </p:nvSpPr>
          <p:spPr>
            <a:xfrm>
              <a:off x="8657368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DDD46BFF-DED4-7AB5-C1C4-B58B2E44137C}"/>
                </a:ext>
              </a:extLst>
            </p:cNvPr>
            <p:cNvSpPr>
              <a:spLocks noGrp="1"/>
            </p:cNvSpPr>
            <p:nvPr/>
          </p:nvSpPr>
          <p:spPr>
            <a:xfrm>
              <a:off x="8634032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9F13DA3E-FDFB-7843-C331-25235D412197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6C12F012-3045-E74A-9EB9-985744FA57A0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F0802B08-A73B-3846-5294-13EC0E95380D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6DB7F570-B2D2-FD34-518C-6E5ACAB5556E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EA256513-23A6-04D1-EA62-188533F226E6}"/>
                </a:ext>
              </a:extLst>
            </p:cNvPr>
            <p:cNvSpPr>
              <a:spLocks noGrp="1"/>
            </p:cNvSpPr>
            <p:nvPr/>
          </p:nvSpPr>
          <p:spPr>
            <a:xfrm>
              <a:off x="8596884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A8D51F7E-6DB8-6843-D4B3-827B9430AB8D}"/>
                </a:ext>
              </a:extLst>
            </p:cNvPr>
            <p:cNvSpPr>
              <a:spLocks noGrp="1"/>
            </p:cNvSpPr>
            <p:nvPr/>
          </p:nvSpPr>
          <p:spPr>
            <a:xfrm>
              <a:off x="9172575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5" name="Find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CA67D3B5-1CFB-17BC-6374-1635E52DEA1C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606854" y="1209339"/>
            <a:ext cx="477913" cy="456900"/>
          </a:xfrm>
          <a:prstGeom prst="rect">
            <a:avLst/>
          </a:prstGeom>
        </p:spPr>
      </p:pic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7370C999-C9EE-2E1C-EA37-60D30FD30D00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582406" y="2388765"/>
            <a:ext cx="332109" cy="317507"/>
          </a:xfrm>
          <a:prstGeom prst="rect">
            <a:avLst/>
          </a:prstGeom>
        </p:spPr>
      </p:pic>
      <p:pic>
        <p:nvPicPr>
          <p:cNvPr id="1437" name="a | 56-channel tensor stack" descr="Synthetic voxel-grid density schematic">
            <a:extLst>
              <a:ext uri="{FF2B5EF4-FFF2-40B4-BE49-F238E27FC236}">
                <a16:creationId xmlns:a16="http://schemas.microsoft.com/office/drawing/2014/main" id="{3F9E1182-2C6A-039D-2D64-3723B91CA00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248575" y="566797"/>
            <a:ext cx="343801" cy="237886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5A6B474E-BC0D-1A68-F0D2-B5ACCB35446D}"/>
              </a:ext>
            </a:extLst>
          </p:cNvPr>
          <p:cNvSpPr txBox="1"/>
          <p:nvPr/>
        </p:nvSpPr>
        <p:spPr>
          <a:xfrm>
            <a:off x="11376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/>
          <p:cNvSpPr/>
          <p:nvPr/>
        </p:nvSpPr>
        <p:spPr>
          <a:xfrm>
            <a:off x="1229360" y="1305560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5BDD5"/>
            </a:solidFill>
            <a:prstDash val="solid"/>
            <a:round/>
          </a:ln>
        </p:spPr>
      </p:sp>
      <p:sp>
        <p:nvSpPr>
          <p:cNvPr id="1444" name="V8 embedding neighbor 1 to center"/>
          <p:cNvSpPr/>
          <p:nvPr/>
        </p:nvSpPr>
        <p:spPr>
          <a:xfrm>
            <a:off x="12855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5" name="V8 embedding neighbor 1 to center head"/>
          <p:cNvSpPr/>
          <p:nvPr/>
        </p:nvSpPr>
        <p:spPr>
          <a:xfrm>
            <a:off x="13562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6" name="V8 embedding neighbor 1"/>
          <p:cNvSpPr/>
          <p:nvPr/>
        </p:nvSpPr>
        <p:spPr>
          <a:xfrm>
            <a:off x="12595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47" name="V8 embedding neighbor 2 to center"/>
          <p:cNvSpPr/>
          <p:nvPr/>
        </p:nvSpPr>
        <p:spPr>
          <a:xfrm>
            <a:off x="14154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8" name="V8 embedding neighbor 2 to center head"/>
          <p:cNvSpPr/>
          <p:nvPr/>
        </p:nvSpPr>
        <p:spPr>
          <a:xfrm>
            <a:off x="14109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9" name="V8 embedding neighbor 2"/>
          <p:cNvSpPr/>
          <p:nvPr/>
        </p:nvSpPr>
        <p:spPr>
          <a:xfrm>
            <a:off x="14779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0" name="V8 embedding upper curved aggregation"/>
          <p:cNvSpPr/>
          <p:nvPr/>
        </p:nvSpPr>
        <p:spPr>
          <a:xfrm>
            <a:off x="14287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1" name="V8 embedding upper curved aggregation tip"/>
          <p:cNvSpPr/>
          <p:nvPr/>
        </p:nvSpPr>
        <p:spPr>
          <a:xfrm>
            <a:off x="14200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/>
          <p:cNvSpPr/>
          <p:nvPr/>
        </p:nvSpPr>
        <p:spPr>
          <a:xfrm>
            <a:off x="14122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3" name="V8 embedding neighbor 3"/>
          <p:cNvSpPr/>
          <p:nvPr/>
        </p:nvSpPr>
        <p:spPr>
          <a:xfrm>
            <a:off x="15506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4" name="V8 embedding curved aggregation"/>
          <p:cNvSpPr/>
          <p:nvPr/>
        </p:nvSpPr>
        <p:spPr>
          <a:xfrm>
            <a:off x="12700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5" name="V8 embedding curved aggregation tip"/>
          <p:cNvSpPr/>
          <p:nvPr/>
        </p:nvSpPr>
        <p:spPr>
          <a:xfrm>
            <a:off x="13474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/>
          <p:cNvSpPr/>
          <p:nvPr/>
        </p:nvSpPr>
        <p:spPr>
          <a:xfrm>
            <a:off x="13375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7" name="V8 embedding neighbor 4"/>
          <p:cNvSpPr/>
          <p:nvPr/>
        </p:nvSpPr>
        <p:spPr>
          <a:xfrm>
            <a:off x="12553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8" name="V8 embedding neighbor 5 to center"/>
          <p:cNvSpPr/>
          <p:nvPr/>
        </p:nvSpPr>
        <p:spPr>
          <a:xfrm>
            <a:off x="13856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9" name="V8 embedding neighbor 5 to center head"/>
          <p:cNvSpPr/>
          <p:nvPr/>
        </p:nvSpPr>
        <p:spPr>
          <a:xfrm>
            <a:off x="13819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60" name="V8 embedding neighbor 5"/>
          <p:cNvSpPr/>
          <p:nvPr/>
        </p:nvSpPr>
        <p:spPr>
          <a:xfrm>
            <a:off x="13696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61" name="V8 embedding center"/>
          <p:cNvSpPr/>
          <p:nvPr/>
        </p:nvSpPr>
        <p:spPr>
          <a:xfrm>
            <a:off x="13722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/>
          <p:cNvSpPr/>
          <p:nvPr/>
        </p:nvSpPr>
        <p:spPr>
          <a:xfrm>
            <a:off x="14262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/>
          <p:cNvSpPr/>
          <p:nvPr/>
        </p:nvSpPr>
        <p:spPr>
          <a:xfrm>
            <a:off x="14458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/>
          <p:cNvSpPr/>
          <p:nvPr/>
        </p:nvSpPr>
        <p:spPr>
          <a:xfrm>
            <a:off x="14655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/>
          <p:cNvSpPr/>
          <p:nvPr/>
        </p:nvSpPr>
        <p:spPr>
          <a:xfrm>
            <a:off x="14852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/>
          <p:cNvSpPr/>
          <p:nvPr/>
        </p:nvSpPr>
        <p:spPr>
          <a:xfrm>
            <a:off x="15049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/>
          <p:cNvSpPr/>
          <p:nvPr/>
        </p:nvSpPr>
        <p:spPr>
          <a:xfrm>
            <a:off x="15246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/>
          <p:cNvSpPr/>
          <p:nvPr/>
        </p:nvSpPr>
        <p:spPr>
          <a:xfrm>
            <a:off x="15443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/>
          <p:cNvSpPr/>
          <p:nvPr/>
        </p:nvSpPr>
        <p:spPr>
          <a:xfrm>
            <a:off x="15640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/>
          <p:cNvSpPr/>
          <p:nvPr/>
        </p:nvSpPr>
        <p:spPr>
          <a:xfrm flipV="1">
            <a:off x="1639889" y="1489896"/>
            <a:ext cx="95532" cy="45719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2" name="V8 embedding to point branch head"/>
          <p:cNvSpPr/>
          <p:nvPr/>
        </p:nvSpPr>
        <p:spPr>
          <a:xfrm>
            <a:off x="1719844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3" name="V8 embedding to voxel branch"/>
          <p:cNvSpPr/>
          <p:nvPr/>
        </p:nvSpPr>
        <p:spPr>
          <a:xfrm>
            <a:off x="1667510" y="669271"/>
            <a:ext cx="1" cy="866159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4" name="V8 embedding to voxel branch head"/>
          <p:cNvSpPr/>
          <p:nvPr/>
        </p:nvSpPr>
        <p:spPr>
          <a:xfrm>
            <a:off x="1655318" y="656526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0"/>
                </a:moveTo>
                <a:lnTo>
                  <a:pt x="0" y="28321"/>
                </a:lnTo>
                <a:lnTo>
                  <a:pt x="24384" y="28321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5" name="V8 density and receptor to voxel"/>
          <p:cNvSpPr/>
          <p:nvPr/>
        </p:nvSpPr>
        <p:spPr>
          <a:xfrm>
            <a:off x="1634160" y="656526"/>
            <a:ext cx="96730" cy="1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/>
          <p:cNvSpPr/>
          <p:nvPr/>
        </p:nvSpPr>
        <p:spPr>
          <a:xfrm>
            <a:off x="1715313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7" name="V8 voxel input junction"/>
          <p:cNvSpPr/>
          <p:nvPr/>
        </p:nvSpPr>
        <p:spPr>
          <a:xfrm>
            <a:off x="1659573" y="648589"/>
            <a:ext cx="15875" cy="15875"/>
          </a:xfrm>
          <a:prstGeom prst="ellipse">
            <a:avLst/>
          </a:pr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/>
          <p:cNvSpPr/>
          <p:nvPr/>
        </p:nvSpPr>
        <p:spPr>
          <a:xfrm>
            <a:off x="530162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/>
          <p:cNvSpPr/>
          <p:nvPr/>
        </p:nvSpPr>
        <p:spPr>
          <a:xfrm>
            <a:off x="835463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/>
          <p:cNvSpPr/>
          <p:nvPr/>
        </p:nvSpPr>
        <p:spPr>
          <a:xfrm>
            <a:off x="1191336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/>
          <p:cNvSpPr/>
          <p:nvPr/>
        </p:nvSpPr>
        <p:spPr>
          <a:xfrm>
            <a:off x="1191336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/>
          <p:cNvSpPr/>
          <p:nvPr/>
        </p:nvSpPr>
        <p:spPr>
          <a:xfrm>
            <a:off x="1179144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/>
          <p:cNvSpPr/>
          <p:nvPr/>
        </p:nvSpPr>
        <p:spPr>
          <a:xfrm>
            <a:off x="4712652" y="452120"/>
            <a:ext cx="519754" cy="117094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5" name="V8 Build pocket and density frame"/>
          <p:cNvSpPr/>
          <p:nvPr/>
        </p:nvSpPr>
        <p:spPr>
          <a:xfrm>
            <a:off x="5278437" y="452120"/>
            <a:ext cx="527685" cy="117094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6" name="V8 Build inputs to docking"/>
          <p:cNvSpPr/>
          <p:nvPr/>
        </p:nvSpPr>
        <p:spPr>
          <a:xfrm>
            <a:off x="5260340" y="1708155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/>
          <p:cNvSpPr/>
          <p:nvPr/>
        </p:nvSpPr>
        <p:spPr>
          <a:xfrm>
            <a:off x="523843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/>
          <p:cNvSpPr/>
          <p:nvPr/>
        </p:nvSpPr>
        <p:spPr>
          <a:xfrm>
            <a:off x="526034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/>
          <p:cNvSpPr/>
          <p:nvPr/>
        </p:nvSpPr>
        <p:spPr>
          <a:xfrm>
            <a:off x="523843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</p:spTree>
    <p:extLst>
      <p:ext uri="{BB962C8B-B14F-4D97-AF65-F5344CB8AC3E}">
        <p14:creationId xmlns:p14="http://schemas.microsoft.com/office/powerpoint/2010/main" val="855178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A6E18-01F8-B0BA-F43F-91B3A30C3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 | Find background">
            <a:extLst>
              <a:ext uri="{FF2B5EF4-FFF2-40B4-BE49-F238E27FC236}">
                <a16:creationId xmlns:a16="http://schemas.microsoft.com/office/drawing/2014/main" id="{A9090686-8929-C0A0-CCD3-B88878102309}"/>
              </a:ext>
            </a:extLst>
          </p:cNvPr>
          <p:cNvSpPr/>
          <p:nvPr/>
        </p:nvSpPr>
        <p:spPr>
          <a:xfrm>
            <a:off x="450985" y="85589"/>
            <a:ext cx="4096180" cy="1756103"/>
          </a:xfrm>
          <a:prstGeom prst="roundRect">
            <a:avLst>
              <a:gd name="adj" fmla="val 2000"/>
            </a:avLst>
          </a:prstGeom>
          <a:solidFill>
            <a:srgbClr val="F4F7FB"/>
          </a:solidFill>
          <a:ln w="9720">
            <a:solidFill>
              <a:srgbClr val="CF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3" name="Panel | Match background">
            <a:extLst>
              <a:ext uri="{FF2B5EF4-FFF2-40B4-BE49-F238E27FC236}">
                <a16:creationId xmlns:a16="http://schemas.microsoft.com/office/drawing/2014/main" id="{28703D02-0EE9-C5A6-609C-08019DDE7E4E}"/>
              </a:ext>
            </a:extLst>
          </p:cNvPr>
          <p:cNvSpPr/>
          <p:nvPr/>
        </p:nvSpPr>
        <p:spPr>
          <a:xfrm>
            <a:off x="450985" y="1885270"/>
            <a:ext cx="4096180" cy="2532204"/>
          </a:xfrm>
          <a:prstGeom prst="roundRect">
            <a:avLst>
              <a:gd name="adj" fmla="val 2000"/>
            </a:avLst>
          </a:prstGeom>
          <a:solidFill>
            <a:srgbClr val="F2F9F6"/>
          </a:solidFill>
          <a:ln w="9720">
            <a:solidFill>
              <a:srgbClr val="C8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4" name="Panel | Build background">
            <a:extLst>
              <a:ext uri="{FF2B5EF4-FFF2-40B4-BE49-F238E27FC236}">
                <a16:creationId xmlns:a16="http://schemas.microsoft.com/office/drawing/2014/main" id="{ED204BA4-647E-6284-03F8-632FC35FBD82}"/>
              </a:ext>
            </a:extLst>
          </p:cNvPr>
          <p:cNvSpPr/>
          <p:nvPr/>
        </p:nvSpPr>
        <p:spPr>
          <a:xfrm>
            <a:off x="4583047" y="81744"/>
            <a:ext cx="1354615" cy="4335730"/>
          </a:xfrm>
          <a:prstGeom prst="roundRect">
            <a:avLst>
              <a:gd name="adj" fmla="val 2000"/>
            </a:avLst>
          </a:prstGeom>
          <a:solidFill>
            <a:srgbClr val="FAF6EE"/>
          </a:solidFill>
          <a:ln w="9720">
            <a:solidFill>
              <a:srgbClr val="E3D9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grpSp>
        <p:nvGrpSpPr>
          <p:cNvPr id="5" name="Input boundary layer">
            <a:extLst>
              <a:ext uri="{FF2B5EF4-FFF2-40B4-BE49-F238E27FC236}">
                <a16:creationId xmlns:a16="http://schemas.microsoft.com/office/drawing/2014/main" id="{DDB8823C-1C5D-EC2B-D97C-140C79222FB0}"/>
              </a:ext>
            </a:extLst>
          </p:cNvPr>
          <p:cNvGrpSpPr/>
          <p:nvPr/>
        </p:nvGrpSpPr>
        <p:grpSpPr>
          <a:xfrm>
            <a:off x="0" y="0"/>
            <a:ext cx="6480175" cy="4468813"/>
            <a:chOff x="0" y="0"/>
            <a:chExt cx="15240000" cy="10509702"/>
          </a:xfrm>
        </p:grpSpPr>
        <p:sp>
          <p:nvSpPr>
            <p:cNvPr id="1478" name="V8 Match input boundary">
              <a:extLst>
                <a:ext uri="{FF2B5EF4-FFF2-40B4-BE49-F238E27FC236}">
                  <a16:creationId xmlns:a16="http://schemas.microsoft.com/office/drawing/2014/main" id="{7D0554F4-AE1C-63F1-A885-352F5424EDA9}"/>
                </a:ext>
              </a:extLst>
            </p:cNvPr>
            <p:cNvSpPr/>
            <p:nvPr/>
          </p:nvSpPr>
          <p:spPr>
            <a:xfrm>
              <a:off x="1246829" y="5281627"/>
              <a:ext cx="3163259" cy="2511755"/>
            </a:xfrm>
            <a:custGeom>
              <a:avLst/>
              <a:gdLst/>
              <a:ahLst/>
              <a:cxnLst/>
              <a:rect l="l" t="t" r="r" b="b"/>
              <a:pathLst>
                <a:path w="1345044" h="1068019">
                  <a:moveTo>
                    <a:pt x="31750" y="0"/>
                  </a:moveTo>
                  <a:lnTo>
                    <a:pt x="893699" y="0"/>
                  </a:lnTo>
                  <a:cubicBezTo>
                    <a:pt x="911162" y="0"/>
                    <a:pt x="925449" y="14288"/>
                    <a:pt x="925449" y="31750"/>
                  </a:cubicBezTo>
                  <a:lnTo>
                    <a:pt x="925449" y="489521"/>
                  </a:lnTo>
                  <a:cubicBezTo>
                    <a:pt x="925449" y="506984"/>
                    <a:pt x="939736" y="521271"/>
                    <a:pt x="957199" y="521271"/>
                  </a:cubicBezTo>
                  <a:lnTo>
                    <a:pt x="1313294" y="521271"/>
                  </a:lnTo>
                  <a:cubicBezTo>
                    <a:pt x="1330757" y="521271"/>
                    <a:pt x="1345044" y="535559"/>
                    <a:pt x="1345044" y="553021"/>
                  </a:cubicBezTo>
                  <a:lnTo>
                    <a:pt x="1345044" y="1036269"/>
                  </a:lnTo>
                  <a:cubicBezTo>
                    <a:pt x="1345044" y="1053732"/>
                    <a:pt x="1330757" y="1068019"/>
                    <a:pt x="1313294" y="1068019"/>
                  </a:cubicBezTo>
                  <a:lnTo>
                    <a:pt x="31750" y="1068019"/>
                  </a:lnTo>
                  <a:cubicBezTo>
                    <a:pt x="14288" y="1068019"/>
                    <a:pt x="0" y="1053732"/>
                    <a:pt x="0" y="1036269"/>
                  </a:cubicBezTo>
                  <a:lnTo>
                    <a:pt x="0" y="31750"/>
                  </a:lnTo>
                  <a:cubicBezTo>
                    <a:pt x="0" y="14288"/>
                    <a:pt x="14288" y="0"/>
                    <a:pt x="31750" y="0"/>
                  </a:cubicBezTo>
                  <a:close/>
                </a:path>
              </a:pathLst>
            </a:custGeom>
            <a:solidFill>
              <a:srgbClr val="FFFFFF"/>
            </a:solidFill>
            <a:ln w="7290" cap="rnd">
              <a:solidFill>
                <a:srgbClr val="B6CEC5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dirty="0"/>
            </a:p>
          </p:txBody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ADBC3EDA-5434-B072-0369-64F7979021C5}"/>
              </a:ext>
            </a:extLst>
          </p:cNvPr>
          <p:cNvSpPr txBox="1"/>
          <p:nvPr/>
        </p:nvSpPr>
        <p:spPr>
          <a:xfrm>
            <a:off x="519056" y="107111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a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BDE65E3A-EB06-F9D8-4F70-55D863BF89FB}"/>
              </a:ext>
            </a:extLst>
          </p:cNvPr>
          <p:cNvSpPr txBox="1"/>
          <p:nvPr/>
        </p:nvSpPr>
        <p:spPr>
          <a:xfrm>
            <a:off x="677263" y="120127"/>
            <a:ext cx="2531320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>
                <a:solidFill>
                  <a:srgbClr val="1E293B"/>
                </a:solidFill>
                <a:latin typeface="Arial"/>
              </a:rPr>
              <a:t>Find: locate ligand regions</a:t>
            </a: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F3FF857A-DE19-FC06-9455-89983F39C003}"/>
              </a:ext>
            </a:extLst>
          </p:cNvPr>
          <p:cNvSpPr txBox="1"/>
          <p:nvPr/>
        </p:nvSpPr>
        <p:spPr>
          <a:xfrm>
            <a:off x="519056" y="1909702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b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70ECA487-21BB-6209-C18F-3026009B4E59}"/>
              </a:ext>
            </a:extLst>
          </p:cNvPr>
          <p:cNvSpPr txBox="1"/>
          <p:nvPr/>
        </p:nvSpPr>
        <p:spPr>
          <a:xfrm>
            <a:off x="667104" y="1931954"/>
            <a:ext cx="2847735" cy="123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822" dirty="0">
                <a:solidFill>
                  <a:srgbClr val="1E293B"/>
                </a:solidFill>
                <a:latin typeface="Arial"/>
              </a:rPr>
              <a:t>Match: candidate-to-identity assignment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C99C17F0-6544-6BC0-1417-555389742DB7}"/>
              </a:ext>
            </a:extLst>
          </p:cNvPr>
          <p:cNvSpPr txBox="1"/>
          <p:nvPr/>
        </p:nvSpPr>
        <p:spPr>
          <a:xfrm>
            <a:off x="4616630" y="107125"/>
            <a:ext cx="174028" cy="149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95" b="1" dirty="0">
                <a:solidFill>
                  <a:srgbClr val="1E293B"/>
                </a:solidFill>
                <a:latin typeface="Arial"/>
              </a:rPr>
              <a:t>c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7A43A7E7-A060-03F0-5B05-9A1425584A88}"/>
              </a:ext>
            </a:extLst>
          </p:cNvPr>
          <p:cNvSpPr txBox="1"/>
          <p:nvPr/>
        </p:nvSpPr>
        <p:spPr>
          <a:xfrm>
            <a:off x="4774837" y="120126"/>
            <a:ext cx="1202377" cy="239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Build: downstream</a:t>
            </a:r>
          </a:p>
          <a:p>
            <a:pPr algn="l">
              <a:lnSpc>
                <a:spcPct val="98000"/>
              </a:lnSpc>
            </a:pPr>
            <a:r>
              <a:rPr sz="795" dirty="0">
                <a:solidFill>
                  <a:srgbClr val="1E293B"/>
                </a:solidFill>
                <a:latin typeface="Arial"/>
              </a:rPr>
              <a:t>pose reconstruction</a:t>
            </a:r>
          </a:p>
        </p:txBody>
      </p:sp>
      <p:sp>
        <p:nvSpPr>
          <p:cNvPr id="13" name="Find | Density card">
            <a:extLst>
              <a:ext uri="{FF2B5EF4-FFF2-40B4-BE49-F238E27FC236}">
                <a16:creationId xmlns:a16="http://schemas.microsoft.com/office/drawing/2014/main" id="{CAB7453E-57E4-6069-E17B-BEBD584DE9C5}"/>
              </a:ext>
            </a:extLst>
          </p:cNvPr>
          <p:cNvSpPr/>
          <p:nvPr/>
        </p:nvSpPr>
        <p:spPr>
          <a:xfrm>
            <a:off x="526967" y="284774"/>
            <a:ext cx="488504" cy="6802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4" name="TextBox 11">
            <a:extLst>
              <a:ext uri="{FF2B5EF4-FFF2-40B4-BE49-F238E27FC236}">
                <a16:creationId xmlns:a16="http://schemas.microsoft.com/office/drawing/2014/main" id="{E13F9DB9-2915-4D37-1A15-4DD879957FE6}"/>
              </a:ext>
            </a:extLst>
          </p:cNvPr>
          <p:cNvSpPr txBox="1"/>
          <p:nvPr/>
        </p:nvSpPr>
        <p:spPr>
          <a:xfrm>
            <a:off x="459742" y="318294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15" name="Fin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8CF1199C-6488-C5B6-B489-1131732B4FBF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496351" y="440507"/>
            <a:ext cx="501650" cy="479011"/>
          </a:xfrm>
          <a:prstGeom prst="rect">
            <a:avLst/>
          </a:prstGeom>
        </p:spPr>
      </p:pic>
      <p:sp>
        <p:nvSpPr>
          <p:cNvPr id="235" name="Find | Receptor card">
            <a:extLst>
              <a:ext uri="{FF2B5EF4-FFF2-40B4-BE49-F238E27FC236}">
                <a16:creationId xmlns:a16="http://schemas.microsoft.com/office/drawing/2014/main" id="{C39711EA-1578-1FDC-F7E5-415822DEC84F}"/>
              </a:ext>
            </a:extLst>
          </p:cNvPr>
          <p:cNvSpPr/>
          <p:nvPr/>
        </p:nvSpPr>
        <p:spPr>
          <a:xfrm>
            <a:off x="526966" y="1028349"/>
            <a:ext cx="489611" cy="72775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6" name="TextBox 6212">
            <a:extLst>
              <a:ext uri="{FF2B5EF4-FFF2-40B4-BE49-F238E27FC236}">
                <a16:creationId xmlns:a16="http://schemas.microsoft.com/office/drawing/2014/main" id="{4566817F-CA11-3CA5-4ED5-534E4B65A1C1}"/>
              </a:ext>
            </a:extLst>
          </p:cNvPr>
          <p:cNvSpPr txBox="1"/>
          <p:nvPr/>
        </p:nvSpPr>
        <p:spPr>
          <a:xfrm>
            <a:off x="433516" y="1053973"/>
            <a:ext cx="664471" cy="101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75" dirty="0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237" name="Find | 3D voxel U-Net box">
            <a:extLst>
              <a:ext uri="{FF2B5EF4-FFF2-40B4-BE49-F238E27FC236}">
                <a16:creationId xmlns:a16="http://schemas.microsoft.com/office/drawing/2014/main" id="{84C31B5C-DB46-3102-A094-A625CBC3795B}"/>
              </a:ext>
            </a:extLst>
          </p:cNvPr>
          <p:cNvSpPr/>
          <p:nvPr/>
        </p:nvSpPr>
        <p:spPr>
          <a:xfrm>
            <a:off x="1743636" y="284774"/>
            <a:ext cx="2183263" cy="743575"/>
          </a:xfrm>
          <a:prstGeom prst="roundRect">
            <a:avLst>
              <a:gd name="adj" fmla="val 5000"/>
            </a:avLst>
          </a:prstGeom>
          <a:solidFill>
            <a:srgbClr val="EDF3FA"/>
          </a:solidFill>
          <a:ln w="7290">
            <a:solidFill>
              <a:srgbClr val="C3D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38" name="TextBox 6223">
            <a:extLst>
              <a:ext uri="{FF2B5EF4-FFF2-40B4-BE49-F238E27FC236}">
                <a16:creationId xmlns:a16="http://schemas.microsoft.com/office/drawing/2014/main" id="{D0BEE622-6A06-FAEC-A1B9-E12DAFA59B95}"/>
              </a:ext>
            </a:extLst>
          </p:cNvPr>
          <p:cNvSpPr txBox="1"/>
          <p:nvPr/>
        </p:nvSpPr>
        <p:spPr>
          <a:xfrm>
            <a:off x="1743636" y="310561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3D voxel U-Net</a:t>
            </a:r>
          </a:p>
        </p:txBody>
      </p:sp>
      <p:sp>
        <p:nvSpPr>
          <p:cNvPr id="239" name="TextBox 6224">
            <a:extLst>
              <a:ext uri="{FF2B5EF4-FFF2-40B4-BE49-F238E27FC236}">
                <a16:creationId xmlns:a16="http://schemas.microsoft.com/office/drawing/2014/main" id="{6162AD09-868A-9802-DD3F-493AE18E658B}"/>
              </a:ext>
            </a:extLst>
          </p:cNvPr>
          <p:cNvSpPr txBox="1"/>
          <p:nvPr/>
        </p:nvSpPr>
        <p:spPr>
          <a:xfrm>
            <a:off x="1743491" y="415407"/>
            <a:ext cx="2183414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 dirty="0">
                <a:solidFill>
                  <a:srgbClr val="5A6B7C"/>
                </a:solidFill>
                <a:latin typeface="Arial"/>
              </a:rPr>
              <a:t>Skip connections</a:t>
            </a:r>
          </a:p>
        </p:txBody>
      </p:sp>
      <p:sp>
        <p:nvSpPr>
          <p:cNvPr id="240" name="TextBox 10003">
            <a:extLst>
              <a:ext uri="{FF2B5EF4-FFF2-40B4-BE49-F238E27FC236}">
                <a16:creationId xmlns:a16="http://schemas.microsoft.com/office/drawing/2014/main" id="{09C48FDC-7786-8263-4A08-E75021FC8287}"/>
              </a:ext>
            </a:extLst>
          </p:cNvPr>
          <p:cNvSpPr txBox="1"/>
          <p:nvPr/>
        </p:nvSpPr>
        <p:spPr>
          <a:xfrm>
            <a:off x="1909753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B78A8"/>
                </a:solidFill>
                <a:latin typeface="Arial"/>
              </a:rPr>
              <a:t>Encoder</a:t>
            </a:r>
          </a:p>
        </p:txBody>
      </p:sp>
      <p:sp>
        <p:nvSpPr>
          <p:cNvPr id="241" name="TextBox 10004">
            <a:extLst>
              <a:ext uri="{FF2B5EF4-FFF2-40B4-BE49-F238E27FC236}">
                <a16:creationId xmlns:a16="http://schemas.microsoft.com/office/drawing/2014/main" id="{5D7C6AF6-28C5-C78C-2A6D-53148E9C5409}"/>
              </a:ext>
            </a:extLst>
          </p:cNvPr>
          <p:cNvSpPr txBox="1"/>
          <p:nvPr/>
        </p:nvSpPr>
        <p:spPr>
          <a:xfrm>
            <a:off x="2558404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7E63A8"/>
                </a:solidFill>
                <a:latin typeface="Arial"/>
              </a:rPr>
              <a:t>Bottleneck</a:t>
            </a:r>
          </a:p>
        </p:txBody>
      </p:sp>
      <p:sp>
        <p:nvSpPr>
          <p:cNvPr id="242" name="TextBox 10005">
            <a:extLst>
              <a:ext uri="{FF2B5EF4-FFF2-40B4-BE49-F238E27FC236}">
                <a16:creationId xmlns:a16="http://schemas.microsoft.com/office/drawing/2014/main" id="{7CC49EB1-DBD1-A7E7-516D-CECCC1D041F1}"/>
              </a:ext>
            </a:extLst>
          </p:cNvPr>
          <p:cNvSpPr txBox="1"/>
          <p:nvPr/>
        </p:nvSpPr>
        <p:spPr>
          <a:xfrm>
            <a:off x="3207055" y="905035"/>
            <a:ext cx="55372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368274"/>
                </a:solidFill>
                <a:latin typeface="Arial"/>
              </a:rPr>
              <a:t>Decoder</a:t>
            </a:r>
          </a:p>
        </p:txBody>
      </p:sp>
      <p:sp>
        <p:nvSpPr>
          <p:cNvPr id="243" name="Find | Point Transformer V3 box">
            <a:extLst>
              <a:ext uri="{FF2B5EF4-FFF2-40B4-BE49-F238E27FC236}">
                <a16:creationId xmlns:a16="http://schemas.microsoft.com/office/drawing/2014/main" id="{E6BB0EBE-E97F-0460-89AE-378626BAD4D7}"/>
              </a:ext>
            </a:extLst>
          </p:cNvPr>
          <p:cNvSpPr/>
          <p:nvPr/>
        </p:nvSpPr>
        <p:spPr>
          <a:xfrm>
            <a:off x="1743636" y="1170736"/>
            <a:ext cx="2183263" cy="585368"/>
          </a:xfrm>
          <a:prstGeom prst="roundRect">
            <a:avLst>
              <a:gd name="adj" fmla="val 5000"/>
            </a:avLst>
          </a:prstGeom>
          <a:solidFill>
            <a:srgbClr val="F2EEF8"/>
          </a:solidFill>
          <a:ln w="7290">
            <a:solidFill>
              <a:srgbClr val="D3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244" name="Find | PTV3 stage 1 (no pseudo)">
            <a:extLst>
              <a:ext uri="{FF2B5EF4-FFF2-40B4-BE49-F238E27FC236}">
                <a16:creationId xmlns:a16="http://schemas.microsoft.com/office/drawing/2014/main" id="{B4F71929-AC06-8CA3-B3DD-0D60585A9033}"/>
              </a:ext>
            </a:extLst>
          </p:cNvPr>
          <p:cNvGrpSpPr/>
          <p:nvPr/>
        </p:nvGrpSpPr>
        <p:grpSpPr>
          <a:xfrm>
            <a:off x="1834605" y="1222153"/>
            <a:ext cx="276863" cy="197759"/>
            <a:chOff x="1837958" y="1438830"/>
            <a:chExt cx="279225" cy="243090"/>
          </a:xfrm>
        </p:grpSpPr>
        <p:sp>
          <p:nvSpPr>
            <p:cNvPr id="245" name="rect_1844">
              <a:extLst>
                <a:ext uri="{FF2B5EF4-FFF2-40B4-BE49-F238E27FC236}">
                  <a16:creationId xmlns:a16="http://schemas.microsoft.com/office/drawing/2014/main" id="{660AA888-4092-6DA6-78D3-4B888E2B2DA3}"/>
                </a:ext>
              </a:extLst>
            </p:cNvPr>
            <p:cNvSpPr/>
            <p:nvPr/>
          </p:nvSpPr>
          <p:spPr>
            <a:xfrm>
              <a:off x="183795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6" name="ellipse_1845">
              <a:extLst>
                <a:ext uri="{FF2B5EF4-FFF2-40B4-BE49-F238E27FC236}">
                  <a16:creationId xmlns:a16="http://schemas.microsoft.com/office/drawing/2014/main" id="{8ED69D04-8A29-A5B5-FEDE-87DBF5A86A21}"/>
                </a:ext>
              </a:extLst>
            </p:cNvPr>
            <p:cNvSpPr/>
            <p:nvPr/>
          </p:nvSpPr>
          <p:spPr>
            <a:xfrm>
              <a:off x="1911179" y="154988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7" name="ellipse_1846">
              <a:extLst>
                <a:ext uri="{FF2B5EF4-FFF2-40B4-BE49-F238E27FC236}">
                  <a16:creationId xmlns:a16="http://schemas.microsoft.com/office/drawing/2014/main" id="{2F757B70-05BB-1D52-EAD7-99F943EE0786}"/>
                </a:ext>
              </a:extLst>
            </p:cNvPr>
            <p:cNvSpPr/>
            <p:nvPr/>
          </p:nvSpPr>
          <p:spPr>
            <a:xfrm>
              <a:off x="2016057" y="15691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8" name="ellipse_1847">
              <a:extLst>
                <a:ext uri="{FF2B5EF4-FFF2-40B4-BE49-F238E27FC236}">
                  <a16:creationId xmlns:a16="http://schemas.microsoft.com/office/drawing/2014/main" id="{33900347-5FB5-F6C0-81F6-93C079B537C5}"/>
                </a:ext>
              </a:extLst>
            </p:cNvPr>
            <p:cNvSpPr/>
            <p:nvPr/>
          </p:nvSpPr>
          <p:spPr>
            <a:xfrm>
              <a:off x="1901005" y="1463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49" name="ellipse_1848">
              <a:extLst>
                <a:ext uri="{FF2B5EF4-FFF2-40B4-BE49-F238E27FC236}">
                  <a16:creationId xmlns:a16="http://schemas.microsoft.com/office/drawing/2014/main" id="{D9E3B372-BB0F-C9A4-3974-A8E7AF7737B7}"/>
                </a:ext>
              </a:extLst>
            </p:cNvPr>
            <p:cNvSpPr/>
            <p:nvPr/>
          </p:nvSpPr>
          <p:spPr>
            <a:xfrm>
              <a:off x="1966917" y="149122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0" name="ellipse_1849">
              <a:extLst>
                <a:ext uri="{FF2B5EF4-FFF2-40B4-BE49-F238E27FC236}">
                  <a16:creationId xmlns:a16="http://schemas.microsoft.com/office/drawing/2014/main" id="{65731899-DB97-2E91-5665-E8C978110F71}"/>
                </a:ext>
              </a:extLst>
            </p:cNvPr>
            <p:cNvSpPr/>
            <p:nvPr/>
          </p:nvSpPr>
          <p:spPr>
            <a:xfrm>
              <a:off x="1981202" y="14619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1" name="ellipse_1850">
              <a:extLst>
                <a:ext uri="{FF2B5EF4-FFF2-40B4-BE49-F238E27FC236}">
                  <a16:creationId xmlns:a16="http://schemas.microsoft.com/office/drawing/2014/main" id="{FB870BF7-7DC4-B374-8AD0-46EC506BB29E}"/>
                </a:ext>
              </a:extLst>
            </p:cNvPr>
            <p:cNvSpPr/>
            <p:nvPr/>
          </p:nvSpPr>
          <p:spPr>
            <a:xfrm>
              <a:off x="2025801" y="15227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2" name="ellipse_1851">
              <a:extLst>
                <a:ext uri="{FF2B5EF4-FFF2-40B4-BE49-F238E27FC236}">
                  <a16:creationId xmlns:a16="http://schemas.microsoft.com/office/drawing/2014/main" id="{FB5210B2-4DAF-5841-3925-445BB6BA8E65}"/>
                </a:ext>
              </a:extLst>
            </p:cNvPr>
            <p:cNvSpPr/>
            <p:nvPr/>
          </p:nvSpPr>
          <p:spPr>
            <a:xfrm>
              <a:off x="1923657" y="157409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3" name="ellipse_1852">
              <a:extLst>
                <a:ext uri="{FF2B5EF4-FFF2-40B4-BE49-F238E27FC236}">
                  <a16:creationId xmlns:a16="http://schemas.microsoft.com/office/drawing/2014/main" id="{5E297BB0-4B0B-7393-6335-0A8D413997FE}"/>
                </a:ext>
              </a:extLst>
            </p:cNvPr>
            <p:cNvSpPr/>
            <p:nvPr/>
          </p:nvSpPr>
          <p:spPr>
            <a:xfrm>
              <a:off x="2046951" y="149268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4" name="ellipse_1853">
              <a:extLst>
                <a:ext uri="{FF2B5EF4-FFF2-40B4-BE49-F238E27FC236}">
                  <a16:creationId xmlns:a16="http://schemas.microsoft.com/office/drawing/2014/main" id="{3460EDB7-F270-4A51-230E-76F07C518E5B}"/>
                </a:ext>
              </a:extLst>
            </p:cNvPr>
            <p:cNvSpPr/>
            <p:nvPr/>
          </p:nvSpPr>
          <p:spPr>
            <a:xfrm>
              <a:off x="1971403" y="162122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5" name="ellipse_1854">
              <a:extLst>
                <a:ext uri="{FF2B5EF4-FFF2-40B4-BE49-F238E27FC236}">
                  <a16:creationId xmlns:a16="http://schemas.microsoft.com/office/drawing/2014/main" id="{D7F22E2B-29AF-AAFC-9390-4763B76AC824}"/>
                </a:ext>
              </a:extLst>
            </p:cNvPr>
            <p:cNvSpPr/>
            <p:nvPr/>
          </p:nvSpPr>
          <p:spPr>
            <a:xfrm>
              <a:off x="1916632" y="1483703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56" name="Find | PTV3 stage 2 (no pseudo)">
            <a:extLst>
              <a:ext uri="{FF2B5EF4-FFF2-40B4-BE49-F238E27FC236}">
                <a16:creationId xmlns:a16="http://schemas.microsoft.com/office/drawing/2014/main" id="{F4A044B8-F6CD-9A28-3075-23E9F1427BD6}"/>
              </a:ext>
            </a:extLst>
          </p:cNvPr>
          <p:cNvGrpSpPr/>
          <p:nvPr/>
        </p:nvGrpSpPr>
        <p:grpSpPr>
          <a:xfrm>
            <a:off x="2265368" y="1218198"/>
            <a:ext cx="269656" cy="205670"/>
            <a:chOff x="2276505" y="1465110"/>
            <a:chExt cx="243090" cy="190530"/>
          </a:xfrm>
        </p:grpSpPr>
        <p:sp>
          <p:nvSpPr>
            <p:cNvPr id="257" name="rect_1860">
              <a:extLst>
                <a:ext uri="{FF2B5EF4-FFF2-40B4-BE49-F238E27FC236}">
                  <a16:creationId xmlns:a16="http://schemas.microsoft.com/office/drawing/2014/main" id="{2A2BC9FE-9931-3C68-E213-012D2334D100}"/>
                </a:ext>
              </a:extLst>
            </p:cNvPr>
            <p:cNvSpPr/>
            <p:nvPr/>
          </p:nvSpPr>
          <p:spPr>
            <a:xfrm>
              <a:off x="227650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8" name="ellipse_1861">
              <a:extLst>
                <a:ext uri="{FF2B5EF4-FFF2-40B4-BE49-F238E27FC236}">
                  <a16:creationId xmlns:a16="http://schemas.microsoft.com/office/drawing/2014/main" id="{0D3FC1DA-E4D9-46A0-549F-86D3BA55D6FD}"/>
                </a:ext>
              </a:extLst>
            </p:cNvPr>
            <p:cNvSpPr/>
            <p:nvPr/>
          </p:nvSpPr>
          <p:spPr>
            <a:xfrm>
              <a:off x="2443383" y="147538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59" name="ellipse_1862">
              <a:extLst>
                <a:ext uri="{FF2B5EF4-FFF2-40B4-BE49-F238E27FC236}">
                  <a16:creationId xmlns:a16="http://schemas.microsoft.com/office/drawing/2014/main" id="{2E76A36E-124A-FF28-5F0C-9D8A556CAB6E}"/>
                </a:ext>
              </a:extLst>
            </p:cNvPr>
            <p:cNvSpPr/>
            <p:nvPr/>
          </p:nvSpPr>
          <p:spPr>
            <a:xfrm>
              <a:off x="2334302" y="149054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0" name="ellipse_1863">
              <a:extLst>
                <a:ext uri="{FF2B5EF4-FFF2-40B4-BE49-F238E27FC236}">
                  <a16:creationId xmlns:a16="http://schemas.microsoft.com/office/drawing/2014/main" id="{D535EE24-6485-F339-2CB7-F9EF085CB943}"/>
                </a:ext>
              </a:extLst>
            </p:cNvPr>
            <p:cNvSpPr/>
            <p:nvPr/>
          </p:nvSpPr>
          <p:spPr>
            <a:xfrm>
              <a:off x="2421391" y="151821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1" name="ellipse_1864">
              <a:extLst>
                <a:ext uri="{FF2B5EF4-FFF2-40B4-BE49-F238E27FC236}">
                  <a16:creationId xmlns:a16="http://schemas.microsoft.com/office/drawing/2014/main" id="{3E3B8E8E-0D51-B463-1AC5-8ABBD0D94E5F}"/>
                </a:ext>
              </a:extLst>
            </p:cNvPr>
            <p:cNvSpPr/>
            <p:nvPr/>
          </p:nvSpPr>
          <p:spPr>
            <a:xfrm>
              <a:off x="2395798" y="148175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2" name="ellipse_1865">
              <a:extLst>
                <a:ext uri="{FF2B5EF4-FFF2-40B4-BE49-F238E27FC236}">
                  <a16:creationId xmlns:a16="http://schemas.microsoft.com/office/drawing/2014/main" id="{A78CC97C-CF00-B4B4-232A-6540F415567F}"/>
                </a:ext>
              </a:extLst>
            </p:cNvPr>
            <p:cNvSpPr/>
            <p:nvPr/>
          </p:nvSpPr>
          <p:spPr>
            <a:xfrm>
              <a:off x="2345071" y="160888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3" name="ellipse_1866">
              <a:extLst>
                <a:ext uri="{FF2B5EF4-FFF2-40B4-BE49-F238E27FC236}">
                  <a16:creationId xmlns:a16="http://schemas.microsoft.com/office/drawing/2014/main" id="{1C7DD56E-5535-8B2E-615C-21EEB3FC0B60}"/>
                </a:ext>
              </a:extLst>
            </p:cNvPr>
            <p:cNvSpPr/>
            <p:nvPr/>
          </p:nvSpPr>
          <p:spPr>
            <a:xfrm>
              <a:off x="2455927" y="15235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4" name="ellipse_1867">
              <a:extLst>
                <a:ext uri="{FF2B5EF4-FFF2-40B4-BE49-F238E27FC236}">
                  <a16:creationId xmlns:a16="http://schemas.microsoft.com/office/drawing/2014/main" id="{53E5DFEF-A738-E1E2-6D82-562898867479}"/>
                </a:ext>
              </a:extLst>
            </p:cNvPr>
            <p:cNvSpPr/>
            <p:nvPr/>
          </p:nvSpPr>
          <p:spPr>
            <a:xfrm>
              <a:off x="2415612" y="15382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5" name="ellipse_1868">
              <a:extLst>
                <a:ext uri="{FF2B5EF4-FFF2-40B4-BE49-F238E27FC236}">
                  <a16:creationId xmlns:a16="http://schemas.microsoft.com/office/drawing/2014/main" id="{9F15DB89-4578-E9D4-B66C-9772D337DE92}"/>
                </a:ext>
              </a:extLst>
            </p:cNvPr>
            <p:cNvSpPr/>
            <p:nvPr/>
          </p:nvSpPr>
          <p:spPr>
            <a:xfrm>
              <a:off x="2384162" y="155385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66" name="Find | PTV3 stage 3 (no pseudo)">
            <a:extLst>
              <a:ext uri="{FF2B5EF4-FFF2-40B4-BE49-F238E27FC236}">
                <a16:creationId xmlns:a16="http://schemas.microsoft.com/office/drawing/2014/main" id="{8E5AF76E-A5D2-A1C4-1196-A1FB989CBECC}"/>
              </a:ext>
            </a:extLst>
          </p:cNvPr>
          <p:cNvGrpSpPr/>
          <p:nvPr/>
        </p:nvGrpSpPr>
        <p:grpSpPr>
          <a:xfrm>
            <a:off x="2713208" y="1230063"/>
            <a:ext cx="244120" cy="181939"/>
            <a:chOff x="2703555" y="1491390"/>
            <a:chExt cx="190530" cy="137970"/>
          </a:xfrm>
        </p:grpSpPr>
        <p:sp>
          <p:nvSpPr>
            <p:cNvPr id="267" name="rect_1874">
              <a:extLst>
                <a:ext uri="{FF2B5EF4-FFF2-40B4-BE49-F238E27FC236}">
                  <a16:creationId xmlns:a16="http://schemas.microsoft.com/office/drawing/2014/main" id="{75101B77-5988-FEB7-22BD-46F0384ADBC8}"/>
                </a:ext>
              </a:extLst>
            </p:cNvPr>
            <p:cNvSpPr/>
            <p:nvPr/>
          </p:nvSpPr>
          <p:spPr>
            <a:xfrm>
              <a:off x="2703555" y="1491390"/>
              <a:ext cx="190530" cy="137970"/>
            </a:xfrm>
            <a:prstGeom prst="roundRect">
              <a:avLst>
                <a:gd name="adj" fmla="val 11905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8" name="ellipse_1875">
              <a:extLst>
                <a:ext uri="{FF2B5EF4-FFF2-40B4-BE49-F238E27FC236}">
                  <a16:creationId xmlns:a16="http://schemas.microsoft.com/office/drawing/2014/main" id="{0F3768B9-45DC-D239-6ECE-6B199905A0E6}"/>
                </a:ext>
              </a:extLst>
            </p:cNvPr>
            <p:cNvSpPr/>
            <p:nvPr/>
          </p:nvSpPr>
          <p:spPr>
            <a:xfrm>
              <a:off x="2782342" y="152486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9" name="ellipse_1876">
              <a:extLst>
                <a:ext uri="{FF2B5EF4-FFF2-40B4-BE49-F238E27FC236}">
                  <a16:creationId xmlns:a16="http://schemas.microsoft.com/office/drawing/2014/main" id="{9AC2E9D9-EA81-CB60-9668-376E55C3B65A}"/>
                </a:ext>
              </a:extLst>
            </p:cNvPr>
            <p:cNvSpPr/>
            <p:nvPr/>
          </p:nvSpPr>
          <p:spPr>
            <a:xfrm>
              <a:off x="2750750" y="159446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0" name="ellipse_1877">
              <a:extLst>
                <a:ext uri="{FF2B5EF4-FFF2-40B4-BE49-F238E27FC236}">
                  <a16:creationId xmlns:a16="http://schemas.microsoft.com/office/drawing/2014/main" id="{193512C0-B984-BF26-53B2-A4C133832B19}"/>
                </a:ext>
              </a:extLst>
            </p:cNvPr>
            <p:cNvSpPr/>
            <p:nvPr/>
          </p:nvSpPr>
          <p:spPr>
            <a:xfrm>
              <a:off x="2743887" y="14971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1" name="ellipse_1878">
              <a:extLst>
                <a:ext uri="{FF2B5EF4-FFF2-40B4-BE49-F238E27FC236}">
                  <a16:creationId xmlns:a16="http://schemas.microsoft.com/office/drawing/2014/main" id="{010957FC-182F-1FF9-1554-385555C7E5BB}"/>
                </a:ext>
              </a:extLst>
            </p:cNvPr>
            <p:cNvSpPr/>
            <p:nvPr/>
          </p:nvSpPr>
          <p:spPr>
            <a:xfrm>
              <a:off x="2833390" y="151132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2" name="ellipse_1879">
              <a:extLst>
                <a:ext uri="{FF2B5EF4-FFF2-40B4-BE49-F238E27FC236}">
                  <a16:creationId xmlns:a16="http://schemas.microsoft.com/office/drawing/2014/main" id="{D3BED3D3-6945-FBFB-0ADC-29AB3D61D264}"/>
                </a:ext>
              </a:extLst>
            </p:cNvPr>
            <p:cNvSpPr/>
            <p:nvPr/>
          </p:nvSpPr>
          <p:spPr>
            <a:xfrm>
              <a:off x="2831792" y="156772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73" name="Find | PTV3 stage 4 (no pseudo)">
            <a:extLst>
              <a:ext uri="{FF2B5EF4-FFF2-40B4-BE49-F238E27FC236}">
                <a16:creationId xmlns:a16="http://schemas.microsoft.com/office/drawing/2014/main" id="{6152C243-7C11-72B4-655A-F6C20103F058}"/>
              </a:ext>
            </a:extLst>
          </p:cNvPr>
          <p:cNvGrpSpPr/>
          <p:nvPr/>
        </p:nvGrpSpPr>
        <p:grpSpPr>
          <a:xfrm>
            <a:off x="3135511" y="1218198"/>
            <a:ext cx="269656" cy="205670"/>
            <a:chOff x="3097755" y="1465110"/>
            <a:chExt cx="243090" cy="190530"/>
          </a:xfrm>
        </p:grpSpPr>
        <p:sp>
          <p:nvSpPr>
            <p:cNvPr id="274" name="rect_1885">
              <a:extLst>
                <a:ext uri="{FF2B5EF4-FFF2-40B4-BE49-F238E27FC236}">
                  <a16:creationId xmlns:a16="http://schemas.microsoft.com/office/drawing/2014/main" id="{02A84936-E0C4-22EE-AB39-B8147866C1E6}"/>
                </a:ext>
              </a:extLst>
            </p:cNvPr>
            <p:cNvSpPr/>
            <p:nvPr/>
          </p:nvSpPr>
          <p:spPr>
            <a:xfrm>
              <a:off x="3097755" y="1465110"/>
              <a:ext cx="243090" cy="190530"/>
            </a:xfrm>
            <a:prstGeom prst="roundRect">
              <a:avLst>
                <a:gd name="adj" fmla="val 8621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5" name="ellipse_1886">
              <a:extLst>
                <a:ext uri="{FF2B5EF4-FFF2-40B4-BE49-F238E27FC236}">
                  <a16:creationId xmlns:a16="http://schemas.microsoft.com/office/drawing/2014/main" id="{28C5B77C-D4DA-25CA-7F5E-FFB406D4948B}"/>
                </a:ext>
              </a:extLst>
            </p:cNvPr>
            <p:cNvSpPr/>
            <p:nvPr/>
          </p:nvSpPr>
          <p:spPr>
            <a:xfrm>
              <a:off x="3274804" y="154785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6" name="ellipse_1887">
              <a:extLst>
                <a:ext uri="{FF2B5EF4-FFF2-40B4-BE49-F238E27FC236}">
                  <a16:creationId xmlns:a16="http://schemas.microsoft.com/office/drawing/2014/main" id="{4B9C2CC8-3618-CEA6-223F-481DE7645A74}"/>
                </a:ext>
              </a:extLst>
            </p:cNvPr>
            <p:cNvSpPr/>
            <p:nvPr/>
          </p:nvSpPr>
          <p:spPr>
            <a:xfrm>
              <a:off x="3235593" y="1568791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7" name="ellipse_1888">
              <a:extLst>
                <a:ext uri="{FF2B5EF4-FFF2-40B4-BE49-F238E27FC236}">
                  <a16:creationId xmlns:a16="http://schemas.microsoft.com/office/drawing/2014/main" id="{116AA07D-1658-6583-2048-22DAA979C713}"/>
                </a:ext>
              </a:extLst>
            </p:cNvPr>
            <p:cNvSpPr/>
            <p:nvPr/>
          </p:nvSpPr>
          <p:spPr>
            <a:xfrm>
              <a:off x="3215524" y="154839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8" name="ellipse_1889">
              <a:extLst>
                <a:ext uri="{FF2B5EF4-FFF2-40B4-BE49-F238E27FC236}">
                  <a16:creationId xmlns:a16="http://schemas.microsoft.com/office/drawing/2014/main" id="{B9996B1C-4365-A5B2-A0FA-BEEE1AE3580D}"/>
                </a:ext>
              </a:extLst>
            </p:cNvPr>
            <p:cNvSpPr/>
            <p:nvPr/>
          </p:nvSpPr>
          <p:spPr>
            <a:xfrm>
              <a:off x="3114632" y="157995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79" name="ellipse_1890">
              <a:extLst>
                <a:ext uri="{FF2B5EF4-FFF2-40B4-BE49-F238E27FC236}">
                  <a16:creationId xmlns:a16="http://schemas.microsoft.com/office/drawing/2014/main" id="{B24EA66B-C475-FD74-3653-99240EA2FC7D}"/>
                </a:ext>
              </a:extLst>
            </p:cNvPr>
            <p:cNvSpPr/>
            <p:nvPr/>
          </p:nvSpPr>
          <p:spPr>
            <a:xfrm>
              <a:off x="3288227" y="158414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0" name="ellipse_1891">
              <a:extLst>
                <a:ext uri="{FF2B5EF4-FFF2-40B4-BE49-F238E27FC236}">
                  <a16:creationId xmlns:a16="http://schemas.microsoft.com/office/drawing/2014/main" id="{7C05A257-A858-E4EC-CE72-2E262BB52B07}"/>
                </a:ext>
              </a:extLst>
            </p:cNvPr>
            <p:cNvSpPr/>
            <p:nvPr/>
          </p:nvSpPr>
          <p:spPr>
            <a:xfrm>
              <a:off x="3206468" y="161007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1" name="ellipse_1892">
              <a:extLst>
                <a:ext uri="{FF2B5EF4-FFF2-40B4-BE49-F238E27FC236}">
                  <a16:creationId xmlns:a16="http://schemas.microsoft.com/office/drawing/2014/main" id="{5029BF78-C694-94BA-2390-D6FC0A6BFD81}"/>
                </a:ext>
              </a:extLst>
            </p:cNvPr>
            <p:cNvSpPr/>
            <p:nvPr/>
          </p:nvSpPr>
          <p:spPr>
            <a:xfrm>
              <a:off x="3224851" y="161218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2" name="ellipse_1893">
              <a:extLst>
                <a:ext uri="{FF2B5EF4-FFF2-40B4-BE49-F238E27FC236}">
                  <a16:creationId xmlns:a16="http://schemas.microsoft.com/office/drawing/2014/main" id="{B400169A-5E49-FEE5-1915-FCB9E751F312}"/>
                </a:ext>
              </a:extLst>
            </p:cNvPr>
            <p:cNvSpPr/>
            <p:nvPr/>
          </p:nvSpPr>
          <p:spPr>
            <a:xfrm>
              <a:off x="3255857" y="1477242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283" name="Find | PTV3 stage 5 (no pseudo)">
            <a:extLst>
              <a:ext uri="{FF2B5EF4-FFF2-40B4-BE49-F238E27FC236}">
                <a16:creationId xmlns:a16="http://schemas.microsoft.com/office/drawing/2014/main" id="{FE5D4BB8-AE08-CFDC-14F9-58D62B643799}"/>
              </a:ext>
            </a:extLst>
          </p:cNvPr>
          <p:cNvGrpSpPr/>
          <p:nvPr/>
        </p:nvGrpSpPr>
        <p:grpSpPr>
          <a:xfrm>
            <a:off x="3559066" y="1222153"/>
            <a:ext cx="276863" cy="197759"/>
            <a:chOff x="3473888" y="1438830"/>
            <a:chExt cx="279225" cy="243090"/>
          </a:xfrm>
        </p:grpSpPr>
        <p:sp>
          <p:nvSpPr>
            <p:cNvPr id="284" name="rect_1899">
              <a:extLst>
                <a:ext uri="{FF2B5EF4-FFF2-40B4-BE49-F238E27FC236}">
                  <a16:creationId xmlns:a16="http://schemas.microsoft.com/office/drawing/2014/main" id="{3C966A44-931E-3C61-C3E2-9910BF785D0E}"/>
                </a:ext>
              </a:extLst>
            </p:cNvPr>
            <p:cNvSpPr/>
            <p:nvPr/>
          </p:nvSpPr>
          <p:spPr>
            <a:xfrm>
              <a:off x="3473888" y="1438830"/>
              <a:ext cx="279225" cy="243090"/>
            </a:xfrm>
            <a:prstGeom prst="roundRect">
              <a:avLst>
                <a:gd name="adj" fmla="val 6757"/>
              </a:avLst>
            </a:prstGeom>
            <a:solidFill>
              <a:srgbClr val="F8F5FC"/>
            </a:solidFill>
            <a:ln w="2540" cap="rnd" cmpd="sng" algn="ctr">
              <a:solidFill>
                <a:srgbClr val="BEAED5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5" name="ellipse_1900">
              <a:extLst>
                <a:ext uri="{FF2B5EF4-FFF2-40B4-BE49-F238E27FC236}">
                  <a16:creationId xmlns:a16="http://schemas.microsoft.com/office/drawing/2014/main" id="{0734BB70-ADDB-68EE-E4C9-F1E9F19AF6E7}"/>
                </a:ext>
              </a:extLst>
            </p:cNvPr>
            <p:cNvSpPr/>
            <p:nvPr/>
          </p:nvSpPr>
          <p:spPr>
            <a:xfrm>
              <a:off x="3538819" y="1482538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6" name="ellipse_1901">
              <a:extLst>
                <a:ext uri="{FF2B5EF4-FFF2-40B4-BE49-F238E27FC236}">
                  <a16:creationId xmlns:a16="http://schemas.microsoft.com/office/drawing/2014/main" id="{50CDA3FC-9E47-A0FF-54FE-0B291B80C55E}"/>
                </a:ext>
              </a:extLst>
            </p:cNvPr>
            <p:cNvSpPr/>
            <p:nvPr/>
          </p:nvSpPr>
          <p:spPr>
            <a:xfrm>
              <a:off x="3631999" y="157809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7" name="ellipse_1902">
              <a:extLst>
                <a:ext uri="{FF2B5EF4-FFF2-40B4-BE49-F238E27FC236}">
                  <a16:creationId xmlns:a16="http://schemas.microsoft.com/office/drawing/2014/main" id="{FDEE2D57-7D4E-037C-452C-66A797AB07C9}"/>
                </a:ext>
              </a:extLst>
            </p:cNvPr>
            <p:cNvSpPr/>
            <p:nvPr/>
          </p:nvSpPr>
          <p:spPr>
            <a:xfrm>
              <a:off x="3687564" y="1590175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8" name="ellipse_1903">
              <a:extLst>
                <a:ext uri="{FF2B5EF4-FFF2-40B4-BE49-F238E27FC236}">
                  <a16:creationId xmlns:a16="http://schemas.microsoft.com/office/drawing/2014/main" id="{B2C7060E-B2BB-F02D-5B6F-B7D323B087B4}"/>
                </a:ext>
              </a:extLst>
            </p:cNvPr>
            <p:cNvSpPr/>
            <p:nvPr/>
          </p:nvSpPr>
          <p:spPr>
            <a:xfrm>
              <a:off x="3686262" y="1625396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89" name="ellipse_1904">
              <a:extLst>
                <a:ext uri="{FF2B5EF4-FFF2-40B4-BE49-F238E27FC236}">
                  <a16:creationId xmlns:a16="http://schemas.microsoft.com/office/drawing/2014/main" id="{7DE1C447-AFD4-DD7C-5DE0-0E96E8153D12}"/>
                </a:ext>
              </a:extLst>
            </p:cNvPr>
            <p:cNvSpPr/>
            <p:nvPr/>
          </p:nvSpPr>
          <p:spPr>
            <a:xfrm>
              <a:off x="3673847" y="145725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0" name="ellipse_1905">
              <a:extLst>
                <a:ext uri="{FF2B5EF4-FFF2-40B4-BE49-F238E27FC236}">
                  <a16:creationId xmlns:a16="http://schemas.microsoft.com/office/drawing/2014/main" id="{536BBD44-5D8E-E642-7EFE-DC301B9D3F7F}"/>
                </a:ext>
              </a:extLst>
            </p:cNvPr>
            <p:cNvSpPr/>
            <p:nvPr/>
          </p:nvSpPr>
          <p:spPr>
            <a:xfrm>
              <a:off x="3580150" y="160304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1" name="ellipse_1906">
              <a:extLst>
                <a:ext uri="{FF2B5EF4-FFF2-40B4-BE49-F238E27FC236}">
                  <a16:creationId xmlns:a16="http://schemas.microsoft.com/office/drawing/2014/main" id="{2D018CC6-8BB4-0573-830A-62F9771BB455}"/>
                </a:ext>
              </a:extLst>
            </p:cNvPr>
            <p:cNvSpPr/>
            <p:nvPr/>
          </p:nvSpPr>
          <p:spPr>
            <a:xfrm>
              <a:off x="3499431" y="1479999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2" name="ellipse_1907">
              <a:extLst>
                <a:ext uri="{FF2B5EF4-FFF2-40B4-BE49-F238E27FC236}">
                  <a16:creationId xmlns:a16="http://schemas.microsoft.com/office/drawing/2014/main" id="{3D9BABC9-7179-80DF-931B-76C5D153BFA2}"/>
                </a:ext>
              </a:extLst>
            </p:cNvPr>
            <p:cNvSpPr/>
            <p:nvPr/>
          </p:nvSpPr>
          <p:spPr>
            <a:xfrm>
              <a:off x="3698498" y="1633754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3" name="ellipse_1908">
              <a:extLst>
                <a:ext uri="{FF2B5EF4-FFF2-40B4-BE49-F238E27FC236}">
                  <a16:creationId xmlns:a16="http://schemas.microsoft.com/office/drawing/2014/main" id="{BF41BEF8-8F67-637A-F426-1015DD3C37FC}"/>
                </a:ext>
              </a:extLst>
            </p:cNvPr>
            <p:cNvSpPr/>
            <p:nvPr/>
          </p:nvSpPr>
          <p:spPr>
            <a:xfrm>
              <a:off x="3664475" y="1606687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94" name="ellipse_1909">
              <a:extLst>
                <a:ext uri="{FF2B5EF4-FFF2-40B4-BE49-F238E27FC236}">
                  <a16:creationId xmlns:a16="http://schemas.microsoft.com/office/drawing/2014/main" id="{E57407DB-12F2-A10B-73ED-904E74E89684}"/>
                </a:ext>
              </a:extLst>
            </p:cNvPr>
            <p:cNvSpPr/>
            <p:nvPr/>
          </p:nvSpPr>
          <p:spPr>
            <a:xfrm>
              <a:off x="3577670" y="1575000"/>
              <a:ext cx="30879" cy="30879"/>
            </a:xfrm>
            <a:prstGeom prst="ellipse">
              <a:avLst/>
            </a:prstGeom>
            <a:gradFill flip="none" rotWithShape="1">
              <a:gsLst>
                <a:gs pos="0">
                  <a:srgbClr val="F2F2F5"/>
                </a:gs>
                <a:gs pos="43000">
                  <a:srgbClr val="C0C1CF"/>
                </a:gs>
                <a:gs pos="100000">
                  <a:srgbClr val="9599AC"/>
                </a:gs>
              </a:gsLst>
              <a:lin ang="2700000" scaled="1"/>
              <a:tileRect/>
            </a:gradFill>
            <a:ln w="254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95" name="Rectangle 12150">
            <a:extLst>
              <a:ext uri="{FF2B5EF4-FFF2-40B4-BE49-F238E27FC236}">
                <a16:creationId xmlns:a16="http://schemas.microsoft.com/office/drawing/2014/main" id="{8BB2EAEF-8D89-55B5-F883-4E54E99BD78E}"/>
              </a:ext>
            </a:extLst>
          </p:cNvPr>
          <p:cNvSpPr/>
          <p:nvPr/>
        </p:nvSpPr>
        <p:spPr>
          <a:xfrm>
            <a:off x="2629598" y="1487151"/>
            <a:ext cx="411339" cy="102835"/>
          </a:xfrm>
          <a:prstGeom prst="rect">
            <a:avLst/>
          </a:prstGeom>
          <a:solidFill>
            <a:srgbClr val="F2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296" name="TextBox 12151">
            <a:extLst>
              <a:ext uri="{FF2B5EF4-FFF2-40B4-BE49-F238E27FC236}">
                <a16:creationId xmlns:a16="http://schemas.microsoft.com/office/drawing/2014/main" id="{EF55ECE2-C6C0-8216-6F8B-11F814326338}"/>
              </a:ext>
            </a:extLst>
          </p:cNvPr>
          <p:cNvSpPr txBox="1"/>
          <p:nvPr/>
        </p:nvSpPr>
        <p:spPr>
          <a:xfrm>
            <a:off x="2613777" y="1495608"/>
            <a:ext cx="442981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i="1">
                <a:solidFill>
                  <a:srgbClr val="3B7DB5"/>
                </a:solidFill>
                <a:latin typeface="Arial"/>
              </a:rPr>
              <a:t>Recycle</a:t>
            </a:r>
          </a:p>
        </p:txBody>
      </p:sp>
      <p:sp>
        <p:nvSpPr>
          <p:cNvPr id="297" name="TextBox 12152">
            <a:extLst>
              <a:ext uri="{FF2B5EF4-FFF2-40B4-BE49-F238E27FC236}">
                <a16:creationId xmlns:a16="http://schemas.microsoft.com/office/drawing/2014/main" id="{DA95DC65-9861-CC7E-7EFC-4B9E07722C91}"/>
              </a:ext>
            </a:extLst>
          </p:cNvPr>
          <p:cNvSpPr txBox="1"/>
          <p:nvPr/>
        </p:nvSpPr>
        <p:spPr>
          <a:xfrm>
            <a:off x="1743636" y="1615773"/>
            <a:ext cx="2183263" cy="1066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9">
                <a:solidFill>
                  <a:srgbClr val="1E293B"/>
                </a:solidFill>
                <a:latin typeface="Arial"/>
              </a:rPr>
              <a:t>Point Transformer V3</a:t>
            </a:r>
          </a:p>
        </p:txBody>
      </p:sp>
      <p:sp>
        <p:nvSpPr>
          <p:cNvPr id="298" name="TextBox 12153">
            <a:extLst>
              <a:ext uri="{FF2B5EF4-FFF2-40B4-BE49-F238E27FC236}">
                <a16:creationId xmlns:a16="http://schemas.microsoft.com/office/drawing/2014/main" id="{522E41DD-5F6E-76BD-E92F-5CBA886A651B}"/>
              </a:ext>
            </a:extLst>
          </p:cNvPr>
          <p:cNvSpPr txBox="1"/>
          <p:nvPr/>
        </p:nvSpPr>
        <p:spPr>
          <a:xfrm>
            <a:off x="2590045" y="1058360"/>
            <a:ext cx="767306" cy="8842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588" dirty="0">
                <a:solidFill>
                  <a:srgbClr val="2B6CB0"/>
                </a:solidFill>
                <a:latin typeface="Arial"/>
              </a:rPr>
              <a:t>F</a:t>
            </a:r>
            <a:r>
              <a:rPr sz="588" dirty="0">
                <a:solidFill>
                  <a:srgbClr val="2B6CB0"/>
                </a:solidFill>
                <a:latin typeface="Arial"/>
              </a:rPr>
              <a:t>usion</a:t>
            </a:r>
          </a:p>
        </p:txBody>
      </p:sp>
      <p:sp>
        <p:nvSpPr>
          <p:cNvPr id="299" name="Find | Blobs output card">
            <a:extLst>
              <a:ext uri="{FF2B5EF4-FFF2-40B4-BE49-F238E27FC236}">
                <a16:creationId xmlns:a16="http://schemas.microsoft.com/office/drawing/2014/main" id="{6A602B9B-DE58-7AA0-FDBA-741F60C78A9B}"/>
              </a:ext>
            </a:extLst>
          </p:cNvPr>
          <p:cNvSpPr/>
          <p:nvPr/>
        </p:nvSpPr>
        <p:spPr>
          <a:xfrm>
            <a:off x="4044180" y="284775"/>
            <a:ext cx="442980" cy="147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300" name="TextBox 12155">
            <a:extLst>
              <a:ext uri="{FF2B5EF4-FFF2-40B4-BE49-F238E27FC236}">
                <a16:creationId xmlns:a16="http://schemas.microsoft.com/office/drawing/2014/main" id="{1F7C0F6F-D082-C8AA-DE11-4286EF42AADB}"/>
              </a:ext>
            </a:extLst>
          </p:cNvPr>
          <p:cNvSpPr txBox="1"/>
          <p:nvPr/>
        </p:nvSpPr>
        <p:spPr>
          <a:xfrm>
            <a:off x="3920517" y="307007"/>
            <a:ext cx="696113" cy="1119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44" dirty="0">
                <a:solidFill>
                  <a:srgbClr val="1E293B"/>
                </a:solidFill>
                <a:latin typeface="Arial"/>
              </a:rPr>
              <a:t>Blobs</a:t>
            </a:r>
          </a:p>
        </p:txBody>
      </p:sp>
      <p:sp>
        <p:nvSpPr>
          <p:cNvPr id="301" name="TextBox 12160">
            <a:extLst>
              <a:ext uri="{FF2B5EF4-FFF2-40B4-BE49-F238E27FC236}">
                <a16:creationId xmlns:a16="http://schemas.microsoft.com/office/drawing/2014/main" id="{EBF2AA16-9B52-B84F-43EE-03BA82B2D4CA}"/>
              </a:ext>
            </a:extLst>
          </p:cNvPr>
          <p:cNvSpPr txBox="1"/>
          <p:nvPr/>
        </p:nvSpPr>
        <p:spPr>
          <a:xfrm>
            <a:off x="534876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Candidate encoder</a:t>
            </a:r>
          </a:p>
        </p:txBody>
      </p:sp>
      <p:sp>
        <p:nvSpPr>
          <p:cNvPr id="302" name="TextBox 12161">
            <a:extLst>
              <a:ext uri="{FF2B5EF4-FFF2-40B4-BE49-F238E27FC236}">
                <a16:creationId xmlns:a16="http://schemas.microsoft.com/office/drawing/2014/main" id="{1FD101AA-9130-CD96-6414-B193E6D36851}"/>
              </a:ext>
            </a:extLst>
          </p:cNvPr>
          <p:cNvSpPr txBox="1"/>
          <p:nvPr/>
        </p:nvSpPr>
        <p:spPr>
          <a:xfrm>
            <a:off x="2563797" y="2090304"/>
            <a:ext cx="1186556" cy="10797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718" dirty="0">
                <a:solidFill>
                  <a:srgbClr val="1E293B"/>
                </a:solidFill>
                <a:latin typeface="Arial"/>
              </a:rPr>
              <a:t>Identity encoder</a:t>
            </a:r>
          </a:p>
        </p:txBody>
      </p:sp>
      <p:sp>
        <p:nvSpPr>
          <p:cNvPr id="303" name="Match | Center divider">
            <a:extLst>
              <a:ext uri="{FF2B5EF4-FFF2-40B4-BE49-F238E27FC236}">
                <a16:creationId xmlns:a16="http://schemas.microsoft.com/office/drawing/2014/main" id="{5A593D05-94F5-C55B-C8C6-B8F9E86B08C6}"/>
              </a:ext>
            </a:extLst>
          </p:cNvPr>
          <p:cNvSpPr/>
          <p:nvPr/>
        </p:nvSpPr>
        <p:spPr>
          <a:xfrm>
            <a:off x="2474533" y="2119981"/>
            <a:ext cx="1" cy="1945952"/>
          </a:xfrm>
          <a:custGeom>
            <a:avLst/>
            <a:gdLst/>
            <a:ahLst/>
            <a:cxnLst/>
            <a:rect l="0" t="0" r="w" b="h"/>
            <a:pathLst>
              <a:path w="1" h="2249424">
                <a:moveTo>
                  <a:pt x="0" y="0"/>
                </a:moveTo>
                <a:lnTo>
                  <a:pt x="0" y="2249424"/>
                </a:lnTo>
              </a:path>
            </a:pathLst>
          </a:custGeom>
          <a:noFill/>
          <a:ln w="9525" cap="rnd" cmpd="sng" algn="ctr">
            <a:solidFill>
              <a:srgbClr val="D0E2DA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4" name="TextBox 12164">
            <a:extLst>
              <a:ext uri="{FF2B5EF4-FFF2-40B4-BE49-F238E27FC236}">
                <a16:creationId xmlns:a16="http://schemas.microsoft.com/office/drawing/2014/main" id="{DA6D9C81-D325-B373-1580-DEE13789E3EE}"/>
              </a:ext>
            </a:extLst>
          </p:cNvPr>
          <p:cNvSpPr txBox="1"/>
          <p:nvPr/>
        </p:nvSpPr>
        <p:spPr>
          <a:xfrm>
            <a:off x="526966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Receptor</a:t>
            </a:r>
          </a:p>
        </p:txBody>
      </p:sp>
      <p:sp>
        <p:nvSpPr>
          <p:cNvPr id="305" name="TextBox 12166">
            <a:extLst>
              <a:ext uri="{FF2B5EF4-FFF2-40B4-BE49-F238E27FC236}">
                <a16:creationId xmlns:a16="http://schemas.microsoft.com/office/drawing/2014/main" id="{6E830D7E-FC74-3019-18B2-DDE04B6E60D0}"/>
              </a:ext>
            </a:extLst>
          </p:cNvPr>
          <p:cNvSpPr txBox="1"/>
          <p:nvPr/>
        </p:nvSpPr>
        <p:spPr>
          <a:xfrm>
            <a:off x="1009499" y="2270869"/>
            <a:ext cx="442981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 dirty="0">
                <a:solidFill>
                  <a:srgbClr val="1E293B"/>
                </a:solidFill>
                <a:latin typeface="Arial"/>
              </a:rPr>
              <a:t>Density</a:t>
            </a:r>
          </a:p>
        </p:txBody>
      </p:sp>
      <p:pic>
        <p:nvPicPr>
          <p:cNvPr id="306" name="Match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7A47CBDC-2732-4D0F-C4FF-972DA2F1AA3E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1056983" y="2380847"/>
            <a:ext cx="347980" cy="332276"/>
          </a:xfrm>
          <a:prstGeom prst="rect">
            <a:avLst/>
          </a:prstGeom>
        </p:spPr>
      </p:pic>
      <p:sp>
        <p:nvSpPr>
          <p:cNvPr id="526" name="TextBox 12168">
            <a:extLst>
              <a:ext uri="{FF2B5EF4-FFF2-40B4-BE49-F238E27FC236}">
                <a16:creationId xmlns:a16="http://schemas.microsoft.com/office/drawing/2014/main" id="{50BD09F1-2D4A-FA0A-7AF2-981DD7585F3A}"/>
              </a:ext>
            </a:extLst>
          </p:cNvPr>
          <p:cNvSpPr txBox="1"/>
          <p:nvPr/>
        </p:nvSpPr>
        <p:spPr>
          <a:xfrm>
            <a:off x="567015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Pocket</a:t>
            </a:r>
          </a:p>
        </p:txBody>
      </p:sp>
      <p:sp>
        <p:nvSpPr>
          <p:cNvPr id="613" name="TextBox 12177">
            <a:extLst>
              <a:ext uri="{FF2B5EF4-FFF2-40B4-BE49-F238E27FC236}">
                <a16:creationId xmlns:a16="http://schemas.microsoft.com/office/drawing/2014/main" id="{086F717F-C0B1-CD04-AFB8-166092CD717F}"/>
              </a:ext>
            </a:extLst>
          </p:cNvPr>
          <p:cNvSpPr txBox="1"/>
          <p:nvPr/>
        </p:nvSpPr>
        <p:spPr>
          <a:xfrm>
            <a:off x="1016577" y="2851277"/>
            <a:ext cx="340209" cy="972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23">
                <a:solidFill>
                  <a:srgbClr val="1E293B"/>
                </a:solidFill>
                <a:latin typeface="Arial"/>
              </a:rPr>
              <a:t>Blob</a:t>
            </a:r>
          </a:p>
        </p:txBody>
      </p:sp>
      <p:grpSp>
        <p:nvGrpSpPr>
          <p:cNvPr id="614" name="Match | Blob contour">
            <a:extLst>
              <a:ext uri="{FF2B5EF4-FFF2-40B4-BE49-F238E27FC236}">
                <a16:creationId xmlns:a16="http://schemas.microsoft.com/office/drawing/2014/main" id="{ECF83E2A-3199-B09F-F90E-31DC9848C382}"/>
              </a:ext>
            </a:extLst>
          </p:cNvPr>
          <p:cNvGrpSpPr/>
          <p:nvPr/>
        </p:nvGrpSpPr>
        <p:grpSpPr>
          <a:xfrm>
            <a:off x="1044928" y="3041632"/>
            <a:ext cx="291608" cy="199265"/>
            <a:chOff x="1928706" y="3559489"/>
            <a:chExt cx="227897" cy="155682"/>
          </a:xfrm>
        </p:grpSpPr>
        <p:sp>
          <p:nvSpPr>
            <p:cNvPr id="615" name="Candidate blob | editable contour">
              <a:extLst>
                <a:ext uri="{FF2B5EF4-FFF2-40B4-BE49-F238E27FC236}">
                  <a16:creationId xmlns:a16="http://schemas.microsoft.com/office/drawing/2014/main" id="{513F782E-E1DE-1B64-68A9-FB54BE71715F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16" name="ellipse_2612">
              <a:extLst>
                <a:ext uri="{FF2B5EF4-FFF2-40B4-BE49-F238E27FC236}">
                  <a16:creationId xmlns:a16="http://schemas.microsoft.com/office/drawing/2014/main" id="{12A4650A-7359-9456-1843-A3C9E08B2497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18" name="TextBox 12186">
            <a:extLst>
              <a:ext uri="{FF2B5EF4-FFF2-40B4-BE49-F238E27FC236}">
                <a16:creationId xmlns:a16="http://schemas.microsoft.com/office/drawing/2014/main" id="{88505915-A113-7FAA-6C15-3F2B10F6D7CB}"/>
              </a:ext>
            </a:extLst>
          </p:cNvPr>
          <p:cNvSpPr txBox="1"/>
          <p:nvPr/>
        </p:nvSpPr>
        <p:spPr>
          <a:xfrm>
            <a:off x="1558387" y="2259965"/>
            <a:ext cx="286938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>
                <a:solidFill>
                  <a:srgbClr val="27364B"/>
                </a:solidFill>
                <a:latin typeface="Arial"/>
              </a:rPr>
              <a:t>48³ crop</a:t>
            </a:r>
          </a:p>
        </p:txBody>
      </p:sp>
      <p:grpSp>
        <p:nvGrpSpPr>
          <p:cNvPr id="619" name="48^3 crop 3D cube">
            <a:extLst>
              <a:ext uri="{FF2B5EF4-FFF2-40B4-BE49-F238E27FC236}">
                <a16:creationId xmlns:a16="http://schemas.microsoft.com/office/drawing/2014/main" id="{50441A72-5112-E010-1BBD-72FFF87A8B6E}"/>
              </a:ext>
            </a:extLst>
          </p:cNvPr>
          <p:cNvGrpSpPr/>
          <p:nvPr/>
        </p:nvGrpSpPr>
        <p:grpSpPr>
          <a:xfrm>
            <a:off x="1575493" y="2353114"/>
            <a:ext cx="251107" cy="197645"/>
            <a:chOff x="4043880" y="489960"/>
            <a:chExt cx="571680" cy="450000"/>
          </a:xfrm>
        </p:grpSpPr>
        <p:sp>
          <p:nvSpPr>
            <p:cNvPr id="620" name="asset_2027_0">
              <a:extLst>
                <a:ext uri="{FF2B5EF4-FFF2-40B4-BE49-F238E27FC236}">
                  <a16:creationId xmlns:a16="http://schemas.microsoft.com/office/drawing/2014/main" id="{2C26482F-D7D7-E3F6-FBCD-22AC82315E6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489960"/>
              <a:ext cx="571680" cy="76500"/>
            </a:xfrm>
            <a:custGeom>
              <a:avLst/>
              <a:gdLst/>
              <a:ahLst/>
              <a:cxnLst/>
              <a:rect l="0" t="0" r="0" b="0"/>
              <a:pathLst>
                <a:path w="571680" h="76500">
                  <a:moveTo>
                    <a:pt x="0" y="76500"/>
                  </a:moveTo>
                  <a:lnTo>
                    <a:pt x="108619" y="0"/>
                  </a:lnTo>
                  <a:lnTo>
                    <a:pt x="571680" y="0"/>
                  </a:lnTo>
                  <a:lnTo>
                    <a:pt x="463061" y="76500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621" name="asset_2027_1">
              <a:extLst>
                <a:ext uri="{FF2B5EF4-FFF2-40B4-BE49-F238E27FC236}">
                  <a16:creationId xmlns:a16="http://schemas.microsoft.com/office/drawing/2014/main" id="{F28AFBA7-0A71-99DE-9FF9-EBD0ADC1144C}"/>
                </a:ext>
              </a:extLst>
            </p:cNvPr>
            <p:cNvSpPr>
              <a:spLocks noGrp="1"/>
            </p:cNvSpPr>
            <p:nvPr/>
          </p:nvSpPr>
          <p:spPr>
            <a:xfrm>
              <a:off x="4506941" y="489960"/>
              <a:ext cx="108619" cy="450000"/>
            </a:xfrm>
            <a:custGeom>
              <a:avLst/>
              <a:gdLst/>
              <a:ahLst/>
              <a:cxnLst/>
              <a:rect l="0" t="0" r="0" b="0"/>
              <a:pathLst>
                <a:path w="108619" h="450000">
                  <a:moveTo>
                    <a:pt x="0" y="76500"/>
                  </a:moveTo>
                  <a:lnTo>
                    <a:pt x="108619" y="0"/>
                  </a:lnTo>
                  <a:lnTo>
                    <a:pt x="108619" y="373500"/>
                  </a:lnTo>
                  <a:lnTo>
                    <a:pt x="0" y="4500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622" name="asset_2027_2">
              <a:extLst>
                <a:ext uri="{FF2B5EF4-FFF2-40B4-BE49-F238E27FC236}">
                  <a16:creationId xmlns:a16="http://schemas.microsoft.com/office/drawing/2014/main" id="{97E064B3-0050-239C-C963-C5E4E31B84D2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623" name="asset_2027_3">
              <a:extLst>
                <a:ext uri="{FF2B5EF4-FFF2-40B4-BE49-F238E27FC236}">
                  <a16:creationId xmlns:a16="http://schemas.microsoft.com/office/drawing/2014/main" id="{A2C54284-938E-B40D-7CE6-20A987BE1447}"/>
                </a:ext>
              </a:extLst>
            </p:cNvPr>
            <p:cNvSpPr>
              <a:spLocks noGrp="1"/>
            </p:cNvSpPr>
            <p:nvPr/>
          </p:nvSpPr>
          <p:spPr>
            <a:xfrm>
              <a:off x="4159645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4" name="asset_2027_4">
              <a:extLst>
                <a:ext uri="{FF2B5EF4-FFF2-40B4-BE49-F238E27FC236}">
                  <a16:creationId xmlns:a16="http://schemas.microsoft.com/office/drawing/2014/main" id="{0F8960CE-A059-8D07-91FB-C97F3078BCD9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65983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5" name="asset_2027_5">
              <a:extLst>
                <a:ext uri="{FF2B5EF4-FFF2-40B4-BE49-F238E27FC236}">
                  <a16:creationId xmlns:a16="http://schemas.microsoft.com/office/drawing/2014/main" id="{A5646F3B-E3B0-7C1C-2E27-F9E967647A65}"/>
                </a:ext>
              </a:extLst>
            </p:cNvPr>
            <p:cNvSpPr>
              <a:spLocks noGrp="1"/>
            </p:cNvSpPr>
            <p:nvPr/>
          </p:nvSpPr>
          <p:spPr>
            <a:xfrm>
              <a:off x="4275410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6" name="asset_2027_6">
              <a:extLst>
                <a:ext uri="{FF2B5EF4-FFF2-40B4-BE49-F238E27FC236}">
                  <a16:creationId xmlns:a16="http://schemas.microsoft.com/office/drawing/2014/main" id="{49CF1756-587C-D73A-CFD0-CE93821E4BC5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753210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7" name="asset_2027_7">
              <a:extLst>
                <a:ext uri="{FF2B5EF4-FFF2-40B4-BE49-F238E27FC236}">
                  <a16:creationId xmlns:a16="http://schemas.microsoft.com/office/drawing/2014/main" id="{617A40D8-F985-CF5E-C184-9CEE010688B0}"/>
                </a:ext>
              </a:extLst>
            </p:cNvPr>
            <p:cNvSpPr>
              <a:spLocks noGrp="1"/>
            </p:cNvSpPr>
            <p:nvPr/>
          </p:nvSpPr>
          <p:spPr>
            <a:xfrm>
              <a:off x="4391176" y="566460"/>
              <a:ext cx="4" cy="373500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8" name="asset_2027_8">
              <a:extLst>
                <a:ext uri="{FF2B5EF4-FFF2-40B4-BE49-F238E27FC236}">
                  <a16:creationId xmlns:a16="http://schemas.microsoft.com/office/drawing/2014/main" id="{D74C2F96-9830-4E45-47CF-280DBDF3BBA6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846585"/>
              <a:ext cx="463061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629" name="asset_2027_53">
              <a:extLst>
                <a:ext uri="{FF2B5EF4-FFF2-40B4-BE49-F238E27FC236}">
                  <a16:creationId xmlns:a16="http://schemas.microsoft.com/office/drawing/2014/main" id="{B57D82E4-2BD4-33AA-2164-941D5F47EC2E}"/>
                </a:ext>
              </a:extLst>
            </p:cNvPr>
            <p:cNvSpPr>
              <a:spLocks noGrp="1"/>
            </p:cNvSpPr>
            <p:nvPr/>
          </p:nvSpPr>
          <p:spPr>
            <a:xfrm>
              <a:off x="4043880" y="566460"/>
              <a:ext cx="463061" cy="373500"/>
            </a:xfrm>
            <a:custGeom>
              <a:avLst/>
              <a:gdLst/>
              <a:ahLst/>
              <a:cxnLst/>
              <a:rect l="0" t="0" r="0" b="0"/>
              <a:pathLst>
                <a:path w="463061" h="373500">
                  <a:moveTo>
                    <a:pt x="0" y="0"/>
                  </a:moveTo>
                  <a:lnTo>
                    <a:pt x="463061" y="0"/>
                  </a:lnTo>
                  <a:lnTo>
                    <a:pt x="463061" y="373500"/>
                  </a:lnTo>
                  <a:lnTo>
                    <a:pt x="0" y="373500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grpSp>
        <p:nvGrpSpPr>
          <p:cNvPr id="630" name="48^3 crop centered blob">
            <a:extLst>
              <a:ext uri="{FF2B5EF4-FFF2-40B4-BE49-F238E27FC236}">
                <a16:creationId xmlns:a16="http://schemas.microsoft.com/office/drawing/2014/main" id="{05F07842-8C1D-D758-5B6A-3324A46B243F}"/>
              </a:ext>
            </a:extLst>
          </p:cNvPr>
          <p:cNvGrpSpPr/>
          <p:nvPr/>
        </p:nvGrpSpPr>
        <p:grpSpPr>
          <a:xfrm>
            <a:off x="1638269" y="2424395"/>
            <a:ext cx="110568" cy="75332"/>
            <a:chOff x="1928706" y="3559489"/>
            <a:chExt cx="227897" cy="155682"/>
          </a:xfrm>
        </p:grpSpPr>
        <p:sp>
          <p:nvSpPr>
            <p:cNvPr id="631" name="Candidate blob | editable contour">
              <a:extLst>
                <a:ext uri="{FF2B5EF4-FFF2-40B4-BE49-F238E27FC236}">
                  <a16:creationId xmlns:a16="http://schemas.microsoft.com/office/drawing/2014/main" id="{9098312C-2F0E-B28B-B660-F9C51272B948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32" name="ellipse_2612">
              <a:extLst>
                <a:ext uri="{FF2B5EF4-FFF2-40B4-BE49-F238E27FC236}">
                  <a16:creationId xmlns:a16="http://schemas.microsoft.com/office/drawing/2014/main" id="{ACF53CE3-1C37-025F-02A8-70EEA8DCFD7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33" name="Blob centroid marker">
            <a:extLst>
              <a:ext uri="{FF2B5EF4-FFF2-40B4-BE49-F238E27FC236}">
                <a16:creationId xmlns:a16="http://schemas.microsoft.com/office/drawing/2014/main" id="{EDD959CF-D4D3-5624-F7B2-BF9345634585}"/>
              </a:ext>
            </a:extLst>
          </p:cNvPr>
          <p:cNvSpPr/>
          <p:nvPr/>
        </p:nvSpPr>
        <p:spPr>
          <a:xfrm>
            <a:off x="1681200" y="2450316"/>
            <a:ext cx="24301" cy="24301"/>
          </a:xfrm>
          <a:prstGeom prst="ellipse">
            <a:avLst/>
          </a:prstGeom>
          <a:solidFill>
            <a:srgbClr val="1D4ED8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4" name="TextBox 12188">
            <a:extLst>
              <a:ext uri="{FF2B5EF4-FFF2-40B4-BE49-F238E27FC236}">
                <a16:creationId xmlns:a16="http://schemas.microsoft.com/office/drawing/2014/main" id="{2C0C5B7E-EB59-C12C-034A-66725ABF262F}"/>
              </a:ext>
            </a:extLst>
          </p:cNvPr>
          <p:cNvSpPr txBox="1"/>
          <p:nvPr/>
        </p:nvSpPr>
        <p:spPr>
          <a:xfrm>
            <a:off x="1517029" y="2614551"/>
            <a:ext cx="328616" cy="9233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614" dirty="0">
                <a:solidFill>
                  <a:srgbClr val="2B6CB0"/>
                </a:solidFill>
                <a:latin typeface="Arial"/>
              </a:rPr>
              <a:t>3D U-Net</a:t>
            </a:r>
          </a:p>
        </p:txBody>
      </p:sp>
      <p:sp>
        <p:nvSpPr>
          <p:cNvPr id="635" name="TextBox 12189">
            <a:extLst>
              <a:ext uri="{FF2B5EF4-FFF2-40B4-BE49-F238E27FC236}">
                <a16:creationId xmlns:a16="http://schemas.microsoft.com/office/drawing/2014/main" id="{8153BF98-6A0C-0786-710E-3D0EE8987AAA}"/>
              </a:ext>
            </a:extLst>
          </p:cNvPr>
          <p:cNvSpPr txBox="1"/>
          <p:nvPr/>
        </p:nvSpPr>
        <p:spPr>
          <a:xfrm>
            <a:off x="1934248" y="2623546"/>
            <a:ext cx="514564" cy="9021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600" dirty="0">
                <a:solidFill>
                  <a:srgbClr val="1E293B"/>
                </a:solidFill>
                <a:latin typeface="Arial"/>
              </a:rPr>
              <a:t>B</a:t>
            </a:r>
            <a:r>
              <a:rPr lang="en-US" altLang="zh-CN" sz="600" dirty="0">
                <a:solidFill>
                  <a:srgbClr val="1E293B"/>
                </a:solidFill>
                <a:latin typeface="Arial"/>
              </a:rPr>
              <a:t>ase s</a:t>
            </a:r>
            <a:r>
              <a:rPr sz="600" dirty="0">
                <a:solidFill>
                  <a:srgbClr val="1E293B"/>
                </a:solidFill>
                <a:latin typeface="Arial"/>
              </a:rPr>
              <a:t>ummary</a:t>
            </a:r>
          </a:p>
        </p:txBody>
      </p:sp>
      <p:sp>
        <p:nvSpPr>
          <p:cNvPr id="636" name="Math | h_j^vox">
            <a:extLst>
              <a:ext uri="{FF2B5EF4-FFF2-40B4-BE49-F238E27FC236}">
                <a16:creationId xmlns:a16="http://schemas.microsoft.com/office/drawing/2014/main" id="{93EC2205-1821-C3E9-E08B-23B27F07452E}"/>
              </a:ext>
            </a:extLst>
          </p:cNvPr>
          <p:cNvSpPr txBox="1"/>
          <p:nvPr/>
        </p:nvSpPr>
        <p:spPr>
          <a:xfrm>
            <a:off x="2110006" y="2371206"/>
            <a:ext cx="169918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>
                <a:solidFill>
                  <a:srgbClr val="1E293B"/>
                </a:solidFill>
                <a:latin typeface="Arial"/>
              </a:rPr>
              <a:t>vox</a:t>
            </a:r>
          </a:p>
        </p:txBody>
      </p:sp>
      <p:sp>
        <p:nvSpPr>
          <p:cNvPr id="637" name="Base summary bar_1">
            <a:extLst>
              <a:ext uri="{FF2B5EF4-FFF2-40B4-BE49-F238E27FC236}">
                <a16:creationId xmlns:a16="http://schemas.microsoft.com/office/drawing/2014/main" id="{99E9D3C4-A8BD-9C93-615E-C771AE07C8E3}"/>
              </a:ext>
            </a:extLst>
          </p:cNvPr>
          <p:cNvSpPr/>
          <p:nvPr/>
        </p:nvSpPr>
        <p:spPr>
          <a:xfrm>
            <a:off x="2013536" y="2549118"/>
            <a:ext cx="44072" cy="59328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8" name="Base summary bar_2">
            <a:extLst>
              <a:ext uri="{FF2B5EF4-FFF2-40B4-BE49-F238E27FC236}">
                <a16:creationId xmlns:a16="http://schemas.microsoft.com/office/drawing/2014/main" id="{6BC787CE-AF83-7509-7C88-9AB58DB6F66F}"/>
              </a:ext>
            </a:extLst>
          </p:cNvPr>
          <p:cNvSpPr/>
          <p:nvPr/>
        </p:nvSpPr>
        <p:spPr>
          <a:xfrm>
            <a:off x="2061563" y="2549118"/>
            <a:ext cx="44072" cy="59328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39" name="Base summary bar_3">
            <a:extLst>
              <a:ext uri="{FF2B5EF4-FFF2-40B4-BE49-F238E27FC236}">
                <a16:creationId xmlns:a16="http://schemas.microsoft.com/office/drawing/2014/main" id="{269240CC-07F6-8569-D6D0-2E898FDFE671}"/>
              </a:ext>
            </a:extLst>
          </p:cNvPr>
          <p:cNvSpPr/>
          <p:nvPr/>
        </p:nvSpPr>
        <p:spPr>
          <a:xfrm>
            <a:off x="2109590" y="2549118"/>
            <a:ext cx="44072" cy="59328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0" name="Base summary bar_4">
            <a:extLst>
              <a:ext uri="{FF2B5EF4-FFF2-40B4-BE49-F238E27FC236}">
                <a16:creationId xmlns:a16="http://schemas.microsoft.com/office/drawing/2014/main" id="{D027E165-A9E7-E339-F192-6FC69D94CA5E}"/>
              </a:ext>
            </a:extLst>
          </p:cNvPr>
          <p:cNvSpPr/>
          <p:nvPr/>
        </p:nvSpPr>
        <p:spPr>
          <a:xfrm>
            <a:off x="2157618" y="2549118"/>
            <a:ext cx="44072" cy="59328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1" name="Base summary bar_5">
            <a:extLst>
              <a:ext uri="{FF2B5EF4-FFF2-40B4-BE49-F238E27FC236}">
                <a16:creationId xmlns:a16="http://schemas.microsoft.com/office/drawing/2014/main" id="{AF544338-D23E-CE3C-A6B8-4FA37DCAD82E}"/>
              </a:ext>
            </a:extLst>
          </p:cNvPr>
          <p:cNvSpPr/>
          <p:nvPr/>
        </p:nvSpPr>
        <p:spPr>
          <a:xfrm>
            <a:off x="2205646" y="2549118"/>
            <a:ext cx="44072" cy="59328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2" name="Base summary bar_6">
            <a:extLst>
              <a:ext uri="{FF2B5EF4-FFF2-40B4-BE49-F238E27FC236}">
                <a16:creationId xmlns:a16="http://schemas.microsoft.com/office/drawing/2014/main" id="{9F80EB35-B4A7-2FA2-7A0C-B02A9915E4EB}"/>
              </a:ext>
            </a:extLst>
          </p:cNvPr>
          <p:cNvSpPr/>
          <p:nvPr/>
        </p:nvSpPr>
        <p:spPr>
          <a:xfrm>
            <a:off x="2253673" y="2549118"/>
            <a:ext cx="44072" cy="59328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3" name="Base summary bar_7">
            <a:extLst>
              <a:ext uri="{FF2B5EF4-FFF2-40B4-BE49-F238E27FC236}">
                <a16:creationId xmlns:a16="http://schemas.microsoft.com/office/drawing/2014/main" id="{763E1301-00D0-44E1-3425-288C0321EC85}"/>
              </a:ext>
            </a:extLst>
          </p:cNvPr>
          <p:cNvSpPr/>
          <p:nvPr/>
        </p:nvSpPr>
        <p:spPr>
          <a:xfrm>
            <a:off x="2301700" y="2549118"/>
            <a:ext cx="44072" cy="59328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44" name="Op | Mean/max pool">
            <a:extLst>
              <a:ext uri="{FF2B5EF4-FFF2-40B4-BE49-F238E27FC236}">
                <a16:creationId xmlns:a16="http://schemas.microsoft.com/office/drawing/2014/main" id="{C4850A78-C957-EF45-0669-F1FA2501E311}"/>
              </a:ext>
            </a:extLst>
          </p:cNvPr>
          <p:cNvSpPr/>
          <p:nvPr/>
        </p:nvSpPr>
        <p:spPr>
          <a:xfrm>
            <a:off x="526966" y="3452879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Mean/max pool</a:t>
            </a:r>
          </a:p>
        </p:txBody>
      </p:sp>
      <p:sp>
        <p:nvSpPr>
          <p:cNvPr id="645" name="Op | Cross-attention">
            <a:extLst>
              <a:ext uri="{FF2B5EF4-FFF2-40B4-BE49-F238E27FC236}">
                <a16:creationId xmlns:a16="http://schemas.microsoft.com/office/drawing/2014/main" id="{11FEE5AE-99F9-B083-0D93-CFC8DBD07D63}"/>
              </a:ext>
            </a:extLst>
          </p:cNvPr>
          <p:cNvSpPr/>
          <p:nvPr/>
        </p:nvSpPr>
        <p:spPr>
          <a:xfrm>
            <a:off x="1223079" y="3452879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Cross-attention</a:t>
            </a:r>
          </a:p>
        </p:txBody>
      </p:sp>
      <p:sp>
        <p:nvSpPr>
          <p:cNvPr id="646" name="TextBox 12200">
            <a:extLst>
              <a:ext uri="{FF2B5EF4-FFF2-40B4-BE49-F238E27FC236}">
                <a16:creationId xmlns:a16="http://schemas.microsoft.com/office/drawing/2014/main" id="{884D8F93-171F-A6AB-A603-7E1006874447}"/>
              </a:ext>
            </a:extLst>
          </p:cNvPr>
          <p:cNvSpPr txBox="1"/>
          <p:nvPr/>
        </p:nvSpPr>
        <p:spPr>
          <a:xfrm>
            <a:off x="1592376" y="3370950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47" name="Op | FiLM">
            <a:extLst>
              <a:ext uri="{FF2B5EF4-FFF2-40B4-BE49-F238E27FC236}">
                <a16:creationId xmlns:a16="http://schemas.microsoft.com/office/drawing/2014/main" id="{59F3449A-984C-C7E7-FC02-0C47B43E0DFD}"/>
              </a:ext>
            </a:extLst>
          </p:cNvPr>
          <p:cNvSpPr/>
          <p:nvPr/>
        </p:nvSpPr>
        <p:spPr>
          <a:xfrm>
            <a:off x="2014119" y="3738251"/>
            <a:ext cx="300518" cy="150259"/>
          </a:xfrm>
          <a:prstGeom prst="roundRect">
            <a:avLst>
              <a:gd name="adj" fmla="val 25000"/>
            </a:avLst>
          </a:prstGeom>
          <a:solidFill>
            <a:srgbClr val="EDE7F5"/>
          </a:solidFill>
          <a:ln w="7290">
            <a:solidFill>
              <a:srgbClr val="B8A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23">
                <a:solidFill>
                  <a:srgbClr val="4E3D73"/>
                </a:solidFill>
                <a:latin typeface="Arial"/>
              </a:rPr>
              <a:t>FiLM</a:t>
            </a:r>
          </a:p>
        </p:txBody>
      </p:sp>
      <p:sp>
        <p:nvSpPr>
          <p:cNvPr id="648" name="TextBox 12202">
            <a:extLst>
              <a:ext uri="{FF2B5EF4-FFF2-40B4-BE49-F238E27FC236}">
                <a16:creationId xmlns:a16="http://schemas.microsoft.com/office/drawing/2014/main" id="{6F9F40E0-7819-CEA2-6131-C4ABBC19B945}"/>
              </a:ext>
            </a:extLst>
          </p:cNvPr>
          <p:cNvSpPr txBox="1"/>
          <p:nvPr/>
        </p:nvSpPr>
        <p:spPr>
          <a:xfrm>
            <a:off x="1954789" y="3430400"/>
            <a:ext cx="126566" cy="845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62">
                <a:solidFill>
                  <a:srgbClr val="3B7DB5"/>
                </a:solidFill>
                <a:latin typeface="Arial"/>
              </a:rPr>
              <a:t>Q</a:t>
            </a:r>
          </a:p>
        </p:txBody>
      </p:sp>
      <p:sp>
        <p:nvSpPr>
          <p:cNvPr id="649" name="Op | MLP">
            <a:extLst>
              <a:ext uri="{FF2B5EF4-FFF2-40B4-BE49-F238E27FC236}">
                <a16:creationId xmlns:a16="http://schemas.microsoft.com/office/drawing/2014/main" id="{554F5441-96D3-CFD3-6A6E-CA8C906F4B29}"/>
              </a:ext>
            </a:extLst>
          </p:cNvPr>
          <p:cNvSpPr/>
          <p:nvPr/>
        </p:nvSpPr>
        <p:spPr>
          <a:xfrm>
            <a:off x="1017387" y="3738251"/>
            <a:ext cx="347904" cy="150259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MLP</a:t>
            </a:r>
          </a:p>
        </p:txBody>
      </p:sp>
      <p:sp>
        <p:nvSpPr>
          <p:cNvPr id="650" name="h_j bar_1">
            <a:extLst>
              <a:ext uri="{FF2B5EF4-FFF2-40B4-BE49-F238E27FC236}">
                <a16:creationId xmlns:a16="http://schemas.microsoft.com/office/drawing/2014/main" id="{99BF7016-0AEC-5CA1-43D0-0CC405933ADD}"/>
              </a:ext>
            </a:extLst>
          </p:cNvPr>
          <p:cNvSpPr/>
          <p:nvPr/>
        </p:nvSpPr>
        <p:spPr>
          <a:xfrm>
            <a:off x="1998296" y="3989994"/>
            <a:ext cx="44072" cy="56955"/>
          </a:xfrm>
          <a:prstGeom prst="rect">
            <a:avLst/>
          </a:prstGeom>
          <a:solidFill>
            <a:srgbClr val="367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1" name="h_j bar_2">
            <a:extLst>
              <a:ext uri="{FF2B5EF4-FFF2-40B4-BE49-F238E27FC236}">
                <a16:creationId xmlns:a16="http://schemas.microsoft.com/office/drawing/2014/main" id="{71708831-906F-DB31-D516-DA6520DB6B6E}"/>
              </a:ext>
            </a:extLst>
          </p:cNvPr>
          <p:cNvSpPr/>
          <p:nvPr/>
        </p:nvSpPr>
        <p:spPr>
          <a:xfrm>
            <a:off x="2046323" y="3989994"/>
            <a:ext cx="44072" cy="56955"/>
          </a:xfrm>
          <a:prstGeom prst="rect">
            <a:avLst/>
          </a:prstGeom>
          <a:solidFill>
            <a:srgbClr val="7EAE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2" name="h_j bar_3">
            <a:extLst>
              <a:ext uri="{FF2B5EF4-FFF2-40B4-BE49-F238E27FC236}">
                <a16:creationId xmlns:a16="http://schemas.microsoft.com/office/drawing/2014/main" id="{E1CF9CE6-644D-2199-D558-FB2748AF4CA8}"/>
              </a:ext>
            </a:extLst>
          </p:cNvPr>
          <p:cNvSpPr/>
          <p:nvPr/>
        </p:nvSpPr>
        <p:spPr>
          <a:xfrm>
            <a:off x="2094350" y="3989994"/>
            <a:ext cx="44072" cy="56955"/>
          </a:xfrm>
          <a:prstGeom prst="rect">
            <a:avLst/>
          </a:prstGeom>
          <a:solidFill>
            <a:srgbClr val="BCD8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3" name="h_j bar_4">
            <a:extLst>
              <a:ext uri="{FF2B5EF4-FFF2-40B4-BE49-F238E27FC236}">
                <a16:creationId xmlns:a16="http://schemas.microsoft.com/office/drawing/2014/main" id="{0B1E11C4-B6B0-8410-69CA-ECA06B016C11}"/>
              </a:ext>
            </a:extLst>
          </p:cNvPr>
          <p:cNvSpPr/>
          <p:nvPr/>
        </p:nvSpPr>
        <p:spPr>
          <a:xfrm>
            <a:off x="2142378" y="3989994"/>
            <a:ext cx="44072" cy="56955"/>
          </a:xfrm>
          <a:prstGeom prst="rect">
            <a:avLst/>
          </a:prstGeom>
          <a:solidFill>
            <a:srgbClr val="88C3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4" name="h_j bar_5">
            <a:extLst>
              <a:ext uri="{FF2B5EF4-FFF2-40B4-BE49-F238E27FC236}">
                <a16:creationId xmlns:a16="http://schemas.microsoft.com/office/drawing/2014/main" id="{2A27D763-25D4-1A48-A9AB-8AE10B5867F3}"/>
              </a:ext>
            </a:extLst>
          </p:cNvPr>
          <p:cNvSpPr/>
          <p:nvPr/>
        </p:nvSpPr>
        <p:spPr>
          <a:xfrm>
            <a:off x="2190406" y="3989994"/>
            <a:ext cx="44072" cy="56955"/>
          </a:xfrm>
          <a:prstGeom prst="rect">
            <a:avLst/>
          </a:prstGeom>
          <a:solidFill>
            <a:srgbClr val="238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5" name="h_j bar_6">
            <a:extLst>
              <a:ext uri="{FF2B5EF4-FFF2-40B4-BE49-F238E27FC236}">
                <a16:creationId xmlns:a16="http://schemas.microsoft.com/office/drawing/2014/main" id="{CC2DBA64-D0DF-1160-5FEF-C265BF4EAB35}"/>
              </a:ext>
            </a:extLst>
          </p:cNvPr>
          <p:cNvSpPr/>
          <p:nvPr/>
        </p:nvSpPr>
        <p:spPr>
          <a:xfrm>
            <a:off x="2238433" y="3989994"/>
            <a:ext cx="44072" cy="56955"/>
          </a:xfrm>
          <a:prstGeom prst="rect">
            <a:avLst/>
          </a:prstGeom>
          <a:solidFill>
            <a:srgbClr val="B1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6" name="h_j bar_7">
            <a:extLst>
              <a:ext uri="{FF2B5EF4-FFF2-40B4-BE49-F238E27FC236}">
                <a16:creationId xmlns:a16="http://schemas.microsoft.com/office/drawing/2014/main" id="{3E031F7D-E2D9-9D11-0526-4D352C453584}"/>
              </a:ext>
            </a:extLst>
          </p:cNvPr>
          <p:cNvSpPr/>
          <p:nvPr/>
        </p:nvSpPr>
        <p:spPr>
          <a:xfrm>
            <a:off x="2286460" y="3989994"/>
            <a:ext cx="44072" cy="56955"/>
          </a:xfrm>
          <a:prstGeom prst="rect">
            <a:avLst/>
          </a:prstGeom>
          <a:solidFill>
            <a:srgbClr val="D4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57" name="Math | h_j^">
            <a:extLst>
              <a:ext uri="{FF2B5EF4-FFF2-40B4-BE49-F238E27FC236}">
                <a16:creationId xmlns:a16="http://schemas.microsoft.com/office/drawing/2014/main" id="{9AC920D3-16D2-273E-04D3-53357E82FB0E}"/>
              </a:ext>
            </a:extLst>
          </p:cNvPr>
          <p:cNvSpPr txBox="1"/>
          <p:nvPr/>
        </p:nvSpPr>
        <p:spPr>
          <a:xfrm>
            <a:off x="1883926" y="3947306"/>
            <a:ext cx="70532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h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j</a:t>
            </a:r>
          </a:p>
        </p:txBody>
      </p:sp>
      <p:sp>
        <p:nvSpPr>
          <p:cNvPr id="658" name="Op | Foreground head">
            <a:extLst>
              <a:ext uri="{FF2B5EF4-FFF2-40B4-BE49-F238E27FC236}">
                <a16:creationId xmlns:a16="http://schemas.microsoft.com/office/drawing/2014/main" id="{772C4BD8-070D-6A2C-3C5B-CCE55BD09041}"/>
              </a:ext>
            </a:extLst>
          </p:cNvPr>
          <p:cNvSpPr/>
          <p:nvPr/>
        </p:nvSpPr>
        <p:spPr>
          <a:xfrm>
            <a:off x="613980" y="4181937"/>
            <a:ext cx="696113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Foreground head</a:t>
            </a:r>
          </a:p>
        </p:txBody>
      </p:sp>
      <p:sp>
        <p:nvSpPr>
          <p:cNvPr id="659" name="Math | p_j^fg">
            <a:extLst>
              <a:ext uri="{FF2B5EF4-FFF2-40B4-BE49-F238E27FC236}">
                <a16:creationId xmlns:a16="http://schemas.microsoft.com/office/drawing/2014/main" id="{04752E8A-9FFA-1739-18D7-365FF5D9A529}"/>
              </a:ext>
            </a:extLst>
          </p:cNvPr>
          <p:cNvSpPr txBox="1"/>
          <p:nvPr/>
        </p:nvSpPr>
        <p:spPr>
          <a:xfrm>
            <a:off x="1615425" y="4176444"/>
            <a:ext cx="121828" cy="12234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95" i="1" dirty="0" err="1">
                <a:solidFill>
                  <a:srgbClr val="1E293B"/>
                </a:solidFill>
                <a:latin typeface="Times New Roman"/>
              </a:rPr>
              <a:t>p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</a:t>
            </a:r>
            <a:r>
              <a:rPr sz="750" baseline="32000" dirty="0" err="1">
                <a:solidFill>
                  <a:srgbClr val="1E293B"/>
                </a:solidFill>
                <a:latin typeface="Arial"/>
              </a:rPr>
              <a:t>fg</a:t>
            </a:r>
            <a:endParaRPr sz="750" baseline="32000" dirty="0">
              <a:solidFill>
                <a:srgbClr val="1E293B"/>
              </a:solidFill>
              <a:latin typeface="Arial"/>
            </a:endParaRPr>
          </a:p>
        </p:txBody>
      </p:sp>
      <p:sp>
        <p:nvSpPr>
          <p:cNvPr id="660" name="TextBox 12215">
            <a:extLst>
              <a:ext uri="{FF2B5EF4-FFF2-40B4-BE49-F238E27FC236}">
                <a16:creationId xmlns:a16="http://schemas.microsoft.com/office/drawing/2014/main" id="{C45D4B31-EE62-7047-2BD0-7D7B985DADC4}"/>
              </a:ext>
            </a:extLst>
          </p:cNvPr>
          <p:cNvSpPr txBox="1"/>
          <p:nvPr/>
        </p:nvSpPr>
        <p:spPr>
          <a:xfrm>
            <a:off x="1346687" y="4310121"/>
            <a:ext cx="666849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Foreground probability</a:t>
            </a:r>
          </a:p>
        </p:txBody>
      </p:sp>
      <p:sp>
        <p:nvSpPr>
          <p:cNvPr id="661" name="TextBox 12216">
            <a:extLst>
              <a:ext uri="{FF2B5EF4-FFF2-40B4-BE49-F238E27FC236}">
                <a16:creationId xmlns:a16="http://schemas.microsoft.com/office/drawing/2014/main" id="{978E7CF5-ACF2-460D-26F2-9B198BAAC63B}"/>
              </a:ext>
            </a:extLst>
          </p:cNvPr>
          <p:cNvSpPr txBox="1"/>
          <p:nvPr/>
        </p:nvSpPr>
        <p:spPr>
          <a:xfrm>
            <a:off x="2883480" y="2206291"/>
            <a:ext cx="1195840" cy="8842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8">
                <a:solidFill>
                  <a:srgbClr val="5A6B7C"/>
                </a:solidFill>
                <a:latin typeface="Arial"/>
              </a:rPr>
              <a:t>User-provided SMILES · same PDB</a:t>
            </a:r>
          </a:p>
        </p:txBody>
      </p:sp>
      <p:sp>
        <p:nvSpPr>
          <p:cNvPr id="662" name="Identity | SMILES list card">
            <a:extLst>
              <a:ext uri="{FF2B5EF4-FFF2-40B4-BE49-F238E27FC236}">
                <a16:creationId xmlns:a16="http://schemas.microsoft.com/office/drawing/2014/main" id="{7DA7890B-AB79-9717-CAA6-1EEE08F32188}"/>
              </a:ext>
            </a:extLst>
          </p:cNvPr>
          <p:cNvSpPr/>
          <p:nvPr/>
        </p:nvSpPr>
        <p:spPr>
          <a:xfrm>
            <a:off x="3062150" y="2309830"/>
            <a:ext cx="838500" cy="51274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290">
            <a:solidFill>
              <a:srgbClr val="CB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3" name="TextBox 12218">
            <a:extLst>
              <a:ext uri="{FF2B5EF4-FFF2-40B4-BE49-F238E27FC236}">
                <a16:creationId xmlns:a16="http://schemas.microsoft.com/office/drawing/2014/main" id="{86BB59AD-D134-C7C6-AEC0-14F6157A5F0B}"/>
              </a:ext>
            </a:extLst>
          </p:cNvPr>
          <p:cNvSpPr txBox="1"/>
          <p:nvPr/>
        </p:nvSpPr>
        <p:spPr>
          <a:xfrm>
            <a:off x="3117523" y="2338063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4E739E"/>
                </a:solidFill>
                <a:latin typeface="Arial"/>
              </a:rPr>
              <a:t>1   CCO</a:t>
            </a:r>
          </a:p>
        </p:txBody>
      </p:sp>
      <p:sp>
        <p:nvSpPr>
          <p:cNvPr id="664" name="TextBox 12219">
            <a:extLst>
              <a:ext uri="{FF2B5EF4-FFF2-40B4-BE49-F238E27FC236}">
                <a16:creationId xmlns:a16="http://schemas.microsoft.com/office/drawing/2014/main" id="{D5CEF1E2-0003-83A9-6C8B-869DF460C92C}"/>
              </a:ext>
            </a:extLst>
          </p:cNvPr>
          <p:cNvSpPr txBox="1"/>
          <p:nvPr/>
        </p:nvSpPr>
        <p:spPr>
          <a:xfrm>
            <a:off x="3117523" y="2440897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8E6B3E"/>
                </a:solidFill>
                <a:latin typeface="Arial"/>
              </a:rPr>
              <a:t>2   CC(=O)O</a:t>
            </a:r>
          </a:p>
        </p:txBody>
      </p:sp>
      <p:sp>
        <p:nvSpPr>
          <p:cNvPr id="665" name="Identity | Selected k pill">
            <a:extLst>
              <a:ext uri="{FF2B5EF4-FFF2-40B4-BE49-F238E27FC236}">
                <a16:creationId xmlns:a16="http://schemas.microsoft.com/office/drawing/2014/main" id="{484884C0-9180-67EB-D183-0D32CB2F3899}"/>
              </a:ext>
            </a:extLst>
          </p:cNvPr>
          <p:cNvSpPr/>
          <p:nvPr/>
        </p:nvSpPr>
        <p:spPr>
          <a:xfrm>
            <a:off x="3093792" y="2562853"/>
            <a:ext cx="775217" cy="118656"/>
          </a:xfrm>
          <a:prstGeom prst="roundRect">
            <a:avLst>
              <a:gd name="adj" fmla="val 18000"/>
            </a:avLst>
          </a:prstGeom>
          <a:solidFill>
            <a:srgbClr val="DCFCE7"/>
          </a:solidFill>
          <a:ln w="8890">
            <a:solidFill>
              <a:srgbClr val="3E99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66" name="TextBox 12222">
            <a:extLst>
              <a:ext uri="{FF2B5EF4-FFF2-40B4-BE49-F238E27FC236}">
                <a16:creationId xmlns:a16="http://schemas.microsoft.com/office/drawing/2014/main" id="{AF18D027-6125-FBDF-9BCD-9060B5C5E099}"/>
              </a:ext>
            </a:extLst>
          </p:cNvPr>
          <p:cNvSpPr txBox="1"/>
          <p:nvPr/>
        </p:nvSpPr>
        <p:spPr>
          <a:xfrm>
            <a:off x="3125433" y="2585570"/>
            <a:ext cx="71193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14532D"/>
                </a:solidFill>
                <a:latin typeface="Arial"/>
              </a:rPr>
              <a:t>k   Cc1ccccc1</a:t>
            </a:r>
          </a:p>
        </p:txBody>
      </p:sp>
      <p:sp>
        <p:nvSpPr>
          <p:cNvPr id="667" name="TextBox 12224">
            <a:extLst>
              <a:ext uri="{FF2B5EF4-FFF2-40B4-BE49-F238E27FC236}">
                <a16:creationId xmlns:a16="http://schemas.microsoft.com/office/drawing/2014/main" id="{4F02AD2D-3369-26A3-6D2F-44659C880CB7}"/>
              </a:ext>
            </a:extLst>
          </p:cNvPr>
          <p:cNvSpPr txBox="1"/>
          <p:nvPr/>
        </p:nvSpPr>
        <p:spPr>
          <a:xfrm>
            <a:off x="3117523" y="2714369"/>
            <a:ext cx="72775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71" dirty="0">
                <a:solidFill>
                  <a:srgbClr val="6D5B97"/>
                </a:solidFill>
                <a:latin typeface="Arial"/>
              </a:rPr>
              <a:t>K   CC(N)=O</a:t>
            </a:r>
          </a:p>
        </p:txBody>
      </p:sp>
      <p:sp>
        <p:nvSpPr>
          <p:cNvPr id="668" name="TextBox 12225">
            <a:extLst>
              <a:ext uri="{FF2B5EF4-FFF2-40B4-BE49-F238E27FC236}">
                <a16:creationId xmlns:a16="http://schemas.microsoft.com/office/drawing/2014/main" id="{3E613D72-90CB-62FD-E861-8FE6E2F065B8}"/>
              </a:ext>
            </a:extLst>
          </p:cNvPr>
          <p:cNvSpPr txBox="1"/>
          <p:nvPr/>
        </p:nvSpPr>
        <p:spPr>
          <a:xfrm>
            <a:off x="2598297" y="2643822"/>
            <a:ext cx="181140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 err="1">
                <a:solidFill>
                  <a:srgbClr val="5A6B7C"/>
                </a:solidFill>
                <a:latin typeface="Arial"/>
              </a:rPr>
              <a:t>RDKit</a:t>
            </a:r>
            <a:endParaRPr sz="536" dirty="0">
              <a:solidFill>
                <a:srgbClr val="5A6B7C"/>
              </a:solidFill>
              <a:latin typeface="Arial"/>
            </a:endParaRPr>
          </a:p>
        </p:txBody>
      </p:sp>
      <p:grpSp>
        <p:nvGrpSpPr>
          <p:cNvPr id="669" name="Identity | Own molecular graph">
            <a:extLst>
              <a:ext uri="{FF2B5EF4-FFF2-40B4-BE49-F238E27FC236}">
                <a16:creationId xmlns:a16="http://schemas.microsoft.com/office/drawing/2014/main" id="{683652C7-CC94-2A9C-935C-36CF7B7EB5E8}"/>
              </a:ext>
            </a:extLst>
          </p:cNvPr>
          <p:cNvGrpSpPr/>
          <p:nvPr/>
        </p:nvGrpSpPr>
        <p:grpSpPr>
          <a:xfrm>
            <a:off x="2674542" y="2888431"/>
            <a:ext cx="284773" cy="171742"/>
            <a:chOff x="3366271" y="3721905"/>
            <a:chExt cx="311024" cy="187573"/>
          </a:xfrm>
        </p:grpSpPr>
        <p:cxnSp>
          <p:nvCxnSpPr>
            <p:cNvPr id="670" name="path_2698">
              <a:extLst>
                <a:ext uri="{FF2B5EF4-FFF2-40B4-BE49-F238E27FC236}">
                  <a16:creationId xmlns:a16="http://schemas.microsoft.com/office/drawing/2014/main" id="{08C9C74A-0B12-2E3C-023F-C3DCDEFB7AF1}"/>
                </a:ext>
              </a:extLst>
            </p:cNvPr>
            <p:cNvCxnSpPr/>
            <p:nvPr/>
          </p:nvCxnSpPr>
          <p:spPr>
            <a:xfrm flipV="1">
              <a:off x="3381053" y="3736688"/>
              <a:ext cx="63663" cy="70463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1" name="path_2699">
              <a:extLst>
                <a:ext uri="{FF2B5EF4-FFF2-40B4-BE49-F238E27FC236}">
                  <a16:creationId xmlns:a16="http://schemas.microsoft.com/office/drawing/2014/main" id="{1CF65ECB-9AC9-C310-5460-0B86FF6B2BC5}"/>
                </a:ext>
              </a:extLst>
            </p:cNvPr>
            <p:cNvCxnSpPr/>
            <p:nvPr/>
          </p:nvCxnSpPr>
          <p:spPr>
            <a:xfrm>
              <a:off x="3444717" y="3736688"/>
              <a:ext cx="113924" cy="1494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2" name="path_2700">
              <a:extLst>
                <a:ext uri="{FF2B5EF4-FFF2-40B4-BE49-F238E27FC236}">
                  <a16:creationId xmlns:a16="http://schemas.microsoft.com/office/drawing/2014/main" id="{47F0AAAA-D782-D4D4-41E7-7304CCE8D568}"/>
                </a:ext>
              </a:extLst>
            </p:cNvPr>
            <p:cNvCxnSpPr/>
            <p:nvPr/>
          </p:nvCxnSpPr>
          <p:spPr>
            <a:xfrm>
              <a:off x="3558640" y="3751634"/>
              <a:ext cx="73715" cy="6405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3" name="path_2701">
              <a:extLst>
                <a:ext uri="{FF2B5EF4-FFF2-40B4-BE49-F238E27FC236}">
                  <a16:creationId xmlns:a16="http://schemas.microsoft.com/office/drawing/2014/main" id="{672DEF92-FEF6-A8B8-A079-671D6D70071E}"/>
                </a:ext>
              </a:extLst>
            </p:cNvPr>
            <p:cNvCxnSpPr/>
            <p:nvPr/>
          </p:nvCxnSpPr>
          <p:spPr>
            <a:xfrm flipH="1">
              <a:off x="3561991" y="3815692"/>
              <a:ext cx="70365" cy="79004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4" name="path_2702">
              <a:extLst>
                <a:ext uri="{FF2B5EF4-FFF2-40B4-BE49-F238E27FC236}">
                  <a16:creationId xmlns:a16="http://schemas.microsoft.com/office/drawing/2014/main" id="{B02A38E3-8AB1-C1CA-A784-7A02E63B2D09}"/>
                </a:ext>
              </a:extLst>
            </p:cNvPr>
            <p:cNvCxnSpPr/>
            <p:nvPr/>
          </p:nvCxnSpPr>
          <p:spPr>
            <a:xfrm flipH="1" flipV="1">
              <a:off x="3444717" y="3875479"/>
              <a:ext cx="117275" cy="19217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5" name="path_2703">
              <a:extLst>
                <a:ext uri="{FF2B5EF4-FFF2-40B4-BE49-F238E27FC236}">
                  <a16:creationId xmlns:a16="http://schemas.microsoft.com/office/drawing/2014/main" id="{5EB27651-D3BE-22CD-39D8-D428781F5F97}"/>
                </a:ext>
              </a:extLst>
            </p:cNvPr>
            <p:cNvCxnSpPr/>
            <p:nvPr/>
          </p:nvCxnSpPr>
          <p:spPr>
            <a:xfrm flipH="1" flipV="1">
              <a:off x="3381053" y="3807151"/>
              <a:ext cx="63663" cy="68328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76" name="path_2704">
              <a:extLst>
                <a:ext uri="{FF2B5EF4-FFF2-40B4-BE49-F238E27FC236}">
                  <a16:creationId xmlns:a16="http://schemas.microsoft.com/office/drawing/2014/main" id="{A3592B63-1411-3F57-5878-96E17C30AD75}"/>
                </a:ext>
              </a:extLst>
            </p:cNvPr>
            <p:cNvCxnSpPr/>
            <p:nvPr/>
          </p:nvCxnSpPr>
          <p:spPr>
            <a:xfrm flipV="1">
              <a:off x="3558640" y="3745228"/>
              <a:ext cx="103872" cy="6406"/>
            </a:xfrm>
            <a:prstGeom prst="line">
              <a:avLst/>
            </a:prstGeom>
            <a:noFill/>
            <a:ln w="5256" cap="rnd" cmpd="sng" algn="ctr">
              <a:solidFill>
                <a:srgbClr val="238777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77" name="ellipse_2705">
              <a:extLst>
                <a:ext uri="{FF2B5EF4-FFF2-40B4-BE49-F238E27FC236}">
                  <a16:creationId xmlns:a16="http://schemas.microsoft.com/office/drawing/2014/main" id="{C3D36D22-8CEB-B663-A605-02E9CFFED0C1}"/>
                </a:ext>
              </a:extLst>
            </p:cNvPr>
            <p:cNvSpPr/>
            <p:nvPr/>
          </p:nvSpPr>
          <p:spPr>
            <a:xfrm>
              <a:off x="3366271" y="3792368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8" name="ellipse_2706">
              <a:extLst>
                <a:ext uri="{FF2B5EF4-FFF2-40B4-BE49-F238E27FC236}">
                  <a16:creationId xmlns:a16="http://schemas.microsoft.com/office/drawing/2014/main" id="{1F86BCBC-B96E-6EC5-AC9B-22A20629DF0F}"/>
                </a:ext>
              </a:extLst>
            </p:cNvPr>
            <p:cNvSpPr/>
            <p:nvPr/>
          </p:nvSpPr>
          <p:spPr>
            <a:xfrm>
              <a:off x="3429934" y="3721905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79" name="ellipse_2707">
              <a:extLst>
                <a:ext uri="{FF2B5EF4-FFF2-40B4-BE49-F238E27FC236}">
                  <a16:creationId xmlns:a16="http://schemas.microsoft.com/office/drawing/2014/main" id="{0D7ED534-2755-74EA-6149-4A7E3A7E8992}"/>
                </a:ext>
              </a:extLst>
            </p:cNvPr>
            <p:cNvSpPr/>
            <p:nvPr/>
          </p:nvSpPr>
          <p:spPr>
            <a:xfrm>
              <a:off x="3543858" y="3736852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0" name="ellipse_2708">
              <a:extLst>
                <a:ext uri="{FF2B5EF4-FFF2-40B4-BE49-F238E27FC236}">
                  <a16:creationId xmlns:a16="http://schemas.microsoft.com/office/drawing/2014/main" id="{01CC7294-C7B5-D1A4-A138-902105284B89}"/>
                </a:ext>
              </a:extLst>
            </p:cNvPr>
            <p:cNvSpPr/>
            <p:nvPr/>
          </p:nvSpPr>
          <p:spPr>
            <a:xfrm>
              <a:off x="3617573" y="3800909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1" name="ellipse_2709">
              <a:extLst>
                <a:ext uri="{FF2B5EF4-FFF2-40B4-BE49-F238E27FC236}">
                  <a16:creationId xmlns:a16="http://schemas.microsoft.com/office/drawing/2014/main" id="{80734E48-9DE8-B4FD-D0D4-D53693BBEADF}"/>
                </a:ext>
              </a:extLst>
            </p:cNvPr>
            <p:cNvSpPr/>
            <p:nvPr/>
          </p:nvSpPr>
          <p:spPr>
            <a:xfrm>
              <a:off x="3547209" y="3879913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2" name="ellipse_2710">
              <a:extLst>
                <a:ext uri="{FF2B5EF4-FFF2-40B4-BE49-F238E27FC236}">
                  <a16:creationId xmlns:a16="http://schemas.microsoft.com/office/drawing/2014/main" id="{3DB6F677-E1A0-2C7D-CADD-FB389865F633}"/>
                </a:ext>
              </a:extLst>
            </p:cNvPr>
            <p:cNvSpPr/>
            <p:nvPr/>
          </p:nvSpPr>
          <p:spPr>
            <a:xfrm>
              <a:off x="3429934" y="386069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683" name="ellipse_2711">
              <a:extLst>
                <a:ext uri="{FF2B5EF4-FFF2-40B4-BE49-F238E27FC236}">
                  <a16:creationId xmlns:a16="http://schemas.microsoft.com/office/drawing/2014/main" id="{D105DBC9-3C6D-0576-1E95-E04BFA9EB1EF}"/>
                </a:ext>
              </a:extLst>
            </p:cNvPr>
            <p:cNvSpPr/>
            <p:nvPr/>
          </p:nvSpPr>
          <p:spPr>
            <a:xfrm>
              <a:off x="3647730" y="3730446"/>
              <a:ext cx="29565" cy="29565"/>
            </a:xfrm>
            <a:prstGeom prst="ellipse">
              <a:avLst/>
            </a:prstGeom>
            <a:gradFill flip="none" rotWithShape="1">
              <a:gsLst>
                <a:gs pos="0">
                  <a:srgbClr val="DEEDEB"/>
                </a:gs>
                <a:gs pos="43000">
                  <a:srgbClr val="61A99D"/>
                </a:gs>
                <a:gs pos="100000">
                  <a:srgbClr val="267D72"/>
                </a:gs>
              </a:gsLst>
              <a:lin ang="2700000" scaled="1"/>
              <a:tileRect/>
            </a:gradFill>
            <a:ln w="1807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684" name="TextBox 12226">
            <a:extLst>
              <a:ext uri="{FF2B5EF4-FFF2-40B4-BE49-F238E27FC236}">
                <a16:creationId xmlns:a16="http://schemas.microsoft.com/office/drawing/2014/main" id="{43DBD103-E22F-DA52-F0ED-122A5CA41D61}"/>
              </a:ext>
            </a:extLst>
          </p:cNvPr>
          <p:cNvSpPr txBox="1"/>
          <p:nvPr/>
        </p:nvSpPr>
        <p:spPr>
          <a:xfrm>
            <a:off x="2648613" y="3080344"/>
            <a:ext cx="336631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Own graph</a:t>
            </a:r>
          </a:p>
        </p:txBody>
      </p:sp>
      <p:sp>
        <p:nvSpPr>
          <p:cNvPr id="685" name="Op | GNN">
            <a:extLst>
              <a:ext uri="{FF2B5EF4-FFF2-40B4-BE49-F238E27FC236}">
                <a16:creationId xmlns:a16="http://schemas.microsoft.com/office/drawing/2014/main" id="{98330FF3-2E5A-32C3-D33C-D78225E1943D}"/>
              </a:ext>
            </a:extLst>
          </p:cNvPr>
          <p:cNvSpPr/>
          <p:nvPr/>
        </p:nvSpPr>
        <p:spPr>
          <a:xfrm>
            <a:off x="2634990" y="3239299"/>
            <a:ext cx="363877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GNN</a:t>
            </a:r>
          </a:p>
        </p:txBody>
      </p:sp>
      <p:sp>
        <p:nvSpPr>
          <p:cNvPr id="686" name="TextBox 12228">
            <a:extLst>
              <a:ext uri="{FF2B5EF4-FFF2-40B4-BE49-F238E27FC236}">
                <a16:creationId xmlns:a16="http://schemas.microsoft.com/office/drawing/2014/main" id="{26538413-3AE9-9872-D0A6-0AEA9E6FF809}"/>
              </a:ext>
            </a:extLst>
          </p:cNvPr>
          <p:cNvSpPr txBox="1"/>
          <p:nvPr/>
        </p:nvSpPr>
        <p:spPr>
          <a:xfrm>
            <a:off x="2848570" y="3388848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687" name="Op | Graph attention">
            <a:extLst>
              <a:ext uri="{FF2B5EF4-FFF2-40B4-BE49-F238E27FC236}">
                <a16:creationId xmlns:a16="http://schemas.microsoft.com/office/drawing/2014/main" id="{5F3701CD-DCA3-D9CA-7FA3-D737E8718A60}"/>
              </a:ext>
            </a:extLst>
          </p:cNvPr>
          <p:cNvSpPr/>
          <p:nvPr/>
        </p:nvSpPr>
        <p:spPr>
          <a:xfrm>
            <a:off x="2508424" y="3500341"/>
            <a:ext cx="617009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Graph</a:t>
            </a:r>
            <a:r>
              <a:rPr sz="580" dirty="0">
                <a:solidFill>
                  <a:srgbClr val="1D6D5E"/>
                </a:solidFill>
                <a:latin typeface="Arial"/>
              </a:rPr>
              <a:t> </a:t>
            </a:r>
            <a:r>
              <a:rPr sz="588" dirty="0">
                <a:solidFill>
                  <a:srgbClr val="1D6D5E"/>
                </a:solidFill>
                <a:latin typeface="Arial"/>
              </a:rPr>
              <a:t>attention</a:t>
            </a:r>
          </a:p>
        </p:txBody>
      </p:sp>
      <p:sp>
        <p:nvSpPr>
          <p:cNvPr id="688" name="Op | SMI-TED">
            <a:extLst>
              <a:ext uri="{FF2B5EF4-FFF2-40B4-BE49-F238E27FC236}">
                <a16:creationId xmlns:a16="http://schemas.microsoft.com/office/drawing/2014/main" id="{9F250B16-9768-CC2C-86AF-59769C8EEC4C}"/>
              </a:ext>
            </a:extLst>
          </p:cNvPr>
          <p:cNvSpPr/>
          <p:nvPr/>
        </p:nvSpPr>
        <p:spPr>
          <a:xfrm>
            <a:off x="3270973" y="2971538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689" name="Language vector v_k_1">
            <a:extLst>
              <a:ext uri="{FF2B5EF4-FFF2-40B4-BE49-F238E27FC236}">
                <a16:creationId xmlns:a16="http://schemas.microsoft.com/office/drawing/2014/main" id="{E695888D-D925-5392-2451-D7757F2B6BC7}"/>
              </a:ext>
            </a:extLst>
          </p:cNvPr>
          <p:cNvSpPr/>
          <p:nvPr/>
        </p:nvSpPr>
        <p:spPr>
          <a:xfrm>
            <a:off x="3339014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0" name="Language vector v_k_2">
            <a:extLst>
              <a:ext uri="{FF2B5EF4-FFF2-40B4-BE49-F238E27FC236}">
                <a16:creationId xmlns:a16="http://schemas.microsoft.com/office/drawing/2014/main" id="{914284BD-BAB8-4AEA-A1F1-E7FC853BC87F}"/>
              </a:ext>
            </a:extLst>
          </p:cNvPr>
          <p:cNvSpPr/>
          <p:nvPr/>
        </p:nvSpPr>
        <p:spPr>
          <a:xfrm>
            <a:off x="3380261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1" name="Language vector v_k_3">
            <a:extLst>
              <a:ext uri="{FF2B5EF4-FFF2-40B4-BE49-F238E27FC236}">
                <a16:creationId xmlns:a16="http://schemas.microsoft.com/office/drawing/2014/main" id="{A224CED9-3025-4474-CF80-E118B0ACA7AB}"/>
              </a:ext>
            </a:extLst>
          </p:cNvPr>
          <p:cNvSpPr/>
          <p:nvPr/>
        </p:nvSpPr>
        <p:spPr>
          <a:xfrm>
            <a:off x="3421508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2" name="Language vector v_k_4">
            <a:extLst>
              <a:ext uri="{FF2B5EF4-FFF2-40B4-BE49-F238E27FC236}">
                <a16:creationId xmlns:a16="http://schemas.microsoft.com/office/drawing/2014/main" id="{3641CBF3-C5A5-2DC2-88CA-B3F2C816508D}"/>
              </a:ext>
            </a:extLst>
          </p:cNvPr>
          <p:cNvSpPr/>
          <p:nvPr/>
        </p:nvSpPr>
        <p:spPr>
          <a:xfrm>
            <a:off x="3462755" y="3547013"/>
            <a:ext cx="37291" cy="56955"/>
          </a:xfrm>
          <a:prstGeom prst="rect">
            <a:avLst/>
          </a:prstGeom>
          <a:solidFill>
            <a:srgbClr val="CB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3" name="Language vector v_k_5">
            <a:extLst>
              <a:ext uri="{FF2B5EF4-FFF2-40B4-BE49-F238E27FC236}">
                <a16:creationId xmlns:a16="http://schemas.microsoft.com/office/drawing/2014/main" id="{B6BA4357-39F7-598C-72FA-2FC00B25A10F}"/>
              </a:ext>
            </a:extLst>
          </p:cNvPr>
          <p:cNvSpPr/>
          <p:nvPr/>
        </p:nvSpPr>
        <p:spPr>
          <a:xfrm>
            <a:off x="3504002" y="3547013"/>
            <a:ext cx="37291" cy="56955"/>
          </a:xfrm>
          <a:prstGeom prst="rect">
            <a:avLst/>
          </a:prstGeom>
          <a:solidFill>
            <a:srgbClr val="3C9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4" name="Language vector v_k_6">
            <a:extLst>
              <a:ext uri="{FF2B5EF4-FFF2-40B4-BE49-F238E27FC236}">
                <a16:creationId xmlns:a16="http://schemas.microsoft.com/office/drawing/2014/main" id="{14F9C08B-08C8-5CC8-21F6-EC42430BFA81}"/>
              </a:ext>
            </a:extLst>
          </p:cNvPr>
          <p:cNvSpPr/>
          <p:nvPr/>
        </p:nvSpPr>
        <p:spPr>
          <a:xfrm>
            <a:off x="3545249" y="3547013"/>
            <a:ext cx="37291" cy="56955"/>
          </a:xfrm>
          <a:prstGeom prst="rect">
            <a:avLst/>
          </a:prstGeom>
          <a:solidFill>
            <a:srgbClr val="6FB9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5" name="Language vector v_k_7">
            <a:extLst>
              <a:ext uri="{FF2B5EF4-FFF2-40B4-BE49-F238E27FC236}">
                <a16:creationId xmlns:a16="http://schemas.microsoft.com/office/drawing/2014/main" id="{52E0E1B7-31F4-244C-BA32-494F415D5F2F}"/>
              </a:ext>
            </a:extLst>
          </p:cNvPr>
          <p:cNvSpPr/>
          <p:nvPr/>
        </p:nvSpPr>
        <p:spPr>
          <a:xfrm>
            <a:off x="3586496" y="3547013"/>
            <a:ext cx="37291" cy="56955"/>
          </a:xfrm>
          <a:prstGeom prst="rect">
            <a:avLst/>
          </a:prstGeom>
          <a:solidFill>
            <a:srgbClr val="AD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696" name="TextBox 12239">
            <a:extLst>
              <a:ext uri="{FF2B5EF4-FFF2-40B4-BE49-F238E27FC236}">
                <a16:creationId xmlns:a16="http://schemas.microsoft.com/office/drawing/2014/main" id="{DE6BD61F-48C0-C267-E36F-0AC7BC24100D}"/>
              </a:ext>
            </a:extLst>
          </p:cNvPr>
          <p:cNvSpPr txBox="1"/>
          <p:nvPr/>
        </p:nvSpPr>
        <p:spPr>
          <a:xfrm>
            <a:off x="3164985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 dirty="0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7" name="TextBox 12240">
            <a:extLst>
              <a:ext uri="{FF2B5EF4-FFF2-40B4-BE49-F238E27FC236}">
                <a16:creationId xmlns:a16="http://schemas.microsoft.com/office/drawing/2014/main" id="{2ACBC05C-C556-BA36-3DA9-0D37D9382C06}"/>
              </a:ext>
            </a:extLst>
          </p:cNvPr>
          <p:cNvSpPr txBox="1"/>
          <p:nvPr/>
        </p:nvSpPr>
        <p:spPr>
          <a:xfrm>
            <a:off x="3671249" y="3475189"/>
            <a:ext cx="126566" cy="8194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5">
                <a:solidFill>
                  <a:srgbClr val="1D6D5E"/>
                </a:solidFill>
                <a:latin typeface="Arial"/>
              </a:rPr>
              <a:t>Q</a:t>
            </a:r>
          </a:p>
        </p:txBody>
      </p:sp>
      <p:sp>
        <p:nvSpPr>
          <p:cNvPr id="698" name="TextBox 12241">
            <a:extLst>
              <a:ext uri="{FF2B5EF4-FFF2-40B4-BE49-F238E27FC236}">
                <a16:creationId xmlns:a16="http://schemas.microsoft.com/office/drawing/2014/main" id="{0B3A68EF-7CF9-A2EB-24B2-085C5BF1F71F}"/>
              </a:ext>
            </a:extLst>
          </p:cNvPr>
          <p:cNvSpPr txBox="1"/>
          <p:nvPr/>
        </p:nvSpPr>
        <p:spPr>
          <a:xfrm>
            <a:off x="4185423" y="2542416"/>
            <a:ext cx="379698" cy="1518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lang="en-US" sz="519" dirty="0">
                <a:solidFill>
                  <a:srgbClr val="5A6B7C"/>
                </a:solidFill>
                <a:latin typeface="Arial"/>
              </a:rPr>
              <a:t>  </a:t>
            </a:r>
            <a:r>
              <a:rPr sz="519" dirty="0">
                <a:solidFill>
                  <a:srgbClr val="5A6B7C"/>
                </a:solidFill>
                <a:latin typeface="Arial"/>
              </a:rPr>
              <a:t>Other</a:t>
            </a:r>
          </a:p>
          <a:p>
            <a:pPr algn="l">
              <a:lnSpc>
                <a:spcPct val="95000"/>
              </a:lnSpc>
            </a:pPr>
            <a:r>
              <a:rPr sz="519" dirty="0">
                <a:solidFill>
                  <a:srgbClr val="5A6B7C"/>
                </a:solidFill>
                <a:latin typeface="Arial"/>
              </a:rPr>
              <a:t>identities</a:t>
            </a:r>
          </a:p>
        </p:txBody>
      </p:sp>
      <p:sp>
        <p:nvSpPr>
          <p:cNvPr id="699" name="Op | SMI-TED">
            <a:extLst>
              <a:ext uri="{FF2B5EF4-FFF2-40B4-BE49-F238E27FC236}">
                <a16:creationId xmlns:a16="http://schemas.microsoft.com/office/drawing/2014/main" id="{6691CF15-5DAD-F305-5973-B1ACEFFF5CBF}"/>
              </a:ext>
            </a:extLst>
          </p:cNvPr>
          <p:cNvSpPr/>
          <p:nvPr/>
        </p:nvSpPr>
        <p:spPr>
          <a:xfrm>
            <a:off x="3952538" y="2967199"/>
            <a:ext cx="427160" cy="134476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SMI-TED</a:t>
            </a:r>
          </a:p>
        </p:txBody>
      </p:sp>
      <p:sp>
        <p:nvSpPr>
          <p:cNvPr id="700" name="TextBox 12244">
            <a:extLst>
              <a:ext uri="{FF2B5EF4-FFF2-40B4-BE49-F238E27FC236}">
                <a16:creationId xmlns:a16="http://schemas.microsoft.com/office/drawing/2014/main" id="{13C55E5C-99C8-F46D-3353-FED4827206EC}"/>
              </a:ext>
            </a:extLst>
          </p:cNvPr>
          <p:cNvSpPr txBox="1"/>
          <p:nvPr/>
        </p:nvSpPr>
        <p:spPr>
          <a:xfrm>
            <a:off x="3940202" y="3207444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4E739E"/>
                </a:solidFill>
                <a:latin typeface="Arial"/>
              </a:rPr>
              <a:t>1</a:t>
            </a:r>
          </a:p>
        </p:txBody>
      </p:sp>
      <p:sp>
        <p:nvSpPr>
          <p:cNvPr id="701" name="Context bar 1_1">
            <a:extLst>
              <a:ext uri="{FF2B5EF4-FFF2-40B4-BE49-F238E27FC236}">
                <a16:creationId xmlns:a16="http://schemas.microsoft.com/office/drawing/2014/main" id="{F675EB2C-E3F4-CF25-F2F9-B217A0C64998}"/>
              </a:ext>
            </a:extLst>
          </p:cNvPr>
          <p:cNvSpPr/>
          <p:nvPr/>
        </p:nvSpPr>
        <p:spPr>
          <a:xfrm>
            <a:off x="4035126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2" name="Context bar 1_2">
            <a:extLst>
              <a:ext uri="{FF2B5EF4-FFF2-40B4-BE49-F238E27FC236}">
                <a16:creationId xmlns:a16="http://schemas.microsoft.com/office/drawing/2014/main" id="{7015B7C2-EE7A-8CD3-BF9A-C8F6C295F2D3}"/>
              </a:ext>
            </a:extLst>
          </p:cNvPr>
          <p:cNvSpPr/>
          <p:nvPr/>
        </p:nvSpPr>
        <p:spPr>
          <a:xfrm>
            <a:off x="4083248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3" name="Context bar 1_3">
            <a:extLst>
              <a:ext uri="{FF2B5EF4-FFF2-40B4-BE49-F238E27FC236}">
                <a16:creationId xmlns:a16="http://schemas.microsoft.com/office/drawing/2014/main" id="{0283D963-CC89-9552-BBFA-44417F9A5810}"/>
              </a:ext>
            </a:extLst>
          </p:cNvPr>
          <p:cNvSpPr/>
          <p:nvPr/>
        </p:nvSpPr>
        <p:spPr>
          <a:xfrm>
            <a:off x="4131369" y="3223887"/>
            <a:ext cx="44166" cy="34806"/>
          </a:xfrm>
          <a:prstGeom prst="rect">
            <a:avLst/>
          </a:prstGeom>
          <a:solidFill>
            <a:srgbClr val="BFD2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4" name="Context bar 1_4">
            <a:extLst>
              <a:ext uri="{FF2B5EF4-FFF2-40B4-BE49-F238E27FC236}">
                <a16:creationId xmlns:a16="http://schemas.microsoft.com/office/drawing/2014/main" id="{DFE762FA-D62F-609E-23C6-B16577CF789A}"/>
              </a:ext>
            </a:extLst>
          </p:cNvPr>
          <p:cNvSpPr/>
          <p:nvPr/>
        </p:nvSpPr>
        <p:spPr>
          <a:xfrm>
            <a:off x="4179491" y="3223887"/>
            <a:ext cx="44166" cy="34806"/>
          </a:xfrm>
          <a:prstGeom prst="rect">
            <a:avLst/>
          </a:prstGeom>
          <a:solidFill>
            <a:srgbClr val="7397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5" name="Context bar 1_5">
            <a:extLst>
              <a:ext uri="{FF2B5EF4-FFF2-40B4-BE49-F238E27FC236}">
                <a16:creationId xmlns:a16="http://schemas.microsoft.com/office/drawing/2014/main" id="{8A2B1ECE-222F-713D-5115-87805A38C6E9}"/>
              </a:ext>
            </a:extLst>
          </p:cNvPr>
          <p:cNvSpPr/>
          <p:nvPr/>
        </p:nvSpPr>
        <p:spPr>
          <a:xfrm>
            <a:off x="4227612" y="3223887"/>
            <a:ext cx="44166" cy="34806"/>
          </a:xfrm>
          <a:prstGeom prst="rect">
            <a:avLst/>
          </a:prstGeom>
          <a:solidFill>
            <a:srgbClr val="5A8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6" name="Context bar 1_6">
            <a:extLst>
              <a:ext uri="{FF2B5EF4-FFF2-40B4-BE49-F238E27FC236}">
                <a16:creationId xmlns:a16="http://schemas.microsoft.com/office/drawing/2014/main" id="{F9202696-646F-1763-9139-E44B52B50C5F}"/>
              </a:ext>
            </a:extLst>
          </p:cNvPr>
          <p:cNvSpPr/>
          <p:nvPr/>
        </p:nvSpPr>
        <p:spPr>
          <a:xfrm>
            <a:off x="4275734" y="3223887"/>
            <a:ext cx="44166" cy="34806"/>
          </a:xfrm>
          <a:prstGeom prst="rect">
            <a:avLst/>
          </a:prstGeom>
          <a:solidFill>
            <a:srgbClr val="8B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7" name="TextBox 12251">
            <a:extLst>
              <a:ext uri="{FF2B5EF4-FFF2-40B4-BE49-F238E27FC236}">
                <a16:creationId xmlns:a16="http://schemas.microsoft.com/office/drawing/2014/main" id="{7BC06DFD-B767-BA41-2B05-2B0A38358B92}"/>
              </a:ext>
            </a:extLst>
          </p:cNvPr>
          <p:cNvSpPr txBox="1"/>
          <p:nvPr/>
        </p:nvSpPr>
        <p:spPr>
          <a:xfrm>
            <a:off x="3940202" y="3270220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8E6B3E"/>
                </a:solidFill>
                <a:latin typeface="Arial"/>
              </a:rPr>
              <a:t>2</a:t>
            </a:r>
          </a:p>
        </p:txBody>
      </p:sp>
      <p:sp>
        <p:nvSpPr>
          <p:cNvPr id="708" name="Context bar 2_1">
            <a:extLst>
              <a:ext uri="{FF2B5EF4-FFF2-40B4-BE49-F238E27FC236}">
                <a16:creationId xmlns:a16="http://schemas.microsoft.com/office/drawing/2014/main" id="{520858ED-2877-9676-9DDD-53EAA8E37558}"/>
              </a:ext>
            </a:extLst>
          </p:cNvPr>
          <p:cNvSpPr/>
          <p:nvPr/>
        </p:nvSpPr>
        <p:spPr>
          <a:xfrm>
            <a:off x="4035126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09" name="Context bar 2_2">
            <a:extLst>
              <a:ext uri="{FF2B5EF4-FFF2-40B4-BE49-F238E27FC236}">
                <a16:creationId xmlns:a16="http://schemas.microsoft.com/office/drawing/2014/main" id="{50A3D4F9-D9FE-CC8B-21E7-D32E326D8875}"/>
              </a:ext>
            </a:extLst>
          </p:cNvPr>
          <p:cNvSpPr/>
          <p:nvPr/>
        </p:nvSpPr>
        <p:spPr>
          <a:xfrm>
            <a:off x="4083248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0" name="Context bar 2_3">
            <a:extLst>
              <a:ext uri="{FF2B5EF4-FFF2-40B4-BE49-F238E27FC236}">
                <a16:creationId xmlns:a16="http://schemas.microsoft.com/office/drawing/2014/main" id="{4471AA3C-5A9C-CEE5-0418-953EC2227441}"/>
              </a:ext>
            </a:extLst>
          </p:cNvPr>
          <p:cNvSpPr/>
          <p:nvPr/>
        </p:nvSpPr>
        <p:spPr>
          <a:xfrm>
            <a:off x="4131369" y="3286664"/>
            <a:ext cx="44166" cy="34806"/>
          </a:xfrm>
          <a:prstGeom prst="rect">
            <a:avLst/>
          </a:prstGeom>
          <a:solidFill>
            <a:srgbClr val="E0C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1" name="Context bar 2_4">
            <a:extLst>
              <a:ext uri="{FF2B5EF4-FFF2-40B4-BE49-F238E27FC236}">
                <a16:creationId xmlns:a16="http://schemas.microsoft.com/office/drawing/2014/main" id="{B321BB44-18FA-E7F3-2924-BC94493FEA4A}"/>
              </a:ext>
            </a:extLst>
          </p:cNvPr>
          <p:cNvSpPr/>
          <p:nvPr/>
        </p:nvSpPr>
        <p:spPr>
          <a:xfrm>
            <a:off x="4179491" y="3286664"/>
            <a:ext cx="44166" cy="34806"/>
          </a:xfrm>
          <a:prstGeom prst="rect">
            <a:avLst/>
          </a:prstGeom>
          <a:solidFill>
            <a:srgbClr val="B58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2" name="Context bar 2_5">
            <a:extLst>
              <a:ext uri="{FF2B5EF4-FFF2-40B4-BE49-F238E27FC236}">
                <a16:creationId xmlns:a16="http://schemas.microsoft.com/office/drawing/2014/main" id="{BF58521A-8C41-BE24-9704-AEAF70385316}"/>
              </a:ext>
            </a:extLst>
          </p:cNvPr>
          <p:cNvSpPr/>
          <p:nvPr/>
        </p:nvSpPr>
        <p:spPr>
          <a:xfrm>
            <a:off x="4227612" y="3286664"/>
            <a:ext cx="44166" cy="34806"/>
          </a:xfrm>
          <a:prstGeom prst="rect">
            <a:avLst/>
          </a:prstGeom>
          <a:solidFill>
            <a:srgbClr val="A67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3" name="Context bar 2_6">
            <a:extLst>
              <a:ext uri="{FF2B5EF4-FFF2-40B4-BE49-F238E27FC236}">
                <a16:creationId xmlns:a16="http://schemas.microsoft.com/office/drawing/2014/main" id="{4283B810-9FFF-25F8-1960-4F272603052B}"/>
              </a:ext>
            </a:extLst>
          </p:cNvPr>
          <p:cNvSpPr/>
          <p:nvPr/>
        </p:nvSpPr>
        <p:spPr>
          <a:xfrm>
            <a:off x="4275734" y="3286664"/>
            <a:ext cx="44166" cy="34806"/>
          </a:xfrm>
          <a:prstGeom prst="rect">
            <a:avLst/>
          </a:prstGeom>
          <a:solidFill>
            <a:srgbClr val="C6A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4" name="TextBox 12258">
            <a:extLst>
              <a:ext uri="{FF2B5EF4-FFF2-40B4-BE49-F238E27FC236}">
                <a16:creationId xmlns:a16="http://schemas.microsoft.com/office/drawing/2014/main" id="{D4C78125-5C89-7F13-017C-2E1C11AE7FDD}"/>
              </a:ext>
            </a:extLst>
          </p:cNvPr>
          <p:cNvSpPr txBox="1"/>
          <p:nvPr/>
        </p:nvSpPr>
        <p:spPr>
          <a:xfrm>
            <a:off x="3940202" y="3332997"/>
            <a:ext cx="79104" cy="677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450" dirty="0">
                <a:solidFill>
                  <a:srgbClr val="6D5B97"/>
                </a:solidFill>
                <a:latin typeface="Arial"/>
              </a:rPr>
              <a:t>K</a:t>
            </a:r>
          </a:p>
        </p:txBody>
      </p:sp>
      <p:sp>
        <p:nvSpPr>
          <p:cNvPr id="715" name="Context bar K_1">
            <a:extLst>
              <a:ext uri="{FF2B5EF4-FFF2-40B4-BE49-F238E27FC236}">
                <a16:creationId xmlns:a16="http://schemas.microsoft.com/office/drawing/2014/main" id="{6C63634F-2307-320B-8E95-2B6ADA84F565}"/>
              </a:ext>
            </a:extLst>
          </p:cNvPr>
          <p:cNvSpPr/>
          <p:nvPr/>
        </p:nvSpPr>
        <p:spPr>
          <a:xfrm>
            <a:off x="4035126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6" name="Context bar K_2">
            <a:extLst>
              <a:ext uri="{FF2B5EF4-FFF2-40B4-BE49-F238E27FC236}">
                <a16:creationId xmlns:a16="http://schemas.microsoft.com/office/drawing/2014/main" id="{582A4CF2-1B99-BCF5-A8D3-EE93D5F5B81F}"/>
              </a:ext>
            </a:extLst>
          </p:cNvPr>
          <p:cNvSpPr/>
          <p:nvPr/>
        </p:nvSpPr>
        <p:spPr>
          <a:xfrm>
            <a:off x="4083248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7" name="Context bar K_3">
            <a:extLst>
              <a:ext uri="{FF2B5EF4-FFF2-40B4-BE49-F238E27FC236}">
                <a16:creationId xmlns:a16="http://schemas.microsoft.com/office/drawing/2014/main" id="{607B41B1-A111-8D93-E207-5DF6221B54D2}"/>
              </a:ext>
            </a:extLst>
          </p:cNvPr>
          <p:cNvSpPr/>
          <p:nvPr/>
        </p:nvSpPr>
        <p:spPr>
          <a:xfrm>
            <a:off x="4131369" y="3349440"/>
            <a:ext cx="44166" cy="34806"/>
          </a:xfrm>
          <a:prstGeom prst="rect">
            <a:avLst/>
          </a:prstGeom>
          <a:solidFill>
            <a:srgbClr val="CBC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8" name="Context bar K_4">
            <a:extLst>
              <a:ext uri="{FF2B5EF4-FFF2-40B4-BE49-F238E27FC236}">
                <a16:creationId xmlns:a16="http://schemas.microsoft.com/office/drawing/2014/main" id="{9539C2E7-004F-E86E-852E-98E80C399402}"/>
              </a:ext>
            </a:extLst>
          </p:cNvPr>
          <p:cNvSpPr/>
          <p:nvPr/>
        </p:nvSpPr>
        <p:spPr>
          <a:xfrm>
            <a:off x="4179491" y="3349440"/>
            <a:ext cx="44166" cy="34806"/>
          </a:xfrm>
          <a:prstGeom prst="rect">
            <a:avLst/>
          </a:prstGeom>
          <a:solidFill>
            <a:srgbClr val="8E7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19" name="Context bar K_5">
            <a:extLst>
              <a:ext uri="{FF2B5EF4-FFF2-40B4-BE49-F238E27FC236}">
                <a16:creationId xmlns:a16="http://schemas.microsoft.com/office/drawing/2014/main" id="{2DE0B959-537B-893B-9987-81BBF3647FFD}"/>
              </a:ext>
            </a:extLst>
          </p:cNvPr>
          <p:cNvSpPr/>
          <p:nvPr/>
        </p:nvSpPr>
        <p:spPr>
          <a:xfrm>
            <a:off x="4227612" y="3349440"/>
            <a:ext cx="44166" cy="34806"/>
          </a:xfrm>
          <a:prstGeom prst="rect">
            <a:avLst/>
          </a:prstGeom>
          <a:solidFill>
            <a:srgbClr val="7A6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0" name="Context bar K_6">
            <a:extLst>
              <a:ext uri="{FF2B5EF4-FFF2-40B4-BE49-F238E27FC236}">
                <a16:creationId xmlns:a16="http://schemas.microsoft.com/office/drawing/2014/main" id="{147CE38B-269C-4BBA-77C6-2810C1D11F1C}"/>
              </a:ext>
            </a:extLst>
          </p:cNvPr>
          <p:cNvSpPr/>
          <p:nvPr/>
        </p:nvSpPr>
        <p:spPr>
          <a:xfrm>
            <a:off x="4275734" y="3349440"/>
            <a:ext cx="44166" cy="34806"/>
          </a:xfrm>
          <a:prstGeom prst="rect">
            <a:avLst/>
          </a:prstGeom>
          <a:solidFill>
            <a:srgbClr val="A19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1" name="TextBox 12265">
            <a:extLst>
              <a:ext uri="{FF2B5EF4-FFF2-40B4-BE49-F238E27FC236}">
                <a16:creationId xmlns:a16="http://schemas.microsoft.com/office/drawing/2014/main" id="{979CEBC9-AC70-1276-123A-637171F58084}"/>
              </a:ext>
            </a:extLst>
          </p:cNvPr>
          <p:cNvSpPr txBox="1"/>
          <p:nvPr/>
        </p:nvSpPr>
        <p:spPr>
          <a:xfrm>
            <a:off x="4193334" y="3400472"/>
            <a:ext cx="134652" cy="805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536" dirty="0">
                <a:solidFill>
                  <a:srgbClr val="1D6D5E"/>
                </a:solidFill>
                <a:latin typeface="Arial"/>
              </a:rPr>
              <a:t>K, V</a:t>
            </a:r>
          </a:p>
        </p:txBody>
      </p:sp>
      <p:sp>
        <p:nvSpPr>
          <p:cNvPr id="722" name="Op | Context attention">
            <a:extLst>
              <a:ext uri="{FF2B5EF4-FFF2-40B4-BE49-F238E27FC236}">
                <a16:creationId xmlns:a16="http://schemas.microsoft.com/office/drawing/2014/main" id="{640CE564-549E-0D15-B50A-E392C9DB6304}"/>
              </a:ext>
            </a:extLst>
          </p:cNvPr>
          <p:cNvSpPr/>
          <p:nvPr/>
        </p:nvSpPr>
        <p:spPr>
          <a:xfrm>
            <a:off x="3837367" y="3500341"/>
            <a:ext cx="648651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Context</a:t>
            </a:r>
            <a:r>
              <a:rPr sz="580" dirty="0">
                <a:solidFill>
                  <a:srgbClr val="1D6D5E"/>
                </a:solidFill>
                <a:latin typeface="Arial"/>
              </a:rPr>
              <a:t> attention</a:t>
            </a:r>
          </a:p>
        </p:txBody>
      </p:sp>
      <p:sp>
        <p:nvSpPr>
          <p:cNvPr id="723" name="Op | Fusion">
            <a:extLst>
              <a:ext uri="{FF2B5EF4-FFF2-40B4-BE49-F238E27FC236}">
                <a16:creationId xmlns:a16="http://schemas.microsoft.com/office/drawing/2014/main" id="{FF74A918-BF09-C9F6-6A9B-D421CF97BC33}"/>
              </a:ext>
            </a:extLst>
          </p:cNvPr>
          <p:cNvSpPr/>
          <p:nvPr/>
        </p:nvSpPr>
        <p:spPr>
          <a:xfrm>
            <a:off x="3291551" y="3733697"/>
            <a:ext cx="379698" cy="14238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 dirty="0">
                <a:solidFill>
                  <a:srgbClr val="1D6D5E"/>
                </a:solidFill>
                <a:latin typeface="Arial"/>
              </a:rPr>
              <a:t>Fusion</a:t>
            </a:r>
          </a:p>
        </p:txBody>
      </p:sp>
      <p:sp>
        <p:nvSpPr>
          <p:cNvPr id="724" name="g_k bar_1">
            <a:extLst>
              <a:ext uri="{FF2B5EF4-FFF2-40B4-BE49-F238E27FC236}">
                <a16:creationId xmlns:a16="http://schemas.microsoft.com/office/drawing/2014/main" id="{CB9A6A2F-14EE-2004-CB53-FCE391ACED69}"/>
              </a:ext>
            </a:extLst>
          </p:cNvPr>
          <p:cNvSpPr/>
          <p:nvPr/>
        </p:nvSpPr>
        <p:spPr>
          <a:xfrm>
            <a:off x="3315283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5" name="g_k bar_2">
            <a:extLst>
              <a:ext uri="{FF2B5EF4-FFF2-40B4-BE49-F238E27FC236}">
                <a16:creationId xmlns:a16="http://schemas.microsoft.com/office/drawing/2014/main" id="{E39FC69E-11ED-3FA2-32B9-5945059F2213}"/>
              </a:ext>
            </a:extLst>
          </p:cNvPr>
          <p:cNvSpPr/>
          <p:nvPr/>
        </p:nvSpPr>
        <p:spPr>
          <a:xfrm>
            <a:off x="3363310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6" name="g_k bar_3">
            <a:extLst>
              <a:ext uri="{FF2B5EF4-FFF2-40B4-BE49-F238E27FC236}">
                <a16:creationId xmlns:a16="http://schemas.microsoft.com/office/drawing/2014/main" id="{543C1079-397B-91D4-0D56-9824953F1A51}"/>
              </a:ext>
            </a:extLst>
          </p:cNvPr>
          <p:cNvSpPr/>
          <p:nvPr/>
        </p:nvSpPr>
        <p:spPr>
          <a:xfrm>
            <a:off x="3411337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7" name="g_k bar_4">
            <a:extLst>
              <a:ext uri="{FF2B5EF4-FFF2-40B4-BE49-F238E27FC236}">
                <a16:creationId xmlns:a16="http://schemas.microsoft.com/office/drawing/2014/main" id="{72768CF4-9EFB-DF24-7C89-6D351C730BA5}"/>
              </a:ext>
            </a:extLst>
          </p:cNvPr>
          <p:cNvSpPr/>
          <p:nvPr/>
        </p:nvSpPr>
        <p:spPr>
          <a:xfrm>
            <a:off x="3459364" y="3989994"/>
            <a:ext cx="44072" cy="56955"/>
          </a:xfrm>
          <a:prstGeom prst="rect">
            <a:avLst/>
          </a:prstGeom>
          <a:solidFill>
            <a:srgbClr val="68AB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8" name="g_k bar_5">
            <a:extLst>
              <a:ext uri="{FF2B5EF4-FFF2-40B4-BE49-F238E27FC236}">
                <a16:creationId xmlns:a16="http://schemas.microsoft.com/office/drawing/2014/main" id="{4025AE17-AFDD-1F7D-9368-8E976FBC9D73}"/>
              </a:ext>
            </a:extLst>
          </p:cNvPr>
          <p:cNvSpPr/>
          <p:nvPr/>
        </p:nvSpPr>
        <p:spPr>
          <a:xfrm>
            <a:off x="3507392" y="3989994"/>
            <a:ext cx="44072" cy="56955"/>
          </a:xfrm>
          <a:prstGeom prst="rect">
            <a:avLst/>
          </a:prstGeom>
          <a:solidFill>
            <a:srgbClr val="3E9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29" name="g_k bar_6">
            <a:extLst>
              <a:ext uri="{FF2B5EF4-FFF2-40B4-BE49-F238E27FC236}">
                <a16:creationId xmlns:a16="http://schemas.microsoft.com/office/drawing/2014/main" id="{894C2CFF-A654-8C7B-2480-AC98400CE487}"/>
              </a:ext>
            </a:extLst>
          </p:cNvPr>
          <p:cNvSpPr/>
          <p:nvPr/>
        </p:nvSpPr>
        <p:spPr>
          <a:xfrm>
            <a:off x="3555419" y="3989994"/>
            <a:ext cx="44072" cy="56955"/>
          </a:xfrm>
          <a:prstGeom prst="rect">
            <a:avLst/>
          </a:prstGeom>
          <a:solidFill>
            <a:srgbClr val="83C2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0" name="g_k bar_7">
            <a:extLst>
              <a:ext uri="{FF2B5EF4-FFF2-40B4-BE49-F238E27FC236}">
                <a16:creationId xmlns:a16="http://schemas.microsoft.com/office/drawing/2014/main" id="{DC10EA75-05BB-E415-682D-FAFCD65B7377}"/>
              </a:ext>
            </a:extLst>
          </p:cNvPr>
          <p:cNvSpPr/>
          <p:nvPr/>
        </p:nvSpPr>
        <p:spPr>
          <a:xfrm>
            <a:off x="3603446" y="3989994"/>
            <a:ext cx="44072" cy="56955"/>
          </a:xfrm>
          <a:prstGeom prst="rect">
            <a:avLst/>
          </a:prstGeom>
          <a:solidFill>
            <a:srgbClr val="BCDD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1" name="Math | g_k^">
            <a:extLst>
              <a:ext uri="{FF2B5EF4-FFF2-40B4-BE49-F238E27FC236}">
                <a16:creationId xmlns:a16="http://schemas.microsoft.com/office/drawing/2014/main" id="{45321F2B-F3FA-58E1-92FE-B69A1AB20949}"/>
              </a:ext>
            </a:extLst>
          </p:cNvPr>
          <p:cNvSpPr txBox="1"/>
          <p:nvPr/>
        </p:nvSpPr>
        <p:spPr>
          <a:xfrm>
            <a:off x="3684143" y="3947306"/>
            <a:ext cx="84960" cy="12650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22" i="1">
                <a:solidFill>
                  <a:srgbClr val="1E293B"/>
                </a:solidFill>
                <a:latin typeface="Times New Roman"/>
              </a:rPr>
              <a:t>g</a:t>
            </a:r>
            <a:r>
              <a:rPr sz="750" i="1" baseline="-28000">
                <a:solidFill>
                  <a:srgbClr val="1E293B"/>
                </a:solidFill>
                <a:latin typeface="Times New Roman"/>
              </a:rPr>
              <a:t>k</a:t>
            </a:r>
          </a:p>
        </p:txBody>
      </p:sp>
      <p:sp>
        <p:nvSpPr>
          <p:cNvPr id="732" name="Op | Cosine score">
            <a:extLst>
              <a:ext uri="{FF2B5EF4-FFF2-40B4-BE49-F238E27FC236}">
                <a16:creationId xmlns:a16="http://schemas.microsoft.com/office/drawing/2014/main" id="{9B88858F-88C1-DA3F-1992-E9C76D0D80AF}"/>
              </a:ext>
            </a:extLst>
          </p:cNvPr>
          <p:cNvSpPr/>
          <p:nvPr/>
        </p:nvSpPr>
        <p:spPr>
          <a:xfrm>
            <a:off x="3085881" y="4164813"/>
            <a:ext cx="569547" cy="150297"/>
          </a:xfrm>
          <a:prstGeom prst="roundRect">
            <a:avLst>
              <a:gd name="adj" fmla="val 18000"/>
            </a:avLst>
          </a:prstGeom>
          <a:solidFill>
            <a:srgbClr val="E9F3EE"/>
          </a:solidFill>
          <a:ln w="7290">
            <a:solidFill>
              <a:srgbClr val="68A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588">
                <a:solidFill>
                  <a:srgbClr val="1D6D5E"/>
                </a:solidFill>
                <a:latin typeface="Arial"/>
              </a:rPr>
              <a:t>Cosine score</a:t>
            </a:r>
          </a:p>
        </p:txBody>
      </p:sp>
      <p:sp>
        <p:nvSpPr>
          <p:cNvPr id="733" name="TextBox 12277">
            <a:extLst>
              <a:ext uri="{FF2B5EF4-FFF2-40B4-BE49-F238E27FC236}">
                <a16:creationId xmlns:a16="http://schemas.microsoft.com/office/drawing/2014/main" id="{7D6970C3-E7E9-652B-644D-A057CB503545}"/>
              </a:ext>
            </a:extLst>
          </p:cNvPr>
          <p:cNvSpPr txBox="1"/>
          <p:nvPr/>
        </p:nvSpPr>
        <p:spPr>
          <a:xfrm>
            <a:off x="3087003" y="4326634"/>
            <a:ext cx="585097" cy="7944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28" dirty="0">
                <a:solidFill>
                  <a:srgbClr val="5A6B7C"/>
                </a:solidFill>
                <a:latin typeface="Arial"/>
              </a:rPr>
              <a:t>Learned projections</a:t>
            </a:r>
          </a:p>
        </p:txBody>
      </p:sp>
      <p:sp>
        <p:nvSpPr>
          <p:cNvPr id="734" name="Math | s_j,k^">
            <a:extLst>
              <a:ext uri="{FF2B5EF4-FFF2-40B4-BE49-F238E27FC236}">
                <a16:creationId xmlns:a16="http://schemas.microsoft.com/office/drawing/2014/main" id="{BD0A37AE-0CF6-77DD-8048-3FF0945F4158}"/>
              </a:ext>
            </a:extLst>
          </p:cNvPr>
          <p:cNvSpPr txBox="1"/>
          <p:nvPr/>
        </p:nvSpPr>
        <p:spPr>
          <a:xfrm>
            <a:off x="3741774" y="4086560"/>
            <a:ext cx="104196" cy="117083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61" i="1" dirty="0" err="1">
                <a:solidFill>
                  <a:srgbClr val="1E293B"/>
                </a:solidFill>
                <a:latin typeface="Times New Roman"/>
              </a:rPr>
              <a:t>s</a:t>
            </a:r>
            <a:r>
              <a:rPr sz="750" i="1" baseline="-28000" dirty="0" err="1">
                <a:solidFill>
                  <a:srgbClr val="1E293B"/>
                </a:solidFill>
                <a:latin typeface="Times New Roman"/>
              </a:rPr>
              <a:t>j,k</a:t>
            </a:r>
            <a:endParaRPr sz="750" i="1" baseline="-28000" dirty="0">
              <a:solidFill>
                <a:srgbClr val="1E293B"/>
              </a:solidFill>
              <a:latin typeface="Times New Roman"/>
            </a:endParaRPr>
          </a:p>
        </p:txBody>
      </p:sp>
      <p:sp>
        <p:nvSpPr>
          <p:cNvPr id="735" name="TextBox 12279">
            <a:extLst>
              <a:ext uri="{FF2B5EF4-FFF2-40B4-BE49-F238E27FC236}">
                <a16:creationId xmlns:a16="http://schemas.microsoft.com/office/drawing/2014/main" id="{C56E8311-ADDA-7C63-9110-2C3006BDD08E}"/>
              </a:ext>
            </a:extLst>
          </p:cNvPr>
          <p:cNvSpPr txBox="1"/>
          <p:nvPr/>
        </p:nvSpPr>
        <p:spPr>
          <a:xfrm>
            <a:off x="4001148" y="3931330"/>
            <a:ext cx="479297" cy="872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80">
                <a:solidFill>
                  <a:srgbClr val="1E293B"/>
                </a:solidFill>
                <a:latin typeface="Arial"/>
              </a:rPr>
              <a:t>Identity scores</a:t>
            </a:r>
          </a:p>
        </p:txBody>
      </p:sp>
      <p:sp>
        <p:nvSpPr>
          <p:cNvPr id="736" name="TextBox 12280">
            <a:extLst>
              <a:ext uri="{FF2B5EF4-FFF2-40B4-BE49-F238E27FC236}">
                <a16:creationId xmlns:a16="http://schemas.microsoft.com/office/drawing/2014/main" id="{C640A1D5-D4D1-3FBF-0F27-45AD836A7FCE}"/>
              </a:ext>
            </a:extLst>
          </p:cNvPr>
          <p:cNvSpPr txBox="1"/>
          <p:nvPr/>
        </p:nvSpPr>
        <p:spPr>
          <a:xfrm>
            <a:off x="4239652" y="4018471"/>
            <a:ext cx="102835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 dirty="0">
                <a:solidFill>
                  <a:srgbClr val="1D6D5E"/>
                </a:solidFill>
                <a:latin typeface="Arial"/>
              </a:rPr>
              <a:t>k</a:t>
            </a:r>
          </a:p>
        </p:txBody>
      </p:sp>
      <p:sp>
        <p:nvSpPr>
          <p:cNvPr id="737" name="TextBox 12281">
            <a:extLst>
              <a:ext uri="{FF2B5EF4-FFF2-40B4-BE49-F238E27FC236}">
                <a16:creationId xmlns:a16="http://schemas.microsoft.com/office/drawing/2014/main" id="{F472392A-4724-5EDA-C6D8-557EF063B52F}"/>
              </a:ext>
            </a:extLst>
          </p:cNvPr>
          <p:cNvSpPr txBox="1"/>
          <p:nvPr/>
        </p:nvSpPr>
        <p:spPr>
          <a:xfrm>
            <a:off x="3940202" y="4169314"/>
            <a:ext cx="87014" cy="859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71">
                <a:solidFill>
                  <a:srgbClr val="1D6D5E"/>
                </a:solidFill>
                <a:latin typeface="Arial"/>
              </a:rPr>
              <a:t>j</a:t>
            </a:r>
          </a:p>
        </p:txBody>
      </p:sp>
      <p:sp>
        <p:nvSpPr>
          <p:cNvPr id="738" name="Matrix cell (0,0)">
            <a:extLst>
              <a:ext uri="{FF2B5EF4-FFF2-40B4-BE49-F238E27FC236}">
                <a16:creationId xmlns:a16="http://schemas.microsoft.com/office/drawing/2014/main" id="{1FAFF817-C1CE-5F45-E950-98E19AE452CF}"/>
              </a:ext>
            </a:extLst>
          </p:cNvPr>
          <p:cNvSpPr/>
          <p:nvPr/>
        </p:nvSpPr>
        <p:spPr>
          <a:xfrm>
            <a:off x="403512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39" name="Matrix cell (0,1)">
            <a:extLst>
              <a:ext uri="{FF2B5EF4-FFF2-40B4-BE49-F238E27FC236}">
                <a16:creationId xmlns:a16="http://schemas.microsoft.com/office/drawing/2014/main" id="{ED9FACB8-4D6A-044F-997F-E09503AC15AA}"/>
              </a:ext>
            </a:extLst>
          </p:cNvPr>
          <p:cNvSpPr/>
          <p:nvPr/>
        </p:nvSpPr>
        <p:spPr>
          <a:xfrm>
            <a:off x="413796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0" name="Matrix cell (0,2)">
            <a:extLst>
              <a:ext uri="{FF2B5EF4-FFF2-40B4-BE49-F238E27FC236}">
                <a16:creationId xmlns:a16="http://schemas.microsoft.com/office/drawing/2014/main" id="{DE25E670-FAB3-667C-5777-C71ED9075845}"/>
              </a:ext>
            </a:extLst>
          </p:cNvPr>
          <p:cNvSpPr/>
          <p:nvPr/>
        </p:nvSpPr>
        <p:spPr>
          <a:xfrm>
            <a:off x="4240796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1" name="Matrix cell (0,3)">
            <a:extLst>
              <a:ext uri="{FF2B5EF4-FFF2-40B4-BE49-F238E27FC236}">
                <a16:creationId xmlns:a16="http://schemas.microsoft.com/office/drawing/2014/main" id="{D15A0AB1-9BF7-4E76-6CED-C525DFBAA5F7}"/>
              </a:ext>
            </a:extLst>
          </p:cNvPr>
          <p:cNvSpPr/>
          <p:nvPr/>
        </p:nvSpPr>
        <p:spPr>
          <a:xfrm>
            <a:off x="4343631" y="4105485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2" name="Matrix cell (1,0)">
            <a:extLst>
              <a:ext uri="{FF2B5EF4-FFF2-40B4-BE49-F238E27FC236}">
                <a16:creationId xmlns:a16="http://schemas.microsoft.com/office/drawing/2014/main" id="{5C20FC23-8B30-D896-36CC-91D73273996F}"/>
              </a:ext>
            </a:extLst>
          </p:cNvPr>
          <p:cNvSpPr/>
          <p:nvPr/>
        </p:nvSpPr>
        <p:spPr>
          <a:xfrm>
            <a:off x="4035126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3" name="Matrix cell (1,1)">
            <a:extLst>
              <a:ext uri="{FF2B5EF4-FFF2-40B4-BE49-F238E27FC236}">
                <a16:creationId xmlns:a16="http://schemas.microsoft.com/office/drawing/2014/main" id="{023C0380-7EA8-B629-5738-AD00698F49B6}"/>
              </a:ext>
            </a:extLst>
          </p:cNvPr>
          <p:cNvSpPr/>
          <p:nvPr/>
        </p:nvSpPr>
        <p:spPr>
          <a:xfrm>
            <a:off x="413796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4" name="Matrix cell (1,2)">
            <a:extLst>
              <a:ext uri="{FF2B5EF4-FFF2-40B4-BE49-F238E27FC236}">
                <a16:creationId xmlns:a16="http://schemas.microsoft.com/office/drawing/2014/main" id="{12FBEABC-63F9-0304-4A97-80811BFE2B66}"/>
              </a:ext>
            </a:extLst>
          </p:cNvPr>
          <p:cNvSpPr/>
          <p:nvPr/>
        </p:nvSpPr>
        <p:spPr>
          <a:xfrm>
            <a:off x="4240796" y="4176678"/>
            <a:ext cx="102835" cy="71193"/>
          </a:xfrm>
          <a:prstGeom prst="rect">
            <a:avLst/>
          </a:prstGeom>
          <a:solidFill>
            <a:srgbClr val="3C9486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5" name="Matrix cell (1,3)">
            <a:extLst>
              <a:ext uri="{FF2B5EF4-FFF2-40B4-BE49-F238E27FC236}">
                <a16:creationId xmlns:a16="http://schemas.microsoft.com/office/drawing/2014/main" id="{90D1E1D0-D1D8-F490-5B4D-27F3093D1ECE}"/>
              </a:ext>
            </a:extLst>
          </p:cNvPr>
          <p:cNvSpPr/>
          <p:nvPr/>
        </p:nvSpPr>
        <p:spPr>
          <a:xfrm>
            <a:off x="4343631" y="4176678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6" name="Matrix cell (2,0)">
            <a:extLst>
              <a:ext uri="{FF2B5EF4-FFF2-40B4-BE49-F238E27FC236}">
                <a16:creationId xmlns:a16="http://schemas.microsoft.com/office/drawing/2014/main" id="{158A66BE-E7B7-0506-657E-0BF13A0E4F5E}"/>
              </a:ext>
            </a:extLst>
          </p:cNvPr>
          <p:cNvSpPr/>
          <p:nvPr/>
        </p:nvSpPr>
        <p:spPr>
          <a:xfrm>
            <a:off x="403512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7" name="Matrix cell (2,1)">
            <a:extLst>
              <a:ext uri="{FF2B5EF4-FFF2-40B4-BE49-F238E27FC236}">
                <a16:creationId xmlns:a16="http://schemas.microsoft.com/office/drawing/2014/main" id="{3B18D166-F88A-573E-0225-1ACB99CB2512}"/>
              </a:ext>
            </a:extLst>
          </p:cNvPr>
          <p:cNvSpPr/>
          <p:nvPr/>
        </p:nvSpPr>
        <p:spPr>
          <a:xfrm>
            <a:off x="413796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8" name="Matrix cell (2,2)">
            <a:extLst>
              <a:ext uri="{FF2B5EF4-FFF2-40B4-BE49-F238E27FC236}">
                <a16:creationId xmlns:a16="http://schemas.microsoft.com/office/drawing/2014/main" id="{FC858539-3EA9-E4FE-E803-0C8FFAD3870F}"/>
              </a:ext>
            </a:extLst>
          </p:cNvPr>
          <p:cNvSpPr/>
          <p:nvPr/>
        </p:nvSpPr>
        <p:spPr>
          <a:xfrm>
            <a:off x="4240796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49" name="Matrix cell (2,3)">
            <a:extLst>
              <a:ext uri="{FF2B5EF4-FFF2-40B4-BE49-F238E27FC236}">
                <a16:creationId xmlns:a16="http://schemas.microsoft.com/office/drawing/2014/main" id="{3713326C-75C4-31D8-12F4-1CA18BF652D7}"/>
              </a:ext>
            </a:extLst>
          </p:cNvPr>
          <p:cNvSpPr/>
          <p:nvPr/>
        </p:nvSpPr>
        <p:spPr>
          <a:xfrm>
            <a:off x="4343631" y="4247872"/>
            <a:ext cx="102835" cy="71193"/>
          </a:xfrm>
          <a:prstGeom prst="rect">
            <a:avLst/>
          </a:prstGeom>
          <a:solidFill>
            <a:srgbClr val="FFFFFF"/>
          </a:solidFill>
          <a:ln w="4455">
            <a:solidFill>
              <a:srgbClr val="B6C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750" name="TextBox 12294">
            <a:extLst>
              <a:ext uri="{FF2B5EF4-FFF2-40B4-BE49-F238E27FC236}">
                <a16:creationId xmlns:a16="http://schemas.microsoft.com/office/drawing/2014/main" id="{E992C05A-634A-6CF2-2936-1480C4EA17F1}"/>
              </a:ext>
            </a:extLst>
          </p:cNvPr>
          <p:cNvSpPr txBox="1"/>
          <p:nvPr/>
        </p:nvSpPr>
        <p:spPr>
          <a:xfrm>
            <a:off x="4035127" y="4312989"/>
            <a:ext cx="411339" cy="825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36">
                <a:solidFill>
                  <a:srgbClr val="5A6B7C"/>
                </a:solidFill>
                <a:latin typeface="Arial"/>
              </a:rPr>
              <a:t>J × K</a:t>
            </a:r>
          </a:p>
        </p:txBody>
      </p:sp>
      <p:grpSp>
        <p:nvGrpSpPr>
          <p:cNvPr id="751" name="组合 13795">
            <a:extLst>
              <a:ext uri="{FF2B5EF4-FFF2-40B4-BE49-F238E27FC236}">
                <a16:creationId xmlns:a16="http://schemas.microsoft.com/office/drawing/2014/main" id="{7EA912CF-516A-2745-A5D0-8704116A4D72}"/>
              </a:ext>
            </a:extLst>
          </p:cNvPr>
          <p:cNvGrpSpPr/>
          <p:nvPr/>
        </p:nvGrpSpPr>
        <p:grpSpPr>
          <a:xfrm>
            <a:off x="1848794" y="554865"/>
            <a:ext cx="1978883" cy="340209"/>
            <a:chOff x="6312668" y="2448732"/>
            <a:chExt cx="1215499" cy="343631"/>
          </a:xfrm>
        </p:grpSpPr>
        <p:pic>
          <p:nvPicPr>
            <p:cNvPr id="752" name="图片 12">
              <a:extLst>
                <a:ext uri="{FF2B5EF4-FFF2-40B4-BE49-F238E27FC236}">
                  <a16:creationId xmlns:a16="http://schemas.microsoft.com/office/drawing/2014/main" id="{521CB8EA-9697-F11D-7107-B4A42B98807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l="70243" t="-18171" b="-1"/>
            <a:stretch>
              <a:fillRect/>
            </a:stretch>
          </p:blipFill>
          <p:spPr>
            <a:xfrm>
              <a:off x="7112075" y="2448732"/>
              <a:ext cx="416092" cy="323855"/>
            </a:xfrm>
            <a:prstGeom prst="rect">
              <a:avLst/>
            </a:prstGeom>
          </p:spPr>
        </p:pic>
        <p:pic>
          <p:nvPicPr>
            <p:cNvPr id="753" name="图片 12">
              <a:extLst>
                <a:ext uri="{FF2B5EF4-FFF2-40B4-BE49-F238E27FC236}">
                  <a16:creationId xmlns:a16="http://schemas.microsoft.com/office/drawing/2014/main" id="{546466D8-C7C6-7C8A-3307-95F68FB4F610}"/>
                </a:ext>
              </a:extLst>
            </p:cNvPr>
            <p:cNvPicPr>
              <a:picLocks/>
            </p:cNvPicPr>
            <p:nvPr/>
          </p:nvPicPr>
          <p:blipFill>
            <a:blip r:embed="rId5"/>
            <a:srcRect r="70534" b="-8235"/>
            <a:stretch>
              <a:fillRect/>
            </a:stretch>
          </p:blipFill>
          <p:spPr>
            <a:xfrm>
              <a:off x="6312668" y="2495741"/>
              <a:ext cx="412024" cy="296622"/>
            </a:xfrm>
            <a:prstGeom prst="rect">
              <a:avLst/>
            </a:prstGeom>
          </p:spPr>
        </p:pic>
        <p:pic>
          <p:nvPicPr>
            <p:cNvPr id="754" name="Picture 10000" descr="unet_block_18.png">
              <a:extLst>
                <a:ext uri="{FF2B5EF4-FFF2-40B4-BE49-F238E27FC236}">
                  <a16:creationId xmlns:a16="http://schemas.microsoft.com/office/drawing/2014/main" id="{75A7694C-DEA5-AFE8-E284-0A0D89F845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76851" y="2645026"/>
              <a:ext cx="276863" cy="126566"/>
            </a:xfrm>
            <a:prstGeom prst="rect">
              <a:avLst/>
            </a:prstGeom>
          </p:spPr>
        </p:pic>
      </p:grpSp>
      <p:grpSp>
        <p:nvGrpSpPr>
          <p:cNvPr id="755" name="Find candidate blob 1">
            <a:extLst>
              <a:ext uri="{FF2B5EF4-FFF2-40B4-BE49-F238E27FC236}">
                <a16:creationId xmlns:a16="http://schemas.microsoft.com/office/drawing/2014/main" id="{3B821B97-56A6-DCED-E85F-DBF945F3EA13}"/>
              </a:ext>
            </a:extLst>
          </p:cNvPr>
          <p:cNvGrpSpPr/>
          <p:nvPr/>
        </p:nvGrpSpPr>
        <p:grpSpPr>
          <a:xfrm>
            <a:off x="4284988" y="1142791"/>
            <a:ext cx="187969" cy="128401"/>
            <a:chOff x="1928706" y="3559489"/>
            <a:chExt cx="227897" cy="155682"/>
          </a:xfrm>
        </p:grpSpPr>
        <p:sp>
          <p:nvSpPr>
            <p:cNvPr id="756" name="Candidate blob | editable contour">
              <a:extLst>
                <a:ext uri="{FF2B5EF4-FFF2-40B4-BE49-F238E27FC236}">
                  <a16:creationId xmlns:a16="http://schemas.microsoft.com/office/drawing/2014/main" id="{B3B117DA-D182-38E6-AD16-B4776AD2C7B7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57" name="ellipse_2612">
              <a:extLst>
                <a:ext uri="{FF2B5EF4-FFF2-40B4-BE49-F238E27FC236}">
                  <a16:creationId xmlns:a16="http://schemas.microsoft.com/office/drawing/2014/main" id="{901C6437-E94C-AFDE-D242-E688A89ABBDB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58" name="Find candidate blob 2">
            <a:extLst>
              <a:ext uri="{FF2B5EF4-FFF2-40B4-BE49-F238E27FC236}">
                <a16:creationId xmlns:a16="http://schemas.microsoft.com/office/drawing/2014/main" id="{00C0C92B-D4C8-0994-E860-1581EB873D86}"/>
              </a:ext>
            </a:extLst>
          </p:cNvPr>
          <p:cNvGrpSpPr/>
          <p:nvPr/>
        </p:nvGrpSpPr>
        <p:grpSpPr>
          <a:xfrm>
            <a:off x="4059561" y="1012468"/>
            <a:ext cx="210752" cy="119242"/>
            <a:chOff x="1928706" y="3559489"/>
            <a:chExt cx="227897" cy="155682"/>
          </a:xfrm>
        </p:grpSpPr>
        <p:sp>
          <p:nvSpPr>
            <p:cNvPr id="759" name="Candidate blob | editable contour">
              <a:extLst>
                <a:ext uri="{FF2B5EF4-FFF2-40B4-BE49-F238E27FC236}">
                  <a16:creationId xmlns:a16="http://schemas.microsoft.com/office/drawing/2014/main" id="{A172A8B3-EFA3-33C9-CD2B-307B24D7293D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0" name="ellipse_2612">
              <a:extLst>
                <a:ext uri="{FF2B5EF4-FFF2-40B4-BE49-F238E27FC236}">
                  <a16:creationId xmlns:a16="http://schemas.microsoft.com/office/drawing/2014/main" id="{CF37E813-914E-4383-9CE9-1C5F4095124F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761" name="Find candidate blob 3">
            <a:extLst>
              <a:ext uri="{FF2B5EF4-FFF2-40B4-BE49-F238E27FC236}">
                <a16:creationId xmlns:a16="http://schemas.microsoft.com/office/drawing/2014/main" id="{D7299A48-8BF0-7050-EF56-14DA3F495CB7}"/>
              </a:ext>
            </a:extLst>
          </p:cNvPr>
          <p:cNvGrpSpPr/>
          <p:nvPr/>
        </p:nvGrpSpPr>
        <p:grpSpPr>
          <a:xfrm>
            <a:off x="4069342" y="1154249"/>
            <a:ext cx="190188" cy="103739"/>
            <a:chOff x="1928706" y="3559489"/>
            <a:chExt cx="227897" cy="155682"/>
          </a:xfrm>
        </p:grpSpPr>
        <p:sp>
          <p:nvSpPr>
            <p:cNvPr id="762" name="Candidate blob | editable contour">
              <a:extLst>
                <a:ext uri="{FF2B5EF4-FFF2-40B4-BE49-F238E27FC236}">
                  <a16:creationId xmlns:a16="http://schemas.microsoft.com/office/drawing/2014/main" id="{8902F596-0D84-3C56-EB93-D63FC7E9041E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4633" y="103508"/>
                  </a:moveTo>
                  <a:cubicBezTo>
                    <a:pt x="0" y="80701"/>
                    <a:pt x="17781" y="72087"/>
                    <a:pt x="35225" y="64107"/>
                  </a:cubicBezTo>
                  <a:cubicBezTo>
                    <a:pt x="54476" y="49917"/>
                    <a:pt x="72264" y="52549"/>
                    <a:pt x="92778" y="35736"/>
                  </a:cubicBezTo>
                  <a:cubicBezTo>
                    <a:pt x="110195" y="21040"/>
                    <a:pt x="104326" y="5059"/>
                    <a:pt x="115221" y="1753"/>
                  </a:cubicBezTo>
                  <a:cubicBezTo>
                    <a:pt x="125241" y="0"/>
                    <a:pt x="159037" y="3786"/>
                    <a:pt x="180838" y="12966"/>
                  </a:cubicBezTo>
                  <a:cubicBezTo>
                    <a:pt x="198427" y="23372"/>
                    <a:pt x="209170" y="39484"/>
                    <a:pt x="212983" y="52913"/>
                  </a:cubicBezTo>
                  <a:cubicBezTo>
                    <a:pt x="216818" y="61184"/>
                    <a:pt x="227897" y="67151"/>
                    <a:pt x="223406" y="85389"/>
                  </a:cubicBezTo>
                  <a:cubicBezTo>
                    <a:pt x="220211" y="103077"/>
                    <a:pt x="208185" y="131257"/>
                    <a:pt x="201464" y="141174"/>
                  </a:cubicBezTo>
                  <a:cubicBezTo>
                    <a:pt x="189414" y="144450"/>
                    <a:pt x="161966" y="148455"/>
                    <a:pt x="136762" y="150513"/>
                  </a:cubicBezTo>
                  <a:cubicBezTo>
                    <a:pt x="110048" y="155682"/>
                    <a:pt x="82946" y="155682"/>
                    <a:pt x="72733" y="149421"/>
                  </a:cubicBezTo>
                  <a:cubicBezTo>
                    <a:pt x="54091" y="147525"/>
                    <a:pt x="13199" y="123788"/>
                    <a:pt x="4633" y="103508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763" name="ellipse_2612">
              <a:extLst>
                <a:ext uri="{FF2B5EF4-FFF2-40B4-BE49-F238E27FC236}">
                  <a16:creationId xmlns:a16="http://schemas.microsoft.com/office/drawing/2014/main" id="{85D74281-2FE6-E2D2-EFBA-AF54A45686E3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765" name="Find auxiliary label">
            <a:extLst>
              <a:ext uri="{FF2B5EF4-FFF2-40B4-BE49-F238E27FC236}">
                <a16:creationId xmlns:a16="http://schemas.microsoft.com/office/drawing/2014/main" id="{CAD88599-B783-720B-B6BD-9F787FCB6CF4}"/>
              </a:ext>
            </a:extLst>
          </p:cNvPr>
          <p:cNvSpPr>
            <a:spLocks noGrp="1"/>
          </p:cNvSpPr>
          <p:nvPr/>
        </p:nvSpPr>
        <p:spPr>
          <a:xfrm>
            <a:off x="4060074" y="1518303"/>
            <a:ext cx="433362" cy="157954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6" name="Match auxiliary label">
            <a:extLst>
              <a:ext uri="{FF2B5EF4-FFF2-40B4-BE49-F238E27FC236}">
                <a16:creationId xmlns:a16="http://schemas.microsoft.com/office/drawing/2014/main" id="{C154BF4F-4214-59BC-DCE1-F9C23194AC63}"/>
              </a:ext>
            </a:extLst>
          </p:cNvPr>
          <p:cNvSpPr>
            <a:spLocks noGrp="1"/>
          </p:cNvSpPr>
          <p:nvPr/>
        </p:nvSpPr>
        <p:spPr>
          <a:xfrm>
            <a:off x="1457164" y="2843177"/>
            <a:ext cx="405011" cy="174155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Auxiliary</a:t>
            </a:r>
          </a:p>
          <a:p>
            <a:pPr algn="ctr">
              <a:defRPr sz="590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590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767" name="Concat label">
            <a:extLst>
              <a:ext uri="{FF2B5EF4-FFF2-40B4-BE49-F238E27FC236}">
                <a16:creationId xmlns:a16="http://schemas.microsoft.com/office/drawing/2014/main" id="{9D20C35C-694E-CDD5-F90A-040BE36EEE21}"/>
              </a:ext>
            </a:extLst>
          </p:cNvPr>
          <p:cNvSpPr>
            <a:spLocks noGrp="1"/>
          </p:cNvSpPr>
          <p:nvPr/>
        </p:nvSpPr>
        <p:spPr>
          <a:xfrm>
            <a:off x="1060070" y="3608830"/>
            <a:ext cx="259207" cy="8100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68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68" dirty="0" err="1">
                <a:solidFill>
                  <a:srgbClr val="71808C"/>
                </a:solidFill>
                <a:latin typeface="Arial"/>
                <a:ea typeface="Arial"/>
                <a:cs typeface="Arial"/>
              </a:rPr>
              <a:t>Concat</a:t>
            </a:r>
            <a:endParaRPr sz="568" dirty="0">
              <a:solidFill>
                <a:srgbClr val="7180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68" name="Build four inputs">
            <a:extLst>
              <a:ext uri="{FF2B5EF4-FFF2-40B4-BE49-F238E27FC236}">
                <a16:creationId xmlns:a16="http://schemas.microsoft.com/office/drawing/2014/main" id="{2C9F1979-7AE8-613B-79C6-EE0F3BBB1431}"/>
              </a:ext>
            </a:extLst>
          </p:cNvPr>
          <p:cNvSpPr>
            <a:spLocks noGrp="1"/>
          </p:cNvSpPr>
          <p:nvPr/>
        </p:nvSpPr>
        <p:spPr>
          <a:xfrm>
            <a:off x="4678223" y="415407"/>
            <a:ext cx="1158792" cy="1245003"/>
          </a:xfrm>
          <a:prstGeom prst="roundRect">
            <a:avLst>
              <a:gd name="adj" fmla="val 4554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769" name="Site label">
            <a:extLst>
              <a:ext uri="{FF2B5EF4-FFF2-40B4-BE49-F238E27FC236}">
                <a16:creationId xmlns:a16="http://schemas.microsoft.com/office/drawing/2014/main" id="{73F4F6C8-22C1-E29B-D64D-362A1F82C0D7}"/>
              </a:ext>
            </a:extLst>
          </p:cNvPr>
          <p:cNvSpPr>
            <a:spLocks noGrp="1"/>
          </p:cNvSpPr>
          <p:nvPr/>
        </p:nvSpPr>
        <p:spPr>
          <a:xfrm>
            <a:off x="4706888" y="834972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Site</a:t>
            </a:r>
          </a:p>
        </p:txBody>
      </p:sp>
      <p:sp>
        <p:nvSpPr>
          <p:cNvPr id="770" name="Site provenance">
            <a:extLst>
              <a:ext uri="{FF2B5EF4-FFF2-40B4-BE49-F238E27FC236}">
                <a16:creationId xmlns:a16="http://schemas.microsoft.com/office/drawing/2014/main" id="{216E0115-FC9F-C0B3-73C6-B6C82BB2F0A8}"/>
              </a:ext>
            </a:extLst>
          </p:cNvPr>
          <p:cNvSpPr>
            <a:spLocks noGrp="1"/>
          </p:cNvSpPr>
          <p:nvPr/>
        </p:nvSpPr>
        <p:spPr>
          <a:xfrm>
            <a:off x="4713282" y="935387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from Find</a:t>
            </a:r>
          </a:p>
        </p:txBody>
      </p:sp>
      <p:sp>
        <p:nvSpPr>
          <p:cNvPr id="771" name="Pocket label">
            <a:extLst>
              <a:ext uri="{FF2B5EF4-FFF2-40B4-BE49-F238E27FC236}">
                <a16:creationId xmlns:a16="http://schemas.microsoft.com/office/drawing/2014/main" id="{198C300B-4031-D0E7-49A9-F255C1B29665}"/>
              </a:ext>
            </a:extLst>
          </p:cNvPr>
          <p:cNvSpPr>
            <a:spLocks noGrp="1"/>
          </p:cNvSpPr>
          <p:nvPr/>
        </p:nvSpPr>
        <p:spPr>
          <a:xfrm>
            <a:off x="5295510" y="85440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Pocket</a:t>
            </a:r>
          </a:p>
        </p:txBody>
      </p:sp>
      <p:sp>
        <p:nvSpPr>
          <p:cNvPr id="773" name="SMILES label">
            <a:extLst>
              <a:ext uri="{FF2B5EF4-FFF2-40B4-BE49-F238E27FC236}">
                <a16:creationId xmlns:a16="http://schemas.microsoft.com/office/drawing/2014/main" id="{B948AB68-3B7B-785F-B6BB-80D92D824C67}"/>
              </a:ext>
            </a:extLst>
          </p:cNvPr>
          <p:cNvSpPr>
            <a:spLocks noGrp="1"/>
          </p:cNvSpPr>
          <p:nvPr/>
        </p:nvSpPr>
        <p:spPr>
          <a:xfrm>
            <a:off x="4713914" y="1433338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SMILES</a:t>
            </a:r>
          </a:p>
        </p:txBody>
      </p:sp>
      <p:sp>
        <p:nvSpPr>
          <p:cNvPr id="774" name="SMILES provenance">
            <a:extLst>
              <a:ext uri="{FF2B5EF4-FFF2-40B4-BE49-F238E27FC236}">
                <a16:creationId xmlns:a16="http://schemas.microsoft.com/office/drawing/2014/main" id="{56FEBA1E-DDE0-4487-53DB-DA17479C3D9B}"/>
              </a:ext>
            </a:extLst>
          </p:cNvPr>
          <p:cNvSpPr>
            <a:spLocks noGrp="1"/>
          </p:cNvSpPr>
          <p:nvPr/>
        </p:nvSpPr>
        <p:spPr>
          <a:xfrm>
            <a:off x="4719630" y="1530721"/>
            <a:ext cx="514364" cy="85052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defPPr>
            <a:lvl1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1pPr>
            <a:lvl2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2pPr>
            <a:lvl3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3pPr>
            <a:lvl4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4pPr>
            <a:lvl5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5pPr>
            <a:lvl6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6pPr>
            <a:lvl7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7pPr>
            <a:lvl8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8pPr>
            <a:lvl9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590" b="0">
                <a:solidFill>
                  <a:srgbClr val="71808C"/>
                </a:solidFill>
                <a:latin typeface="Arial"/>
                <a:ea typeface="Arial"/>
                <a:cs typeface="Arial"/>
              </a:defRPr>
            </a:pPr>
            <a:r>
              <a:rPr sz="590" dirty="0">
                <a:solidFill>
                  <a:srgbClr val="71808C"/>
                </a:solidFill>
                <a:latin typeface="Arial"/>
                <a:ea typeface="Arial"/>
                <a:cs typeface="Arial"/>
              </a:rPr>
              <a:t>from Match</a:t>
            </a:r>
          </a:p>
        </p:txBody>
      </p:sp>
      <p:sp>
        <p:nvSpPr>
          <p:cNvPr id="775" name="Density input label">
            <a:extLst>
              <a:ext uri="{FF2B5EF4-FFF2-40B4-BE49-F238E27FC236}">
                <a16:creationId xmlns:a16="http://schemas.microsoft.com/office/drawing/2014/main" id="{E5A68BBB-3BB4-4F45-D8ED-99022E728E69}"/>
              </a:ext>
            </a:extLst>
          </p:cNvPr>
          <p:cNvSpPr>
            <a:spLocks noGrp="1"/>
          </p:cNvSpPr>
          <p:nvPr/>
        </p:nvSpPr>
        <p:spPr>
          <a:xfrm>
            <a:off x="5289168" y="1447545"/>
            <a:ext cx="514364" cy="1012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776" name="Docking tools title">
            <a:extLst>
              <a:ext uri="{FF2B5EF4-FFF2-40B4-BE49-F238E27FC236}">
                <a16:creationId xmlns:a16="http://schemas.microsoft.com/office/drawing/2014/main" id="{27E4029E-E39E-E596-2ECC-8620239CB25F}"/>
              </a:ext>
            </a:extLst>
          </p:cNvPr>
          <p:cNvSpPr>
            <a:spLocks noGrp="1"/>
          </p:cNvSpPr>
          <p:nvPr/>
        </p:nvSpPr>
        <p:spPr>
          <a:xfrm>
            <a:off x="4762010" y="1867770"/>
            <a:ext cx="1101630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702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lang="en-US" sz="702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Downstream </a:t>
            </a:r>
            <a:r>
              <a:rPr lang="en-US" b="0" dirty="0"/>
              <a:t>d</a:t>
            </a:r>
            <a:r>
              <a:rPr sz="702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ocking tools</a:t>
            </a:r>
          </a:p>
        </p:txBody>
      </p:sp>
      <p:sp>
        <p:nvSpPr>
          <p:cNvPr id="777" name="Build pose output">
            <a:extLst>
              <a:ext uri="{FF2B5EF4-FFF2-40B4-BE49-F238E27FC236}">
                <a16:creationId xmlns:a16="http://schemas.microsoft.com/office/drawing/2014/main" id="{0B218F6B-7A76-F3B6-A0A5-E42AE4C10B80}"/>
              </a:ext>
            </a:extLst>
          </p:cNvPr>
          <p:cNvSpPr>
            <a:spLocks noGrp="1"/>
          </p:cNvSpPr>
          <p:nvPr/>
        </p:nvSpPr>
        <p:spPr>
          <a:xfrm>
            <a:off x="4707061" y="3400604"/>
            <a:ext cx="1106489" cy="941449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7290">
            <a:solidFill>
              <a:srgbClr val="DFD6C3"/>
            </a:solidFill>
            <a:prstDash val="solid"/>
          </a:ln>
        </p:spPr>
      </p:sp>
      <p:sp>
        <p:nvSpPr>
          <p:cNvPr id="778" name="All atom pose label">
            <a:extLst>
              <a:ext uri="{FF2B5EF4-FFF2-40B4-BE49-F238E27FC236}">
                <a16:creationId xmlns:a16="http://schemas.microsoft.com/office/drawing/2014/main" id="{8FE77D82-0F62-5049-84A0-FD0D56FCE044}"/>
              </a:ext>
            </a:extLst>
          </p:cNvPr>
          <p:cNvSpPr>
            <a:spLocks noGrp="1"/>
          </p:cNvSpPr>
          <p:nvPr/>
        </p:nvSpPr>
        <p:spPr>
          <a:xfrm>
            <a:off x="4694034" y="4176444"/>
            <a:ext cx="1231233" cy="117453"/>
          </a:xfrm>
          <a:prstGeom prst="rect">
            <a:avLst/>
          </a:prstGeom>
          <a:noFill/>
          <a:ln w="6885">
            <a:noFill/>
            <a:prstDash val="solid"/>
          </a:ln>
        </p:spPr>
        <p:txBody>
          <a:bodyPr lIns="0" tIns="0" rIns="0" bIns="0" anchor="ctr"/>
          <a:lstStyle>
            <a:def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defPPr>
            <a:lvl1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1pPr>
            <a:lvl2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2pPr>
            <a:lvl3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3pPr>
            <a:lvl4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4pPr>
            <a:lvl5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5pPr>
            <a:lvl6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6pPr>
            <a:lvl7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7pPr>
            <a:lvl8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8pPr>
            <a:lvl9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defRPr sz="695" b="1">
                <a:solidFill>
                  <a:srgbClr val="1E293B"/>
                </a:solidFill>
                <a:latin typeface="Arial"/>
                <a:ea typeface="Arial"/>
                <a:cs typeface="Arial"/>
              </a:defRPr>
            </a:pPr>
            <a:r>
              <a:rPr sz="695" b="0" dirty="0">
                <a:solidFill>
                  <a:srgbClr val="1E293B"/>
                </a:solidFill>
                <a:latin typeface="Arial"/>
                <a:ea typeface="Arial"/>
                <a:cs typeface="Arial"/>
              </a:rPr>
              <a:t>All-atom ligand pose</a:t>
            </a:r>
          </a:p>
        </p:txBody>
      </p:sp>
      <p:pic>
        <p:nvPicPr>
          <p:cNvPr id="967" name="Buil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59E3DA4F-BD1F-6AD8-81F5-856ECED6006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371792" y="1104265"/>
            <a:ext cx="361766" cy="345440"/>
          </a:xfrm>
          <a:prstGeom prst="rect">
            <a:avLst/>
          </a:prstGeom>
        </p:spPr>
      </p:pic>
      <p:sp>
        <p:nvSpPr>
          <p:cNvPr id="1187" name="Build | Engines frame">
            <a:extLst>
              <a:ext uri="{FF2B5EF4-FFF2-40B4-BE49-F238E27FC236}">
                <a16:creationId xmlns:a16="http://schemas.microsoft.com/office/drawing/2014/main" id="{79AD4C70-DD41-BB84-7331-69D7E3080E11}"/>
              </a:ext>
            </a:extLst>
          </p:cNvPr>
          <p:cNvSpPr/>
          <p:nvPr/>
        </p:nvSpPr>
        <p:spPr>
          <a:xfrm>
            <a:off x="4653071" y="2032000"/>
            <a:ext cx="1202377" cy="1172634"/>
          </a:xfrm>
          <a:prstGeom prst="roundRect">
            <a:avLst>
              <a:gd name="adj" fmla="val 5000"/>
            </a:avLst>
          </a:prstGeom>
          <a:solidFill>
            <a:srgbClr val="FFFFFF">
              <a:alpha val="50000"/>
            </a:srgbClr>
          </a:solidFill>
          <a:ln w="7290">
            <a:solidFill>
              <a:srgbClr val="D5CC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 dirty="0"/>
          </a:p>
        </p:txBody>
      </p:sp>
      <p:sp>
        <p:nvSpPr>
          <p:cNvPr id="1188" name="Build | Default PocketXMol card">
            <a:extLst>
              <a:ext uri="{FF2B5EF4-FFF2-40B4-BE49-F238E27FC236}">
                <a16:creationId xmlns:a16="http://schemas.microsoft.com/office/drawing/2014/main" id="{65696164-FF6C-2E64-A27D-E0452D5A76E9}"/>
              </a:ext>
            </a:extLst>
          </p:cNvPr>
          <p:cNvSpPr/>
          <p:nvPr/>
        </p:nvSpPr>
        <p:spPr>
          <a:xfrm>
            <a:off x="4707061" y="2089570"/>
            <a:ext cx="1106490" cy="456341"/>
          </a:xfrm>
          <a:prstGeom prst="roundRect">
            <a:avLst>
              <a:gd name="adj" fmla="val 8000"/>
            </a:avLst>
          </a:prstGeom>
          <a:solidFill>
            <a:srgbClr val="FAF1DE"/>
          </a:solidFill>
          <a:ln w="7290">
            <a:solidFill>
              <a:srgbClr val="D8A9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grpSp>
        <p:nvGrpSpPr>
          <p:cNvPr id="1189" name="Build | Density cube icon">
            <a:extLst>
              <a:ext uri="{FF2B5EF4-FFF2-40B4-BE49-F238E27FC236}">
                <a16:creationId xmlns:a16="http://schemas.microsoft.com/office/drawing/2014/main" id="{68B5FCE4-2F36-CAD0-B100-A4A97D0F3451}"/>
              </a:ext>
            </a:extLst>
          </p:cNvPr>
          <p:cNvGrpSpPr/>
          <p:nvPr/>
        </p:nvGrpSpPr>
        <p:grpSpPr>
          <a:xfrm>
            <a:off x="4739193" y="2171534"/>
            <a:ext cx="213580" cy="227238"/>
            <a:chOff x="2187720" y="5635440"/>
            <a:chExt cx="154440" cy="131400"/>
          </a:xfrm>
        </p:grpSpPr>
        <p:sp>
          <p:nvSpPr>
            <p:cNvPr id="1190" name="asset_3169_0">
              <a:extLst>
                <a:ext uri="{FF2B5EF4-FFF2-40B4-BE49-F238E27FC236}">
                  <a16:creationId xmlns:a16="http://schemas.microsoft.com/office/drawing/2014/main" id="{5FFB8783-18B8-9E3F-DF3D-D39890A83D04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35440"/>
              <a:ext cx="154440" cy="22338"/>
            </a:xfrm>
            <a:custGeom>
              <a:avLst/>
              <a:gdLst/>
              <a:ahLst/>
              <a:cxnLst/>
              <a:rect l="0" t="0" r="0" b="0"/>
              <a:pathLst>
                <a:path w="154440" h="22338">
                  <a:moveTo>
                    <a:pt x="0" y="22338"/>
                  </a:moveTo>
                  <a:lnTo>
                    <a:pt x="29344" y="0"/>
                  </a:lnTo>
                  <a:lnTo>
                    <a:pt x="154440" y="0"/>
                  </a:lnTo>
                  <a:lnTo>
                    <a:pt x="125096" y="22338"/>
                  </a:lnTo>
                  <a:close/>
                </a:path>
              </a:pathLst>
            </a:custGeom>
            <a:gradFill>
              <a:gsLst>
                <a:gs pos="0">
                  <a:srgbClr val="FAFDFF">
                    <a:alpha val="65000"/>
                  </a:srgbClr>
                </a:gs>
                <a:gs pos="100000">
                  <a:srgbClr val="D9EAFA">
                    <a:alpha val="45000"/>
                  </a:srgbClr>
                </a:gs>
              </a:gsLst>
              <a:lin ang="5400000"/>
            </a:gradFill>
            <a:ln w="2700">
              <a:solidFill>
                <a:srgbClr val="A3C3E2"/>
              </a:solidFill>
            </a:ln>
          </p:spPr>
        </p:sp>
        <p:sp>
          <p:nvSpPr>
            <p:cNvPr id="1191" name="asset_3169_1">
              <a:extLst>
                <a:ext uri="{FF2B5EF4-FFF2-40B4-BE49-F238E27FC236}">
                  <a16:creationId xmlns:a16="http://schemas.microsoft.com/office/drawing/2014/main" id="{1EA12B72-72E8-2312-8F32-52AE6B165E9D}"/>
                </a:ext>
              </a:extLst>
            </p:cNvPr>
            <p:cNvSpPr>
              <a:spLocks noGrp="1"/>
            </p:cNvSpPr>
            <p:nvPr/>
          </p:nvSpPr>
          <p:spPr>
            <a:xfrm>
              <a:off x="2312816" y="5635440"/>
              <a:ext cx="29344" cy="131400"/>
            </a:xfrm>
            <a:custGeom>
              <a:avLst/>
              <a:gdLst/>
              <a:ahLst/>
              <a:cxnLst/>
              <a:rect l="0" t="0" r="0" b="0"/>
              <a:pathLst>
                <a:path w="29344" h="131400">
                  <a:moveTo>
                    <a:pt x="0" y="22338"/>
                  </a:moveTo>
                  <a:lnTo>
                    <a:pt x="29344" y="0"/>
                  </a:lnTo>
                  <a:lnTo>
                    <a:pt x="29344" y="109062"/>
                  </a:lnTo>
                  <a:lnTo>
                    <a:pt x="0" y="131400"/>
                  </a:lnTo>
                  <a:close/>
                </a:path>
              </a:pathLst>
            </a:custGeom>
            <a:solidFill>
              <a:srgbClr val="C9DFF3">
                <a:alpha val="22000"/>
              </a:srgbClr>
            </a:solidFill>
            <a:ln w="2700">
              <a:solidFill>
                <a:srgbClr val="A3C3E2"/>
              </a:solidFill>
            </a:ln>
          </p:spPr>
        </p:sp>
        <p:sp>
          <p:nvSpPr>
            <p:cNvPr id="1192" name="asset_3169_2">
              <a:extLst>
                <a:ext uri="{FF2B5EF4-FFF2-40B4-BE49-F238E27FC236}">
                  <a16:creationId xmlns:a16="http://schemas.microsoft.com/office/drawing/2014/main" id="{EDE3B5A8-D8FA-9133-41C2-DB6E1E75A6F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prstGeom prst="rect">
              <a:avLst/>
            </a:prstGeom>
            <a:solidFill>
              <a:srgbClr val="E7F1FC">
                <a:alpha val="20000"/>
              </a:srgbClr>
            </a:solidFill>
            <a:ln w="2700">
              <a:solidFill>
                <a:srgbClr val="ABC9E7"/>
              </a:solidFill>
            </a:ln>
          </p:spPr>
        </p:sp>
        <p:sp>
          <p:nvSpPr>
            <p:cNvPr id="1193" name="asset_3169_3">
              <a:extLst>
                <a:ext uri="{FF2B5EF4-FFF2-40B4-BE49-F238E27FC236}">
                  <a16:creationId xmlns:a16="http://schemas.microsoft.com/office/drawing/2014/main" id="{120BF363-735F-F584-10A8-02A0DD55EE7B}"/>
                </a:ext>
              </a:extLst>
            </p:cNvPr>
            <p:cNvSpPr>
              <a:spLocks noGrp="1"/>
            </p:cNvSpPr>
            <p:nvPr/>
          </p:nvSpPr>
          <p:spPr>
            <a:xfrm>
              <a:off x="2218994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4" name="asset_3169_4">
              <a:extLst>
                <a:ext uri="{FF2B5EF4-FFF2-40B4-BE49-F238E27FC236}">
                  <a16:creationId xmlns:a16="http://schemas.microsoft.com/office/drawing/2014/main" id="{E2829B7F-C588-BE5B-8D54-FBE1EBF2B8E5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8504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5" name="asset_3169_5">
              <a:extLst>
                <a:ext uri="{FF2B5EF4-FFF2-40B4-BE49-F238E27FC236}">
                  <a16:creationId xmlns:a16="http://schemas.microsoft.com/office/drawing/2014/main" id="{3DBA365A-AC44-C9B3-7E08-985ECB6E5232}"/>
                </a:ext>
              </a:extLst>
            </p:cNvPr>
            <p:cNvSpPr>
              <a:spLocks noGrp="1"/>
            </p:cNvSpPr>
            <p:nvPr/>
          </p:nvSpPr>
          <p:spPr>
            <a:xfrm>
              <a:off x="2250268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6" name="asset_3169_6">
              <a:extLst>
                <a:ext uri="{FF2B5EF4-FFF2-40B4-BE49-F238E27FC236}">
                  <a16:creationId xmlns:a16="http://schemas.microsoft.com/office/drawing/2014/main" id="{9F12D1AD-2ED4-77AF-F2EC-E76A62AE9C53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12309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7" name="asset_3169_7">
              <a:extLst>
                <a:ext uri="{FF2B5EF4-FFF2-40B4-BE49-F238E27FC236}">
                  <a16:creationId xmlns:a16="http://schemas.microsoft.com/office/drawing/2014/main" id="{530FF9D0-E22B-4C58-F523-2AC53D327A6E}"/>
                </a:ext>
              </a:extLst>
            </p:cNvPr>
            <p:cNvSpPr>
              <a:spLocks noGrp="1"/>
            </p:cNvSpPr>
            <p:nvPr/>
          </p:nvSpPr>
          <p:spPr>
            <a:xfrm>
              <a:off x="2281542" y="5657778"/>
              <a:ext cx="4" cy="109062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8" name="asset_3169_8">
              <a:extLst>
                <a:ext uri="{FF2B5EF4-FFF2-40B4-BE49-F238E27FC236}">
                  <a16:creationId xmlns:a16="http://schemas.microsoft.com/office/drawing/2014/main" id="{1E307AA0-A6C4-946A-18FD-30858587578A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739574"/>
              <a:ext cx="125096" cy="4"/>
            </a:xfrm>
            <a:prstGeom prst="line">
              <a:avLst/>
            </a:prstGeom>
            <a:noFill/>
            <a:ln w="1980">
              <a:solidFill>
                <a:srgbClr val="B8D2EB">
                  <a:alpha val="33000"/>
                </a:srgbClr>
              </a:solidFill>
            </a:ln>
          </p:spPr>
        </p:sp>
        <p:sp>
          <p:nvSpPr>
            <p:cNvPr id="1199" name="asset_3169_9">
              <a:extLst>
                <a:ext uri="{FF2B5EF4-FFF2-40B4-BE49-F238E27FC236}">
                  <a16:creationId xmlns:a16="http://schemas.microsoft.com/office/drawing/2014/main" id="{2C70D4C3-CC8E-18A5-188C-FB73FB31079A}"/>
                </a:ext>
              </a:extLst>
            </p:cNvPr>
            <p:cNvSpPr>
              <a:spLocks noGrp="1"/>
            </p:cNvSpPr>
            <p:nvPr/>
          </p:nvSpPr>
          <p:spPr>
            <a:xfrm>
              <a:off x="2198791" y="5672574"/>
              <a:ext cx="58245" cy="50256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0" name="asset_3169_10">
              <a:extLst>
                <a:ext uri="{FF2B5EF4-FFF2-40B4-BE49-F238E27FC236}">
                  <a16:creationId xmlns:a16="http://schemas.microsoft.com/office/drawing/2014/main" id="{9530488D-317A-3063-82AF-05EB1F0CA8B9}"/>
                </a:ext>
              </a:extLst>
            </p:cNvPr>
            <p:cNvSpPr>
              <a:spLocks noGrp="1"/>
            </p:cNvSpPr>
            <p:nvPr/>
          </p:nvSpPr>
          <p:spPr>
            <a:xfrm>
              <a:off x="2225487" y="5687232"/>
              <a:ext cx="63099" cy="54444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1" name="asset_3169_11">
              <a:extLst>
                <a:ext uri="{FF2B5EF4-FFF2-40B4-BE49-F238E27FC236}">
                  <a16:creationId xmlns:a16="http://schemas.microsoft.com/office/drawing/2014/main" id="{48323ECB-3BE3-307E-E823-C51C380A8650}"/>
                </a:ext>
              </a:extLst>
            </p:cNvPr>
            <p:cNvSpPr>
              <a:spLocks noGrp="1"/>
            </p:cNvSpPr>
            <p:nvPr/>
          </p:nvSpPr>
          <p:spPr>
            <a:xfrm>
              <a:off x="2248542" y="5660010"/>
              <a:ext cx="55818" cy="48162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2" name="asset_3169_12">
              <a:extLst>
                <a:ext uri="{FF2B5EF4-FFF2-40B4-BE49-F238E27FC236}">
                  <a16:creationId xmlns:a16="http://schemas.microsoft.com/office/drawing/2014/main" id="{C0C8C16B-9DED-677C-6432-EE50B45E7418}"/>
                </a:ext>
              </a:extLst>
            </p:cNvPr>
            <p:cNvSpPr>
              <a:spLocks noGrp="1"/>
            </p:cNvSpPr>
            <p:nvPr/>
          </p:nvSpPr>
          <p:spPr>
            <a:xfrm>
              <a:off x="2223060" y="5652681"/>
              <a:ext cx="53391" cy="46068"/>
            </a:xfrm>
            <a:prstGeom prst="ellipse">
              <a:avLst/>
            </a:prstGeom>
            <a:gradFill>
              <a:gsLst>
                <a:gs pos="0">
                  <a:srgbClr val="E5F0FF">
                    <a:alpha val="55000"/>
                  </a:srgbClr>
                </a:gs>
                <a:gs pos="48000">
                  <a:srgbClr val="7DA9DB">
                    <a:alpha val="60000"/>
                  </a:srgbClr>
                </a:gs>
                <a:gs pos="100000">
                  <a:srgbClr val="7DA9DB">
                    <a:alpha val="35000"/>
                  </a:srgbClr>
                </a:gs>
              </a:gsLst>
              <a:lin ang="84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3" name="asset_3169_13">
              <a:extLst>
                <a:ext uri="{FF2B5EF4-FFF2-40B4-BE49-F238E27FC236}">
                  <a16:creationId xmlns:a16="http://schemas.microsoft.com/office/drawing/2014/main" id="{060B66F2-4388-65F4-6206-749CACAB0290}"/>
                </a:ext>
              </a:extLst>
            </p:cNvPr>
            <p:cNvSpPr>
              <a:spLocks noGrp="1"/>
            </p:cNvSpPr>
            <p:nvPr/>
          </p:nvSpPr>
          <p:spPr>
            <a:xfrm>
              <a:off x="2207281" y="5693871"/>
              <a:ext cx="30911" cy="266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4" name="asset_3169_14">
              <a:extLst>
                <a:ext uri="{FF2B5EF4-FFF2-40B4-BE49-F238E27FC236}">
                  <a16:creationId xmlns:a16="http://schemas.microsoft.com/office/drawing/2014/main" id="{13E2CBA3-7C02-4027-03E6-A698CD2EB714}"/>
                </a:ext>
              </a:extLst>
            </p:cNvPr>
            <p:cNvSpPr>
              <a:spLocks noGrp="1"/>
            </p:cNvSpPr>
            <p:nvPr/>
          </p:nvSpPr>
          <p:spPr>
            <a:xfrm>
              <a:off x="2253557" y="5697302"/>
              <a:ext cx="21556" cy="1860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5" name="asset_3169_15">
              <a:extLst>
                <a:ext uri="{FF2B5EF4-FFF2-40B4-BE49-F238E27FC236}">
                  <a16:creationId xmlns:a16="http://schemas.microsoft.com/office/drawing/2014/main" id="{D52AE182-CED9-F191-684F-C02E656634F9}"/>
                </a:ext>
              </a:extLst>
            </p:cNvPr>
            <p:cNvSpPr>
              <a:spLocks noGrp="1"/>
            </p:cNvSpPr>
            <p:nvPr/>
          </p:nvSpPr>
          <p:spPr>
            <a:xfrm>
              <a:off x="2278359" y="5672317"/>
              <a:ext cx="20931" cy="1806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6" name="asset_3169_16">
              <a:extLst>
                <a:ext uri="{FF2B5EF4-FFF2-40B4-BE49-F238E27FC236}">
                  <a16:creationId xmlns:a16="http://schemas.microsoft.com/office/drawing/2014/main" id="{89F2F434-5A13-55C5-50E0-3A863DFD674D}"/>
                </a:ext>
              </a:extLst>
            </p:cNvPr>
            <p:cNvSpPr>
              <a:spLocks noGrp="1"/>
            </p:cNvSpPr>
            <p:nvPr/>
          </p:nvSpPr>
          <p:spPr>
            <a:xfrm>
              <a:off x="2235959" y="5649092"/>
              <a:ext cx="26179" cy="2258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7" name="asset_3169_17">
              <a:extLst>
                <a:ext uri="{FF2B5EF4-FFF2-40B4-BE49-F238E27FC236}">
                  <a16:creationId xmlns:a16="http://schemas.microsoft.com/office/drawing/2014/main" id="{6F30CB2F-3FFE-E2E6-12A8-0C6F6E9862D8}"/>
                </a:ext>
              </a:extLst>
            </p:cNvPr>
            <p:cNvSpPr>
              <a:spLocks noGrp="1"/>
            </p:cNvSpPr>
            <p:nvPr/>
          </p:nvSpPr>
          <p:spPr>
            <a:xfrm>
              <a:off x="2230057" y="5690206"/>
              <a:ext cx="17158" cy="1480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8" name="asset_3169_18">
              <a:extLst>
                <a:ext uri="{FF2B5EF4-FFF2-40B4-BE49-F238E27FC236}">
                  <a16:creationId xmlns:a16="http://schemas.microsoft.com/office/drawing/2014/main" id="{688E0702-ABAA-1F53-2FEE-C044E75816FE}"/>
                </a:ext>
              </a:extLst>
            </p:cNvPr>
            <p:cNvSpPr>
              <a:spLocks noGrp="1"/>
            </p:cNvSpPr>
            <p:nvPr/>
          </p:nvSpPr>
          <p:spPr>
            <a:xfrm>
              <a:off x="2228799" y="5700798"/>
              <a:ext cx="17470" cy="1507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09" name="asset_3169_19">
              <a:extLst>
                <a:ext uri="{FF2B5EF4-FFF2-40B4-BE49-F238E27FC236}">
                  <a16:creationId xmlns:a16="http://schemas.microsoft.com/office/drawing/2014/main" id="{872FD139-9635-FDD4-0722-4E5EEB72AC26}"/>
                </a:ext>
              </a:extLst>
            </p:cNvPr>
            <p:cNvSpPr>
              <a:spLocks noGrp="1"/>
            </p:cNvSpPr>
            <p:nvPr/>
          </p:nvSpPr>
          <p:spPr>
            <a:xfrm>
              <a:off x="2264745" y="5672793"/>
              <a:ext cx="22335" cy="1927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0" name="asset_3169_20">
              <a:extLst>
                <a:ext uri="{FF2B5EF4-FFF2-40B4-BE49-F238E27FC236}">
                  <a16:creationId xmlns:a16="http://schemas.microsoft.com/office/drawing/2014/main" id="{2F589805-2015-0C9E-B861-49E63A36CA16}"/>
                </a:ext>
              </a:extLst>
            </p:cNvPr>
            <p:cNvSpPr>
              <a:spLocks noGrp="1"/>
            </p:cNvSpPr>
            <p:nvPr/>
          </p:nvSpPr>
          <p:spPr>
            <a:xfrm>
              <a:off x="2247802" y="5671816"/>
              <a:ext cx="29288" cy="2527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1" name="asset_3169_21">
              <a:extLst>
                <a:ext uri="{FF2B5EF4-FFF2-40B4-BE49-F238E27FC236}">
                  <a16:creationId xmlns:a16="http://schemas.microsoft.com/office/drawing/2014/main" id="{0ACA986A-AF7E-C441-DA61-138FBBAA71F8}"/>
                </a:ext>
              </a:extLst>
            </p:cNvPr>
            <p:cNvSpPr>
              <a:spLocks noGrp="1"/>
            </p:cNvSpPr>
            <p:nvPr/>
          </p:nvSpPr>
          <p:spPr>
            <a:xfrm>
              <a:off x="2221472" y="5673188"/>
              <a:ext cx="24803" cy="21401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2" name="asset_3169_22">
              <a:extLst>
                <a:ext uri="{FF2B5EF4-FFF2-40B4-BE49-F238E27FC236}">
                  <a16:creationId xmlns:a16="http://schemas.microsoft.com/office/drawing/2014/main" id="{2D9591FC-2B85-F680-E4CA-E6BD7F3D89C9}"/>
                </a:ext>
              </a:extLst>
            </p:cNvPr>
            <p:cNvSpPr>
              <a:spLocks noGrp="1"/>
            </p:cNvSpPr>
            <p:nvPr/>
          </p:nvSpPr>
          <p:spPr>
            <a:xfrm>
              <a:off x="2231057" y="5701581"/>
              <a:ext cx="27548" cy="237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3" name="asset_3169_23">
              <a:extLst>
                <a:ext uri="{FF2B5EF4-FFF2-40B4-BE49-F238E27FC236}">
                  <a16:creationId xmlns:a16="http://schemas.microsoft.com/office/drawing/2014/main" id="{891DB7BF-9124-5E80-DEA3-AF8496902287}"/>
                </a:ext>
              </a:extLst>
            </p:cNvPr>
            <p:cNvSpPr>
              <a:spLocks noGrp="1"/>
            </p:cNvSpPr>
            <p:nvPr/>
          </p:nvSpPr>
          <p:spPr>
            <a:xfrm>
              <a:off x="2264932" y="5667506"/>
              <a:ext cx="28421" cy="2452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4" name="asset_3169_24">
              <a:extLst>
                <a:ext uri="{FF2B5EF4-FFF2-40B4-BE49-F238E27FC236}">
                  <a16:creationId xmlns:a16="http://schemas.microsoft.com/office/drawing/2014/main" id="{DE52E28A-6354-BE95-3C9A-A2C66025A871}"/>
                </a:ext>
              </a:extLst>
            </p:cNvPr>
            <p:cNvSpPr>
              <a:spLocks noGrp="1"/>
            </p:cNvSpPr>
            <p:nvPr/>
          </p:nvSpPr>
          <p:spPr>
            <a:xfrm>
              <a:off x="2231286" y="5661727"/>
              <a:ext cx="25293" cy="218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5" name="asset_3169_25">
              <a:extLst>
                <a:ext uri="{FF2B5EF4-FFF2-40B4-BE49-F238E27FC236}">
                  <a16:creationId xmlns:a16="http://schemas.microsoft.com/office/drawing/2014/main" id="{7988D7F5-9FD3-DE02-AC43-2C9102A603D8}"/>
                </a:ext>
              </a:extLst>
            </p:cNvPr>
            <p:cNvSpPr>
              <a:spLocks noGrp="1"/>
            </p:cNvSpPr>
            <p:nvPr/>
          </p:nvSpPr>
          <p:spPr>
            <a:xfrm>
              <a:off x="2203520" y="5678934"/>
              <a:ext cx="26056" cy="2248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6" name="asset_3169_26">
              <a:extLst>
                <a:ext uri="{FF2B5EF4-FFF2-40B4-BE49-F238E27FC236}">
                  <a16:creationId xmlns:a16="http://schemas.microsoft.com/office/drawing/2014/main" id="{C7CB8EF7-313A-8E8C-6DD1-7BDC7D92CCB0}"/>
                </a:ext>
              </a:extLst>
            </p:cNvPr>
            <p:cNvSpPr>
              <a:spLocks noGrp="1"/>
            </p:cNvSpPr>
            <p:nvPr/>
          </p:nvSpPr>
          <p:spPr>
            <a:xfrm>
              <a:off x="2258761" y="5717055"/>
              <a:ext cx="20939" cy="1806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7" name="asset_3169_27">
              <a:extLst>
                <a:ext uri="{FF2B5EF4-FFF2-40B4-BE49-F238E27FC236}">
                  <a16:creationId xmlns:a16="http://schemas.microsoft.com/office/drawing/2014/main" id="{73BCC20B-1FDA-F412-4DD8-A25B3302BB21}"/>
                </a:ext>
              </a:extLst>
            </p:cNvPr>
            <p:cNvSpPr>
              <a:spLocks noGrp="1"/>
            </p:cNvSpPr>
            <p:nvPr/>
          </p:nvSpPr>
          <p:spPr>
            <a:xfrm>
              <a:off x="2262469" y="5681666"/>
              <a:ext cx="24125" cy="2081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8" name="asset_3169_28">
              <a:extLst>
                <a:ext uri="{FF2B5EF4-FFF2-40B4-BE49-F238E27FC236}">
                  <a16:creationId xmlns:a16="http://schemas.microsoft.com/office/drawing/2014/main" id="{AF33B019-3B06-5B18-D90B-E00C3F3EDB2C}"/>
                </a:ext>
              </a:extLst>
            </p:cNvPr>
            <p:cNvSpPr>
              <a:spLocks noGrp="1"/>
            </p:cNvSpPr>
            <p:nvPr/>
          </p:nvSpPr>
          <p:spPr>
            <a:xfrm>
              <a:off x="2238082" y="5671347"/>
              <a:ext cx="27389" cy="2363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19" name="asset_3169_29">
              <a:extLst>
                <a:ext uri="{FF2B5EF4-FFF2-40B4-BE49-F238E27FC236}">
                  <a16:creationId xmlns:a16="http://schemas.microsoft.com/office/drawing/2014/main" id="{0FB4133A-9D97-E251-1B43-C62FA8130666}"/>
                </a:ext>
              </a:extLst>
            </p:cNvPr>
            <p:cNvSpPr>
              <a:spLocks noGrp="1"/>
            </p:cNvSpPr>
            <p:nvPr/>
          </p:nvSpPr>
          <p:spPr>
            <a:xfrm>
              <a:off x="2220795" y="5698579"/>
              <a:ext cx="25648" cy="2213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0" name="asset_3169_30">
              <a:extLst>
                <a:ext uri="{FF2B5EF4-FFF2-40B4-BE49-F238E27FC236}">
                  <a16:creationId xmlns:a16="http://schemas.microsoft.com/office/drawing/2014/main" id="{69D50226-8CEE-09CA-92F4-EA747B547FF4}"/>
                </a:ext>
              </a:extLst>
            </p:cNvPr>
            <p:cNvSpPr>
              <a:spLocks noGrp="1"/>
            </p:cNvSpPr>
            <p:nvPr/>
          </p:nvSpPr>
          <p:spPr>
            <a:xfrm>
              <a:off x="2243067" y="5723084"/>
              <a:ext cx="17688" cy="1526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1" name="asset_3169_31">
              <a:extLst>
                <a:ext uri="{FF2B5EF4-FFF2-40B4-BE49-F238E27FC236}">
                  <a16:creationId xmlns:a16="http://schemas.microsoft.com/office/drawing/2014/main" id="{8D9ECD96-25F9-4FC6-1C5E-5B500507A23C}"/>
                </a:ext>
              </a:extLst>
            </p:cNvPr>
            <p:cNvSpPr>
              <a:spLocks noGrp="1"/>
            </p:cNvSpPr>
            <p:nvPr/>
          </p:nvSpPr>
          <p:spPr>
            <a:xfrm>
              <a:off x="2257337" y="5659622"/>
              <a:ext cx="26336" cy="2272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2" name="asset_3169_32">
              <a:extLst>
                <a:ext uri="{FF2B5EF4-FFF2-40B4-BE49-F238E27FC236}">
                  <a16:creationId xmlns:a16="http://schemas.microsoft.com/office/drawing/2014/main" id="{791FDFAC-6025-C51A-7F75-7437ACC6E354}"/>
                </a:ext>
              </a:extLst>
            </p:cNvPr>
            <p:cNvSpPr>
              <a:spLocks noGrp="1"/>
            </p:cNvSpPr>
            <p:nvPr/>
          </p:nvSpPr>
          <p:spPr>
            <a:xfrm>
              <a:off x="2256492" y="5666095"/>
              <a:ext cx="23460" cy="2024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3" name="asset_3169_33">
              <a:extLst>
                <a:ext uri="{FF2B5EF4-FFF2-40B4-BE49-F238E27FC236}">
                  <a16:creationId xmlns:a16="http://schemas.microsoft.com/office/drawing/2014/main" id="{DA973672-CCD0-6C59-1B34-7C6CC5E48F20}"/>
                </a:ext>
              </a:extLst>
            </p:cNvPr>
            <p:cNvSpPr>
              <a:spLocks noGrp="1"/>
            </p:cNvSpPr>
            <p:nvPr/>
          </p:nvSpPr>
          <p:spPr>
            <a:xfrm>
              <a:off x="2210503" y="5688799"/>
              <a:ext cx="30840" cy="266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4" name="asset_3169_34">
              <a:extLst>
                <a:ext uri="{FF2B5EF4-FFF2-40B4-BE49-F238E27FC236}">
                  <a16:creationId xmlns:a16="http://schemas.microsoft.com/office/drawing/2014/main" id="{43DD86C8-6E09-99CE-6266-42DC4FA64456}"/>
                </a:ext>
              </a:extLst>
            </p:cNvPr>
            <p:cNvSpPr>
              <a:spLocks noGrp="1"/>
            </p:cNvSpPr>
            <p:nvPr/>
          </p:nvSpPr>
          <p:spPr>
            <a:xfrm>
              <a:off x="2236186" y="5705144"/>
              <a:ext cx="22611" cy="1951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5" name="asset_3169_35">
              <a:extLst>
                <a:ext uri="{FF2B5EF4-FFF2-40B4-BE49-F238E27FC236}">
                  <a16:creationId xmlns:a16="http://schemas.microsoft.com/office/drawing/2014/main" id="{D769467D-EEAF-B1AF-7AC6-68CC2D0F1288}"/>
                </a:ext>
              </a:extLst>
            </p:cNvPr>
            <p:cNvSpPr>
              <a:spLocks noGrp="1"/>
            </p:cNvSpPr>
            <p:nvPr/>
          </p:nvSpPr>
          <p:spPr>
            <a:xfrm>
              <a:off x="2260671" y="5685042"/>
              <a:ext cx="19267" cy="166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6" name="asset_3169_36">
              <a:extLst>
                <a:ext uri="{FF2B5EF4-FFF2-40B4-BE49-F238E27FC236}">
                  <a16:creationId xmlns:a16="http://schemas.microsoft.com/office/drawing/2014/main" id="{445AF884-4EC3-E477-DB0C-E7BACF22251A}"/>
                </a:ext>
              </a:extLst>
            </p:cNvPr>
            <p:cNvSpPr>
              <a:spLocks noGrp="1"/>
            </p:cNvSpPr>
            <p:nvPr/>
          </p:nvSpPr>
          <p:spPr>
            <a:xfrm>
              <a:off x="2255827" y="5658297"/>
              <a:ext cx="24486" cy="2112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7" name="asset_3169_37">
              <a:extLst>
                <a:ext uri="{FF2B5EF4-FFF2-40B4-BE49-F238E27FC236}">
                  <a16:creationId xmlns:a16="http://schemas.microsoft.com/office/drawing/2014/main" id="{8548860C-336A-E8E6-C08F-A2EC53A5F6C5}"/>
                </a:ext>
              </a:extLst>
            </p:cNvPr>
            <p:cNvSpPr>
              <a:spLocks noGrp="1"/>
            </p:cNvSpPr>
            <p:nvPr/>
          </p:nvSpPr>
          <p:spPr>
            <a:xfrm>
              <a:off x="2212444" y="5679829"/>
              <a:ext cx="19456" cy="1678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8" name="asset_3169_38">
              <a:extLst>
                <a:ext uri="{FF2B5EF4-FFF2-40B4-BE49-F238E27FC236}">
                  <a16:creationId xmlns:a16="http://schemas.microsoft.com/office/drawing/2014/main" id="{648DC38E-0310-9E0E-37D3-5E74B6EF35F1}"/>
                </a:ext>
              </a:extLst>
            </p:cNvPr>
            <p:cNvSpPr>
              <a:spLocks noGrp="1"/>
            </p:cNvSpPr>
            <p:nvPr/>
          </p:nvSpPr>
          <p:spPr>
            <a:xfrm>
              <a:off x="2240936" y="5686210"/>
              <a:ext cx="21405" cy="1846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29" name="asset_3169_39">
              <a:extLst>
                <a:ext uri="{FF2B5EF4-FFF2-40B4-BE49-F238E27FC236}">
                  <a16:creationId xmlns:a16="http://schemas.microsoft.com/office/drawing/2014/main" id="{ACB0B137-A9B7-8555-0594-4839D4EE1AF5}"/>
                </a:ext>
              </a:extLst>
            </p:cNvPr>
            <p:cNvSpPr>
              <a:spLocks noGrp="1"/>
            </p:cNvSpPr>
            <p:nvPr/>
          </p:nvSpPr>
          <p:spPr>
            <a:xfrm>
              <a:off x="2265093" y="5678881"/>
              <a:ext cx="26532" cy="22893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0" name="asset_3169_40">
              <a:extLst>
                <a:ext uri="{FF2B5EF4-FFF2-40B4-BE49-F238E27FC236}">
                  <a16:creationId xmlns:a16="http://schemas.microsoft.com/office/drawing/2014/main" id="{CB82A286-4EA7-C723-174F-A005964CF56B}"/>
                </a:ext>
              </a:extLst>
            </p:cNvPr>
            <p:cNvSpPr>
              <a:spLocks noGrp="1"/>
            </p:cNvSpPr>
            <p:nvPr/>
          </p:nvSpPr>
          <p:spPr>
            <a:xfrm>
              <a:off x="2229701" y="5665168"/>
              <a:ext cx="29465" cy="25424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1" name="asset_3169_41">
              <a:extLst>
                <a:ext uri="{FF2B5EF4-FFF2-40B4-BE49-F238E27FC236}">
                  <a16:creationId xmlns:a16="http://schemas.microsoft.com/office/drawing/2014/main" id="{1E67FB97-244C-14BD-73A9-CA2F9B1E24BA}"/>
                </a:ext>
              </a:extLst>
            </p:cNvPr>
            <p:cNvSpPr>
              <a:spLocks noGrp="1"/>
            </p:cNvSpPr>
            <p:nvPr/>
          </p:nvSpPr>
          <p:spPr>
            <a:xfrm>
              <a:off x="2222658" y="5680582"/>
              <a:ext cx="27660" cy="2386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2" name="asset_3169_42">
              <a:extLst>
                <a:ext uri="{FF2B5EF4-FFF2-40B4-BE49-F238E27FC236}">
                  <a16:creationId xmlns:a16="http://schemas.microsoft.com/office/drawing/2014/main" id="{417A6C45-6CB7-5380-B441-87E54399F7F7}"/>
                </a:ext>
              </a:extLst>
            </p:cNvPr>
            <p:cNvSpPr>
              <a:spLocks noGrp="1"/>
            </p:cNvSpPr>
            <p:nvPr/>
          </p:nvSpPr>
          <p:spPr>
            <a:xfrm>
              <a:off x="2243804" y="5697201"/>
              <a:ext cx="17846" cy="15398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3" name="asset_3169_43">
              <a:extLst>
                <a:ext uri="{FF2B5EF4-FFF2-40B4-BE49-F238E27FC236}">
                  <a16:creationId xmlns:a16="http://schemas.microsoft.com/office/drawing/2014/main" id="{5A16B6AC-2250-FE07-B0D3-1B193E4DFACB}"/>
                </a:ext>
              </a:extLst>
            </p:cNvPr>
            <p:cNvSpPr>
              <a:spLocks noGrp="1"/>
            </p:cNvSpPr>
            <p:nvPr/>
          </p:nvSpPr>
          <p:spPr>
            <a:xfrm>
              <a:off x="2262800" y="5690235"/>
              <a:ext cx="21180" cy="18275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4" name="asset_3169_44">
              <a:extLst>
                <a:ext uri="{FF2B5EF4-FFF2-40B4-BE49-F238E27FC236}">
                  <a16:creationId xmlns:a16="http://schemas.microsoft.com/office/drawing/2014/main" id="{081C5E26-7488-869A-618E-1092033F59C2}"/>
                </a:ext>
              </a:extLst>
            </p:cNvPr>
            <p:cNvSpPr>
              <a:spLocks noGrp="1"/>
            </p:cNvSpPr>
            <p:nvPr/>
          </p:nvSpPr>
          <p:spPr>
            <a:xfrm>
              <a:off x="2235058" y="5658630"/>
              <a:ext cx="25840" cy="2229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5" name="asset_3169_45">
              <a:extLst>
                <a:ext uri="{FF2B5EF4-FFF2-40B4-BE49-F238E27FC236}">
                  <a16:creationId xmlns:a16="http://schemas.microsoft.com/office/drawing/2014/main" id="{41A170EA-8B41-0DF1-E7EA-2AB990478A77}"/>
                </a:ext>
              </a:extLst>
            </p:cNvPr>
            <p:cNvSpPr>
              <a:spLocks noGrp="1"/>
            </p:cNvSpPr>
            <p:nvPr/>
          </p:nvSpPr>
          <p:spPr>
            <a:xfrm>
              <a:off x="2211228" y="5681493"/>
              <a:ext cx="31451" cy="2713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6" name="asset_3169_46">
              <a:extLst>
                <a:ext uri="{FF2B5EF4-FFF2-40B4-BE49-F238E27FC236}">
                  <a16:creationId xmlns:a16="http://schemas.microsoft.com/office/drawing/2014/main" id="{32D1B9BF-5325-26AF-BAA9-BBD6B30B328F}"/>
                </a:ext>
              </a:extLst>
            </p:cNvPr>
            <p:cNvSpPr>
              <a:spLocks noGrp="1"/>
            </p:cNvSpPr>
            <p:nvPr/>
          </p:nvSpPr>
          <p:spPr>
            <a:xfrm>
              <a:off x="2234524" y="5703451"/>
              <a:ext cx="21739" cy="18757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7" name="asset_3169_47">
              <a:extLst>
                <a:ext uri="{FF2B5EF4-FFF2-40B4-BE49-F238E27FC236}">
                  <a16:creationId xmlns:a16="http://schemas.microsoft.com/office/drawing/2014/main" id="{19954402-7CDC-A852-CA61-629A3E0C394F}"/>
                </a:ext>
              </a:extLst>
            </p:cNvPr>
            <p:cNvSpPr>
              <a:spLocks noGrp="1"/>
            </p:cNvSpPr>
            <p:nvPr/>
          </p:nvSpPr>
          <p:spPr>
            <a:xfrm>
              <a:off x="2269639" y="5693556"/>
              <a:ext cx="19299" cy="16652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8" name="asset_3169_48">
              <a:extLst>
                <a:ext uri="{FF2B5EF4-FFF2-40B4-BE49-F238E27FC236}">
                  <a16:creationId xmlns:a16="http://schemas.microsoft.com/office/drawing/2014/main" id="{41D1840A-7225-0A6F-EB5F-EF20E870D9CF}"/>
                </a:ext>
              </a:extLst>
            </p:cNvPr>
            <p:cNvSpPr>
              <a:spLocks noGrp="1"/>
            </p:cNvSpPr>
            <p:nvPr/>
          </p:nvSpPr>
          <p:spPr>
            <a:xfrm>
              <a:off x="2221813" y="5667367"/>
              <a:ext cx="17021" cy="14686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39" name="asset_3169_49">
              <a:extLst>
                <a:ext uri="{FF2B5EF4-FFF2-40B4-BE49-F238E27FC236}">
                  <a16:creationId xmlns:a16="http://schemas.microsoft.com/office/drawing/2014/main" id="{FB9EBEA7-2F90-78C6-B9FF-085239FF7530}"/>
                </a:ext>
              </a:extLst>
            </p:cNvPr>
            <p:cNvSpPr>
              <a:spLocks noGrp="1"/>
            </p:cNvSpPr>
            <p:nvPr/>
          </p:nvSpPr>
          <p:spPr>
            <a:xfrm>
              <a:off x="2208530" y="5668919"/>
              <a:ext cx="27524" cy="23749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0" name="asset_3169_50">
              <a:extLst>
                <a:ext uri="{FF2B5EF4-FFF2-40B4-BE49-F238E27FC236}">
                  <a16:creationId xmlns:a16="http://schemas.microsoft.com/office/drawing/2014/main" id="{7ED9E287-6110-2BD8-91C3-3424DDB48479}"/>
                </a:ext>
              </a:extLst>
            </p:cNvPr>
            <p:cNvSpPr>
              <a:spLocks noGrp="1"/>
            </p:cNvSpPr>
            <p:nvPr/>
          </p:nvSpPr>
          <p:spPr>
            <a:xfrm>
              <a:off x="2251433" y="5689815"/>
              <a:ext cx="17431" cy="15040"/>
            </a:xfrm>
            <a:prstGeom prst="ellipse">
              <a:avLst/>
            </a:prstGeom>
            <a:gradFill>
              <a:gsLst>
                <a:gs pos="0">
                  <a:srgbClr val="DCEAFF">
                    <a:alpha val="63000"/>
                  </a:srgbClr>
                </a:gs>
                <a:gs pos="52000">
                  <a:srgbClr val="7DA9DB">
                    <a:alpha val="73000"/>
                  </a:srgbClr>
                </a:gs>
                <a:gs pos="100000">
                  <a:srgbClr val="7DA9DB">
                    <a:alpha val="42000"/>
                  </a:srgbClr>
                </a:gs>
              </a:gsLst>
              <a:lin ang="7500000"/>
            </a:gradFill>
            <a:ln w="3600">
              <a:noFill/>
            </a:ln>
            <a:effectLst>
              <a:softEdge rad="4320"/>
            </a:effectLst>
          </p:spPr>
        </p:sp>
        <p:sp>
          <p:nvSpPr>
            <p:cNvPr id="1241" name="asset_3169_51">
              <a:extLst>
                <a:ext uri="{FF2B5EF4-FFF2-40B4-BE49-F238E27FC236}">
                  <a16:creationId xmlns:a16="http://schemas.microsoft.com/office/drawing/2014/main" id="{0A5D16C0-E9EB-7A6D-D123-3915E88A78A9}"/>
                </a:ext>
              </a:extLst>
            </p:cNvPr>
            <p:cNvSpPr>
              <a:spLocks noGrp="1"/>
            </p:cNvSpPr>
            <p:nvPr/>
          </p:nvSpPr>
          <p:spPr>
            <a:xfrm>
              <a:off x="2187720" y="5657778"/>
              <a:ext cx="125096" cy="109062"/>
            </a:xfrm>
            <a:custGeom>
              <a:avLst/>
              <a:gdLst/>
              <a:ahLst/>
              <a:cxnLst/>
              <a:rect l="0" t="0" r="0" b="0"/>
              <a:pathLst>
                <a:path w="125096" h="109062">
                  <a:moveTo>
                    <a:pt x="0" y="0"/>
                  </a:moveTo>
                  <a:lnTo>
                    <a:pt x="125096" y="0"/>
                  </a:lnTo>
                  <a:lnTo>
                    <a:pt x="125096" y="109062"/>
                  </a:lnTo>
                  <a:lnTo>
                    <a:pt x="0" y="109062"/>
                  </a:lnTo>
                  <a:close/>
                </a:path>
              </a:pathLst>
            </a:custGeom>
            <a:noFill/>
            <a:ln w="3600">
              <a:solidFill>
                <a:srgbClr val="8AB3D9"/>
              </a:solidFill>
            </a:ln>
          </p:spPr>
        </p:sp>
      </p:grpSp>
      <p:sp>
        <p:nvSpPr>
          <p:cNvPr id="1242" name="TextBox 12306">
            <a:extLst>
              <a:ext uri="{FF2B5EF4-FFF2-40B4-BE49-F238E27FC236}">
                <a16:creationId xmlns:a16="http://schemas.microsoft.com/office/drawing/2014/main" id="{B61D0A30-984F-5F1D-C0E3-4ED5D4539DF2}"/>
              </a:ext>
            </a:extLst>
          </p:cNvPr>
          <p:cNvSpPr txBox="1"/>
          <p:nvPr/>
        </p:nvSpPr>
        <p:spPr>
          <a:xfrm>
            <a:off x="4984740" y="2150246"/>
            <a:ext cx="996707" cy="93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623" b="1" dirty="0" err="1">
                <a:solidFill>
                  <a:srgbClr val="8C5818"/>
                </a:solidFill>
                <a:latin typeface="Arial"/>
              </a:rPr>
              <a:t>PocketXMol</a:t>
            </a:r>
            <a:r>
              <a:rPr lang="en-US" sz="623" b="1" dirty="0">
                <a:solidFill>
                  <a:srgbClr val="8C5818"/>
                </a:solidFill>
                <a:latin typeface="Arial"/>
              </a:rPr>
              <a:t>-</a:t>
            </a:r>
            <a:r>
              <a:rPr lang="en-US" altLang="zh-CN" sz="623" b="1" dirty="0">
                <a:solidFill>
                  <a:srgbClr val="8C5818"/>
                </a:solidFill>
                <a:latin typeface="Arial"/>
              </a:rPr>
              <a:t>tuned</a:t>
            </a:r>
            <a:endParaRPr sz="623" b="1" dirty="0">
              <a:solidFill>
                <a:srgbClr val="8C5818"/>
              </a:solidFill>
              <a:latin typeface="Arial"/>
            </a:endParaRPr>
          </a:p>
        </p:txBody>
      </p:sp>
      <p:sp>
        <p:nvSpPr>
          <p:cNvPr id="1243" name="TextBox 12307">
            <a:extLst>
              <a:ext uri="{FF2B5EF4-FFF2-40B4-BE49-F238E27FC236}">
                <a16:creationId xmlns:a16="http://schemas.microsoft.com/office/drawing/2014/main" id="{50E4F9BE-39D5-3572-2B27-7015D0FE756B}"/>
              </a:ext>
            </a:extLst>
          </p:cNvPr>
          <p:cNvSpPr txBox="1"/>
          <p:nvPr/>
        </p:nvSpPr>
        <p:spPr>
          <a:xfrm>
            <a:off x="4985233" y="2305119"/>
            <a:ext cx="1205196" cy="1637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Density-conditioned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 algn="l">
              <a:lnSpc>
                <a:spcPct val="96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fine-tuning</a:t>
            </a:r>
          </a:p>
        </p:txBody>
      </p:sp>
      <p:sp>
        <p:nvSpPr>
          <p:cNvPr id="1244" name="Build | Docking tools card">
            <a:extLst>
              <a:ext uri="{FF2B5EF4-FFF2-40B4-BE49-F238E27FC236}">
                <a16:creationId xmlns:a16="http://schemas.microsoft.com/office/drawing/2014/main" id="{D8820DAD-C856-C828-BB1A-D380253AF157}"/>
              </a:ext>
            </a:extLst>
          </p:cNvPr>
          <p:cNvSpPr/>
          <p:nvPr/>
        </p:nvSpPr>
        <p:spPr>
          <a:xfrm>
            <a:off x="4707061" y="2608447"/>
            <a:ext cx="1106489" cy="516618"/>
          </a:xfrm>
          <a:prstGeom prst="roundRect">
            <a:avLst>
              <a:gd name="adj" fmla="val 8000"/>
            </a:avLst>
          </a:prstGeom>
          <a:solidFill>
            <a:srgbClr val="EFF2F8"/>
          </a:solidFill>
          <a:ln w="7290">
            <a:solidFill>
              <a:srgbClr val="B8C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  <p:sp>
        <p:nvSpPr>
          <p:cNvPr id="1245" name="TextBox 12309">
            <a:extLst>
              <a:ext uri="{FF2B5EF4-FFF2-40B4-BE49-F238E27FC236}">
                <a16:creationId xmlns:a16="http://schemas.microsoft.com/office/drawing/2014/main" id="{E61A4066-788B-5B12-50A8-1419E47F2E66}"/>
              </a:ext>
            </a:extLst>
          </p:cNvPr>
          <p:cNvSpPr txBox="1"/>
          <p:nvPr/>
        </p:nvSpPr>
        <p:spPr>
          <a:xfrm>
            <a:off x="4758703" y="2647450"/>
            <a:ext cx="1186556" cy="1019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640" b="1" dirty="0">
                <a:solidFill>
                  <a:srgbClr val="1E293B"/>
                </a:solidFill>
                <a:latin typeface="Arial"/>
              </a:rPr>
              <a:t>O</a:t>
            </a:r>
            <a:r>
              <a:rPr lang="en-US" altLang="zh-CN" sz="640" b="1" dirty="0">
                <a:solidFill>
                  <a:srgbClr val="1E293B"/>
                </a:solidFill>
                <a:latin typeface="Arial"/>
              </a:rPr>
              <a:t>ther d</a:t>
            </a:r>
            <a:r>
              <a:rPr sz="640" b="1" dirty="0">
                <a:solidFill>
                  <a:srgbClr val="1E293B"/>
                </a:solidFill>
                <a:latin typeface="Arial"/>
              </a:rPr>
              <a:t>ocking tools</a:t>
            </a:r>
          </a:p>
        </p:txBody>
      </p:sp>
      <p:sp>
        <p:nvSpPr>
          <p:cNvPr id="1246" name="TextBox 12310">
            <a:extLst>
              <a:ext uri="{FF2B5EF4-FFF2-40B4-BE49-F238E27FC236}">
                <a16:creationId xmlns:a16="http://schemas.microsoft.com/office/drawing/2014/main" id="{C9F46158-59CF-34E8-D872-FBF180C8ECC1}"/>
              </a:ext>
            </a:extLst>
          </p:cNvPr>
          <p:cNvSpPr txBox="1"/>
          <p:nvPr/>
        </p:nvSpPr>
        <p:spPr>
          <a:xfrm>
            <a:off x="4755579" y="2752162"/>
            <a:ext cx="389530" cy="37290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>
                <a:solidFill>
                  <a:srgbClr val="5A6B7C"/>
                </a:solidFill>
                <a:latin typeface="Arial"/>
              </a:rPr>
              <a:t>Vina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</a:t>
            </a:r>
            <a:r>
              <a:rPr sz="554" dirty="0" err="1">
                <a:solidFill>
                  <a:srgbClr val="5A6B7C"/>
                </a:solidFill>
                <a:latin typeface="Arial"/>
              </a:rPr>
              <a:t>DiffDock</a:t>
            </a:r>
            <a:r>
              <a:rPr sz="554" dirty="0">
                <a:solidFill>
                  <a:srgbClr val="5A6B7C"/>
                </a:solidFill>
                <a:latin typeface="Arial"/>
              </a:rPr>
              <a:t> 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sz="554" dirty="0">
                <a:solidFill>
                  <a:srgbClr val="5A6B7C"/>
                </a:solidFill>
                <a:latin typeface="Arial"/>
              </a:rPr>
              <a:t>· EMERALD</a:t>
            </a:r>
            <a:endParaRPr lang="en-US" sz="554" dirty="0">
              <a:solidFill>
                <a:srgbClr val="5A6B7C"/>
              </a:solidFill>
              <a:latin typeface="Arial"/>
            </a:endParaRPr>
          </a:p>
          <a:p>
            <a:pPr>
              <a:lnSpc>
                <a:spcPct val="105000"/>
              </a:lnSpc>
            </a:pP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r>
              <a:rPr lang="zh-CN" altLang="en-US" sz="554" dirty="0">
                <a:solidFill>
                  <a:srgbClr val="5A6B7C"/>
                </a:solidFill>
                <a:latin typeface="Arial"/>
              </a:rPr>
              <a:t> </a:t>
            </a:r>
            <a:r>
              <a:rPr lang="en-US" altLang="zh-CN" sz="554" dirty="0">
                <a:solidFill>
                  <a:srgbClr val="5A6B7C"/>
                </a:solidFill>
                <a:latin typeface="Arial"/>
              </a:rPr>
              <a:t>·</a:t>
            </a:r>
            <a:endParaRPr sz="554" dirty="0">
              <a:solidFill>
                <a:srgbClr val="5A6B7C"/>
              </a:solidFill>
              <a:latin typeface="Arial"/>
            </a:endParaRPr>
          </a:p>
        </p:txBody>
      </p:sp>
      <p:pic>
        <p:nvPicPr>
          <p:cNvPr id="1247" name="图片 4899" descr="已检查的图像">
            <a:extLst>
              <a:ext uri="{FF2B5EF4-FFF2-40B4-BE49-F238E27FC236}">
                <a16:creationId xmlns:a16="http://schemas.microsoft.com/office/drawing/2014/main" id="{C81AEC01-9879-5247-5292-925FF171378F}"/>
              </a:ext>
            </a:extLst>
          </p:cNvPr>
          <p:cNvPicPr>
            <a:picLocks/>
          </p:cNvPicPr>
          <p:nvPr/>
        </p:nvPicPr>
        <p:blipFill>
          <a:blip r:embed="rId7"/>
          <a:srcRect l="22277" t="11600" r="20320" b="13721"/>
          <a:stretch>
            <a:fillRect/>
          </a:stretch>
        </p:blipFill>
        <p:spPr>
          <a:xfrm rot="1047317">
            <a:off x="4857383" y="3459221"/>
            <a:ext cx="862283" cy="761214"/>
          </a:xfrm>
          <a:prstGeom prst="rect">
            <a:avLst/>
          </a:prstGeom>
        </p:spPr>
      </p:pic>
      <p:grpSp>
        <p:nvGrpSpPr>
          <p:cNvPr id="1248" name="Unified flow and feature elements">
            <a:extLst>
              <a:ext uri="{FF2B5EF4-FFF2-40B4-BE49-F238E27FC236}">
                <a16:creationId xmlns:a16="http://schemas.microsoft.com/office/drawing/2014/main" id="{DA74696D-FF4F-021F-A459-9CD0851351CF}"/>
              </a:ext>
            </a:extLst>
          </p:cNvPr>
          <p:cNvGrpSpPr/>
          <p:nvPr/>
        </p:nvGrpSpPr>
        <p:grpSpPr>
          <a:xfrm>
            <a:off x="823347" y="284723"/>
            <a:ext cx="3605650" cy="3967446"/>
            <a:chOff x="1936337" y="669608"/>
            <a:chExt cx="8479727" cy="9330594"/>
          </a:xfrm>
        </p:grpSpPr>
        <p:sp>
          <p:nvSpPr>
            <p:cNvPr id="1249" name="Preprocessing refined">
              <a:extLst>
                <a:ext uri="{FF2B5EF4-FFF2-40B4-BE49-F238E27FC236}">
                  <a16:creationId xmlns:a16="http://schemas.microsoft.com/office/drawing/2014/main" id="{A3A31885-181B-CF24-BE30-3ED8DAACE460}"/>
                </a:ext>
              </a:extLst>
            </p:cNvPr>
            <p:cNvSpPr>
              <a:spLocks noGrp="1"/>
            </p:cNvSpPr>
            <p:nvPr/>
          </p:nvSpPr>
          <p:spPr>
            <a:xfrm>
              <a:off x="2814488" y="669608"/>
              <a:ext cx="1028700" cy="3460433"/>
            </a:xfrm>
            <a:prstGeom prst="roundRect">
              <a:avLst>
                <a:gd name="adj" fmla="val 6481"/>
              </a:avLst>
            </a:prstGeom>
            <a:solidFill>
              <a:srgbClr val="E8EFF7"/>
            </a:solidFill>
            <a:ln w="7290">
              <a:solidFill>
                <a:srgbClr val="C4D1E1"/>
              </a:solidFill>
            </a:ln>
          </p:spPr>
        </p:sp>
        <p:sp>
          <p:nvSpPr>
            <p:cNvPr id="1250" name="Preprocessing divider refined">
              <a:extLst>
                <a:ext uri="{FF2B5EF4-FFF2-40B4-BE49-F238E27FC236}">
                  <a16:creationId xmlns:a16="http://schemas.microsoft.com/office/drawing/2014/main" id="{E21BD2F9-92DD-96F0-3AAF-0957638A49FB}"/>
                </a:ext>
              </a:extLst>
            </p:cNvPr>
            <p:cNvSpPr>
              <a:spLocks noGrp="1"/>
            </p:cNvSpPr>
            <p:nvPr/>
          </p:nvSpPr>
          <p:spPr>
            <a:xfrm>
              <a:off x="2911036" y="2418363"/>
              <a:ext cx="800100" cy="190"/>
            </a:xfrm>
            <a:custGeom>
              <a:avLst/>
              <a:gdLst/>
              <a:ahLst/>
              <a:cxnLst/>
              <a:rect l="0" t="0" r="0" b="0"/>
              <a:pathLst>
                <a:path w="800100" h="191">
                  <a:moveTo>
                    <a:pt x="0" y="0"/>
                  </a:moveTo>
                  <a:lnTo>
                    <a:pt x="800100" y="0"/>
                  </a:lnTo>
                </a:path>
              </a:pathLst>
            </a:custGeom>
            <a:noFill/>
            <a:ln w="6075">
              <a:solidFill>
                <a:srgbClr val="C4D1E1"/>
              </a:solidFill>
              <a:prstDash val="solid"/>
            </a:ln>
          </p:spPr>
        </p:sp>
        <p:sp>
          <p:nvSpPr>
            <p:cNvPr id="1251" name="Density bank refined">
              <a:extLst>
                <a:ext uri="{FF2B5EF4-FFF2-40B4-BE49-F238E27FC236}">
                  <a16:creationId xmlns:a16="http://schemas.microsoft.com/office/drawing/2014/main" id="{1E51E71A-A2BC-0776-E4CA-D30FBB1BE241}"/>
                </a:ext>
              </a:extLst>
            </p:cNvPr>
            <p:cNvSpPr>
              <a:spLocks noGrp="1"/>
            </p:cNvSpPr>
            <p:nvPr/>
          </p:nvSpPr>
          <p:spPr>
            <a:xfrm>
              <a:off x="2823460" y="760105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Density</a:t>
              </a:r>
            </a:p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B</a:t>
              </a:r>
              <a:r>
                <a:rPr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ank</a:t>
              </a:r>
            </a:p>
          </p:txBody>
        </p:sp>
        <p:sp>
          <p:nvSpPr>
            <p:cNvPr id="1252" name="Embedding head refined">
              <a:extLst>
                <a:ext uri="{FF2B5EF4-FFF2-40B4-BE49-F238E27FC236}">
                  <a16:creationId xmlns:a16="http://schemas.microsoft.com/office/drawing/2014/main" id="{58C61B38-F8DB-1F98-DEE4-C9D7130E2730}"/>
                </a:ext>
              </a:extLst>
            </p:cNvPr>
            <p:cNvSpPr>
              <a:spLocks noGrp="1"/>
            </p:cNvSpPr>
            <p:nvPr/>
          </p:nvSpPr>
          <p:spPr>
            <a:xfrm>
              <a:off x="2834250" y="2542570"/>
              <a:ext cx="990599" cy="457199"/>
            </a:xfrm>
            <a:prstGeom prst="rect">
              <a:avLst/>
            </a:prstGeom>
            <a:noFill/>
            <a:ln w="7290">
              <a:noFill/>
            </a:ln>
          </p:spPr>
          <p:txBody>
            <a:bodyPr lIns="0" tIns="0" rIns="0" bIns="0" anchor="ctr"/>
            <a:lstStyle>
              <a:def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defPPr>
              <a:lvl1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1pPr>
              <a:lvl2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2pPr>
              <a:lvl3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3pPr>
              <a:lvl4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4pPr>
              <a:lvl5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5pPr>
              <a:lvl6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6pPr>
              <a:lvl7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7pPr>
              <a:lvl8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8pPr>
              <a:lvl9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lvl9pPr>
            </a:lstStyle>
            <a:p>
              <a:pPr algn="ctr">
                <a:defRPr sz="612">
                  <a:solidFill>
                    <a:srgbClr val="1E293B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550" dirty="0">
                  <a:solidFill>
                    <a:srgbClr val="1E293B"/>
                  </a:solidFill>
                  <a:latin typeface="Arial"/>
                  <a:ea typeface="Arial"/>
                  <a:cs typeface="Arial"/>
                </a:rPr>
                <a:t>Atom embeddings</a:t>
              </a:r>
              <a:endParaRPr sz="550" dirty="0">
                <a:solidFill>
                  <a:srgbClr val="1E293B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53" name="Find matrix 0-0">
              <a:extLst>
                <a:ext uri="{FF2B5EF4-FFF2-40B4-BE49-F238E27FC236}">
                  <a16:creationId xmlns:a16="http://schemas.microsoft.com/office/drawing/2014/main" id="{BBF0C328-3AF9-A068-FA92-FBF890856A66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0040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54" name="Find matrix 0-1">
              <a:extLst>
                <a:ext uri="{FF2B5EF4-FFF2-40B4-BE49-F238E27FC236}">
                  <a16:creationId xmlns:a16="http://schemas.microsoft.com/office/drawing/2014/main" id="{3474DD36-B24E-DC42-848D-72CE3DEC2274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0040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55" name="Find matrix 0-2">
              <a:extLst>
                <a:ext uri="{FF2B5EF4-FFF2-40B4-BE49-F238E27FC236}">
                  <a16:creationId xmlns:a16="http://schemas.microsoft.com/office/drawing/2014/main" id="{F807BDD1-EE13-F00C-2E77-C8910F6ACC73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0040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56" name="Find matrix 0-3">
              <a:extLst>
                <a:ext uri="{FF2B5EF4-FFF2-40B4-BE49-F238E27FC236}">
                  <a16:creationId xmlns:a16="http://schemas.microsoft.com/office/drawing/2014/main" id="{DB1A890F-778A-35C9-7AE1-C0AE618D52CF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0040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57" name="Find matrix 0-4">
              <a:extLst>
                <a:ext uri="{FF2B5EF4-FFF2-40B4-BE49-F238E27FC236}">
                  <a16:creationId xmlns:a16="http://schemas.microsoft.com/office/drawing/2014/main" id="{B445D6B3-6FC7-4615-5975-85730846D82F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0040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58" name="Find matrix 0-5">
              <a:extLst>
                <a:ext uri="{FF2B5EF4-FFF2-40B4-BE49-F238E27FC236}">
                  <a16:creationId xmlns:a16="http://schemas.microsoft.com/office/drawing/2014/main" id="{EDF77049-6933-CA1B-21BD-2D261FB460F5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0040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59" name="Find matrix 0-6">
              <a:extLst>
                <a:ext uri="{FF2B5EF4-FFF2-40B4-BE49-F238E27FC236}">
                  <a16:creationId xmlns:a16="http://schemas.microsoft.com/office/drawing/2014/main" id="{F24780FB-09E3-AE39-557B-018C817CABA7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0040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0" name="Find matrix 0-7">
              <a:extLst>
                <a:ext uri="{FF2B5EF4-FFF2-40B4-BE49-F238E27FC236}">
                  <a16:creationId xmlns:a16="http://schemas.microsoft.com/office/drawing/2014/main" id="{69791062-44B8-8426-AAD4-DD68B1FF31BA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0040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1" name="Find matrix 1-0">
              <a:extLst>
                <a:ext uri="{FF2B5EF4-FFF2-40B4-BE49-F238E27FC236}">
                  <a16:creationId xmlns:a16="http://schemas.microsoft.com/office/drawing/2014/main" id="{DAD773D5-9108-C0B7-81D5-AC1CF98B49B0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27469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62" name="Find matrix 1-1">
              <a:extLst>
                <a:ext uri="{FF2B5EF4-FFF2-40B4-BE49-F238E27FC236}">
                  <a16:creationId xmlns:a16="http://schemas.microsoft.com/office/drawing/2014/main" id="{FD6D65E0-3CD4-81C9-A7EC-EE4D1EA03DA1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27469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63" name="Find matrix 1-2">
              <a:extLst>
                <a:ext uri="{FF2B5EF4-FFF2-40B4-BE49-F238E27FC236}">
                  <a16:creationId xmlns:a16="http://schemas.microsoft.com/office/drawing/2014/main" id="{C06E5EF8-D1B9-1DB5-4010-25CDECE16DF3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27469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64" name="Find matrix 1-3">
              <a:extLst>
                <a:ext uri="{FF2B5EF4-FFF2-40B4-BE49-F238E27FC236}">
                  <a16:creationId xmlns:a16="http://schemas.microsoft.com/office/drawing/2014/main" id="{9AD5706A-D366-481E-242D-C3727EE68292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27469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65" name="Find matrix 1-4">
              <a:extLst>
                <a:ext uri="{FF2B5EF4-FFF2-40B4-BE49-F238E27FC236}">
                  <a16:creationId xmlns:a16="http://schemas.microsoft.com/office/drawing/2014/main" id="{6454B603-2435-1F3E-EFE1-9F3ED69FE183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27469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66" name="Find matrix 1-5">
              <a:extLst>
                <a:ext uri="{FF2B5EF4-FFF2-40B4-BE49-F238E27FC236}">
                  <a16:creationId xmlns:a16="http://schemas.microsoft.com/office/drawing/2014/main" id="{BDC3058F-5BB6-EF0A-C0E4-8FFF478A86C2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27469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67" name="Find matrix 1-6">
              <a:extLst>
                <a:ext uri="{FF2B5EF4-FFF2-40B4-BE49-F238E27FC236}">
                  <a16:creationId xmlns:a16="http://schemas.microsoft.com/office/drawing/2014/main" id="{7A6FD57F-2D4A-E860-6015-70841E18A307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27469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68" name="Find matrix 1-7">
              <a:extLst>
                <a:ext uri="{FF2B5EF4-FFF2-40B4-BE49-F238E27FC236}">
                  <a16:creationId xmlns:a16="http://schemas.microsoft.com/office/drawing/2014/main" id="{289EF4F7-DDB6-5545-39F7-5D1B3F86D2D3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27469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69" name="Find matrix 2-0">
              <a:extLst>
                <a:ext uri="{FF2B5EF4-FFF2-40B4-BE49-F238E27FC236}">
                  <a16:creationId xmlns:a16="http://schemas.microsoft.com/office/drawing/2014/main" id="{B1282592-D5D6-9C68-2D42-3D2A0FA6458C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348990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70" name="Find matrix 2-1">
              <a:extLst>
                <a:ext uri="{FF2B5EF4-FFF2-40B4-BE49-F238E27FC236}">
                  <a16:creationId xmlns:a16="http://schemas.microsoft.com/office/drawing/2014/main" id="{390A8337-4744-F454-87FF-4E9BDE799C1D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348990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71" name="Find matrix 2-2">
              <a:extLst>
                <a:ext uri="{FF2B5EF4-FFF2-40B4-BE49-F238E27FC236}">
                  <a16:creationId xmlns:a16="http://schemas.microsoft.com/office/drawing/2014/main" id="{F2F7291B-E14D-7E55-CC39-0366DDE36AB6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348990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72" name="Find matrix 2-3">
              <a:extLst>
                <a:ext uri="{FF2B5EF4-FFF2-40B4-BE49-F238E27FC236}">
                  <a16:creationId xmlns:a16="http://schemas.microsoft.com/office/drawing/2014/main" id="{7DDB5DDB-AA90-B36F-ECCA-B3D87BDEF49C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348990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73" name="Find matrix 2-4">
              <a:extLst>
                <a:ext uri="{FF2B5EF4-FFF2-40B4-BE49-F238E27FC236}">
                  <a16:creationId xmlns:a16="http://schemas.microsoft.com/office/drawing/2014/main" id="{FBF483EB-0895-E2F9-E946-2CE7B0273010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348990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74" name="Find matrix 2-5">
              <a:extLst>
                <a:ext uri="{FF2B5EF4-FFF2-40B4-BE49-F238E27FC236}">
                  <a16:creationId xmlns:a16="http://schemas.microsoft.com/office/drawing/2014/main" id="{235264C0-29EF-D9B8-F0D1-9BEBBAD9D6E8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348990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5" name="Find matrix 2-6">
              <a:extLst>
                <a:ext uri="{FF2B5EF4-FFF2-40B4-BE49-F238E27FC236}">
                  <a16:creationId xmlns:a16="http://schemas.microsoft.com/office/drawing/2014/main" id="{89BB4142-622C-474C-899B-E7C760EA5054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348990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6" name="Find matrix 2-7">
              <a:extLst>
                <a:ext uri="{FF2B5EF4-FFF2-40B4-BE49-F238E27FC236}">
                  <a16:creationId xmlns:a16="http://schemas.microsoft.com/office/drawing/2014/main" id="{6D2284D9-4AE6-02DD-AA99-C88ED825A8F4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348990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77" name="Find matrix 3-0">
              <a:extLst>
                <a:ext uri="{FF2B5EF4-FFF2-40B4-BE49-F238E27FC236}">
                  <a16:creationId xmlns:a16="http://schemas.microsoft.com/office/drawing/2014/main" id="{A354350A-00E7-4344-FF84-5BBF2165CEDA}"/>
                </a:ext>
              </a:extLst>
            </p:cNvPr>
            <p:cNvSpPr>
              <a:spLocks noGrp="1"/>
            </p:cNvSpPr>
            <p:nvPr/>
          </p:nvSpPr>
          <p:spPr>
            <a:xfrm>
              <a:off x="9653588" y="3423285"/>
              <a:ext cx="91559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78" name="Find matrix 3-1">
              <a:extLst>
                <a:ext uri="{FF2B5EF4-FFF2-40B4-BE49-F238E27FC236}">
                  <a16:creationId xmlns:a16="http://schemas.microsoft.com/office/drawing/2014/main" id="{E2EDFAC2-C5CD-2DF8-165C-4DBC9D98B449}"/>
                </a:ext>
              </a:extLst>
            </p:cNvPr>
            <p:cNvSpPr>
              <a:spLocks noGrp="1"/>
            </p:cNvSpPr>
            <p:nvPr/>
          </p:nvSpPr>
          <p:spPr>
            <a:xfrm>
              <a:off x="9749433" y="3423285"/>
              <a:ext cx="91559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79" name="Find matrix 3-2">
              <a:extLst>
                <a:ext uri="{FF2B5EF4-FFF2-40B4-BE49-F238E27FC236}">
                  <a16:creationId xmlns:a16="http://schemas.microsoft.com/office/drawing/2014/main" id="{4D088869-EB59-E1B3-59B4-C3C92C8170BA}"/>
                </a:ext>
              </a:extLst>
            </p:cNvPr>
            <p:cNvSpPr>
              <a:spLocks noGrp="1"/>
            </p:cNvSpPr>
            <p:nvPr/>
          </p:nvSpPr>
          <p:spPr>
            <a:xfrm>
              <a:off x="9845278" y="3423285"/>
              <a:ext cx="91559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80" name="Find matrix 3-3">
              <a:extLst>
                <a:ext uri="{FF2B5EF4-FFF2-40B4-BE49-F238E27FC236}">
                  <a16:creationId xmlns:a16="http://schemas.microsoft.com/office/drawing/2014/main" id="{119CBCB9-6860-7DCC-AF73-C422647EEF23}"/>
                </a:ext>
              </a:extLst>
            </p:cNvPr>
            <p:cNvSpPr>
              <a:spLocks noGrp="1"/>
            </p:cNvSpPr>
            <p:nvPr/>
          </p:nvSpPr>
          <p:spPr>
            <a:xfrm>
              <a:off x="9941123" y="3423285"/>
              <a:ext cx="91559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1" name="Find matrix 3-4">
              <a:extLst>
                <a:ext uri="{FF2B5EF4-FFF2-40B4-BE49-F238E27FC236}">
                  <a16:creationId xmlns:a16="http://schemas.microsoft.com/office/drawing/2014/main" id="{F0ED964A-EDEB-7D43-69F8-BEFE576D1277}"/>
                </a:ext>
              </a:extLst>
            </p:cNvPr>
            <p:cNvSpPr>
              <a:spLocks noGrp="1"/>
            </p:cNvSpPr>
            <p:nvPr/>
          </p:nvSpPr>
          <p:spPr>
            <a:xfrm>
              <a:off x="10036969" y="3423285"/>
              <a:ext cx="91559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82" name="Find matrix 3-5">
              <a:extLst>
                <a:ext uri="{FF2B5EF4-FFF2-40B4-BE49-F238E27FC236}">
                  <a16:creationId xmlns:a16="http://schemas.microsoft.com/office/drawing/2014/main" id="{A0A2A64A-E67D-3395-0409-F2703179F7EC}"/>
                </a:ext>
              </a:extLst>
            </p:cNvPr>
            <p:cNvSpPr>
              <a:spLocks noGrp="1"/>
            </p:cNvSpPr>
            <p:nvPr/>
          </p:nvSpPr>
          <p:spPr>
            <a:xfrm>
              <a:off x="10132814" y="3423285"/>
              <a:ext cx="91559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3" name="Find matrix 3-6">
              <a:extLst>
                <a:ext uri="{FF2B5EF4-FFF2-40B4-BE49-F238E27FC236}">
                  <a16:creationId xmlns:a16="http://schemas.microsoft.com/office/drawing/2014/main" id="{EA7CE8E7-C1AC-E261-A970-8EC80886D558}"/>
                </a:ext>
              </a:extLst>
            </p:cNvPr>
            <p:cNvSpPr>
              <a:spLocks noGrp="1"/>
            </p:cNvSpPr>
            <p:nvPr/>
          </p:nvSpPr>
          <p:spPr>
            <a:xfrm>
              <a:off x="10228659" y="3423285"/>
              <a:ext cx="91559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84" name="Find matrix 3-7">
              <a:extLst>
                <a:ext uri="{FF2B5EF4-FFF2-40B4-BE49-F238E27FC236}">
                  <a16:creationId xmlns:a16="http://schemas.microsoft.com/office/drawing/2014/main" id="{3CC5802F-96A8-F327-8DCD-5C642BB94DCE}"/>
                </a:ext>
              </a:extLst>
            </p:cNvPr>
            <p:cNvSpPr>
              <a:spLocks noGrp="1"/>
            </p:cNvSpPr>
            <p:nvPr/>
          </p:nvSpPr>
          <p:spPr>
            <a:xfrm>
              <a:off x="10324505" y="3423285"/>
              <a:ext cx="91559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5" name="Match matrix 0-0">
              <a:extLst>
                <a:ext uri="{FF2B5EF4-FFF2-40B4-BE49-F238E27FC236}">
                  <a16:creationId xmlns:a16="http://schemas.microsoft.com/office/drawing/2014/main" id="{1E148E3C-F1D3-F47F-36C6-42E1C579FB7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25203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86" name="Match matrix 0-1">
              <a:extLst>
                <a:ext uri="{FF2B5EF4-FFF2-40B4-BE49-F238E27FC236}">
                  <a16:creationId xmlns:a16="http://schemas.microsoft.com/office/drawing/2014/main" id="{6CE95E95-35B4-AAA3-E629-B7804854BFD1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25203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87" name="Match matrix 0-2">
              <a:extLst>
                <a:ext uri="{FF2B5EF4-FFF2-40B4-BE49-F238E27FC236}">
                  <a16:creationId xmlns:a16="http://schemas.microsoft.com/office/drawing/2014/main" id="{7AA444A0-2B6A-4C23-EFFA-BB0D0814FEA4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25203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88" name="Match matrix 0-3">
              <a:extLst>
                <a:ext uri="{FF2B5EF4-FFF2-40B4-BE49-F238E27FC236}">
                  <a16:creationId xmlns:a16="http://schemas.microsoft.com/office/drawing/2014/main" id="{FA614244-906C-CFFC-1294-6D233D01CB35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25203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89" name="Match matrix 0-4">
              <a:extLst>
                <a:ext uri="{FF2B5EF4-FFF2-40B4-BE49-F238E27FC236}">
                  <a16:creationId xmlns:a16="http://schemas.microsoft.com/office/drawing/2014/main" id="{EE4A1296-1DD3-454F-610D-2BDEB1D0EFA9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25203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290" name="Match matrix 0-5">
              <a:extLst>
                <a:ext uri="{FF2B5EF4-FFF2-40B4-BE49-F238E27FC236}">
                  <a16:creationId xmlns:a16="http://schemas.microsoft.com/office/drawing/2014/main" id="{A27DCA6A-D9A0-89D2-300F-145A0353541B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25203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291" name="Match matrix 0-6">
              <a:extLst>
                <a:ext uri="{FF2B5EF4-FFF2-40B4-BE49-F238E27FC236}">
                  <a16:creationId xmlns:a16="http://schemas.microsoft.com/office/drawing/2014/main" id="{110481AC-0BB3-A98A-15F4-6DA00B6462E6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25203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2" name="Match matrix 0-7">
              <a:extLst>
                <a:ext uri="{FF2B5EF4-FFF2-40B4-BE49-F238E27FC236}">
                  <a16:creationId xmlns:a16="http://schemas.microsoft.com/office/drawing/2014/main" id="{CA0FE5FF-20F8-A515-1575-D2B579C6A384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25203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3" name="Match matrix 1-0">
              <a:extLst>
                <a:ext uri="{FF2B5EF4-FFF2-40B4-BE49-F238E27FC236}">
                  <a16:creationId xmlns:a16="http://schemas.microsoft.com/office/drawing/2014/main" id="{62DD97DC-E1EF-3AC8-77C6-31E750CF1688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32633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294" name="Match matrix 1-1">
              <a:extLst>
                <a:ext uri="{FF2B5EF4-FFF2-40B4-BE49-F238E27FC236}">
                  <a16:creationId xmlns:a16="http://schemas.microsoft.com/office/drawing/2014/main" id="{B545DCC8-F9BD-6322-3BD3-A195D0A92FFB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32633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295" name="Match matrix 1-2">
              <a:extLst>
                <a:ext uri="{FF2B5EF4-FFF2-40B4-BE49-F238E27FC236}">
                  <a16:creationId xmlns:a16="http://schemas.microsoft.com/office/drawing/2014/main" id="{CA362456-65E1-995A-0618-99CCC4184C18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32633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296" name="Match matrix 1-3">
              <a:extLst>
                <a:ext uri="{FF2B5EF4-FFF2-40B4-BE49-F238E27FC236}">
                  <a16:creationId xmlns:a16="http://schemas.microsoft.com/office/drawing/2014/main" id="{A2C35F9E-7361-3F63-4B0D-A98BA11C6FD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32633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297" name="Match matrix 1-4">
              <a:extLst>
                <a:ext uri="{FF2B5EF4-FFF2-40B4-BE49-F238E27FC236}">
                  <a16:creationId xmlns:a16="http://schemas.microsoft.com/office/drawing/2014/main" id="{FAAA67D0-1522-17CF-8376-8D76753F582D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32633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298" name="Match matrix 1-5">
              <a:extLst>
                <a:ext uri="{FF2B5EF4-FFF2-40B4-BE49-F238E27FC236}">
                  <a16:creationId xmlns:a16="http://schemas.microsoft.com/office/drawing/2014/main" id="{8EFA4585-A006-C810-377D-DBA6C87576CE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32633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299" name="Match matrix 1-6">
              <a:extLst>
                <a:ext uri="{FF2B5EF4-FFF2-40B4-BE49-F238E27FC236}">
                  <a16:creationId xmlns:a16="http://schemas.microsoft.com/office/drawing/2014/main" id="{64D11889-0CF0-CA9A-1917-2BF4C8C70236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32633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0" name="Match matrix 1-7">
              <a:extLst>
                <a:ext uri="{FF2B5EF4-FFF2-40B4-BE49-F238E27FC236}">
                  <a16:creationId xmlns:a16="http://schemas.microsoft.com/office/drawing/2014/main" id="{188B5773-F5C9-7D4C-8152-FA7D9B627789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32633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1" name="Match matrix 2-0">
              <a:extLst>
                <a:ext uri="{FF2B5EF4-FFF2-40B4-BE49-F238E27FC236}">
                  <a16:creationId xmlns:a16="http://schemas.microsoft.com/office/drawing/2014/main" id="{BBF02AFB-8489-0057-17C0-1186E4D7244F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00629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02" name="Match matrix 2-1">
              <a:extLst>
                <a:ext uri="{FF2B5EF4-FFF2-40B4-BE49-F238E27FC236}">
                  <a16:creationId xmlns:a16="http://schemas.microsoft.com/office/drawing/2014/main" id="{4D1F1E41-46E5-997B-A9A2-D4A7E86A821C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00629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03" name="Match matrix 2-2">
              <a:extLst>
                <a:ext uri="{FF2B5EF4-FFF2-40B4-BE49-F238E27FC236}">
                  <a16:creationId xmlns:a16="http://schemas.microsoft.com/office/drawing/2014/main" id="{BDC0B5DB-1FDB-9192-A8A8-9F9E9FC2CF48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00629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04" name="Match matrix 2-3">
              <a:extLst>
                <a:ext uri="{FF2B5EF4-FFF2-40B4-BE49-F238E27FC236}">
                  <a16:creationId xmlns:a16="http://schemas.microsoft.com/office/drawing/2014/main" id="{9C663294-FCA2-F8DE-2AEC-EEF54C48921A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00629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05" name="Match matrix 2-4">
              <a:extLst>
                <a:ext uri="{FF2B5EF4-FFF2-40B4-BE49-F238E27FC236}">
                  <a16:creationId xmlns:a16="http://schemas.microsoft.com/office/drawing/2014/main" id="{28E76182-0A60-4A72-9586-C12459BE0B58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00629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06" name="Match matrix 2-5">
              <a:extLst>
                <a:ext uri="{FF2B5EF4-FFF2-40B4-BE49-F238E27FC236}">
                  <a16:creationId xmlns:a16="http://schemas.microsoft.com/office/drawing/2014/main" id="{29FC68A5-EB54-9596-85EC-EDC1175B056F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00629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07" name="Match matrix 2-6">
              <a:extLst>
                <a:ext uri="{FF2B5EF4-FFF2-40B4-BE49-F238E27FC236}">
                  <a16:creationId xmlns:a16="http://schemas.microsoft.com/office/drawing/2014/main" id="{59C9C8C5-D90A-7A02-93D3-957FE3AE7DC3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00629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08" name="Match matrix 2-7">
              <a:extLst>
                <a:ext uri="{FF2B5EF4-FFF2-40B4-BE49-F238E27FC236}">
                  <a16:creationId xmlns:a16="http://schemas.microsoft.com/office/drawing/2014/main" id="{83DFB888-0521-0863-270C-DBAF169C149A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00629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09" name="Match matrix 3-0">
              <a:extLst>
                <a:ext uri="{FF2B5EF4-FFF2-40B4-BE49-F238E27FC236}">
                  <a16:creationId xmlns:a16="http://schemas.microsoft.com/office/drawing/2014/main" id="{CDAE8F1E-742C-7BA1-EB00-87CA9B9E40A2}"/>
                </a:ext>
              </a:extLst>
            </p:cNvPr>
            <p:cNvSpPr>
              <a:spLocks noGrp="1"/>
            </p:cNvSpPr>
            <p:nvPr/>
          </p:nvSpPr>
          <p:spPr>
            <a:xfrm>
              <a:off x="3524250" y="7474924"/>
              <a:ext cx="88583" cy="70009"/>
            </a:xfrm>
            <a:prstGeom prst="rect">
              <a:avLst/>
            </a:prstGeom>
            <a:solidFill>
              <a:srgbClr val="88BEC3"/>
            </a:solidFill>
            <a:ln w="7290">
              <a:noFill/>
            </a:ln>
          </p:spPr>
        </p:sp>
        <p:sp>
          <p:nvSpPr>
            <p:cNvPr id="1310" name="Match matrix 3-1">
              <a:extLst>
                <a:ext uri="{FF2B5EF4-FFF2-40B4-BE49-F238E27FC236}">
                  <a16:creationId xmlns:a16="http://schemas.microsoft.com/office/drawing/2014/main" id="{74117986-6240-D77F-909C-522F6146D289}"/>
                </a:ext>
              </a:extLst>
            </p:cNvPr>
            <p:cNvSpPr>
              <a:spLocks noGrp="1"/>
            </p:cNvSpPr>
            <p:nvPr/>
          </p:nvSpPr>
          <p:spPr>
            <a:xfrm>
              <a:off x="3617119" y="7474924"/>
              <a:ext cx="88583" cy="70009"/>
            </a:xfrm>
            <a:prstGeom prst="rect">
              <a:avLst/>
            </a:prstGeom>
            <a:solidFill>
              <a:srgbClr val="D6E5ED"/>
            </a:solidFill>
            <a:ln w="7290">
              <a:noFill/>
            </a:ln>
          </p:spPr>
        </p:sp>
        <p:sp>
          <p:nvSpPr>
            <p:cNvPr id="1311" name="Match matrix 3-2">
              <a:extLst>
                <a:ext uri="{FF2B5EF4-FFF2-40B4-BE49-F238E27FC236}">
                  <a16:creationId xmlns:a16="http://schemas.microsoft.com/office/drawing/2014/main" id="{68BD8A38-75EC-BA37-589D-F9C3EBE804E8}"/>
                </a:ext>
              </a:extLst>
            </p:cNvPr>
            <p:cNvSpPr>
              <a:spLocks noGrp="1"/>
            </p:cNvSpPr>
            <p:nvPr/>
          </p:nvSpPr>
          <p:spPr>
            <a:xfrm>
              <a:off x="3709988" y="7474924"/>
              <a:ext cx="88583" cy="70009"/>
            </a:xfrm>
            <a:prstGeom prst="rect">
              <a:avLst/>
            </a:prstGeom>
            <a:solidFill>
              <a:srgbClr val="67AD9F"/>
            </a:solidFill>
            <a:ln w="7290">
              <a:noFill/>
            </a:ln>
          </p:spPr>
        </p:sp>
        <p:sp>
          <p:nvSpPr>
            <p:cNvPr id="1312" name="Match matrix 3-3">
              <a:extLst>
                <a:ext uri="{FF2B5EF4-FFF2-40B4-BE49-F238E27FC236}">
                  <a16:creationId xmlns:a16="http://schemas.microsoft.com/office/drawing/2014/main" id="{BA2E6B5A-7074-DCD3-8646-836425ECA4E6}"/>
                </a:ext>
              </a:extLst>
            </p:cNvPr>
            <p:cNvSpPr>
              <a:spLocks noGrp="1"/>
            </p:cNvSpPr>
            <p:nvPr/>
          </p:nvSpPr>
          <p:spPr>
            <a:xfrm>
              <a:off x="3802856" y="7474924"/>
              <a:ext cx="88583" cy="70009"/>
            </a:xfrm>
            <a:prstGeom prst="rect">
              <a:avLst/>
            </a:prstGeom>
            <a:solidFill>
              <a:srgbClr val="3E8F9A"/>
            </a:solidFill>
            <a:ln w="7290">
              <a:noFill/>
            </a:ln>
          </p:spPr>
        </p:sp>
        <p:sp>
          <p:nvSpPr>
            <p:cNvPr id="1313" name="Match matrix 3-4">
              <a:extLst>
                <a:ext uri="{FF2B5EF4-FFF2-40B4-BE49-F238E27FC236}">
                  <a16:creationId xmlns:a16="http://schemas.microsoft.com/office/drawing/2014/main" id="{E2B9FFDB-87E6-991D-6FE1-3A8ED7934F53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7474924"/>
              <a:ext cx="88583" cy="70009"/>
            </a:xfrm>
            <a:prstGeom prst="rect">
              <a:avLst/>
            </a:prstGeom>
            <a:solidFill>
              <a:srgbClr val="C4DDE0"/>
            </a:solidFill>
            <a:ln w="7290">
              <a:noFill/>
            </a:ln>
          </p:spPr>
        </p:sp>
        <p:sp>
          <p:nvSpPr>
            <p:cNvPr id="1314" name="Match matrix 3-5">
              <a:extLst>
                <a:ext uri="{FF2B5EF4-FFF2-40B4-BE49-F238E27FC236}">
                  <a16:creationId xmlns:a16="http://schemas.microsoft.com/office/drawing/2014/main" id="{93BBAAA9-24B8-1E29-A6DC-8B4D096073B5}"/>
                </a:ext>
              </a:extLst>
            </p:cNvPr>
            <p:cNvSpPr>
              <a:spLocks noGrp="1"/>
            </p:cNvSpPr>
            <p:nvPr/>
          </p:nvSpPr>
          <p:spPr>
            <a:xfrm>
              <a:off x="3988594" y="7474924"/>
              <a:ext cx="88583" cy="70009"/>
            </a:xfrm>
            <a:prstGeom prst="rect">
              <a:avLst/>
            </a:prstGeom>
            <a:solidFill>
              <a:srgbClr val="A3CDDA"/>
            </a:solidFill>
            <a:ln w="7290">
              <a:noFill/>
            </a:ln>
          </p:spPr>
        </p:sp>
        <p:sp>
          <p:nvSpPr>
            <p:cNvPr id="1315" name="Match matrix 3-6">
              <a:extLst>
                <a:ext uri="{FF2B5EF4-FFF2-40B4-BE49-F238E27FC236}">
                  <a16:creationId xmlns:a16="http://schemas.microsoft.com/office/drawing/2014/main" id="{68A528E6-65EA-9C73-7412-55AD6CD16CE8}"/>
                </a:ext>
              </a:extLst>
            </p:cNvPr>
            <p:cNvSpPr>
              <a:spLocks noGrp="1"/>
            </p:cNvSpPr>
            <p:nvPr/>
          </p:nvSpPr>
          <p:spPr>
            <a:xfrm>
              <a:off x="4081463" y="7474924"/>
              <a:ext cx="88583" cy="70009"/>
            </a:xfrm>
            <a:prstGeom prst="rect">
              <a:avLst/>
            </a:prstGeom>
            <a:solidFill>
              <a:srgbClr val="B6D8CC"/>
            </a:solidFill>
            <a:ln w="7290">
              <a:noFill/>
            </a:ln>
          </p:spPr>
        </p:sp>
        <p:sp>
          <p:nvSpPr>
            <p:cNvPr id="1316" name="Match matrix 3-7">
              <a:extLst>
                <a:ext uri="{FF2B5EF4-FFF2-40B4-BE49-F238E27FC236}">
                  <a16:creationId xmlns:a16="http://schemas.microsoft.com/office/drawing/2014/main" id="{2EEE91B3-D81D-6257-AECC-400C8A929123}"/>
                </a:ext>
              </a:extLst>
            </p:cNvPr>
            <p:cNvSpPr>
              <a:spLocks noGrp="1"/>
            </p:cNvSpPr>
            <p:nvPr/>
          </p:nvSpPr>
          <p:spPr>
            <a:xfrm>
              <a:off x="4174331" y="7474924"/>
              <a:ext cx="88583" cy="70009"/>
            </a:xfrm>
            <a:prstGeom prst="rect">
              <a:avLst/>
            </a:prstGeom>
            <a:solidFill>
              <a:srgbClr val="5B9FB6"/>
            </a:solidFill>
            <a:ln w="7290">
              <a:noFill/>
            </a:ln>
          </p:spPr>
        </p:sp>
        <p:sp>
          <p:nvSpPr>
            <p:cNvPr id="1318" name="SMILES continuation 806-628.2">
              <a:extLst>
                <a:ext uri="{FF2B5EF4-FFF2-40B4-BE49-F238E27FC236}">
                  <a16:creationId xmlns:a16="http://schemas.microsoft.com/office/drawing/2014/main" id="{F23A2C65-E88A-BB4F-DB2B-F6BDFE0A90A0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19" name="SMILES continuation 812-628.2">
              <a:extLst>
                <a:ext uri="{FF2B5EF4-FFF2-40B4-BE49-F238E27FC236}">
                  <a16:creationId xmlns:a16="http://schemas.microsoft.com/office/drawing/2014/main" id="{3B989565-3BAD-D4AD-9254-F92A9CA55F5F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0" name="SMILES continuation 818-628.2">
              <a:extLst>
                <a:ext uri="{FF2B5EF4-FFF2-40B4-BE49-F238E27FC236}">
                  <a16:creationId xmlns:a16="http://schemas.microsoft.com/office/drawing/2014/main" id="{42B8B6C2-B43E-383F-14DE-C418D4494332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597408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1" name="SMILES continuation 806-667">
              <a:extLst>
                <a:ext uri="{FF2B5EF4-FFF2-40B4-BE49-F238E27FC236}">
                  <a16:creationId xmlns:a16="http://schemas.microsoft.com/office/drawing/2014/main" id="{39894408-4EFC-1123-4D43-5E7226F5F0C0}"/>
                </a:ext>
              </a:extLst>
            </p:cNvPr>
            <p:cNvSpPr>
              <a:spLocks noGrp="1"/>
            </p:cNvSpPr>
            <p:nvPr/>
          </p:nvSpPr>
          <p:spPr>
            <a:xfrm>
              <a:off x="76676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2" name="SMILES continuation 812-667">
              <a:extLst>
                <a:ext uri="{FF2B5EF4-FFF2-40B4-BE49-F238E27FC236}">
                  <a16:creationId xmlns:a16="http://schemas.microsoft.com/office/drawing/2014/main" id="{B15788D5-8154-0220-0ADD-B84E221B0B6F}"/>
                </a:ext>
              </a:extLst>
            </p:cNvPr>
            <p:cNvSpPr>
              <a:spLocks noGrp="1"/>
            </p:cNvSpPr>
            <p:nvPr/>
          </p:nvSpPr>
          <p:spPr>
            <a:xfrm>
              <a:off x="772477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3" name="SMILES continuation 818-667">
              <a:extLst>
                <a:ext uri="{FF2B5EF4-FFF2-40B4-BE49-F238E27FC236}">
                  <a16:creationId xmlns:a16="http://schemas.microsoft.com/office/drawing/2014/main" id="{06FB727B-1C36-BDAC-BF90-119F79F57919}"/>
                </a:ext>
              </a:extLst>
            </p:cNvPr>
            <p:cNvSpPr>
              <a:spLocks noGrp="1"/>
            </p:cNvSpPr>
            <p:nvPr/>
          </p:nvSpPr>
          <p:spPr>
            <a:xfrm>
              <a:off x="7781925" y="6343650"/>
              <a:ext cx="19050" cy="19050"/>
            </a:xfrm>
            <a:prstGeom prst="ellipse">
              <a:avLst/>
            </a:prstGeom>
            <a:solidFill>
              <a:srgbClr val="71808C"/>
            </a:solidFill>
            <a:ln w="0">
              <a:noFill/>
            </a:ln>
          </p:spPr>
        </p:sp>
        <p:sp>
          <p:nvSpPr>
            <p:cNvPr id="1324" name="Find density input">
              <a:extLst>
                <a:ext uri="{FF2B5EF4-FFF2-40B4-BE49-F238E27FC236}">
                  <a16:creationId xmlns:a16="http://schemas.microsoft.com/office/drawing/2014/main" id="{3BB3F16C-BBC6-CEA5-1D5F-BADEC13D0E07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1518479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25" name="Find density input head">
              <a:extLst>
                <a:ext uri="{FF2B5EF4-FFF2-40B4-BE49-F238E27FC236}">
                  <a16:creationId xmlns:a16="http://schemas.microsoft.com/office/drawing/2014/main" id="{DD01582E-D72F-DC2A-ED51-209065AB4BE2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1489808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28" name="Find receptor input">
              <a:extLst>
                <a:ext uri="{FF2B5EF4-FFF2-40B4-BE49-F238E27FC236}">
                  <a16:creationId xmlns:a16="http://schemas.microsoft.com/office/drawing/2014/main" id="{8835B13D-A150-D32A-EA5F-DF6B94803636}"/>
                </a:ext>
              </a:extLst>
            </p:cNvPr>
            <p:cNvSpPr>
              <a:spLocks noGrp="1"/>
            </p:cNvSpPr>
            <p:nvPr/>
          </p:nvSpPr>
          <p:spPr>
            <a:xfrm>
              <a:off x="2692432" y="3260557"/>
              <a:ext cx="125541" cy="190"/>
            </a:xfrm>
            <a:custGeom>
              <a:avLst/>
              <a:gdLst/>
              <a:ahLst/>
              <a:cxnLst/>
              <a:rect l="0" t="0" r="0" b="0"/>
              <a:pathLst>
                <a:path w="125540" h="191">
                  <a:moveTo>
                    <a:pt x="0" y="0"/>
                  </a:moveTo>
                  <a:lnTo>
                    <a:pt x="125540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29" name="Find receptor input head">
              <a:extLst>
                <a:ext uri="{FF2B5EF4-FFF2-40B4-BE49-F238E27FC236}">
                  <a16:creationId xmlns:a16="http://schemas.microsoft.com/office/drawing/2014/main" id="{A5463DF5-F357-C133-4537-3687854104BD}"/>
                </a:ext>
              </a:extLst>
            </p:cNvPr>
            <p:cNvSpPr>
              <a:spLocks noGrp="1"/>
            </p:cNvSpPr>
            <p:nvPr/>
          </p:nvSpPr>
          <p:spPr>
            <a:xfrm>
              <a:off x="2764675" y="3231886"/>
              <a:ext cx="66676" cy="57339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2" name="Find voxel output">
              <a:extLst>
                <a:ext uri="{FF2B5EF4-FFF2-40B4-BE49-F238E27FC236}">
                  <a16:creationId xmlns:a16="http://schemas.microsoft.com/office/drawing/2014/main" id="{A7A050F5-4BBD-83D0-3E56-868138C02A2E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1544003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33" name="Find voxel output head">
              <a:extLst>
                <a:ext uri="{FF2B5EF4-FFF2-40B4-BE49-F238E27FC236}">
                  <a16:creationId xmlns:a16="http://schemas.microsoft.com/office/drawing/2014/main" id="{375132D2-B1BA-3819-E6E4-408E45D3577A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151533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4" name="Find point output">
              <a:extLst>
                <a:ext uri="{FF2B5EF4-FFF2-40B4-BE49-F238E27FC236}">
                  <a16:creationId xmlns:a16="http://schemas.microsoft.com/office/drawing/2014/main" id="{E2AB92F8-FB1A-DF4D-C056-6A909BEA2DE1}"/>
                </a:ext>
              </a:extLst>
            </p:cNvPr>
            <p:cNvSpPr>
              <a:spLocks noGrp="1"/>
            </p:cNvSpPr>
            <p:nvPr/>
          </p:nvSpPr>
          <p:spPr>
            <a:xfrm>
              <a:off x="9235250" y="3107055"/>
              <a:ext cx="252508" cy="191"/>
            </a:xfrm>
            <a:custGeom>
              <a:avLst/>
              <a:gdLst/>
              <a:ahLst/>
              <a:cxnLst/>
              <a:rect l="0" t="0" r="0" b="0"/>
              <a:pathLst>
                <a:path w="252508" h="191">
                  <a:moveTo>
                    <a:pt x="0" y="0"/>
                  </a:moveTo>
                  <a:lnTo>
                    <a:pt x="252508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35" name="Find point output head">
              <a:extLst>
                <a:ext uri="{FF2B5EF4-FFF2-40B4-BE49-F238E27FC236}">
                  <a16:creationId xmlns:a16="http://schemas.microsoft.com/office/drawing/2014/main" id="{28B06725-C3FB-3373-8A56-A66D9CE3ECA7}"/>
                </a:ext>
              </a:extLst>
            </p:cNvPr>
            <p:cNvSpPr>
              <a:spLocks noGrp="1"/>
            </p:cNvSpPr>
            <p:nvPr/>
          </p:nvSpPr>
          <p:spPr>
            <a:xfrm>
              <a:off x="9444419" y="307838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36" name="U-Net flow refined 1">
              <a:extLst>
                <a:ext uri="{FF2B5EF4-FFF2-40B4-BE49-F238E27FC236}">
                  <a16:creationId xmlns:a16="http://schemas.microsoft.com/office/drawing/2014/main" id="{5BDE2ECB-1CBA-ACB1-3426-F3E9F144A8A7}"/>
                </a:ext>
              </a:extLst>
            </p:cNvPr>
            <p:cNvSpPr>
              <a:spLocks noGrp="1"/>
            </p:cNvSpPr>
            <p:nvPr/>
          </p:nvSpPr>
          <p:spPr>
            <a:xfrm>
              <a:off x="488442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7" name="U-Net flow refined 1 head">
              <a:extLst>
                <a:ext uri="{FF2B5EF4-FFF2-40B4-BE49-F238E27FC236}">
                  <a16:creationId xmlns:a16="http://schemas.microsoft.com/office/drawing/2014/main" id="{94C963B0-6292-D96E-8000-E5176CACF1B1}"/>
                </a:ext>
              </a:extLst>
            </p:cNvPr>
            <p:cNvSpPr>
              <a:spLocks noGrp="1"/>
            </p:cNvSpPr>
            <p:nvPr/>
          </p:nvSpPr>
          <p:spPr>
            <a:xfrm>
              <a:off x="4929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38" name="U-Net flow refined 2">
              <a:extLst>
                <a:ext uri="{FF2B5EF4-FFF2-40B4-BE49-F238E27FC236}">
                  <a16:creationId xmlns:a16="http://schemas.microsoft.com/office/drawing/2014/main" id="{6EDFECDB-834F-45E8-C447-187E68499D36}"/>
                </a:ext>
              </a:extLst>
            </p:cNvPr>
            <p:cNvSpPr>
              <a:spLocks noGrp="1"/>
            </p:cNvSpPr>
            <p:nvPr/>
          </p:nvSpPr>
          <p:spPr>
            <a:xfrm>
              <a:off x="5341620" y="1943100"/>
              <a:ext cx="61865" cy="191"/>
            </a:xfrm>
            <a:custGeom>
              <a:avLst/>
              <a:gdLst/>
              <a:ahLst/>
              <a:cxnLst/>
              <a:rect l="0" t="0" r="0" b="0"/>
              <a:pathLst>
                <a:path w="61865" h="191">
                  <a:moveTo>
                    <a:pt x="0" y="0"/>
                  </a:moveTo>
                  <a:lnTo>
                    <a:pt x="61865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39" name="U-Net flow refined 2 head">
              <a:extLst>
                <a:ext uri="{FF2B5EF4-FFF2-40B4-BE49-F238E27FC236}">
                  <a16:creationId xmlns:a16="http://schemas.microsoft.com/office/drawing/2014/main" id="{147D1FA6-05BE-3A5D-C1FE-78DB516DA9EB}"/>
                </a:ext>
              </a:extLst>
            </p:cNvPr>
            <p:cNvSpPr>
              <a:spLocks noGrp="1"/>
            </p:cNvSpPr>
            <p:nvPr/>
          </p:nvSpPr>
          <p:spPr>
            <a:xfrm>
              <a:off x="5376863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0" name="U-Net flow refined 3">
              <a:extLst>
                <a:ext uri="{FF2B5EF4-FFF2-40B4-BE49-F238E27FC236}">
                  <a16:creationId xmlns:a16="http://schemas.microsoft.com/office/drawing/2014/main" id="{7AF7CF23-54DF-A29D-2F07-D36A3F45EDD2}"/>
                </a:ext>
              </a:extLst>
            </p:cNvPr>
            <p:cNvSpPr>
              <a:spLocks noGrp="1"/>
            </p:cNvSpPr>
            <p:nvPr/>
          </p:nvSpPr>
          <p:spPr>
            <a:xfrm>
              <a:off x="5913120" y="1943100"/>
              <a:ext cx="185690" cy="191"/>
            </a:xfrm>
            <a:custGeom>
              <a:avLst/>
              <a:gdLst/>
              <a:ahLst/>
              <a:cxnLst/>
              <a:rect l="0" t="0" r="0" b="0"/>
              <a:pathLst>
                <a:path w="185690" h="191">
                  <a:moveTo>
                    <a:pt x="0" y="0"/>
                  </a:moveTo>
                  <a:lnTo>
                    <a:pt x="1856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1" name="U-Net flow refined 3 head">
              <a:extLst>
                <a:ext uri="{FF2B5EF4-FFF2-40B4-BE49-F238E27FC236}">
                  <a16:creationId xmlns:a16="http://schemas.microsoft.com/office/drawing/2014/main" id="{99F4C0B1-883D-15E1-DE1D-B9D0B602A47D}"/>
                </a:ext>
              </a:extLst>
            </p:cNvPr>
            <p:cNvSpPr>
              <a:spLocks noGrp="1"/>
            </p:cNvSpPr>
            <p:nvPr/>
          </p:nvSpPr>
          <p:spPr>
            <a:xfrm>
              <a:off x="60721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2" name="U-Net flow refined 4">
              <a:extLst>
                <a:ext uri="{FF2B5EF4-FFF2-40B4-BE49-F238E27FC236}">
                  <a16:creationId xmlns:a16="http://schemas.microsoft.com/office/drawing/2014/main" id="{1AB9AC41-CF99-6B25-72AE-CA5759E07BBC}"/>
                </a:ext>
              </a:extLst>
            </p:cNvPr>
            <p:cNvSpPr>
              <a:spLocks noGrp="1"/>
            </p:cNvSpPr>
            <p:nvPr/>
          </p:nvSpPr>
          <p:spPr>
            <a:xfrm>
              <a:off x="7189470" y="1943100"/>
              <a:ext cx="204740" cy="191"/>
            </a:xfrm>
            <a:custGeom>
              <a:avLst/>
              <a:gdLst/>
              <a:ahLst/>
              <a:cxnLst/>
              <a:rect l="0" t="0" r="0" b="0"/>
              <a:pathLst>
                <a:path w="204740" h="191">
                  <a:moveTo>
                    <a:pt x="0" y="0"/>
                  </a:moveTo>
                  <a:lnTo>
                    <a:pt x="2047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3" name="U-Net flow refined 4 head">
              <a:extLst>
                <a:ext uri="{FF2B5EF4-FFF2-40B4-BE49-F238E27FC236}">
                  <a16:creationId xmlns:a16="http://schemas.microsoft.com/office/drawing/2014/main" id="{8B74AF9E-166C-456E-8C30-81819473FD65}"/>
                </a:ext>
              </a:extLst>
            </p:cNvPr>
            <p:cNvSpPr>
              <a:spLocks noGrp="1"/>
            </p:cNvSpPr>
            <p:nvPr/>
          </p:nvSpPr>
          <p:spPr>
            <a:xfrm>
              <a:off x="736758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4" name="U-Net flow refined 5">
              <a:extLst>
                <a:ext uri="{FF2B5EF4-FFF2-40B4-BE49-F238E27FC236}">
                  <a16:creationId xmlns:a16="http://schemas.microsoft.com/office/drawing/2014/main" id="{1DF9FEC8-127A-C6BF-A242-5459B8B47514}"/>
                </a:ext>
              </a:extLst>
            </p:cNvPr>
            <p:cNvSpPr>
              <a:spLocks noGrp="1"/>
            </p:cNvSpPr>
            <p:nvPr/>
          </p:nvSpPr>
          <p:spPr>
            <a:xfrm>
              <a:off x="7913370" y="1943100"/>
              <a:ext cx="71390" cy="191"/>
            </a:xfrm>
            <a:custGeom>
              <a:avLst/>
              <a:gdLst/>
              <a:ahLst/>
              <a:cxnLst/>
              <a:rect l="0" t="0" r="0" b="0"/>
              <a:pathLst>
                <a:path w="71390" h="191">
                  <a:moveTo>
                    <a:pt x="0" y="0"/>
                  </a:moveTo>
                  <a:lnTo>
                    <a:pt x="7139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5" name="U-Net flow refined 5 head">
              <a:extLst>
                <a:ext uri="{FF2B5EF4-FFF2-40B4-BE49-F238E27FC236}">
                  <a16:creationId xmlns:a16="http://schemas.microsoft.com/office/drawing/2014/main" id="{235A2EBC-75E8-8D72-4A9D-B691D888DD1B}"/>
                </a:ext>
              </a:extLst>
            </p:cNvPr>
            <p:cNvSpPr>
              <a:spLocks noGrp="1"/>
            </p:cNvSpPr>
            <p:nvPr/>
          </p:nvSpPr>
          <p:spPr>
            <a:xfrm>
              <a:off x="79581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6" name="U-Net flow refined 6">
              <a:extLst>
                <a:ext uri="{FF2B5EF4-FFF2-40B4-BE49-F238E27FC236}">
                  <a16:creationId xmlns:a16="http://schemas.microsoft.com/office/drawing/2014/main" id="{E16F5364-FA67-8E77-55DD-31048ACFB369}"/>
                </a:ext>
              </a:extLst>
            </p:cNvPr>
            <p:cNvSpPr>
              <a:spLocks noGrp="1"/>
            </p:cNvSpPr>
            <p:nvPr/>
          </p:nvSpPr>
          <p:spPr>
            <a:xfrm>
              <a:off x="8351520" y="1943100"/>
              <a:ext cx="90440" cy="191"/>
            </a:xfrm>
            <a:custGeom>
              <a:avLst/>
              <a:gdLst/>
              <a:ahLst/>
              <a:cxnLst/>
              <a:rect l="0" t="0" r="0" b="0"/>
              <a:pathLst>
                <a:path w="90440" h="191">
                  <a:moveTo>
                    <a:pt x="0" y="0"/>
                  </a:moveTo>
                  <a:lnTo>
                    <a:pt x="90440" y="0"/>
                  </a:lnTo>
                </a:path>
              </a:pathLst>
            </a:custGeom>
            <a:noFill/>
            <a:ln w="6480">
              <a:solidFill>
                <a:srgbClr val="4083B4"/>
              </a:solidFill>
              <a:prstDash val="solid"/>
            </a:ln>
          </p:spPr>
        </p:sp>
        <p:sp>
          <p:nvSpPr>
            <p:cNvPr id="1347" name="U-Net flow refined 6 head">
              <a:extLst>
                <a:ext uri="{FF2B5EF4-FFF2-40B4-BE49-F238E27FC236}">
                  <a16:creationId xmlns:a16="http://schemas.microsoft.com/office/drawing/2014/main" id="{CAB8405E-639F-441D-4076-97C5C8079141}"/>
                </a:ext>
              </a:extLst>
            </p:cNvPr>
            <p:cNvSpPr>
              <a:spLocks noGrp="1"/>
            </p:cNvSpPr>
            <p:nvPr/>
          </p:nvSpPr>
          <p:spPr>
            <a:xfrm>
              <a:off x="8415338" y="1925488"/>
              <a:ext cx="40957" cy="35223"/>
            </a:xfrm>
            <a:custGeom>
              <a:avLst/>
              <a:gdLst/>
              <a:ahLst/>
              <a:cxnLst/>
              <a:rect l="0" t="0" r="0" b="0"/>
              <a:pathLst>
                <a:path w="40957" h="35223">
                  <a:moveTo>
                    <a:pt x="40957" y="17612"/>
                  </a:moveTo>
                  <a:lnTo>
                    <a:pt x="0" y="0"/>
                  </a:lnTo>
                  <a:lnTo>
                    <a:pt x="0" y="35223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48" name="Skip outer refined">
              <a:extLst>
                <a:ext uri="{FF2B5EF4-FFF2-40B4-BE49-F238E27FC236}">
                  <a16:creationId xmlns:a16="http://schemas.microsoft.com/office/drawing/2014/main" id="{FCEC7BC5-9C91-5A2D-286F-54CED1B58658}"/>
                </a:ext>
              </a:extLst>
            </p:cNvPr>
            <p:cNvSpPr>
              <a:spLocks noGrp="1"/>
            </p:cNvSpPr>
            <p:nvPr/>
          </p:nvSpPr>
          <p:spPr>
            <a:xfrm>
              <a:off x="4474845" y="1209675"/>
              <a:ext cx="4333875" cy="219075"/>
            </a:xfrm>
            <a:custGeom>
              <a:avLst/>
              <a:gdLst/>
              <a:ahLst/>
              <a:cxnLst/>
              <a:rect l="0" t="0" r="0" b="0"/>
              <a:pathLst>
                <a:path w="4333875" h="219075">
                  <a:moveTo>
                    <a:pt x="0" y="219075"/>
                  </a:moveTo>
                  <a:lnTo>
                    <a:pt x="0" y="0"/>
                  </a:lnTo>
                  <a:lnTo>
                    <a:pt x="4333875" y="0"/>
                  </a:lnTo>
                  <a:lnTo>
                    <a:pt x="4333875" y="204073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49" name="Skip outer refined head">
              <a:extLst>
                <a:ext uri="{FF2B5EF4-FFF2-40B4-BE49-F238E27FC236}">
                  <a16:creationId xmlns:a16="http://schemas.microsoft.com/office/drawing/2014/main" id="{D6AAD354-1253-F73A-1F09-0D42951F0AD2}"/>
                </a:ext>
              </a:extLst>
            </p:cNvPr>
            <p:cNvSpPr>
              <a:spLocks noGrp="1"/>
            </p:cNvSpPr>
            <p:nvPr/>
          </p:nvSpPr>
          <p:spPr>
            <a:xfrm>
              <a:off x="8790289" y="138588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0" name="Skip middle refined">
              <a:extLst>
                <a:ext uri="{FF2B5EF4-FFF2-40B4-BE49-F238E27FC236}">
                  <a16:creationId xmlns:a16="http://schemas.microsoft.com/office/drawing/2014/main" id="{E944DD48-0E77-62B4-4E66-FC482D648DB0}"/>
                </a:ext>
              </a:extLst>
            </p:cNvPr>
            <p:cNvSpPr>
              <a:spLocks noGrp="1"/>
            </p:cNvSpPr>
            <p:nvPr/>
          </p:nvSpPr>
          <p:spPr>
            <a:xfrm>
              <a:off x="5113020" y="1295400"/>
              <a:ext cx="3067050" cy="266700"/>
            </a:xfrm>
            <a:custGeom>
              <a:avLst/>
              <a:gdLst/>
              <a:ahLst/>
              <a:cxnLst/>
              <a:rect l="0" t="0" r="0" b="0"/>
              <a:pathLst>
                <a:path w="3067050" h="266700">
                  <a:moveTo>
                    <a:pt x="0" y="266700"/>
                  </a:moveTo>
                  <a:lnTo>
                    <a:pt x="0" y="0"/>
                  </a:lnTo>
                  <a:lnTo>
                    <a:pt x="3067050" y="0"/>
                  </a:lnTo>
                  <a:lnTo>
                    <a:pt x="3067050" y="25169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1" name="Skip middle refined head">
              <a:extLst>
                <a:ext uri="{FF2B5EF4-FFF2-40B4-BE49-F238E27FC236}">
                  <a16:creationId xmlns:a16="http://schemas.microsoft.com/office/drawing/2014/main" id="{5D984C66-44F4-6C0C-29FA-C26BCC014DA5}"/>
                </a:ext>
              </a:extLst>
            </p:cNvPr>
            <p:cNvSpPr>
              <a:spLocks noGrp="1"/>
            </p:cNvSpPr>
            <p:nvPr/>
          </p:nvSpPr>
          <p:spPr>
            <a:xfrm>
              <a:off x="8161639" y="1519238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2" name="Skip inner refined">
              <a:extLst>
                <a:ext uri="{FF2B5EF4-FFF2-40B4-BE49-F238E27FC236}">
                  <a16:creationId xmlns:a16="http://schemas.microsoft.com/office/drawing/2014/main" id="{796339B7-CA5C-9A6F-F626-7D7B76227D0E}"/>
                </a:ext>
              </a:extLst>
            </p:cNvPr>
            <p:cNvSpPr>
              <a:spLocks noGrp="1"/>
            </p:cNvSpPr>
            <p:nvPr/>
          </p:nvSpPr>
          <p:spPr>
            <a:xfrm>
              <a:off x="5636895" y="1381125"/>
              <a:ext cx="2000250" cy="323850"/>
            </a:xfrm>
            <a:custGeom>
              <a:avLst/>
              <a:gdLst/>
              <a:ahLst/>
              <a:cxnLst/>
              <a:rect l="0" t="0" r="0" b="0"/>
              <a:pathLst>
                <a:path w="2000250" h="323850">
                  <a:moveTo>
                    <a:pt x="0" y="323850"/>
                  </a:moveTo>
                  <a:lnTo>
                    <a:pt x="0" y="0"/>
                  </a:lnTo>
                  <a:lnTo>
                    <a:pt x="2000250" y="0"/>
                  </a:lnTo>
                  <a:lnTo>
                    <a:pt x="2000250" y="308848"/>
                  </a:lnTo>
                </a:path>
              </a:pathLst>
            </a:custGeom>
            <a:noFill/>
            <a:ln w="5468">
              <a:solidFill>
                <a:srgbClr val="85AFCB"/>
              </a:solidFill>
              <a:prstDash val="dash"/>
            </a:ln>
          </p:spPr>
        </p:sp>
        <p:sp>
          <p:nvSpPr>
            <p:cNvPr id="1353" name="Skip inner refined head">
              <a:extLst>
                <a:ext uri="{FF2B5EF4-FFF2-40B4-BE49-F238E27FC236}">
                  <a16:creationId xmlns:a16="http://schemas.microsoft.com/office/drawing/2014/main" id="{5389494F-4196-1B0C-C069-F40391B0419B}"/>
                </a:ext>
              </a:extLst>
            </p:cNvPr>
            <p:cNvSpPr>
              <a:spLocks noGrp="1"/>
            </p:cNvSpPr>
            <p:nvPr/>
          </p:nvSpPr>
          <p:spPr>
            <a:xfrm>
              <a:off x="7618714" y="1662113"/>
              <a:ext cx="36862" cy="42863"/>
            </a:xfrm>
            <a:custGeom>
              <a:avLst/>
              <a:gdLst/>
              <a:ahLst/>
              <a:cxnLst/>
              <a:rect l="0" t="0" r="0" b="0"/>
              <a:pathLst>
                <a:path w="36862" h="42863">
                  <a:moveTo>
                    <a:pt x="18431" y="42863"/>
                  </a:moveTo>
                  <a:lnTo>
                    <a:pt x="368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5AFCB"/>
            </a:solidFill>
            <a:ln w="0">
              <a:noFill/>
              <a:prstDash val="solid"/>
            </a:ln>
          </p:spPr>
        </p:sp>
        <p:sp>
          <p:nvSpPr>
            <p:cNvPr id="1354" name="PTV3 forward refined 1">
              <a:extLst>
                <a:ext uri="{FF2B5EF4-FFF2-40B4-BE49-F238E27FC236}">
                  <a16:creationId xmlns:a16="http://schemas.microsoft.com/office/drawing/2014/main" id="{B0492619-D665-D0F6-7061-EDCBCE3DDA3A}"/>
                </a:ext>
              </a:extLst>
            </p:cNvPr>
            <p:cNvSpPr>
              <a:spLocks noGrp="1"/>
            </p:cNvSpPr>
            <p:nvPr/>
          </p:nvSpPr>
          <p:spPr>
            <a:xfrm>
              <a:off x="5002911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5" name="PTV3 forward refined 1 head">
              <a:extLst>
                <a:ext uri="{FF2B5EF4-FFF2-40B4-BE49-F238E27FC236}">
                  <a16:creationId xmlns:a16="http://schemas.microsoft.com/office/drawing/2014/main" id="{B7BCE76F-C831-1ABC-ADA2-90D7588CB987}"/>
                </a:ext>
              </a:extLst>
            </p:cNvPr>
            <p:cNvSpPr>
              <a:spLocks noGrp="1"/>
            </p:cNvSpPr>
            <p:nvPr/>
          </p:nvSpPr>
          <p:spPr>
            <a:xfrm>
              <a:off x="5215319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6" name="PTV3 forward refined 2">
              <a:extLst>
                <a:ext uri="{FF2B5EF4-FFF2-40B4-BE49-F238E27FC236}">
                  <a16:creationId xmlns:a16="http://schemas.microsoft.com/office/drawing/2014/main" id="{24AE15E3-3B2D-CC4A-618E-E9BB13DA2E16}"/>
                </a:ext>
              </a:extLst>
            </p:cNvPr>
            <p:cNvSpPr>
              <a:spLocks noGrp="1"/>
            </p:cNvSpPr>
            <p:nvPr/>
          </p:nvSpPr>
          <p:spPr>
            <a:xfrm>
              <a:off x="6007513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7" name="PTV3 forward refined 2 head">
              <a:extLst>
                <a:ext uri="{FF2B5EF4-FFF2-40B4-BE49-F238E27FC236}">
                  <a16:creationId xmlns:a16="http://schemas.microsoft.com/office/drawing/2014/main" id="{8007E90B-E49B-BC36-45F6-E1B46BA41A6C}"/>
                </a:ext>
              </a:extLst>
            </p:cNvPr>
            <p:cNvSpPr>
              <a:spLocks noGrp="1"/>
            </p:cNvSpPr>
            <p:nvPr/>
          </p:nvSpPr>
          <p:spPr>
            <a:xfrm>
              <a:off x="6275737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58" name="PTV3 forward refined 3">
              <a:extLst>
                <a:ext uri="{FF2B5EF4-FFF2-40B4-BE49-F238E27FC236}">
                  <a16:creationId xmlns:a16="http://schemas.microsoft.com/office/drawing/2014/main" id="{2D087525-2ABD-3A01-10DA-7F65FB2DD09A}"/>
                </a:ext>
              </a:extLst>
            </p:cNvPr>
            <p:cNvSpPr>
              <a:spLocks noGrp="1"/>
            </p:cNvSpPr>
            <p:nvPr/>
          </p:nvSpPr>
          <p:spPr>
            <a:xfrm>
              <a:off x="6993541" y="3106769"/>
              <a:ext cx="311563" cy="191"/>
            </a:xfrm>
            <a:custGeom>
              <a:avLst/>
              <a:gdLst/>
              <a:ahLst/>
              <a:cxnLst/>
              <a:rect l="0" t="0" r="0" b="0"/>
              <a:pathLst>
                <a:path w="311563" h="191">
                  <a:moveTo>
                    <a:pt x="0" y="0"/>
                  </a:moveTo>
                  <a:lnTo>
                    <a:pt x="311563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59" name="PTV3 forward refined 3 head">
              <a:extLst>
                <a:ext uri="{FF2B5EF4-FFF2-40B4-BE49-F238E27FC236}">
                  <a16:creationId xmlns:a16="http://schemas.microsoft.com/office/drawing/2014/main" id="{417DAC3E-DE7D-4EBD-83BF-06F7FB2A8085}"/>
                </a:ext>
              </a:extLst>
            </p:cNvPr>
            <p:cNvSpPr>
              <a:spLocks noGrp="1"/>
            </p:cNvSpPr>
            <p:nvPr/>
          </p:nvSpPr>
          <p:spPr>
            <a:xfrm>
              <a:off x="7261765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0" name="PTV3 forward refined 4">
              <a:extLst>
                <a:ext uri="{FF2B5EF4-FFF2-40B4-BE49-F238E27FC236}">
                  <a16:creationId xmlns:a16="http://schemas.microsoft.com/office/drawing/2014/main" id="{3F66A9B7-F35C-EB4C-B102-3F29A4296978}"/>
                </a:ext>
              </a:extLst>
            </p:cNvPr>
            <p:cNvSpPr>
              <a:spLocks noGrp="1"/>
            </p:cNvSpPr>
            <p:nvPr/>
          </p:nvSpPr>
          <p:spPr>
            <a:xfrm>
              <a:off x="8053864" y="3106769"/>
              <a:ext cx="255746" cy="191"/>
            </a:xfrm>
            <a:custGeom>
              <a:avLst/>
              <a:gdLst/>
              <a:ahLst/>
              <a:cxnLst/>
              <a:rect l="0" t="0" r="0" b="0"/>
              <a:pathLst>
                <a:path w="255746" h="191">
                  <a:moveTo>
                    <a:pt x="0" y="0"/>
                  </a:moveTo>
                  <a:lnTo>
                    <a:pt x="255746" y="0"/>
                  </a:lnTo>
                </a:path>
              </a:pathLst>
            </a:custGeom>
            <a:noFill/>
            <a:ln w="8505">
              <a:solidFill>
                <a:srgbClr val="9481B1"/>
              </a:solidFill>
              <a:prstDash val="solid"/>
            </a:ln>
          </p:spPr>
        </p:sp>
        <p:sp>
          <p:nvSpPr>
            <p:cNvPr id="1361" name="PTV3 forward refined 4 head">
              <a:extLst>
                <a:ext uri="{FF2B5EF4-FFF2-40B4-BE49-F238E27FC236}">
                  <a16:creationId xmlns:a16="http://schemas.microsoft.com/office/drawing/2014/main" id="{4634E7DB-F8E3-B989-4F8D-785672F195B4}"/>
                </a:ext>
              </a:extLst>
            </p:cNvPr>
            <p:cNvSpPr>
              <a:spLocks noGrp="1"/>
            </p:cNvSpPr>
            <p:nvPr/>
          </p:nvSpPr>
          <p:spPr>
            <a:xfrm>
              <a:off x="8266271" y="3078099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9481B1"/>
            </a:solidFill>
            <a:ln w="0">
              <a:noFill/>
              <a:prstDash val="solid"/>
            </a:ln>
          </p:spPr>
        </p:sp>
        <p:sp>
          <p:nvSpPr>
            <p:cNvPr id="1362" name="Fusion refined 487.16">
              <a:extLst>
                <a:ext uri="{FF2B5EF4-FFF2-40B4-BE49-F238E27FC236}">
                  <a16:creationId xmlns:a16="http://schemas.microsoft.com/office/drawing/2014/main" id="{0FF19FA3-F74F-0EF3-2637-6AA25406EF88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3" name="Fusion refined 487.16 head">
              <a:extLst>
                <a:ext uri="{FF2B5EF4-FFF2-40B4-BE49-F238E27FC236}">
                  <a16:creationId xmlns:a16="http://schemas.microsoft.com/office/drawing/2014/main" id="{3D13397A-1EED-4CCF-C88D-62A5EFCF622C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4" name="Fusion refined 700.05">
              <a:extLst>
                <a:ext uri="{FF2B5EF4-FFF2-40B4-BE49-F238E27FC236}">
                  <a16:creationId xmlns:a16="http://schemas.microsoft.com/office/drawing/2014/main" id="{F3328C85-8D10-5BAE-F06A-A042F88B4457}"/>
                </a:ext>
              </a:extLst>
            </p:cNvPr>
            <p:cNvSpPr>
              <a:spLocks noGrp="1"/>
            </p:cNvSpPr>
            <p:nvPr/>
          </p:nvSpPr>
          <p:spPr>
            <a:xfrm>
              <a:off x="6667976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5" name="Fusion refined 700.05 head">
              <a:extLst>
                <a:ext uri="{FF2B5EF4-FFF2-40B4-BE49-F238E27FC236}">
                  <a16:creationId xmlns:a16="http://schemas.microsoft.com/office/drawing/2014/main" id="{615DF42F-7A96-D005-2B04-2E5B83AF189A}"/>
                </a:ext>
              </a:extLst>
            </p:cNvPr>
            <p:cNvSpPr>
              <a:spLocks noGrp="1"/>
            </p:cNvSpPr>
            <p:nvPr/>
          </p:nvSpPr>
          <p:spPr>
            <a:xfrm>
              <a:off x="6639306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6" name="Fusion refined 912.94">
              <a:extLst>
                <a:ext uri="{FF2B5EF4-FFF2-40B4-BE49-F238E27FC236}">
                  <a16:creationId xmlns:a16="http://schemas.microsoft.com/office/drawing/2014/main" id="{8F954EB4-FAB9-9DC0-DCA1-6E84B625ECD7}"/>
                </a:ext>
              </a:extLst>
            </p:cNvPr>
            <p:cNvSpPr>
              <a:spLocks noGrp="1"/>
            </p:cNvSpPr>
            <p:nvPr/>
          </p:nvSpPr>
          <p:spPr>
            <a:xfrm>
              <a:off x="8695754" y="2418493"/>
              <a:ext cx="191" cy="404527"/>
            </a:xfrm>
            <a:custGeom>
              <a:avLst/>
              <a:gdLst/>
              <a:ahLst/>
              <a:cxnLst/>
              <a:rect l="0" t="0" r="0" b="0"/>
              <a:pathLst>
                <a:path w="191" h="404527">
                  <a:moveTo>
                    <a:pt x="0" y="0"/>
                  </a:moveTo>
                  <a:lnTo>
                    <a:pt x="0" y="404527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7" name="Fusion refined 912.94 head">
              <a:extLst>
                <a:ext uri="{FF2B5EF4-FFF2-40B4-BE49-F238E27FC236}">
                  <a16:creationId xmlns:a16="http://schemas.microsoft.com/office/drawing/2014/main" id="{DDC6F6E8-2600-F9F0-8C4C-DF220F079064}"/>
                </a:ext>
              </a:extLst>
            </p:cNvPr>
            <p:cNvSpPr>
              <a:spLocks noGrp="1"/>
            </p:cNvSpPr>
            <p:nvPr/>
          </p:nvSpPr>
          <p:spPr>
            <a:xfrm>
              <a:off x="8667083" y="277968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68" name="Recycle right refined">
              <a:extLst>
                <a:ext uri="{FF2B5EF4-FFF2-40B4-BE49-F238E27FC236}">
                  <a16:creationId xmlns:a16="http://schemas.microsoft.com/office/drawing/2014/main" id="{D9AFE2A4-7629-8D55-72A2-74513ED16554}"/>
                </a:ext>
              </a:extLst>
            </p:cNvPr>
            <p:cNvSpPr>
              <a:spLocks noGrp="1"/>
            </p:cNvSpPr>
            <p:nvPr/>
          </p:nvSpPr>
          <p:spPr>
            <a:xfrm>
              <a:off x="7151656" y="3385852"/>
              <a:ext cx="1544098" cy="241840"/>
            </a:xfrm>
            <a:custGeom>
              <a:avLst/>
              <a:gdLst/>
              <a:ahLst/>
              <a:cxnLst/>
              <a:rect l="0" t="0" r="0" b="0"/>
              <a:pathLst>
                <a:path w="1544098" h="241840">
                  <a:moveTo>
                    <a:pt x="1544098" y="0"/>
                  </a:moveTo>
                  <a:lnTo>
                    <a:pt x="1544098" y="241840"/>
                  </a:lnTo>
                  <a:lnTo>
                    <a:pt x="0" y="24184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69" name="Recycle left refined">
              <a:extLst>
                <a:ext uri="{FF2B5EF4-FFF2-40B4-BE49-F238E27FC236}">
                  <a16:creationId xmlns:a16="http://schemas.microsoft.com/office/drawing/2014/main" id="{9E9F6AF5-6C88-4D6A-4EB6-AE11098D540D}"/>
                </a:ext>
              </a:extLst>
            </p:cNvPr>
            <p:cNvSpPr>
              <a:spLocks noGrp="1"/>
            </p:cNvSpPr>
            <p:nvPr/>
          </p:nvSpPr>
          <p:spPr>
            <a:xfrm>
              <a:off x="4640199" y="3409188"/>
              <a:ext cx="1544098" cy="218503"/>
            </a:xfrm>
            <a:custGeom>
              <a:avLst/>
              <a:gdLst/>
              <a:ahLst/>
              <a:cxnLst/>
              <a:rect l="0" t="0" r="0" b="0"/>
              <a:pathLst>
                <a:path w="1544098" h="218503">
                  <a:moveTo>
                    <a:pt x="1544098" y="218503"/>
                  </a:moveTo>
                  <a:lnTo>
                    <a:pt x="0" y="218503"/>
                  </a:ln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0" name="Recycle left refined head">
              <a:extLst>
                <a:ext uri="{FF2B5EF4-FFF2-40B4-BE49-F238E27FC236}">
                  <a16:creationId xmlns:a16="http://schemas.microsoft.com/office/drawing/2014/main" id="{FC70626C-9297-3774-289D-8C74BAB81591}"/>
                </a:ext>
              </a:extLst>
            </p:cNvPr>
            <p:cNvSpPr>
              <a:spLocks noGrp="1"/>
            </p:cNvSpPr>
            <p:nvPr/>
          </p:nvSpPr>
          <p:spPr>
            <a:xfrm>
              <a:off x="4611529" y="338585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0"/>
                  </a:moveTo>
                  <a:lnTo>
                    <a:pt x="0" y="66675"/>
                  </a:lnTo>
                  <a:lnTo>
                    <a:pt x="57340" y="66675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1" name="Crop to summary refined">
              <a:extLst>
                <a:ext uri="{FF2B5EF4-FFF2-40B4-BE49-F238E27FC236}">
                  <a16:creationId xmlns:a16="http://schemas.microsoft.com/office/drawing/2014/main" id="{23964A60-5300-B32A-CC8C-9F9A10909522}"/>
                </a:ext>
              </a:extLst>
            </p:cNvPr>
            <p:cNvSpPr>
              <a:spLocks noGrp="1"/>
            </p:cNvSpPr>
            <p:nvPr/>
          </p:nvSpPr>
          <p:spPr>
            <a:xfrm>
              <a:off x="3471767" y="6064758"/>
              <a:ext cx="1148715" cy="191"/>
            </a:xfrm>
            <a:custGeom>
              <a:avLst/>
              <a:gdLst/>
              <a:ahLst/>
              <a:cxnLst/>
              <a:rect l="0" t="0" r="0" b="0"/>
              <a:pathLst>
                <a:path w="1148715" h="191">
                  <a:moveTo>
                    <a:pt x="0" y="0"/>
                  </a:moveTo>
                  <a:lnTo>
                    <a:pt x="1148715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72" name="Crop to summary refined head">
              <a:extLst>
                <a:ext uri="{FF2B5EF4-FFF2-40B4-BE49-F238E27FC236}">
                  <a16:creationId xmlns:a16="http://schemas.microsoft.com/office/drawing/2014/main" id="{864E15CB-81EF-2FAC-14F2-E25D89F29346}"/>
                </a:ext>
              </a:extLst>
            </p:cNvPr>
            <p:cNvSpPr>
              <a:spLocks noGrp="1"/>
            </p:cNvSpPr>
            <p:nvPr/>
          </p:nvSpPr>
          <p:spPr>
            <a:xfrm>
              <a:off x="4577144" y="6036088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73" name="Input split refined">
              <a:extLst>
                <a:ext uri="{FF2B5EF4-FFF2-40B4-BE49-F238E27FC236}">
                  <a16:creationId xmlns:a16="http://schemas.microsoft.com/office/drawing/2014/main" id="{B4BBBDF4-6774-1D2C-95B2-F3B88AB1C869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793355"/>
              <a:ext cx="846772" cy="160020"/>
            </a:xfrm>
            <a:custGeom>
              <a:avLst/>
              <a:gdLst/>
              <a:ahLst/>
              <a:cxnLst/>
              <a:rect l="0" t="0" r="0" b="0"/>
              <a:pathLst>
                <a:path w="846772" h="160020">
                  <a:moveTo>
                    <a:pt x="846772" y="0"/>
                  </a:moveTo>
                  <a:lnTo>
                    <a:pt x="846772" y="160020"/>
                  </a:lnTo>
                  <a:lnTo>
                    <a:pt x="0" y="1600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4" name="Input split right refined">
              <a:extLst>
                <a:ext uri="{FF2B5EF4-FFF2-40B4-BE49-F238E27FC236}">
                  <a16:creationId xmlns:a16="http://schemas.microsoft.com/office/drawing/2014/main" id="{950F0CCA-2F88-9AFF-22D8-DAA7ACB6176C}"/>
                </a:ext>
              </a:extLst>
            </p:cNvPr>
            <p:cNvSpPr>
              <a:spLocks noGrp="1"/>
            </p:cNvSpPr>
            <p:nvPr/>
          </p:nvSpPr>
          <p:spPr>
            <a:xfrm>
              <a:off x="2811780" y="7953375"/>
              <a:ext cx="827723" cy="191"/>
            </a:xfrm>
            <a:custGeom>
              <a:avLst/>
              <a:gdLst/>
              <a:ahLst/>
              <a:cxnLst/>
              <a:rect l="0" t="0" r="0" b="0"/>
              <a:pathLst>
                <a:path w="827723" h="191">
                  <a:moveTo>
                    <a:pt x="0" y="0"/>
                  </a:moveTo>
                  <a:lnTo>
                    <a:pt x="827723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5" name="Inputs to pool refined">
              <a:extLst>
                <a:ext uri="{FF2B5EF4-FFF2-40B4-BE49-F238E27FC236}">
                  <a16:creationId xmlns:a16="http://schemas.microsoft.com/office/drawing/2014/main" id="{B22E0EF3-FD19-0826-1822-07182CC69FC5}"/>
                </a:ext>
              </a:extLst>
            </p:cNvPr>
            <p:cNvSpPr>
              <a:spLocks noGrp="1"/>
            </p:cNvSpPr>
            <p:nvPr/>
          </p:nvSpPr>
          <p:spPr>
            <a:xfrm>
              <a:off x="1965008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6" name="Inputs to pool refined head">
              <a:extLst>
                <a:ext uri="{FF2B5EF4-FFF2-40B4-BE49-F238E27FC236}">
                  <a16:creationId xmlns:a16="http://schemas.microsoft.com/office/drawing/2014/main" id="{CA70B1F6-4A00-BABC-2972-012866989961}"/>
                </a:ext>
              </a:extLst>
            </p:cNvPr>
            <p:cNvSpPr>
              <a:spLocks noGrp="1"/>
            </p:cNvSpPr>
            <p:nvPr/>
          </p:nvSpPr>
          <p:spPr>
            <a:xfrm>
              <a:off x="1936337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77" name="Inputs to attention refined">
              <a:extLst>
                <a:ext uri="{FF2B5EF4-FFF2-40B4-BE49-F238E27FC236}">
                  <a16:creationId xmlns:a16="http://schemas.microsoft.com/office/drawing/2014/main" id="{08F1A61E-3B0E-8BF6-7F27-5CCE4D22C59A}"/>
                </a:ext>
              </a:extLst>
            </p:cNvPr>
            <p:cNvSpPr>
              <a:spLocks noGrp="1"/>
            </p:cNvSpPr>
            <p:nvPr/>
          </p:nvSpPr>
          <p:spPr>
            <a:xfrm>
              <a:off x="3639503" y="7953375"/>
              <a:ext cx="191" cy="143732"/>
            </a:xfrm>
            <a:custGeom>
              <a:avLst/>
              <a:gdLst/>
              <a:ahLst/>
              <a:cxnLst/>
              <a:rect l="0" t="0" r="0" b="0"/>
              <a:pathLst>
                <a:path w="191" h="143732">
                  <a:moveTo>
                    <a:pt x="0" y="0"/>
                  </a:moveTo>
                  <a:lnTo>
                    <a:pt x="0" y="1437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78" name="Inputs to attention refined head">
              <a:extLst>
                <a:ext uri="{FF2B5EF4-FFF2-40B4-BE49-F238E27FC236}">
                  <a16:creationId xmlns:a16="http://schemas.microsoft.com/office/drawing/2014/main" id="{4A8E2717-7DBF-7A20-898F-8A4B8D99C916}"/>
                </a:ext>
              </a:extLst>
            </p:cNvPr>
            <p:cNvSpPr>
              <a:spLocks noGrp="1"/>
            </p:cNvSpPr>
            <p:nvPr/>
          </p:nvSpPr>
          <p:spPr>
            <a:xfrm>
              <a:off x="3610832" y="8053769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3" name="MLP to FiLM refined">
              <a:extLst>
                <a:ext uri="{FF2B5EF4-FFF2-40B4-BE49-F238E27FC236}">
                  <a16:creationId xmlns:a16="http://schemas.microsoft.com/office/drawing/2014/main" id="{2C7C678A-F3D0-E51D-2CD6-B41E5CBA7774}"/>
                </a:ext>
              </a:extLst>
            </p:cNvPr>
            <p:cNvSpPr>
              <a:spLocks noGrp="1"/>
            </p:cNvSpPr>
            <p:nvPr/>
          </p:nvSpPr>
          <p:spPr>
            <a:xfrm>
              <a:off x="3210878" y="8968264"/>
              <a:ext cx="1502569" cy="191"/>
            </a:xfrm>
            <a:custGeom>
              <a:avLst/>
              <a:gdLst/>
              <a:ahLst/>
              <a:cxnLst/>
              <a:rect l="0" t="0" r="0" b="0"/>
              <a:pathLst>
                <a:path w="1502569" h="191">
                  <a:moveTo>
                    <a:pt x="0" y="0"/>
                  </a:moveTo>
                  <a:lnTo>
                    <a:pt x="1502569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84" name="MLP to FiLM refined head">
              <a:extLst>
                <a:ext uri="{FF2B5EF4-FFF2-40B4-BE49-F238E27FC236}">
                  <a16:creationId xmlns:a16="http://schemas.microsoft.com/office/drawing/2014/main" id="{E62BF4CB-2DFB-E34F-0A43-259454CA6416}"/>
                </a:ext>
              </a:extLst>
            </p:cNvPr>
            <p:cNvSpPr>
              <a:spLocks noGrp="1"/>
            </p:cNvSpPr>
            <p:nvPr/>
          </p:nvSpPr>
          <p:spPr>
            <a:xfrm>
              <a:off x="4670108" y="8939594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85" name="Summary to FiLM refined">
              <a:extLst>
                <a:ext uri="{FF2B5EF4-FFF2-40B4-BE49-F238E27FC236}">
                  <a16:creationId xmlns:a16="http://schemas.microsoft.com/office/drawing/2014/main" id="{4AD6C56A-E9C3-F934-64AC-D936F1D8505E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6400800"/>
              <a:ext cx="191" cy="2367439"/>
            </a:xfrm>
            <a:custGeom>
              <a:avLst/>
              <a:gdLst/>
              <a:ahLst/>
              <a:cxnLst/>
              <a:rect l="0" t="0" r="0" b="0"/>
              <a:pathLst>
                <a:path w="191" h="2367439">
                  <a:moveTo>
                    <a:pt x="0" y="0"/>
                  </a:moveTo>
                  <a:lnTo>
                    <a:pt x="0" y="2367439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6" name="Summary to FiLM refined head">
              <a:extLst>
                <a:ext uri="{FF2B5EF4-FFF2-40B4-BE49-F238E27FC236}">
                  <a16:creationId xmlns:a16="http://schemas.microsoft.com/office/drawing/2014/main" id="{EEAEF4BF-5039-6C23-B675-9771749FE17A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872490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7" name="Summary to cross attention refined">
              <a:extLst>
                <a:ext uri="{FF2B5EF4-FFF2-40B4-BE49-F238E27FC236}">
                  <a16:creationId xmlns:a16="http://schemas.microsoft.com/office/drawing/2014/main" id="{EFD90DBF-A222-410E-15F3-D541CA16A8AE}"/>
                </a:ext>
              </a:extLst>
            </p:cNvPr>
            <p:cNvSpPr>
              <a:spLocks noGrp="1"/>
            </p:cNvSpPr>
            <p:nvPr/>
          </p:nvSpPr>
          <p:spPr>
            <a:xfrm>
              <a:off x="4425315" y="8297132"/>
              <a:ext cx="664845" cy="191"/>
            </a:xfrm>
            <a:custGeom>
              <a:avLst/>
              <a:gdLst/>
              <a:ahLst/>
              <a:cxnLst/>
              <a:rect l="0" t="0" r="0" b="0"/>
              <a:pathLst>
                <a:path w="664845" h="191">
                  <a:moveTo>
                    <a:pt x="664845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4083B4"/>
              </a:solidFill>
              <a:prstDash val="solid"/>
            </a:ln>
          </p:spPr>
        </p:sp>
        <p:sp>
          <p:nvSpPr>
            <p:cNvPr id="1388" name="Summary to cross attention refined head">
              <a:extLst>
                <a:ext uri="{FF2B5EF4-FFF2-40B4-BE49-F238E27FC236}">
                  <a16:creationId xmlns:a16="http://schemas.microsoft.com/office/drawing/2014/main" id="{91B08F31-0339-9716-3395-2B3F8970BA82}"/>
                </a:ext>
              </a:extLst>
            </p:cNvPr>
            <p:cNvSpPr>
              <a:spLocks noGrp="1"/>
            </p:cNvSpPr>
            <p:nvPr/>
          </p:nvSpPr>
          <p:spPr>
            <a:xfrm>
              <a:off x="4401979" y="82684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4083B4"/>
            </a:solidFill>
            <a:ln w="0">
              <a:noFill/>
              <a:prstDash val="solid"/>
            </a:ln>
          </p:spPr>
        </p:sp>
        <p:sp>
          <p:nvSpPr>
            <p:cNvPr id="1389" name="FiLM to candidate refined">
              <a:extLst>
                <a:ext uri="{FF2B5EF4-FFF2-40B4-BE49-F238E27FC236}">
                  <a16:creationId xmlns:a16="http://schemas.microsoft.com/office/drawing/2014/main" id="{25FC3F76-C3DD-1537-7837-64B9361AE243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144953"/>
              <a:ext cx="191" cy="215360"/>
            </a:xfrm>
            <a:custGeom>
              <a:avLst/>
              <a:gdLst/>
              <a:ahLst/>
              <a:cxnLst/>
              <a:rect l="0" t="0" r="0" b="0"/>
              <a:pathLst>
                <a:path w="191" h="215360">
                  <a:moveTo>
                    <a:pt x="0" y="0"/>
                  </a:moveTo>
                  <a:lnTo>
                    <a:pt x="0" y="21536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0" name="FiLM to candidate refined head">
              <a:extLst>
                <a:ext uri="{FF2B5EF4-FFF2-40B4-BE49-F238E27FC236}">
                  <a16:creationId xmlns:a16="http://schemas.microsoft.com/office/drawing/2014/main" id="{7A05C2E3-B0E7-7DA8-4847-EC91C004D35D}"/>
                </a:ext>
              </a:extLst>
            </p:cNvPr>
            <p:cNvSpPr>
              <a:spLocks noGrp="1"/>
            </p:cNvSpPr>
            <p:nvPr/>
          </p:nvSpPr>
          <p:spPr>
            <a:xfrm>
              <a:off x="5061490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1" name="Candidate to foreground refined">
              <a:extLst>
                <a:ext uri="{FF2B5EF4-FFF2-40B4-BE49-F238E27FC236}">
                  <a16:creationId xmlns:a16="http://schemas.microsoft.com/office/drawing/2014/main" id="{FE203BD6-3778-87C2-8526-E332B5B380C4}"/>
                </a:ext>
              </a:extLst>
            </p:cNvPr>
            <p:cNvSpPr>
              <a:spLocks noGrp="1"/>
            </p:cNvSpPr>
            <p:nvPr/>
          </p:nvSpPr>
          <p:spPr>
            <a:xfrm>
              <a:off x="2281142" y="9525000"/>
              <a:ext cx="2809018" cy="286702"/>
            </a:xfrm>
            <a:custGeom>
              <a:avLst/>
              <a:gdLst/>
              <a:ahLst/>
              <a:cxnLst/>
              <a:rect l="0" t="0" r="0" b="0"/>
              <a:pathLst>
                <a:path w="2809018" h="286702">
                  <a:moveTo>
                    <a:pt x="2809018" y="0"/>
                  </a:moveTo>
                  <a:lnTo>
                    <a:pt x="2809018" y="95250"/>
                  </a:lnTo>
                  <a:lnTo>
                    <a:pt x="0" y="95250"/>
                  </a:lnTo>
                  <a:lnTo>
                    <a:pt x="0" y="28670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2" name="Candidate to foreground refined head">
              <a:extLst>
                <a:ext uri="{FF2B5EF4-FFF2-40B4-BE49-F238E27FC236}">
                  <a16:creationId xmlns:a16="http://schemas.microsoft.com/office/drawing/2014/main" id="{D2B7433A-243E-C206-1CB1-3F191E6AD029}"/>
                </a:ext>
              </a:extLst>
            </p:cNvPr>
            <p:cNvSpPr>
              <a:spLocks noGrp="1"/>
            </p:cNvSpPr>
            <p:nvPr/>
          </p:nvSpPr>
          <p:spPr>
            <a:xfrm>
              <a:off x="2252472" y="976836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3" name="Foreground to probability refined">
              <a:extLst>
                <a:ext uri="{FF2B5EF4-FFF2-40B4-BE49-F238E27FC236}">
                  <a16:creationId xmlns:a16="http://schemas.microsoft.com/office/drawing/2014/main" id="{D5A6B998-ADFA-E982-8C35-E6D90114C21C}"/>
                </a:ext>
              </a:extLst>
            </p:cNvPr>
            <p:cNvSpPr>
              <a:spLocks noGrp="1"/>
            </p:cNvSpPr>
            <p:nvPr/>
          </p:nvSpPr>
          <p:spPr>
            <a:xfrm>
              <a:off x="3081147" y="9971532"/>
              <a:ext cx="600742" cy="191"/>
            </a:xfrm>
            <a:custGeom>
              <a:avLst/>
              <a:gdLst/>
              <a:ahLst/>
              <a:cxnLst/>
              <a:rect l="0" t="0" r="0" b="0"/>
              <a:pathLst>
                <a:path w="600742" h="191">
                  <a:moveTo>
                    <a:pt x="0" y="0"/>
                  </a:moveTo>
                  <a:lnTo>
                    <a:pt x="600742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4" name="Foreground to probability refined head">
              <a:extLst>
                <a:ext uri="{FF2B5EF4-FFF2-40B4-BE49-F238E27FC236}">
                  <a16:creationId xmlns:a16="http://schemas.microsoft.com/office/drawing/2014/main" id="{660BE4D6-2608-6E09-7FF4-AD7C50994699}"/>
                </a:ext>
              </a:extLst>
            </p:cNvPr>
            <p:cNvSpPr>
              <a:spLocks noGrp="1"/>
            </p:cNvSpPr>
            <p:nvPr/>
          </p:nvSpPr>
          <p:spPr>
            <a:xfrm>
              <a:off x="3638550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5" name="Candidate to cosine refined">
              <a:extLst>
                <a:ext uri="{FF2B5EF4-FFF2-40B4-BE49-F238E27FC236}">
                  <a16:creationId xmlns:a16="http://schemas.microsoft.com/office/drawing/2014/main" id="{22A5040B-9402-AB7D-9094-F4BF5F10ADD2}"/>
                </a:ext>
              </a:extLst>
            </p:cNvPr>
            <p:cNvSpPr>
              <a:spLocks noGrp="1"/>
            </p:cNvSpPr>
            <p:nvPr/>
          </p:nvSpPr>
          <p:spPr>
            <a:xfrm>
              <a:off x="5090160" y="9525000"/>
              <a:ext cx="2143887" cy="446532"/>
            </a:xfrm>
            <a:custGeom>
              <a:avLst/>
              <a:gdLst/>
              <a:ahLst/>
              <a:cxnLst/>
              <a:rect l="0" t="0" r="0" b="0"/>
              <a:pathLst>
                <a:path w="2143887" h="446532">
                  <a:moveTo>
                    <a:pt x="0" y="0"/>
                  </a:moveTo>
                  <a:lnTo>
                    <a:pt x="0" y="446532"/>
                  </a:lnTo>
                  <a:lnTo>
                    <a:pt x="2143887" y="446532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6" name="Candidate to cosine refined head">
              <a:extLst>
                <a:ext uri="{FF2B5EF4-FFF2-40B4-BE49-F238E27FC236}">
                  <a16:creationId xmlns:a16="http://schemas.microsoft.com/office/drawing/2014/main" id="{D0F3AAE9-EBC0-FC07-AF0A-FBDAD938D93E}"/>
                </a:ext>
              </a:extLst>
            </p:cNvPr>
            <p:cNvSpPr>
              <a:spLocks noGrp="1"/>
            </p:cNvSpPr>
            <p:nvPr/>
          </p:nvSpPr>
          <p:spPr>
            <a:xfrm>
              <a:off x="7190708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7" name="Selected identity to graph refined">
              <a:extLst>
                <a:ext uri="{FF2B5EF4-FFF2-40B4-BE49-F238E27FC236}">
                  <a16:creationId xmlns:a16="http://schemas.microsoft.com/office/drawing/2014/main" id="{2545D43E-9B8D-BA3E-80CD-880BD63B35AE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6134481"/>
              <a:ext cx="651129" cy="595217"/>
            </a:xfrm>
            <a:custGeom>
              <a:avLst/>
              <a:gdLst/>
              <a:ahLst/>
              <a:cxnLst/>
              <a:rect l="0" t="0" r="0" b="0"/>
              <a:pathLst>
                <a:path w="651129" h="595217">
                  <a:moveTo>
                    <a:pt x="651129" y="0"/>
                  </a:moveTo>
                  <a:lnTo>
                    <a:pt x="0" y="0"/>
                  </a:lnTo>
                  <a:lnTo>
                    <a:pt x="0" y="59521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398" name="Selected identity to graph refined head">
              <a:extLst>
                <a:ext uri="{FF2B5EF4-FFF2-40B4-BE49-F238E27FC236}">
                  <a16:creationId xmlns:a16="http://schemas.microsoft.com/office/drawing/2014/main" id="{2F033F6F-AC85-37DE-479C-D063C3DB8E25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668636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399" name="Graph to GNN refined">
              <a:extLst>
                <a:ext uri="{FF2B5EF4-FFF2-40B4-BE49-F238E27FC236}">
                  <a16:creationId xmlns:a16="http://schemas.microsoft.com/office/drawing/2014/main" id="{7EF864D3-D6E3-5180-82C2-0A0AE886C150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441406"/>
              <a:ext cx="191" cy="153448"/>
            </a:xfrm>
            <a:custGeom>
              <a:avLst/>
              <a:gdLst/>
              <a:ahLst/>
              <a:cxnLst/>
              <a:rect l="0" t="0" r="0" b="0"/>
              <a:pathLst>
                <a:path w="191" h="153448">
                  <a:moveTo>
                    <a:pt x="0" y="0"/>
                  </a:moveTo>
                  <a:lnTo>
                    <a:pt x="0" y="15344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0" name="Graph to GNN refined head">
              <a:extLst>
                <a:ext uri="{FF2B5EF4-FFF2-40B4-BE49-F238E27FC236}">
                  <a16:creationId xmlns:a16="http://schemas.microsoft.com/office/drawing/2014/main" id="{B23BD653-4893-2671-9B86-7F888A6E5617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755151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1" name="GNN to graph attention refined">
              <a:extLst>
                <a:ext uri="{FF2B5EF4-FFF2-40B4-BE49-F238E27FC236}">
                  <a16:creationId xmlns:a16="http://schemas.microsoft.com/office/drawing/2014/main" id="{B0DCC1B2-7C1A-332C-0127-08382278DBC6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7934420"/>
              <a:ext cx="191" cy="274320"/>
            </a:xfrm>
            <a:custGeom>
              <a:avLst/>
              <a:gdLst/>
              <a:ahLst/>
              <a:cxnLst/>
              <a:rect l="0" t="0" r="0" b="0"/>
              <a:pathLst>
                <a:path w="191" h="274320">
                  <a:moveTo>
                    <a:pt x="0" y="0"/>
                  </a:moveTo>
                  <a:lnTo>
                    <a:pt x="0" y="27432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2" name="GNN to graph attention refined head">
              <a:extLst>
                <a:ext uri="{FF2B5EF4-FFF2-40B4-BE49-F238E27FC236}">
                  <a16:creationId xmlns:a16="http://schemas.microsoft.com/office/drawing/2014/main" id="{F5D1A0D2-1869-EB89-61A3-D3ABFE580C35}"/>
                </a:ext>
              </a:extLst>
            </p:cNvPr>
            <p:cNvSpPr>
              <a:spLocks noGrp="1"/>
            </p:cNvSpPr>
            <p:nvPr/>
          </p:nvSpPr>
          <p:spPr>
            <a:xfrm>
              <a:off x="6596158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3" name="Identity to SMI-TED refined">
              <a:extLst>
                <a:ext uri="{FF2B5EF4-FFF2-40B4-BE49-F238E27FC236}">
                  <a16:creationId xmlns:a16="http://schemas.microsoft.com/office/drawing/2014/main" id="{416B661C-118E-CA99-59DC-DA4857A74E2E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6638068"/>
              <a:ext cx="191" cy="326993"/>
            </a:xfrm>
            <a:custGeom>
              <a:avLst/>
              <a:gdLst/>
              <a:ahLst/>
              <a:cxnLst/>
              <a:rect l="0" t="0" r="0" b="0"/>
              <a:pathLst>
                <a:path w="191" h="326993">
                  <a:moveTo>
                    <a:pt x="0" y="0"/>
                  </a:moveTo>
                  <a:lnTo>
                    <a:pt x="0" y="326993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4" name="Identity to SMI-TED refined head">
              <a:extLst>
                <a:ext uri="{FF2B5EF4-FFF2-40B4-BE49-F238E27FC236}">
                  <a16:creationId xmlns:a16="http://schemas.microsoft.com/office/drawing/2014/main" id="{0BA2F96A-2AFB-7C00-99C8-78C9DC78B848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692172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5" name="SMI-TED to language refined">
              <a:extLst>
                <a:ext uri="{FF2B5EF4-FFF2-40B4-BE49-F238E27FC236}">
                  <a16:creationId xmlns:a16="http://schemas.microsoft.com/office/drawing/2014/main" id="{688B9630-847C-74A2-04EF-D75E08D7E423}"/>
                </a:ext>
              </a:extLst>
            </p:cNvPr>
            <p:cNvSpPr>
              <a:spLocks noGrp="1"/>
            </p:cNvSpPr>
            <p:nvPr/>
          </p:nvSpPr>
          <p:spPr>
            <a:xfrm>
              <a:off x="8194929" y="7304627"/>
              <a:ext cx="191" cy="1013841"/>
            </a:xfrm>
            <a:custGeom>
              <a:avLst/>
              <a:gdLst/>
              <a:ahLst/>
              <a:cxnLst/>
              <a:rect l="0" t="0" r="0" b="0"/>
              <a:pathLst>
                <a:path w="191" h="1013841">
                  <a:moveTo>
                    <a:pt x="0" y="0"/>
                  </a:moveTo>
                  <a:lnTo>
                    <a:pt x="0" y="101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6" name="SMI-TED to language refined head">
              <a:extLst>
                <a:ext uri="{FF2B5EF4-FFF2-40B4-BE49-F238E27FC236}">
                  <a16:creationId xmlns:a16="http://schemas.microsoft.com/office/drawing/2014/main" id="{7251A2B8-D12B-A433-6B0D-10AA76953AAB}"/>
                </a:ext>
              </a:extLst>
            </p:cNvPr>
            <p:cNvSpPr>
              <a:spLocks noGrp="1"/>
            </p:cNvSpPr>
            <p:nvPr/>
          </p:nvSpPr>
          <p:spPr>
            <a:xfrm>
              <a:off x="8166259" y="8275130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7" name="Other identities refined">
              <a:extLst>
                <a:ext uri="{FF2B5EF4-FFF2-40B4-BE49-F238E27FC236}">
                  <a16:creationId xmlns:a16="http://schemas.microsoft.com/office/drawing/2014/main" id="{A4787BA6-E950-16B8-B01A-9B4C92E13C7A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581174"/>
              <a:ext cx="613886" cy="1373695"/>
            </a:xfrm>
            <a:custGeom>
              <a:avLst/>
              <a:gdLst/>
              <a:ahLst/>
              <a:cxnLst/>
              <a:rect l="0" t="0" r="0" b="0"/>
              <a:pathLst>
                <a:path w="613886" h="1373695">
                  <a:moveTo>
                    <a:pt x="0" y="0"/>
                  </a:moveTo>
                  <a:lnTo>
                    <a:pt x="613886" y="0"/>
                  </a:lnTo>
                  <a:lnTo>
                    <a:pt x="613886" y="137369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08" name="Other identities refined head">
              <a:extLst>
                <a:ext uri="{FF2B5EF4-FFF2-40B4-BE49-F238E27FC236}">
                  <a16:creationId xmlns:a16="http://schemas.microsoft.com/office/drawing/2014/main" id="{9D094DDB-3471-ECAC-BCA5-E9612E620328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6911531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09" name="Other identities middle refined">
              <a:extLst>
                <a:ext uri="{FF2B5EF4-FFF2-40B4-BE49-F238E27FC236}">
                  <a16:creationId xmlns:a16="http://schemas.microsoft.com/office/drawing/2014/main" id="{43A875F1-64CC-3AE0-16D0-832B017C6CB3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5851112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0" name="Other identities lower refined">
              <a:extLst>
                <a:ext uri="{FF2B5EF4-FFF2-40B4-BE49-F238E27FC236}">
                  <a16:creationId xmlns:a16="http://schemas.microsoft.com/office/drawing/2014/main" id="{D83A070A-E1D1-4067-2310-74DC30F9F921}"/>
                </a:ext>
              </a:extLst>
            </p:cNvPr>
            <p:cNvSpPr>
              <a:spLocks noGrp="1"/>
            </p:cNvSpPr>
            <p:nvPr/>
          </p:nvSpPr>
          <p:spPr>
            <a:xfrm>
              <a:off x="9173528" y="6533293"/>
              <a:ext cx="613886" cy="191"/>
            </a:xfrm>
            <a:custGeom>
              <a:avLst/>
              <a:gdLst/>
              <a:ahLst/>
              <a:cxnLst/>
              <a:rect l="0" t="0" r="0" b="0"/>
              <a:pathLst>
                <a:path w="613886" h="191">
                  <a:moveTo>
                    <a:pt x="0" y="0"/>
                  </a:moveTo>
                  <a:lnTo>
                    <a:pt x="613886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1" name="Context SMI-TED to matrix refined">
              <a:extLst>
                <a:ext uri="{FF2B5EF4-FFF2-40B4-BE49-F238E27FC236}">
                  <a16:creationId xmlns:a16="http://schemas.microsoft.com/office/drawing/2014/main" id="{3BA39657-BA55-8B03-4B42-2E8CA0F2402A}"/>
                </a:ext>
              </a:extLst>
            </p:cNvPr>
            <p:cNvSpPr>
              <a:spLocks noGrp="1"/>
            </p:cNvSpPr>
            <p:nvPr/>
          </p:nvSpPr>
          <p:spPr>
            <a:xfrm>
              <a:off x="9797891" y="7294436"/>
              <a:ext cx="191" cy="264128"/>
            </a:xfrm>
            <a:custGeom>
              <a:avLst/>
              <a:gdLst/>
              <a:ahLst/>
              <a:cxnLst/>
              <a:rect l="0" t="0" r="0" b="0"/>
              <a:pathLst>
                <a:path w="191" h="264128">
                  <a:moveTo>
                    <a:pt x="0" y="0"/>
                  </a:moveTo>
                  <a:lnTo>
                    <a:pt x="0" y="264128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2" name="Context SMI-TED to matrix refined head">
              <a:extLst>
                <a:ext uri="{FF2B5EF4-FFF2-40B4-BE49-F238E27FC236}">
                  <a16:creationId xmlns:a16="http://schemas.microsoft.com/office/drawing/2014/main" id="{46BBCF7E-77B7-430B-5E68-8D5D4D07C9BA}"/>
                </a:ext>
              </a:extLst>
            </p:cNvPr>
            <p:cNvSpPr>
              <a:spLocks noGrp="1"/>
            </p:cNvSpPr>
            <p:nvPr/>
          </p:nvSpPr>
          <p:spPr>
            <a:xfrm>
              <a:off x="9769221" y="7515225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3" name="Context matrix to attention refined">
              <a:extLst>
                <a:ext uri="{FF2B5EF4-FFF2-40B4-BE49-F238E27FC236}">
                  <a16:creationId xmlns:a16="http://schemas.microsoft.com/office/drawing/2014/main" id="{19123C2B-08C0-5942-5974-56E3DB290164}"/>
                </a:ext>
              </a:extLst>
            </p:cNvPr>
            <p:cNvSpPr>
              <a:spLocks noGrp="1"/>
            </p:cNvSpPr>
            <p:nvPr/>
          </p:nvSpPr>
          <p:spPr>
            <a:xfrm>
              <a:off x="9787414" y="7958995"/>
              <a:ext cx="191" cy="249745"/>
            </a:xfrm>
            <a:custGeom>
              <a:avLst/>
              <a:gdLst/>
              <a:ahLst/>
              <a:cxnLst/>
              <a:rect l="0" t="0" r="0" b="0"/>
              <a:pathLst>
                <a:path w="191" h="249745">
                  <a:moveTo>
                    <a:pt x="0" y="0"/>
                  </a:moveTo>
                  <a:lnTo>
                    <a:pt x="0" y="2497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4" name="Context matrix to attention refined head">
              <a:extLst>
                <a:ext uri="{FF2B5EF4-FFF2-40B4-BE49-F238E27FC236}">
                  <a16:creationId xmlns:a16="http://schemas.microsoft.com/office/drawing/2014/main" id="{F6D726DD-707A-38A3-9C89-49061435E2BF}"/>
                </a:ext>
              </a:extLst>
            </p:cNvPr>
            <p:cNvSpPr>
              <a:spLocks noGrp="1"/>
            </p:cNvSpPr>
            <p:nvPr/>
          </p:nvSpPr>
          <p:spPr>
            <a:xfrm>
              <a:off x="9758744" y="816540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5" name="Language query left refined">
              <a:extLst>
                <a:ext uri="{FF2B5EF4-FFF2-40B4-BE49-F238E27FC236}">
                  <a16:creationId xmlns:a16="http://schemas.microsoft.com/office/drawing/2014/main" id="{739AFAAD-E669-E2AC-687E-E59FC6E7FAD2}"/>
                </a:ext>
              </a:extLst>
            </p:cNvPr>
            <p:cNvSpPr>
              <a:spLocks noGrp="1"/>
            </p:cNvSpPr>
            <p:nvPr/>
          </p:nvSpPr>
          <p:spPr>
            <a:xfrm>
              <a:off x="7373684" y="8408765"/>
              <a:ext cx="479012" cy="191"/>
            </a:xfrm>
            <a:custGeom>
              <a:avLst/>
              <a:gdLst/>
              <a:ahLst/>
              <a:cxnLst/>
              <a:rect l="0" t="0" r="0" b="0"/>
              <a:pathLst>
                <a:path w="479012" h="191">
                  <a:moveTo>
                    <a:pt x="479012" y="0"/>
                  </a:moveTo>
                  <a:lnTo>
                    <a:pt x="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6" name="Language query left refined head">
              <a:extLst>
                <a:ext uri="{FF2B5EF4-FFF2-40B4-BE49-F238E27FC236}">
                  <a16:creationId xmlns:a16="http://schemas.microsoft.com/office/drawing/2014/main" id="{98D92A42-D662-B44C-CD57-583BDD75174C}"/>
                </a:ext>
              </a:extLst>
            </p:cNvPr>
            <p:cNvSpPr>
              <a:spLocks noGrp="1"/>
            </p:cNvSpPr>
            <p:nvPr/>
          </p:nvSpPr>
          <p:spPr>
            <a:xfrm>
              <a:off x="735034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7" name="Language query right refined">
              <a:extLst>
                <a:ext uri="{FF2B5EF4-FFF2-40B4-BE49-F238E27FC236}">
                  <a16:creationId xmlns:a16="http://schemas.microsoft.com/office/drawing/2014/main" id="{97C332FD-B4F7-4A69-7F24-BE35ED3CC233}"/>
                </a:ext>
              </a:extLst>
            </p:cNvPr>
            <p:cNvSpPr>
              <a:spLocks noGrp="1"/>
            </p:cNvSpPr>
            <p:nvPr/>
          </p:nvSpPr>
          <p:spPr>
            <a:xfrm>
              <a:off x="8522399" y="8408765"/>
              <a:ext cx="478917" cy="191"/>
            </a:xfrm>
            <a:custGeom>
              <a:avLst/>
              <a:gdLst/>
              <a:ahLst/>
              <a:cxnLst/>
              <a:rect l="0" t="0" r="0" b="0"/>
              <a:pathLst>
                <a:path w="478917" h="191">
                  <a:moveTo>
                    <a:pt x="0" y="0"/>
                  </a:moveTo>
                  <a:lnTo>
                    <a:pt x="478917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18" name="Language query right refined head">
              <a:extLst>
                <a:ext uri="{FF2B5EF4-FFF2-40B4-BE49-F238E27FC236}">
                  <a16:creationId xmlns:a16="http://schemas.microsoft.com/office/drawing/2014/main" id="{4B6A3B32-B3D1-5F9B-FDB9-6517BE3635C2}"/>
                </a:ext>
              </a:extLst>
            </p:cNvPr>
            <p:cNvSpPr>
              <a:spLocks noGrp="1"/>
            </p:cNvSpPr>
            <p:nvPr/>
          </p:nvSpPr>
          <p:spPr>
            <a:xfrm>
              <a:off x="8957977" y="8380095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19" name="Language to fusion refined">
              <a:extLst>
                <a:ext uri="{FF2B5EF4-FFF2-40B4-BE49-F238E27FC236}">
                  <a16:creationId xmlns:a16="http://schemas.microsoft.com/office/drawing/2014/main" id="{CC1BD470-88ED-E459-BC64-3926AF1B81FC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8475726"/>
              <a:ext cx="191" cy="281845"/>
            </a:xfrm>
            <a:custGeom>
              <a:avLst/>
              <a:gdLst/>
              <a:ahLst/>
              <a:cxnLst/>
              <a:rect l="0" t="0" r="0" b="0"/>
              <a:pathLst>
                <a:path w="191" h="281845">
                  <a:moveTo>
                    <a:pt x="0" y="0"/>
                  </a:moveTo>
                  <a:lnTo>
                    <a:pt x="0" y="281845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0" name="Language to fusion refined head">
              <a:extLst>
                <a:ext uri="{FF2B5EF4-FFF2-40B4-BE49-F238E27FC236}">
                  <a16:creationId xmlns:a16="http://schemas.microsoft.com/office/drawing/2014/main" id="{7DE28A53-D82C-C158-A00E-484E630E57C6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8714232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1" name="Graph attention to fusion refined">
              <a:extLst>
                <a:ext uri="{FF2B5EF4-FFF2-40B4-BE49-F238E27FC236}">
                  <a16:creationId xmlns:a16="http://schemas.microsoft.com/office/drawing/2014/main" id="{9DE07E88-6455-6397-3B15-5E2794D66EC1}"/>
                </a:ext>
              </a:extLst>
            </p:cNvPr>
            <p:cNvSpPr>
              <a:spLocks noGrp="1"/>
            </p:cNvSpPr>
            <p:nvPr/>
          </p:nvSpPr>
          <p:spPr>
            <a:xfrm>
              <a:off x="6624828" y="8585549"/>
              <a:ext cx="1092899" cy="362807"/>
            </a:xfrm>
            <a:custGeom>
              <a:avLst/>
              <a:gdLst/>
              <a:ahLst/>
              <a:cxnLst/>
              <a:rect l="0" t="0" r="0" b="0"/>
              <a:pathLst>
                <a:path w="1092899" h="362807">
                  <a:moveTo>
                    <a:pt x="0" y="0"/>
                  </a:moveTo>
                  <a:lnTo>
                    <a:pt x="0" y="362807"/>
                  </a:lnTo>
                  <a:lnTo>
                    <a:pt x="1092899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2" name="Graph attention to fusion refined head">
              <a:extLst>
                <a:ext uri="{FF2B5EF4-FFF2-40B4-BE49-F238E27FC236}">
                  <a16:creationId xmlns:a16="http://schemas.microsoft.com/office/drawing/2014/main" id="{80249588-4991-7EA9-C183-E31DFF970425}"/>
                </a:ext>
              </a:extLst>
            </p:cNvPr>
            <p:cNvSpPr>
              <a:spLocks noGrp="1"/>
            </p:cNvSpPr>
            <p:nvPr/>
          </p:nvSpPr>
          <p:spPr>
            <a:xfrm>
              <a:off x="7674388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3" name="Context attention to fusion refined">
              <a:extLst>
                <a:ext uri="{FF2B5EF4-FFF2-40B4-BE49-F238E27FC236}">
                  <a16:creationId xmlns:a16="http://schemas.microsoft.com/office/drawing/2014/main" id="{EB1CDE84-2AAC-05C7-2AC2-7F0CD69C4010}"/>
                </a:ext>
              </a:extLst>
            </p:cNvPr>
            <p:cNvSpPr>
              <a:spLocks noGrp="1"/>
            </p:cNvSpPr>
            <p:nvPr/>
          </p:nvSpPr>
          <p:spPr>
            <a:xfrm>
              <a:off x="8657368" y="8585549"/>
              <a:ext cx="1130046" cy="362807"/>
            </a:xfrm>
            <a:custGeom>
              <a:avLst/>
              <a:gdLst/>
              <a:ahLst/>
              <a:cxnLst/>
              <a:rect l="0" t="0" r="0" b="0"/>
              <a:pathLst>
                <a:path w="1130046" h="362807">
                  <a:moveTo>
                    <a:pt x="1130046" y="0"/>
                  </a:moveTo>
                  <a:lnTo>
                    <a:pt x="1130046" y="362807"/>
                  </a:lnTo>
                  <a:lnTo>
                    <a:pt x="0" y="3628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4" name="Context attention to fusion refined head">
              <a:extLst>
                <a:ext uri="{FF2B5EF4-FFF2-40B4-BE49-F238E27FC236}">
                  <a16:creationId xmlns:a16="http://schemas.microsoft.com/office/drawing/2014/main" id="{2AAA0335-3D51-EA88-2522-F717A483BF32}"/>
                </a:ext>
              </a:extLst>
            </p:cNvPr>
            <p:cNvSpPr>
              <a:spLocks noGrp="1"/>
            </p:cNvSpPr>
            <p:nvPr/>
          </p:nvSpPr>
          <p:spPr>
            <a:xfrm>
              <a:off x="8634032" y="8919686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0" y="28670"/>
                  </a:moveTo>
                  <a:lnTo>
                    <a:pt x="66675" y="57340"/>
                  </a:lnTo>
                  <a:lnTo>
                    <a:pt x="66675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5" name="Fusion to identity vector refined">
              <a:extLst>
                <a:ext uri="{FF2B5EF4-FFF2-40B4-BE49-F238E27FC236}">
                  <a16:creationId xmlns:a16="http://schemas.microsoft.com/office/drawing/2014/main" id="{67958AAC-3FC5-4E94-249E-68F363396C6E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115806"/>
              <a:ext cx="191" cy="244507"/>
            </a:xfrm>
            <a:custGeom>
              <a:avLst/>
              <a:gdLst/>
              <a:ahLst/>
              <a:cxnLst/>
              <a:rect l="0" t="0" r="0" b="0"/>
              <a:pathLst>
                <a:path w="191" h="244507">
                  <a:moveTo>
                    <a:pt x="0" y="0"/>
                  </a:moveTo>
                  <a:lnTo>
                    <a:pt x="0" y="244507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6" name="Fusion to identity vector refined head">
              <a:extLst>
                <a:ext uri="{FF2B5EF4-FFF2-40B4-BE49-F238E27FC236}">
                  <a16:creationId xmlns:a16="http://schemas.microsoft.com/office/drawing/2014/main" id="{5B85A195-1A68-48DC-E553-B1E99915D03B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316974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7" name="Identity vector to cosine refined">
              <a:extLst>
                <a:ext uri="{FF2B5EF4-FFF2-40B4-BE49-F238E27FC236}">
                  <a16:creationId xmlns:a16="http://schemas.microsoft.com/office/drawing/2014/main" id="{DDE80B97-A909-A736-F258-523B74319AC3}"/>
                </a:ext>
              </a:extLst>
            </p:cNvPr>
            <p:cNvSpPr>
              <a:spLocks noGrp="1"/>
            </p:cNvSpPr>
            <p:nvPr/>
          </p:nvSpPr>
          <p:spPr>
            <a:xfrm>
              <a:off x="8187500" y="9517571"/>
              <a:ext cx="191" cy="253841"/>
            </a:xfrm>
            <a:custGeom>
              <a:avLst/>
              <a:gdLst/>
              <a:ahLst/>
              <a:cxnLst/>
              <a:rect l="0" t="0" r="0" b="0"/>
              <a:pathLst>
                <a:path w="191" h="253841">
                  <a:moveTo>
                    <a:pt x="0" y="0"/>
                  </a:moveTo>
                  <a:lnTo>
                    <a:pt x="0" y="253841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28" name="Identity vector to cosine refined head">
              <a:extLst>
                <a:ext uri="{FF2B5EF4-FFF2-40B4-BE49-F238E27FC236}">
                  <a16:creationId xmlns:a16="http://schemas.microsoft.com/office/drawing/2014/main" id="{E490B029-346A-A57E-7B15-889C23CE6281}"/>
                </a:ext>
              </a:extLst>
            </p:cNvPr>
            <p:cNvSpPr>
              <a:spLocks noGrp="1"/>
            </p:cNvSpPr>
            <p:nvPr/>
          </p:nvSpPr>
          <p:spPr>
            <a:xfrm>
              <a:off x="8158829" y="9728073"/>
              <a:ext cx="57340" cy="66675"/>
            </a:xfrm>
            <a:custGeom>
              <a:avLst/>
              <a:gdLst/>
              <a:ahLst/>
              <a:cxnLst/>
              <a:rect l="0" t="0" r="0" b="0"/>
              <a:pathLst>
                <a:path w="57340" h="66675">
                  <a:moveTo>
                    <a:pt x="28670" y="66675"/>
                  </a:moveTo>
                  <a:lnTo>
                    <a:pt x="57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  <p:sp>
          <p:nvSpPr>
            <p:cNvPr id="1429" name="Cosine to score matrix refined">
              <a:extLst>
                <a:ext uri="{FF2B5EF4-FFF2-40B4-BE49-F238E27FC236}">
                  <a16:creationId xmlns:a16="http://schemas.microsoft.com/office/drawing/2014/main" id="{B53F289C-77E1-6513-62C8-F939A23BF1B2}"/>
                </a:ext>
              </a:extLst>
            </p:cNvPr>
            <p:cNvSpPr>
              <a:spLocks noGrp="1"/>
            </p:cNvSpPr>
            <p:nvPr/>
          </p:nvSpPr>
          <p:spPr>
            <a:xfrm>
              <a:off x="8596884" y="9971532"/>
              <a:ext cx="619030" cy="191"/>
            </a:xfrm>
            <a:custGeom>
              <a:avLst/>
              <a:gdLst/>
              <a:ahLst/>
              <a:cxnLst/>
              <a:rect l="0" t="0" r="0" b="0"/>
              <a:pathLst>
                <a:path w="619030" h="191">
                  <a:moveTo>
                    <a:pt x="0" y="0"/>
                  </a:moveTo>
                  <a:lnTo>
                    <a:pt x="619030" y="0"/>
                  </a:lnTo>
                </a:path>
              </a:pathLst>
            </a:custGeom>
            <a:noFill/>
            <a:ln w="8505">
              <a:solidFill>
                <a:srgbClr val="3B8C80"/>
              </a:solidFill>
              <a:prstDash val="solid"/>
            </a:ln>
          </p:spPr>
        </p:sp>
        <p:sp>
          <p:nvSpPr>
            <p:cNvPr id="1430" name="Cosine to score matrix refined head">
              <a:extLst>
                <a:ext uri="{FF2B5EF4-FFF2-40B4-BE49-F238E27FC236}">
                  <a16:creationId xmlns:a16="http://schemas.microsoft.com/office/drawing/2014/main" id="{7D1ABF5A-29C9-76A4-1903-E132A41C0C6D}"/>
                </a:ext>
              </a:extLst>
            </p:cNvPr>
            <p:cNvSpPr>
              <a:spLocks noGrp="1"/>
            </p:cNvSpPr>
            <p:nvPr/>
          </p:nvSpPr>
          <p:spPr>
            <a:xfrm>
              <a:off x="9172575" y="9942862"/>
              <a:ext cx="66675" cy="57340"/>
            </a:xfrm>
            <a:custGeom>
              <a:avLst/>
              <a:gdLst/>
              <a:ahLst/>
              <a:cxnLst/>
              <a:rect l="0" t="0" r="0" b="0"/>
              <a:pathLst>
                <a:path w="66675" h="57340">
                  <a:moveTo>
                    <a:pt x="66675" y="28670"/>
                  </a:moveTo>
                  <a:lnTo>
                    <a:pt x="0" y="0"/>
                  </a:lnTo>
                  <a:lnTo>
                    <a:pt x="0" y="57340"/>
                  </a:lnTo>
                  <a:close/>
                </a:path>
              </a:pathLst>
            </a:custGeom>
            <a:solidFill>
              <a:srgbClr val="3B8C80"/>
            </a:solidFill>
            <a:ln w="0">
              <a:noFill/>
              <a:prstDash val="solid"/>
            </a:ln>
          </p:spPr>
        </p:sp>
      </p:grpSp>
      <p:pic>
        <p:nvPicPr>
          <p:cNvPr id="1435" name="Find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24C88AB2-5918-0F4D-EDE6-0D89FC02F100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546207" y="1226607"/>
            <a:ext cx="477913" cy="456900"/>
          </a:xfrm>
          <a:prstGeom prst="rect">
            <a:avLst/>
          </a:prstGeom>
        </p:spPr>
      </p:pic>
      <p:pic>
        <p:nvPicPr>
          <p:cNvPr id="1436" name="Match clear receptor" descr="Receptor cartoon rendered from unchanged local coordinates, chain C1 of the 9LLG CA2 model.">
            <a:extLst>
              <a:ext uri="{FF2B5EF4-FFF2-40B4-BE49-F238E27FC236}">
                <a16:creationId xmlns:a16="http://schemas.microsoft.com/office/drawing/2014/main" id="{515E1CE9-4EFA-F96B-A08A-C6C2EC64DC6F}"/>
              </a:ext>
            </a:extLst>
          </p:cNvPr>
          <p:cNvPicPr/>
          <p:nvPr/>
        </p:nvPicPr>
        <p:blipFill>
          <a:blip r:embed="rId8"/>
          <a:srcRect l="16857" t="30389" r="19786" b="22500"/>
          <a:stretch>
            <a:fillRect/>
          </a:stretch>
        </p:blipFill>
        <p:spPr>
          <a:xfrm>
            <a:off x="582406" y="2388765"/>
            <a:ext cx="332109" cy="317507"/>
          </a:xfrm>
          <a:prstGeom prst="rect">
            <a:avLst/>
          </a:prstGeom>
        </p:spPr>
      </p:pic>
      <p:pic>
        <p:nvPicPr>
          <p:cNvPr id="1437" name="a | 56-channel tensor stack" descr="Synthetic voxel-grid density schematic">
            <a:extLst>
              <a:ext uri="{FF2B5EF4-FFF2-40B4-BE49-F238E27FC236}">
                <a16:creationId xmlns:a16="http://schemas.microsoft.com/office/drawing/2014/main" id="{64B2259B-4593-C74C-1994-5CCAF189A87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248575" y="566797"/>
            <a:ext cx="343801" cy="237886"/>
          </a:xfrm>
          <a:prstGeom prst="rect">
            <a:avLst/>
          </a:prstGeom>
        </p:spPr>
      </p:pic>
      <p:sp>
        <p:nvSpPr>
          <p:cNvPr id="1442" name="文本框 1441">
            <a:extLst>
              <a:ext uri="{FF2B5EF4-FFF2-40B4-BE49-F238E27FC236}">
                <a16:creationId xmlns:a16="http://schemas.microsoft.com/office/drawing/2014/main" id="{814431DA-F1EE-CFB8-E7E0-CF4D130ECF44}"/>
              </a:ext>
            </a:extLst>
          </p:cNvPr>
          <p:cNvSpPr txBox="1"/>
          <p:nvPr/>
        </p:nvSpPr>
        <p:spPr>
          <a:xfrm>
            <a:off x="1137627" y="775016"/>
            <a:ext cx="559769" cy="1769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50" dirty="0">
                <a:solidFill>
                  <a:srgbClr val="71808C"/>
                </a:solidFill>
                <a:latin typeface="Arial"/>
                <a:cs typeface="Arial"/>
              </a:rPr>
              <a:t>56 channels</a:t>
            </a:r>
            <a:endParaRPr lang="zh-CN" altLang="en-US" sz="550" dirty="0">
              <a:solidFill>
                <a:srgbClr val="71808C"/>
              </a:solidFill>
              <a:latin typeface="Arial"/>
              <a:cs typeface="Arial"/>
            </a:endParaRPr>
          </a:p>
        </p:txBody>
      </p:sp>
      <p:sp>
        <p:nvSpPr>
          <p:cNvPr id="1443" name="V8 embedding computation frame">
            <a:extLst>
              <a:ext uri="{FF2B5EF4-FFF2-40B4-BE49-F238E27FC236}">
                <a16:creationId xmlns:a16="http://schemas.microsoft.com/office/drawing/2014/main" id="{FB41A424-8C9A-2DA8-76B2-57C0C54ECB10}"/>
              </a:ext>
            </a:extLst>
          </p:cNvPr>
          <p:cNvSpPr/>
          <p:nvPr/>
        </p:nvSpPr>
        <p:spPr>
          <a:xfrm>
            <a:off x="1229360" y="1305560"/>
            <a:ext cx="386080" cy="41783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6096" cap="rnd">
            <a:solidFill>
              <a:srgbClr val="C5BDD5"/>
            </a:solidFill>
            <a:prstDash val="solid"/>
            <a:round/>
          </a:ln>
        </p:spPr>
      </p:sp>
      <p:sp>
        <p:nvSpPr>
          <p:cNvPr id="1444" name="V8 embedding neighbor 1 to center">
            <a:extLst>
              <a:ext uri="{FF2B5EF4-FFF2-40B4-BE49-F238E27FC236}">
                <a16:creationId xmlns:a16="http://schemas.microsoft.com/office/drawing/2014/main" id="{3355B015-AF42-20CF-CA69-CEE14894D5E1}"/>
              </a:ext>
            </a:extLst>
          </p:cNvPr>
          <p:cNvSpPr/>
          <p:nvPr/>
        </p:nvSpPr>
        <p:spPr>
          <a:xfrm>
            <a:off x="1285542" y="1388677"/>
            <a:ext cx="84338" cy="113635"/>
          </a:xfrm>
          <a:custGeom>
            <a:avLst/>
            <a:gdLst/>
            <a:ahLst/>
            <a:cxnLst/>
            <a:rect l="l" t="t" r="r" b="b"/>
            <a:pathLst>
              <a:path w="84338" h="113635">
                <a:moveTo>
                  <a:pt x="0" y="0"/>
                </a:moveTo>
                <a:lnTo>
                  <a:pt x="84338" y="11363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5" name="V8 embedding neighbor 1 to center head">
            <a:extLst>
              <a:ext uri="{FF2B5EF4-FFF2-40B4-BE49-F238E27FC236}">
                <a16:creationId xmlns:a16="http://schemas.microsoft.com/office/drawing/2014/main" id="{27615381-2E0E-2FB6-4DD6-10A8B1F481AB}"/>
              </a:ext>
            </a:extLst>
          </p:cNvPr>
          <p:cNvSpPr/>
          <p:nvPr/>
        </p:nvSpPr>
        <p:spPr>
          <a:xfrm>
            <a:off x="1356289" y="1488319"/>
            <a:ext cx="18870" cy="21105"/>
          </a:xfrm>
          <a:custGeom>
            <a:avLst/>
            <a:gdLst/>
            <a:ahLst/>
            <a:cxnLst/>
            <a:rect l="l" t="t" r="r" b="b"/>
            <a:pathLst>
              <a:path w="18870" h="21105">
                <a:moveTo>
                  <a:pt x="18870" y="21105"/>
                </a:moveTo>
                <a:lnTo>
                  <a:pt x="14277" y="0"/>
                </a:lnTo>
                <a:lnTo>
                  <a:pt x="0" y="10596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6" name="V8 embedding neighbor 1">
            <a:extLst>
              <a:ext uri="{FF2B5EF4-FFF2-40B4-BE49-F238E27FC236}">
                <a16:creationId xmlns:a16="http://schemas.microsoft.com/office/drawing/2014/main" id="{B5E8A971-284C-84D2-C0DB-7EB12E4B5902}"/>
              </a:ext>
            </a:extLst>
          </p:cNvPr>
          <p:cNvSpPr/>
          <p:nvPr/>
        </p:nvSpPr>
        <p:spPr>
          <a:xfrm>
            <a:off x="1259522" y="1358582"/>
            <a:ext cx="28575" cy="2857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47" name="V8 embedding neighbor 2 to center">
            <a:extLst>
              <a:ext uri="{FF2B5EF4-FFF2-40B4-BE49-F238E27FC236}">
                <a16:creationId xmlns:a16="http://schemas.microsoft.com/office/drawing/2014/main" id="{410E19AF-558D-0BA4-4F56-8A43CC949018}"/>
              </a:ext>
            </a:extLst>
          </p:cNvPr>
          <p:cNvSpPr/>
          <p:nvPr/>
        </p:nvSpPr>
        <p:spPr>
          <a:xfrm>
            <a:off x="1415442" y="1384737"/>
            <a:ext cx="68064" cy="115185"/>
          </a:xfrm>
          <a:custGeom>
            <a:avLst/>
            <a:gdLst/>
            <a:ahLst/>
            <a:cxnLst/>
            <a:rect l="l" t="t" r="r" b="b"/>
            <a:pathLst>
              <a:path w="68064" h="115185">
                <a:moveTo>
                  <a:pt x="68064" y="0"/>
                </a:moveTo>
                <a:lnTo>
                  <a:pt x="0" y="115185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48" name="V8 embedding neighbor 2 to center head">
            <a:extLst>
              <a:ext uri="{FF2B5EF4-FFF2-40B4-BE49-F238E27FC236}">
                <a16:creationId xmlns:a16="http://schemas.microsoft.com/office/drawing/2014/main" id="{50A61875-DCE0-421C-1735-CFE0432F2E90}"/>
              </a:ext>
            </a:extLst>
          </p:cNvPr>
          <p:cNvSpPr/>
          <p:nvPr/>
        </p:nvSpPr>
        <p:spPr>
          <a:xfrm>
            <a:off x="1410935" y="1486079"/>
            <a:ext cx="17668" cy="21470"/>
          </a:xfrm>
          <a:custGeom>
            <a:avLst/>
            <a:gdLst/>
            <a:ahLst/>
            <a:cxnLst/>
            <a:rect l="l" t="t" r="r" b="b"/>
            <a:pathLst>
              <a:path w="17668" h="21470">
                <a:moveTo>
                  <a:pt x="0" y="21470"/>
                </a:moveTo>
                <a:lnTo>
                  <a:pt x="17668" y="9045"/>
                </a:lnTo>
                <a:lnTo>
                  <a:pt x="2361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49" name="V8 embedding neighbor 2">
            <a:extLst>
              <a:ext uri="{FF2B5EF4-FFF2-40B4-BE49-F238E27FC236}">
                <a16:creationId xmlns:a16="http://schemas.microsoft.com/office/drawing/2014/main" id="{7AEBAFCB-8ED1-BA01-F100-82AD32FAB4F6}"/>
              </a:ext>
            </a:extLst>
          </p:cNvPr>
          <p:cNvSpPr/>
          <p:nvPr/>
        </p:nvSpPr>
        <p:spPr>
          <a:xfrm>
            <a:off x="1477962" y="1352232"/>
            <a:ext cx="31115" cy="31115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0" name="V8 embedding upper curved aggregation">
            <a:extLst>
              <a:ext uri="{FF2B5EF4-FFF2-40B4-BE49-F238E27FC236}">
                <a16:creationId xmlns:a16="http://schemas.microsoft.com/office/drawing/2014/main" id="{1726AB57-DCD6-4DAB-768F-79635F178651}"/>
              </a:ext>
            </a:extLst>
          </p:cNvPr>
          <p:cNvSpPr/>
          <p:nvPr/>
        </p:nvSpPr>
        <p:spPr>
          <a:xfrm>
            <a:off x="1428750" y="1449794"/>
            <a:ext cx="120650" cy="48806"/>
          </a:xfrm>
          <a:custGeom>
            <a:avLst/>
            <a:gdLst/>
            <a:ahLst/>
            <a:cxnLst/>
            <a:rect l="l" t="t" r="r" b="b"/>
            <a:pathLst>
              <a:path w="120650" h="48806">
                <a:moveTo>
                  <a:pt x="118713" y="0"/>
                </a:moveTo>
                <a:cubicBezTo>
                  <a:pt x="120650" y="36106"/>
                  <a:pt x="44450" y="29756"/>
                  <a:pt x="0" y="48806"/>
                </a:cubicBez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1" name="V8 embedding upper curved aggregation tip">
            <a:extLst>
              <a:ext uri="{FF2B5EF4-FFF2-40B4-BE49-F238E27FC236}">
                <a16:creationId xmlns:a16="http://schemas.microsoft.com/office/drawing/2014/main" id="{2B3CEBDA-0E2D-671A-9B26-76F746F7D64B}"/>
              </a:ext>
            </a:extLst>
          </p:cNvPr>
          <p:cNvSpPr/>
          <p:nvPr/>
        </p:nvSpPr>
        <p:spPr>
          <a:xfrm>
            <a:off x="1420039" y="1498600"/>
            <a:ext cx="8711" cy="4690"/>
          </a:xfrm>
          <a:custGeom>
            <a:avLst/>
            <a:gdLst/>
            <a:ahLst/>
            <a:cxnLst/>
            <a:rect l="l" t="t" r="r" b="b"/>
            <a:pathLst>
              <a:path w="8711" h="4690">
                <a:moveTo>
                  <a:pt x="8711" y="0"/>
                </a:moveTo>
                <a:lnTo>
                  <a:pt x="0" y="469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2" name="V8 embedding upper curved aggregation tip head">
            <a:extLst>
              <a:ext uri="{FF2B5EF4-FFF2-40B4-BE49-F238E27FC236}">
                <a16:creationId xmlns:a16="http://schemas.microsoft.com/office/drawing/2014/main" id="{EA8590B6-001E-E7FA-C91E-6684CAB2CE42}"/>
              </a:ext>
            </a:extLst>
          </p:cNvPr>
          <p:cNvSpPr/>
          <p:nvPr/>
        </p:nvSpPr>
        <p:spPr>
          <a:xfrm>
            <a:off x="1412240" y="1490330"/>
            <a:ext cx="21547" cy="17160"/>
          </a:xfrm>
          <a:custGeom>
            <a:avLst/>
            <a:gdLst/>
            <a:ahLst/>
            <a:cxnLst/>
            <a:rect l="l" t="t" r="r" b="b"/>
            <a:pathLst>
              <a:path w="21547" h="17160">
                <a:moveTo>
                  <a:pt x="0" y="17160"/>
                </a:moveTo>
                <a:lnTo>
                  <a:pt x="21547" y="15655"/>
                </a:lnTo>
                <a:lnTo>
                  <a:pt x="13117" y="0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3" name="V8 embedding neighbor 3">
            <a:extLst>
              <a:ext uri="{FF2B5EF4-FFF2-40B4-BE49-F238E27FC236}">
                <a16:creationId xmlns:a16="http://schemas.microsoft.com/office/drawing/2014/main" id="{122DFBAE-E742-85F4-F8BE-661BC7410AFC}"/>
              </a:ext>
            </a:extLst>
          </p:cNvPr>
          <p:cNvSpPr/>
          <p:nvPr/>
        </p:nvSpPr>
        <p:spPr>
          <a:xfrm>
            <a:off x="1550670" y="1426210"/>
            <a:ext cx="27940" cy="2794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4" name="V8 embedding curved aggregation">
            <a:extLst>
              <a:ext uri="{FF2B5EF4-FFF2-40B4-BE49-F238E27FC236}">
                <a16:creationId xmlns:a16="http://schemas.microsoft.com/office/drawing/2014/main" id="{90CEAB6E-EBCA-9F13-36DE-C928BA671D5A}"/>
              </a:ext>
            </a:extLst>
          </p:cNvPr>
          <p:cNvSpPr/>
          <p:nvPr/>
        </p:nvSpPr>
        <p:spPr>
          <a:xfrm>
            <a:off x="1270000" y="1503680"/>
            <a:ext cx="77470" cy="107970"/>
          </a:xfrm>
          <a:custGeom>
            <a:avLst/>
            <a:gdLst/>
            <a:ahLst/>
            <a:cxnLst/>
            <a:rect l="l" t="t" r="r" b="b"/>
            <a:pathLst>
              <a:path w="77470" h="107970">
                <a:moveTo>
                  <a:pt x="17311" y="107970"/>
                </a:moveTo>
                <a:cubicBezTo>
                  <a:pt x="0" y="29210"/>
                  <a:pt x="35560" y="0"/>
                  <a:pt x="77470" y="12700"/>
                </a:cubicBez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5" name="V8 embedding curved aggregation tip">
            <a:extLst>
              <a:ext uri="{FF2B5EF4-FFF2-40B4-BE49-F238E27FC236}">
                <a16:creationId xmlns:a16="http://schemas.microsoft.com/office/drawing/2014/main" id="{4871021E-0B37-6092-4FB6-FB482931253B}"/>
              </a:ext>
            </a:extLst>
          </p:cNvPr>
          <p:cNvSpPr/>
          <p:nvPr/>
        </p:nvSpPr>
        <p:spPr>
          <a:xfrm>
            <a:off x="1347470" y="1516380"/>
            <a:ext cx="6039" cy="3020"/>
          </a:xfrm>
          <a:custGeom>
            <a:avLst/>
            <a:gdLst/>
            <a:ahLst/>
            <a:cxnLst/>
            <a:rect l="l" t="t" r="r" b="b"/>
            <a:pathLst>
              <a:path w="6039" h="3020">
                <a:moveTo>
                  <a:pt x="0" y="0"/>
                </a:moveTo>
                <a:lnTo>
                  <a:pt x="6039" y="3020"/>
                </a:lnTo>
              </a:path>
            </a:pathLst>
          </a:custGeom>
          <a:noFill/>
          <a:ln w="8890" cap="rnd">
            <a:solidFill>
              <a:srgbClr val="9481B1"/>
            </a:solidFill>
            <a:prstDash val="solid"/>
            <a:round/>
          </a:ln>
        </p:spPr>
      </p:sp>
      <p:sp>
        <p:nvSpPr>
          <p:cNvPr id="1456" name="V8 embedding curved aggregation tip head">
            <a:extLst>
              <a:ext uri="{FF2B5EF4-FFF2-40B4-BE49-F238E27FC236}">
                <a16:creationId xmlns:a16="http://schemas.microsoft.com/office/drawing/2014/main" id="{86BC3798-BFD4-0C2D-6F96-1C5CADB6D7BE}"/>
              </a:ext>
            </a:extLst>
          </p:cNvPr>
          <p:cNvSpPr/>
          <p:nvPr/>
        </p:nvSpPr>
        <p:spPr>
          <a:xfrm>
            <a:off x="1337578" y="1504405"/>
            <a:ext cx="25132" cy="19595"/>
          </a:xfrm>
          <a:custGeom>
            <a:avLst/>
            <a:gdLst/>
            <a:ahLst/>
            <a:cxnLst/>
            <a:rect l="l" t="t" r="r" b="b"/>
            <a:pathLst>
              <a:path w="25132" h="19595">
                <a:moveTo>
                  <a:pt x="25132" y="19595"/>
                </a:moveTo>
                <a:lnTo>
                  <a:pt x="9371" y="0"/>
                </a:lnTo>
                <a:lnTo>
                  <a:pt x="0" y="18743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57" name="V8 embedding neighbor 4">
            <a:extLst>
              <a:ext uri="{FF2B5EF4-FFF2-40B4-BE49-F238E27FC236}">
                <a16:creationId xmlns:a16="http://schemas.microsoft.com/office/drawing/2014/main" id="{AEADE014-9292-2360-C2CE-F8C845E8BCFD}"/>
              </a:ext>
            </a:extLst>
          </p:cNvPr>
          <p:cNvSpPr/>
          <p:nvPr/>
        </p:nvSpPr>
        <p:spPr>
          <a:xfrm>
            <a:off x="1255395" y="1607185"/>
            <a:ext cx="31750" cy="3175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58" name="V8 embedding neighbor 5 to center">
            <a:extLst>
              <a:ext uri="{FF2B5EF4-FFF2-40B4-BE49-F238E27FC236}">
                <a16:creationId xmlns:a16="http://schemas.microsoft.com/office/drawing/2014/main" id="{88F2ECE0-BE4E-6B10-0F14-901F5AD31AE6}"/>
              </a:ext>
            </a:extLst>
          </p:cNvPr>
          <p:cNvSpPr/>
          <p:nvPr/>
        </p:nvSpPr>
        <p:spPr>
          <a:xfrm>
            <a:off x="1385690" y="1576570"/>
            <a:ext cx="5857" cy="82734"/>
          </a:xfrm>
          <a:custGeom>
            <a:avLst/>
            <a:gdLst/>
            <a:ahLst/>
            <a:cxnLst/>
            <a:rect l="l" t="t" r="r" b="b"/>
            <a:pathLst>
              <a:path w="5857" h="82734">
                <a:moveTo>
                  <a:pt x="0" y="82734"/>
                </a:moveTo>
                <a:lnTo>
                  <a:pt x="5857" y="0"/>
                </a:lnTo>
              </a:path>
            </a:pathLst>
          </a:custGeom>
          <a:noFill/>
          <a:ln w="5842" cap="rnd">
            <a:solidFill>
              <a:srgbClr val="9481B1"/>
            </a:solidFill>
            <a:prstDash val="solid"/>
            <a:round/>
          </a:ln>
        </p:spPr>
      </p:sp>
      <p:sp>
        <p:nvSpPr>
          <p:cNvPr id="1459" name="V8 embedding neighbor 5 to center head">
            <a:extLst>
              <a:ext uri="{FF2B5EF4-FFF2-40B4-BE49-F238E27FC236}">
                <a16:creationId xmlns:a16="http://schemas.microsoft.com/office/drawing/2014/main" id="{4E579011-FEC4-00D3-7546-C5CB388C9A0A}"/>
              </a:ext>
            </a:extLst>
          </p:cNvPr>
          <p:cNvSpPr/>
          <p:nvPr/>
        </p:nvSpPr>
        <p:spPr>
          <a:xfrm>
            <a:off x="1381915" y="1567734"/>
            <a:ext cx="17736" cy="20264"/>
          </a:xfrm>
          <a:custGeom>
            <a:avLst/>
            <a:gdLst/>
            <a:ahLst/>
            <a:cxnLst/>
            <a:rect l="l" t="t" r="r" b="b"/>
            <a:pathLst>
              <a:path w="17736" h="20264">
                <a:moveTo>
                  <a:pt x="10258" y="0"/>
                </a:moveTo>
                <a:lnTo>
                  <a:pt x="0" y="19008"/>
                </a:lnTo>
                <a:lnTo>
                  <a:pt x="17736" y="2026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60" name="V8 embedding neighbor 5">
            <a:extLst>
              <a:ext uri="{FF2B5EF4-FFF2-40B4-BE49-F238E27FC236}">
                <a16:creationId xmlns:a16="http://schemas.microsoft.com/office/drawing/2014/main" id="{80A6CA00-4D1C-000D-C0AF-7F59BA21FF45}"/>
              </a:ext>
            </a:extLst>
          </p:cNvPr>
          <p:cNvSpPr/>
          <p:nvPr/>
        </p:nvSpPr>
        <p:spPr>
          <a:xfrm>
            <a:off x="1369695" y="1664335"/>
            <a:ext cx="29210" cy="29210"/>
          </a:xfrm>
          <a:prstGeom prst="ellipse">
            <a:avLst/>
          </a:prstGeom>
          <a:noFill/>
          <a:ln w="7112" cap="rnd">
            <a:solidFill>
              <a:srgbClr val="9481B1"/>
            </a:solidFill>
            <a:prstDash val="solid"/>
            <a:round/>
          </a:ln>
        </p:spPr>
      </p:sp>
      <p:sp>
        <p:nvSpPr>
          <p:cNvPr id="1461" name="V8 embedding center">
            <a:extLst>
              <a:ext uri="{FF2B5EF4-FFF2-40B4-BE49-F238E27FC236}">
                <a16:creationId xmlns:a16="http://schemas.microsoft.com/office/drawing/2014/main" id="{0973F1A0-63C8-796C-8269-8DC9810E39E1}"/>
              </a:ext>
            </a:extLst>
          </p:cNvPr>
          <p:cNvSpPr/>
          <p:nvPr/>
        </p:nvSpPr>
        <p:spPr>
          <a:xfrm>
            <a:off x="1372235" y="1513205"/>
            <a:ext cx="44450" cy="44450"/>
          </a:xfrm>
          <a:prstGeom prst="ellipse">
            <a:avLst/>
          </a:prstGeom>
          <a:noFill/>
          <a:ln w="9906" cap="rnd">
            <a:solidFill>
              <a:srgbClr val="3B8C80"/>
            </a:solidFill>
            <a:prstDash val="solid"/>
            <a:round/>
          </a:ln>
        </p:spPr>
      </p:sp>
      <p:sp>
        <p:nvSpPr>
          <p:cNvPr id="1462" name="V8 embedding feature 1">
            <a:extLst>
              <a:ext uri="{FF2B5EF4-FFF2-40B4-BE49-F238E27FC236}">
                <a16:creationId xmlns:a16="http://schemas.microsoft.com/office/drawing/2014/main" id="{FE0417EE-6828-F09F-AACE-DE1F76BE3EB6}"/>
              </a:ext>
            </a:extLst>
          </p:cNvPr>
          <p:cNvSpPr/>
          <p:nvPr/>
        </p:nvSpPr>
        <p:spPr>
          <a:xfrm>
            <a:off x="1426210" y="1518285"/>
            <a:ext cx="18415" cy="34290"/>
          </a:xfrm>
          <a:prstGeom prst="rect">
            <a:avLst/>
          </a:prstGeom>
          <a:solidFill>
            <a:srgbClr val="3E8F9A"/>
          </a:solidFill>
          <a:ln w="0" cap="rnd">
            <a:noFill/>
          </a:ln>
        </p:spPr>
      </p:sp>
      <p:sp>
        <p:nvSpPr>
          <p:cNvPr id="1463" name="V8 embedding feature 2">
            <a:extLst>
              <a:ext uri="{FF2B5EF4-FFF2-40B4-BE49-F238E27FC236}">
                <a16:creationId xmlns:a16="http://schemas.microsoft.com/office/drawing/2014/main" id="{28DF18A8-B7D6-40CC-F8D0-1CE005F88971}"/>
              </a:ext>
            </a:extLst>
          </p:cNvPr>
          <p:cNvSpPr/>
          <p:nvPr/>
        </p:nvSpPr>
        <p:spPr>
          <a:xfrm>
            <a:off x="1445895" y="1518285"/>
            <a:ext cx="18415" cy="34290"/>
          </a:xfrm>
          <a:prstGeom prst="rect">
            <a:avLst/>
          </a:prstGeom>
          <a:solidFill>
            <a:srgbClr val="88BEC3"/>
          </a:solidFill>
          <a:ln w="0" cap="rnd">
            <a:noFill/>
          </a:ln>
        </p:spPr>
      </p:sp>
      <p:sp>
        <p:nvSpPr>
          <p:cNvPr id="1464" name="V8 embedding feature 3">
            <a:extLst>
              <a:ext uri="{FF2B5EF4-FFF2-40B4-BE49-F238E27FC236}">
                <a16:creationId xmlns:a16="http://schemas.microsoft.com/office/drawing/2014/main" id="{D8B2548F-FDCB-962F-D116-8194E608D854}"/>
              </a:ext>
            </a:extLst>
          </p:cNvPr>
          <p:cNvSpPr/>
          <p:nvPr/>
        </p:nvSpPr>
        <p:spPr>
          <a:xfrm>
            <a:off x="1465580" y="1518285"/>
            <a:ext cx="18415" cy="34290"/>
          </a:xfrm>
          <a:prstGeom prst="rect">
            <a:avLst/>
          </a:prstGeom>
          <a:solidFill>
            <a:srgbClr val="67AD9F"/>
          </a:solidFill>
          <a:ln w="0" cap="rnd">
            <a:noFill/>
          </a:ln>
        </p:spPr>
      </p:sp>
      <p:sp>
        <p:nvSpPr>
          <p:cNvPr id="1465" name="V8 embedding feature 4">
            <a:extLst>
              <a:ext uri="{FF2B5EF4-FFF2-40B4-BE49-F238E27FC236}">
                <a16:creationId xmlns:a16="http://schemas.microsoft.com/office/drawing/2014/main" id="{4DB56FF7-AE6A-29C2-0D4E-A50B4A01B329}"/>
              </a:ext>
            </a:extLst>
          </p:cNvPr>
          <p:cNvSpPr/>
          <p:nvPr/>
        </p:nvSpPr>
        <p:spPr>
          <a:xfrm>
            <a:off x="1485265" y="1518285"/>
            <a:ext cx="18415" cy="34290"/>
          </a:xfrm>
          <a:prstGeom prst="rect">
            <a:avLst/>
          </a:prstGeom>
          <a:solidFill>
            <a:srgbClr val="B6D8CC"/>
          </a:solidFill>
          <a:ln w="0" cap="rnd">
            <a:noFill/>
          </a:ln>
        </p:spPr>
      </p:sp>
      <p:sp>
        <p:nvSpPr>
          <p:cNvPr id="1466" name="V8 embedding feature 5">
            <a:extLst>
              <a:ext uri="{FF2B5EF4-FFF2-40B4-BE49-F238E27FC236}">
                <a16:creationId xmlns:a16="http://schemas.microsoft.com/office/drawing/2014/main" id="{0834D08B-BC25-2ADC-AF12-5492513577F8}"/>
              </a:ext>
            </a:extLst>
          </p:cNvPr>
          <p:cNvSpPr/>
          <p:nvPr/>
        </p:nvSpPr>
        <p:spPr>
          <a:xfrm>
            <a:off x="1504950" y="1518285"/>
            <a:ext cx="18415" cy="34290"/>
          </a:xfrm>
          <a:prstGeom prst="rect">
            <a:avLst/>
          </a:prstGeom>
          <a:solidFill>
            <a:srgbClr val="3B8C80"/>
          </a:solidFill>
          <a:ln w="0" cap="rnd">
            <a:noFill/>
          </a:ln>
        </p:spPr>
      </p:sp>
      <p:sp>
        <p:nvSpPr>
          <p:cNvPr id="1467" name="V8 embedding feature 6">
            <a:extLst>
              <a:ext uri="{FF2B5EF4-FFF2-40B4-BE49-F238E27FC236}">
                <a16:creationId xmlns:a16="http://schemas.microsoft.com/office/drawing/2014/main" id="{7EDE9E92-6EF0-3023-2F22-6E7EFD9706C6}"/>
              </a:ext>
            </a:extLst>
          </p:cNvPr>
          <p:cNvSpPr/>
          <p:nvPr/>
        </p:nvSpPr>
        <p:spPr>
          <a:xfrm>
            <a:off x="1524635" y="1518285"/>
            <a:ext cx="18415" cy="34290"/>
          </a:xfrm>
          <a:prstGeom prst="rect">
            <a:avLst/>
          </a:prstGeom>
          <a:solidFill>
            <a:srgbClr val="A3CDDA"/>
          </a:solidFill>
          <a:ln w="0" cap="rnd">
            <a:noFill/>
          </a:ln>
        </p:spPr>
      </p:sp>
      <p:sp>
        <p:nvSpPr>
          <p:cNvPr id="1468" name="V8 embedding feature 7">
            <a:extLst>
              <a:ext uri="{FF2B5EF4-FFF2-40B4-BE49-F238E27FC236}">
                <a16:creationId xmlns:a16="http://schemas.microsoft.com/office/drawing/2014/main" id="{3791BD29-2650-00D8-2639-94010AF8036F}"/>
              </a:ext>
            </a:extLst>
          </p:cNvPr>
          <p:cNvSpPr/>
          <p:nvPr/>
        </p:nvSpPr>
        <p:spPr>
          <a:xfrm>
            <a:off x="1544320" y="1518285"/>
            <a:ext cx="18415" cy="34290"/>
          </a:xfrm>
          <a:prstGeom prst="rect">
            <a:avLst/>
          </a:prstGeom>
          <a:solidFill>
            <a:srgbClr val="6CAFA4"/>
          </a:solidFill>
          <a:ln w="0" cap="rnd">
            <a:noFill/>
          </a:ln>
        </p:spPr>
      </p:sp>
      <p:sp>
        <p:nvSpPr>
          <p:cNvPr id="1469" name="V8 embedding feature 8">
            <a:extLst>
              <a:ext uri="{FF2B5EF4-FFF2-40B4-BE49-F238E27FC236}">
                <a16:creationId xmlns:a16="http://schemas.microsoft.com/office/drawing/2014/main" id="{78D40256-09DE-A393-64FC-199BB5DEB767}"/>
              </a:ext>
            </a:extLst>
          </p:cNvPr>
          <p:cNvSpPr/>
          <p:nvPr/>
        </p:nvSpPr>
        <p:spPr>
          <a:xfrm>
            <a:off x="1564005" y="1518285"/>
            <a:ext cx="18415" cy="34290"/>
          </a:xfrm>
          <a:prstGeom prst="rect">
            <a:avLst/>
          </a:prstGeom>
          <a:solidFill>
            <a:srgbClr val="C4DDE0"/>
          </a:solidFill>
          <a:ln w="0" cap="rnd">
            <a:noFill/>
          </a:ln>
        </p:spPr>
      </p:sp>
      <p:sp>
        <p:nvSpPr>
          <p:cNvPr id="1471" name="V8 embedding to point branch">
            <a:extLst>
              <a:ext uri="{FF2B5EF4-FFF2-40B4-BE49-F238E27FC236}">
                <a16:creationId xmlns:a16="http://schemas.microsoft.com/office/drawing/2014/main" id="{CD0EF799-B1E4-C26B-BB25-441BB97890BE}"/>
              </a:ext>
            </a:extLst>
          </p:cNvPr>
          <p:cNvSpPr/>
          <p:nvPr/>
        </p:nvSpPr>
        <p:spPr>
          <a:xfrm flipV="1">
            <a:off x="1639889" y="1489896"/>
            <a:ext cx="95532" cy="45719"/>
          </a:xfrm>
          <a:custGeom>
            <a:avLst/>
            <a:gdLst/>
            <a:ahLst/>
            <a:cxnLst/>
            <a:rect l="l" t="t" r="r" b="b"/>
            <a:pathLst>
              <a:path w="63379" h="1">
                <a:moveTo>
                  <a:pt x="0" y="0"/>
                </a:moveTo>
                <a:lnTo>
                  <a:pt x="63379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2" name="V8 embedding to point branch head">
            <a:extLst>
              <a:ext uri="{FF2B5EF4-FFF2-40B4-BE49-F238E27FC236}">
                <a16:creationId xmlns:a16="http://schemas.microsoft.com/office/drawing/2014/main" id="{EE5B1593-BB31-DCD1-99C7-141C7B857AF7}"/>
              </a:ext>
            </a:extLst>
          </p:cNvPr>
          <p:cNvSpPr/>
          <p:nvPr/>
        </p:nvSpPr>
        <p:spPr>
          <a:xfrm>
            <a:off x="1719844" y="1523745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3" name="V8 embedding to voxel branch">
            <a:extLst>
              <a:ext uri="{FF2B5EF4-FFF2-40B4-BE49-F238E27FC236}">
                <a16:creationId xmlns:a16="http://schemas.microsoft.com/office/drawing/2014/main" id="{A9E148F4-6BCA-77FF-AE43-549D2AE883D5}"/>
              </a:ext>
            </a:extLst>
          </p:cNvPr>
          <p:cNvSpPr/>
          <p:nvPr/>
        </p:nvSpPr>
        <p:spPr>
          <a:xfrm>
            <a:off x="1667510" y="669271"/>
            <a:ext cx="1" cy="866159"/>
          </a:xfrm>
          <a:custGeom>
            <a:avLst/>
            <a:gdLst/>
            <a:ahLst/>
            <a:cxnLst/>
            <a:rect l="l" t="t" r="r" b="b"/>
            <a:pathLst>
              <a:path w="1" h="866159">
                <a:moveTo>
                  <a:pt x="0" y="866159"/>
                </a:moveTo>
                <a:lnTo>
                  <a:pt x="0" y="0"/>
                </a:lnTo>
              </a:path>
            </a:pathLst>
          </a:custGeom>
          <a:noFill/>
          <a:ln w="8509" cap="rnd">
            <a:solidFill>
              <a:srgbClr val="9481B1"/>
            </a:solidFill>
            <a:prstDash val="solid"/>
            <a:round/>
          </a:ln>
        </p:spPr>
      </p:sp>
      <p:sp>
        <p:nvSpPr>
          <p:cNvPr id="1474" name="V8 embedding to voxel branch head">
            <a:extLst>
              <a:ext uri="{FF2B5EF4-FFF2-40B4-BE49-F238E27FC236}">
                <a16:creationId xmlns:a16="http://schemas.microsoft.com/office/drawing/2014/main" id="{BAE99500-F0C6-FF9E-5ADA-696300A3926E}"/>
              </a:ext>
            </a:extLst>
          </p:cNvPr>
          <p:cNvSpPr/>
          <p:nvPr/>
        </p:nvSpPr>
        <p:spPr>
          <a:xfrm>
            <a:off x="1655318" y="656526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0"/>
                </a:moveTo>
                <a:lnTo>
                  <a:pt x="0" y="28321"/>
                </a:lnTo>
                <a:lnTo>
                  <a:pt x="24384" y="28321"/>
                </a:lnTo>
                <a:close/>
              </a:path>
            </a:pathLst>
          </a:custGeom>
          <a:solidFill>
            <a:srgbClr val="9481B1"/>
          </a:solidFill>
          <a:ln w="0" cap="rnd">
            <a:noFill/>
          </a:ln>
        </p:spPr>
      </p:sp>
      <p:sp>
        <p:nvSpPr>
          <p:cNvPr id="1475" name="V8 density and receptor to voxel">
            <a:extLst>
              <a:ext uri="{FF2B5EF4-FFF2-40B4-BE49-F238E27FC236}">
                <a16:creationId xmlns:a16="http://schemas.microsoft.com/office/drawing/2014/main" id="{61ECA984-FF9D-A5D0-F819-33661D001ABE}"/>
              </a:ext>
            </a:extLst>
          </p:cNvPr>
          <p:cNvSpPr/>
          <p:nvPr/>
        </p:nvSpPr>
        <p:spPr>
          <a:xfrm>
            <a:off x="1634160" y="656526"/>
            <a:ext cx="96730" cy="1"/>
          </a:xfrm>
          <a:custGeom>
            <a:avLst/>
            <a:gdLst/>
            <a:ahLst/>
            <a:cxnLst/>
            <a:rect l="l" t="t" r="r" b="b"/>
            <a:pathLst>
              <a:path w="96730" h="1">
                <a:moveTo>
                  <a:pt x="0" y="0"/>
                </a:moveTo>
                <a:lnTo>
                  <a:pt x="96730" y="0"/>
                </a:lnTo>
              </a:path>
            </a:pathLst>
          </a:custGeom>
          <a:noFill/>
          <a:ln w="8509" cap="rnd">
            <a:solidFill>
              <a:srgbClr val="4083B4"/>
            </a:solidFill>
            <a:prstDash val="solid"/>
            <a:round/>
          </a:ln>
        </p:spPr>
      </p:sp>
      <p:sp>
        <p:nvSpPr>
          <p:cNvPr id="1476" name="V8 density and receptor to voxel head">
            <a:extLst>
              <a:ext uri="{FF2B5EF4-FFF2-40B4-BE49-F238E27FC236}">
                <a16:creationId xmlns:a16="http://schemas.microsoft.com/office/drawing/2014/main" id="{D6CAD338-44F5-8993-3618-9A1839CB2DBC}"/>
              </a:ext>
            </a:extLst>
          </p:cNvPr>
          <p:cNvSpPr/>
          <p:nvPr/>
        </p:nvSpPr>
        <p:spPr>
          <a:xfrm>
            <a:off x="1715313" y="644334"/>
            <a:ext cx="28321" cy="24384"/>
          </a:xfrm>
          <a:custGeom>
            <a:avLst/>
            <a:gdLst/>
            <a:ahLst/>
            <a:cxnLst/>
            <a:rect l="l" t="t" r="r" b="b"/>
            <a:pathLst>
              <a:path w="28321" h="24384">
                <a:moveTo>
                  <a:pt x="28321" y="12192"/>
                </a:moveTo>
                <a:lnTo>
                  <a:pt x="0" y="0"/>
                </a:lnTo>
                <a:lnTo>
                  <a:pt x="0" y="24384"/>
                </a:lnTo>
                <a:close/>
              </a:path>
            </a:pathLst>
          </a:custGeom>
          <a:solidFill>
            <a:srgbClr val="4083B4"/>
          </a:solidFill>
          <a:ln w="0" cap="rnd">
            <a:noFill/>
          </a:ln>
        </p:spPr>
      </p:sp>
      <p:sp>
        <p:nvSpPr>
          <p:cNvPr id="1477" name="V8 voxel input junction">
            <a:extLst>
              <a:ext uri="{FF2B5EF4-FFF2-40B4-BE49-F238E27FC236}">
                <a16:creationId xmlns:a16="http://schemas.microsoft.com/office/drawing/2014/main" id="{93F36DE0-10B5-E2A2-60B2-341BCDB28517}"/>
              </a:ext>
            </a:extLst>
          </p:cNvPr>
          <p:cNvSpPr/>
          <p:nvPr/>
        </p:nvSpPr>
        <p:spPr>
          <a:xfrm>
            <a:off x="1659573" y="648589"/>
            <a:ext cx="15875" cy="15875"/>
          </a:xfrm>
          <a:prstGeom prst="ellipse">
            <a:avLst/>
          </a:prstGeom>
          <a:solidFill>
            <a:srgbClr val="4083B4"/>
          </a:solidFill>
          <a:ln w="0" cap="rnd">
            <a:noFill/>
          </a:ln>
        </p:spPr>
      </p:sp>
      <p:sp>
        <p:nvSpPr>
          <p:cNvPr id="1479" name="V8 Match input divider">
            <a:extLst>
              <a:ext uri="{FF2B5EF4-FFF2-40B4-BE49-F238E27FC236}">
                <a16:creationId xmlns:a16="http://schemas.microsoft.com/office/drawing/2014/main" id="{2EDC4EC7-D903-3262-650D-444D37299D28}"/>
              </a:ext>
            </a:extLst>
          </p:cNvPr>
          <p:cNvSpPr/>
          <p:nvPr/>
        </p:nvSpPr>
        <p:spPr>
          <a:xfrm>
            <a:off x="530162" y="2767063"/>
            <a:ext cx="957199" cy="1"/>
          </a:xfrm>
          <a:custGeom>
            <a:avLst/>
            <a:gdLst/>
            <a:ahLst/>
            <a:cxnLst/>
            <a:rect l="l" t="t" r="r" b="b"/>
            <a:pathLst>
              <a:path w="957199" h="1">
                <a:moveTo>
                  <a:pt x="0" y="0"/>
                </a:moveTo>
                <a:lnTo>
                  <a:pt x="957199" y="0"/>
                </a:lnTo>
              </a:path>
            </a:pathLst>
          </a:custGeom>
          <a:noFill/>
          <a:ln w="7290" cap="rnd">
            <a:solidFill>
              <a:srgbClr val="B6CEC5"/>
            </a:solidFill>
            <a:prstDash val="solid"/>
            <a:round/>
          </a:ln>
        </p:spPr>
      </p:sp>
      <p:sp>
        <p:nvSpPr>
          <p:cNvPr id="1480" name="V8 pool to concat">
            <a:extLst>
              <a:ext uri="{FF2B5EF4-FFF2-40B4-BE49-F238E27FC236}">
                <a16:creationId xmlns:a16="http://schemas.microsoft.com/office/drawing/2014/main" id="{3702663D-F294-9B06-B213-0076F82464A6}"/>
              </a:ext>
            </a:extLst>
          </p:cNvPr>
          <p:cNvSpPr/>
          <p:nvPr/>
        </p:nvSpPr>
        <p:spPr>
          <a:xfrm>
            <a:off x="835463" y="3603168"/>
            <a:ext cx="355873" cy="100152"/>
          </a:xfrm>
          <a:custGeom>
            <a:avLst/>
            <a:gdLst/>
            <a:ahLst/>
            <a:cxnLst/>
            <a:rect l="l" t="t" r="r" b="b"/>
            <a:pathLst>
              <a:path w="355873" h="100152">
                <a:moveTo>
                  <a:pt x="0" y="0"/>
                </a:moveTo>
                <a:lnTo>
                  <a:pt x="0" y="100152"/>
                </a:lnTo>
                <a:lnTo>
                  <a:pt x="355873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1" name="V8 attention to concat">
            <a:extLst>
              <a:ext uri="{FF2B5EF4-FFF2-40B4-BE49-F238E27FC236}">
                <a16:creationId xmlns:a16="http://schemas.microsoft.com/office/drawing/2014/main" id="{45C4FCB5-3380-E3A8-B0B1-54A427F52361}"/>
              </a:ext>
            </a:extLst>
          </p:cNvPr>
          <p:cNvSpPr/>
          <p:nvPr/>
        </p:nvSpPr>
        <p:spPr>
          <a:xfrm>
            <a:off x="1191336" y="3603168"/>
            <a:ext cx="356064" cy="100152"/>
          </a:xfrm>
          <a:custGeom>
            <a:avLst/>
            <a:gdLst/>
            <a:ahLst/>
            <a:cxnLst/>
            <a:rect l="l" t="t" r="r" b="b"/>
            <a:pathLst>
              <a:path w="356064" h="100152">
                <a:moveTo>
                  <a:pt x="356064" y="0"/>
                </a:moveTo>
                <a:lnTo>
                  <a:pt x="356064" y="100152"/>
                </a:lnTo>
                <a:lnTo>
                  <a:pt x="0" y="100152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2" name="V8 concat to MLP">
            <a:extLst>
              <a:ext uri="{FF2B5EF4-FFF2-40B4-BE49-F238E27FC236}">
                <a16:creationId xmlns:a16="http://schemas.microsoft.com/office/drawing/2014/main" id="{366946BB-F669-FC2F-4DBA-809EA592E5E1}"/>
              </a:ext>
            </a:extLst>
          </p:cNvPr>
          <p:cNvSpPr/>
          <p:nvPr/>
        </p:nvSpPr>
        <p:spPr>
          <a:xfrm>
            <a:off x="1191336" y="3703320"/>
            <a:ext cx="1" cy="22181"/>
          </a:xfrm>
          <a:custGeom>
            <a:avLst/>
            <a:gdLst/>
            <a:ahLst/>
            <a:cxnLst/>
            <a:rect l="l" t="t" r="r" b="b"/>
            <a:pathLst>
              <a:path w="1" h="22181">
                <a:moveTo>
                  <a:pt x="0" y="0"/>
                </a:moveTo>
                <a:lnTo>
                  <a:pt x="0" y="22181"/>
                </a:lnTo>
              </a:path>
            </a:pathLst>
          </a:custGeom>
          <a:noFill/>
          <a:ln w="8509" cap="rnd">
            <a:solidFill>
              <a:srgbClr val="3B8C80"/>
            </a:solidFill>
            <a:prstDash val="solid"/>
            <a:round/>
          </a:ln>
        </p:spPr>
      </p:sp>
      <p:sp>
        <p:nvSpPr>
          <p:cNvPr id="1483" name="V8 concat to MLP head">
            <a:extLst>
              <a:ext uri="{FF2B5EF4-FFF2-40B4-BE49-F238E27FC236}">
                <a16:creationId xmlns:a16="http://schemas.microsoft.com/office/drawing/2014/main" id="{234835D4-EF31-832C-586B-712FBD8CEB61}"/>
              </a:ext>
            </a:extLst>
          </p:cNvPr>
          <p:cNvSpPr/>
          <p:nvPr/>
        </p:nvSpPr>
        <p:spPr>
          <a:xfrm>
            <a:off x="1179144" y="3709924"/>
            <a:ext cx="24384" cy="28321"/>
          </a:xfrm>
          <a:custGeom>
            <a:avLst/>
            <a:gdLst/>
            <a:ahLst/>
            <a:cxnLst/>
            <a:rect l="l" t="t" r="r" b="b"/>
            <a:pathLst>
              <a:path w="24384" h="28321">
                <a:moveTo>
                  <a:pt x="12192" y="28321"/>
                </a:moveTo>
                <a:lnTo>
                  <a:pt x="24384" y="0"/>
                </a:lnTo>
                <a:lnTo>
                  <a:pt x="0" y="0"/>
                </a:lnTo>
                <a:close/>
              </a:path>
            </a:pathLst>
          </a:custGeom>
          <a:solidFill>
            <a:srgbClr val="3B8C80"/>
          </a:solidFill>
          <a:ln w="0" cap="rnd">
            <a:noFill/>
          </a:ln>
        </p:spPr>
      </p:sp>
      <p:sp>
        <p:nvSpPr>
          <p:cNvPr id="1484" name="V8 Build site and identity frame">
            <a:extLst>
              <a:ext uri="{FF2B5EF4-FFF2-40B4-BE49-F238E27FC236}">
                <a16:creationId xmlns:a16="http://schemas.microsoft.com/office/drawing/2014/main" id="{B0159410-81AF-A0CB-FD15-D731C54E54D4}"/>
              </a:ext>
            </a:extLst>
          </p:cNvPr>
          <p:cNvSpPr/>
          <p:nvPr/>
        </p:nvSpPr>
        <p:spPr>
          <a:xfrm>
            <a:off x="4712652" y="452120"/>
            <a:ext cx="519754" cy="1170940"/>
          </a:xfrm>
          <a:prstGeom prst="roundRect">
            <a:avLst>
              <a:gd name="adj" fmla="val 5556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5" name="V8 Build pocket and density frame">
            <a:extLst>
              <a:ext uri="{FF2B5EF4-FFF2-40B4-BE49-F238E27FC236}">
                <a16:creationId xmlns:a16="http://schemas.microsoft.com/office/drawing/2014/main" id="{FF6F6920-E776-E473-D444-477FCB823104}"/>
              </a:ext>
            </a:extLst>
          </p:cNvPr>
          <p:cNvSpPr/>
          <p:nvPr/>
        </p:nvSpPr>
        <p:spPr>
          <a:xfrm>
            <a:off x="5278437" y="452120"/>
            <a:ext cx="527685" cy="1170940"/>
          </a:xfrm>
          <a:prstGeom prst="roundRect">
            <a:avLst>
              <a:gd name="adj" fmla="val 6477"/>
            </a:avLst>
          </a:prstGeom>
          <a:noFill/>
          <a:ln w="6985" cap="rnd">
            <a:solidFill>
              <a:srgbClr val="9BB4C8"/>
            </a:solidFill>
            <a:prstDash val="dash"/>
            <a:round/>
          </a:ln>
        </p:spPr>
      </p:sp>
      <p:sp>
        <p:nvSpPr>
          <p:cNvPr id="1486" name="V8 Build inputs to docking">
            <a:extLst>
              <a:ext uri="{FF2B5EF4-FFF2-40B4-BE49-F238E27FC236}">
                <a16:creationId xmlns:a16="http://schemas.microsoft.com/office/drawing/2014/main" id="{25F81FEB-7923-B705-D48C-4F1FE2423027}"/>
              </a:ext>
            </a:extLst>
          </p:cNvPr>
          <p:cNvSpPr/>
          <p:nvPr/>
        </p:nvSpPr>
        <p:spPr>
          <a:xfrm>
            <a:off x="5260340" y="1708155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7" name="V8 Build inputs to docking head">
            <a:extLst>
              <a:ext uri="{FF2B5EF4-FFF2-40B4-BE49-F238E27FC236}">
                <a16:creationId xmlns:a16="http://schemas.microsoft.com/office/drawing/2014/main" id="{B51CEB37-F359-D8DB-EED0-BF0289DBA9C3}"/>
              </a:ext>
            </a:extLst>
          </p:cNvPr>
          <p:cNvSpPr/>
          <p:nvPr/>
        </p:nvSpPr>
        <p:spPr>
          <a:xfrm>
            <a:off x="5238432" y="1800230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sp>
        <p:nvSpPr>
          <p:cNvPr id="1488" name="V8 Build docking to pose">
            <a:extLst>
              <a:ext uri="{FF2B5EF4-FFF2-40B4-BE49-F238E27FC236}">
                <a16:creationId xmlns:a16="http://schemas.microsoft.com/office/drawing/2014/main" id="{A8390C7D-F4E0-5D67-9352-7A11942FB4C0}"/>
              </a:ext>
            </a:extLst>
          </p:cNvPr>
          <p:cNvSpPr/>
          <p:nvPr/>
        </p:nvSpPr>
        <p:spPr>
          <a:xfrm>
            <a:off x="5260340" y="3237230"/>
            <a:ext cx="1" cy="113379"/>
          </a:xfrm>
          <a:custGeom>
            <a:avLst/>
            <a:gdLst/>
            <a:ahLst/>
            <a:cxnLst/>
            <a:rect l="l" t="t" r="r" b="b"/>
            <a:pathLst>
              <a:path w="1" h="113379">
                <a:moveTo>
                  <a:pt x="0" y="0"/>
                </a:moveTo>
                <a:lnTo>
                  <a:pt x="0" y="113379"/>
                </a:lnTo>
              </a:path>
            </a:pathLst>
          </a:custGeom>
          <a:noFill/>
          <a:ln w="13208" cap="rnd">
            <a:solidFill>
              <a:srgbClr val="71808C"/>
            </a:solidFill>
            <a:prstDash val="solid"/>
            <a:round/>
          </a:ln>
        </p:spPr>
      </p:sp>
      <p:sp>
        <p:nvSpPr>
          <p:cNvPr id="1489" name="V8 Build docking to pose head">
            <a:extLst>
              <a:ext uri="{FF2B5EF4-FFF2-40B4-BE49-F238E27FC236}">
                <a16:creationId xmlns:a16="http://schemas.microsoft.com/office/drawing/2014/main" id="{CB9E0D49-EB6F-EF7F-8A0E-43482900F10A}"/>
              </a:ext>
            </a:extLst>
          </p:cNvPr>
          <p:cNvSpPr/>
          <p:nvPr/>
        </p:nvSpPr>
        <p:spPr>
          <a:xfrm>
            <a:off x="5238432" y="3329305"/>
            <a:ext cx="43815" cy="38735"/>
          </a:xfrm>
          <a:custGeom>
            <a:avLst/>
            <a:gdLst/>
            <a:ahLst/>
            <a:cxnLst/>
            <a:rect l="l" t="t" r="r" b="b"/>
            <a:pathLst>
              <a:path w="43815" h="38735">
                <a:moveTo>
                  <a:pt x="21908" y="38735"/>
                </a:moveTo>
                <a:lnTo>
                  <a:pt x="43815" y="0"/>
                </a:lnTo>
                <a:lnTo>
                  <a:pt x="0" y="0"/>
                </a:lnTo>
                <a:close/>
              </a:path>
            </a:pathLst>
          </a:custGeom>
          <a:solidFill>
            <a:srgbClr val="71808C"/>
          </a:solidFill>
          <a:ln w="0" cap="rnd">
            <a:noFill/>
          </a:ln>
        </p:spPr>
      </p:sp>
      <p:grpSp>
        <p:nvGrpSpPr>
          <p:cNvPr id="6" name="Find candidate blob 2">
            <a:extLst>
              <a:ext uri="{FF2B5EF4-FFF2-40B4-BE49-F238E27FC236}">
                <a16:creationId xmlns:a16="http://schemas.microsoft.com/office/drawing/2014/main" id="{52582F41-8562-EDCF-D547-FEE06D78B091}"/>
              </a:ext>
            </a:extLst>
          </p:cNvPr>
          <p:cNvGrpSpPr/>
          <p:nvPr/>
        </p:nvGrpSpPr>
        <p:grpSpPr>
          <a:xfrm rot="3197729">
            <a:off x="4289700" y="1017496"/>
            <a:ext cx="210752" cy="119242"/>
            <a:chOff x="1928706" y="3559489"/>
            <a:chExt cx="227897" cy="155682"/>
          </a:xfrm>
        </p:grpSpPr>
        <p:sp>
          <p:nvSpPr>
            <p:cNvPr id="16" name="Candidate blob | editable contour">
              <a:extLst>
                <a:ext uri="{FF2B5EF4-FFF2-40B4-BE49-F238E27FC236}">
                  <a16:creationId xmlns:a16="http://schemas.microsoft.com/office/drawing/2014/main" id="{AC599FE5-B7C8-2310-361D-307EF409B159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17" name="ellipse_2612">
              <a:extLst>
                <a:ext uri="{FF2B5EF4-FFF2-40B4-BE49-F238E27FC236}">
                  <a16:creationId xmlns:a16="http://schemas.microsoft.com/office/drawing/2014/main" id="{899D545A-9188-B8A5-5122-F55763321954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grpSp>
        <p:nvGrpSpPr>
          <p:cNvPr id="18" name="Find candidate blob 2">
            <a:extLst>
              <a:ext uri="{FF2B5EF4-FFF2-40B4-BE49-F238E27FC236}">
                <a16:creationId xmlns:a16="http://schemas.microsoft.com/office/drawing/2014/main" id="{F546CADE-F799-FF54-D901-B1872437A4FD}"/>
              </a:ext>
            </a:extLst>
          </p:cNvPr>
          <p:cNvGrpSpPr/>
          <p:nvPr/>
        </p:nvGrpSpPr>
        <p:grpSpPr>
          <a:xfrm>
            <a:off x="4044174" y="980397"/>
            <a:ext cx="210752" cy="119242"/>
            <a:chOff x="1928706" y="3559489"/>
            <a:chExt cx="227897" cy="155682"/>
          </a:xfrm>
        </p:grpSpPr>
        <p:sp>
          <p:nvSpPr>
            <p:cNvPr id="19" name="Candidate blob | editable contour">
              <a:extLst>
                <a:ext uri="{FF2B5EF4-FFF2-40B4-BE49-F238E27FC236}">
                  <a16:creationId xmlns:a16="http://schemas.microsoft.com/office/drawing/2014/main" id="{D503CF1F-EC12-B63E-8F02-58032E7F13E3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3521" y="100385"/>
                  </a:moveTo>
                  <a:cubicBezTo>
                    <a:pt x="0" y="80701"/>
                    <a:pt x="26006" y="62787"/>
                    <a:pt x="43453" y="54263"/>
                  </a:cubicBezTo>
                  <a:cubicBezTo>
                    <a:pt x="58843" y="43224"/>
                    <a:pt x="83460" y="52781"/>
                    <a:pt x="99588" y="43358"/>
                  </a:cubicBezTo>
                  <a:cubicBezTo>
                    <a:pt x="112436" y="32945"/>
                    <a:pt x="102548" y="9475"/>
                    <a:pt x="114181" y="4123"/>
                  </a:cubicBezTo>
                  <a:cubicBezTo>
                    <a:pt x="125241" y="0"/>
                    <a:pt x="158214" y="2398"/>
                    <a:pt x="179365" y="5837"/>
                  </a:cubicBezTo>
                  <a:cubicBezTo>
                    <a:pt x="197301" y="9996"/>
                    <a:pt x="210134" y="19340"/>
                    <a:pt x="216909" y="31256"/>
                  </a:cubicBezTo>
                  <a:cubicBezTo>
                    <a:pt x="221237" y="45342"/>
                    <a:pt x="227897" y="67151"/>
                    <a:pt x="224378" y="79920"/>
                  </a:cubicBezTo>
                  <a:cubicBezTo>
                    <a:pt x="219253" y="92918"/>
                    <a:pt x="191986" y="104353"/>
                    <a:pt x="170629" y="115250"/>
                  </a:cubicBezTo>
                  <a:cubicBezTo>
                    <a:pt x="155563" y="129736"/>
                    <a:pt x="143418" y="146104"/>
                    <a:pt x="126157" y="151452"/>
                  </a:cubicBezTo>
                  <a:cubicBezTo>
                    <a:pt x="110048" y="155682"/>
                    <a:pt x="82946" y="155682"/>
                    <a:pt x="52808" y="150002"/>
                  </a:cubicBezTo>
                  <a:cubicBezTo>
                    <a:pt x="28847" y="143645"/>
                    <a:pt x="5675" y="118994"/>
                    <a:pt x="3521" y="100385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0" name="ellipse_2612">
              <a:extLst>
                <a:ext uri="{FF2B5EF4-FFF2-40B4-BE49-F238E27FC236}">
                  <a16:creationId xmlns:a16="http://schemas.microsoft.com/office/drawing/2014/main" id="{1A86510C-0316-73F3-76D0-D29503AE7080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pic>
        <p:nvPicPr>
          <p:cNvPr id="25" name="Find corresponding experimental density" descr="Experimental 9LLG density around chain C1 of the displayed CryoAtom2 receptor, at the original contour level and the identical camera orientation.">
            <a:extLst>
              <a:ext uri="{FF2B5EF4-FFF2-40B4-BE49-F238E27FC236}">
                <a16:creationId xmlns:a16="http://schemas.microsoft.com/office/drawing/2014/main" id="{E01FAF0F-7383-AEC3-8192-CE781D4C8B97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4014845" y="470235"/>
            <a:ext cx="501650" cy="479011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A6B0F837-8383-9660-CCC5-75B454A335E6}"/>
              </a:ext>
            </a:extLst>
          </p:cNvPr>
          <p:cNvSpPr txBox="1"/>
          <p:nvPr/>
        </p:nvSpPr>
        <p:spPr>
          <a:xfrm>
            <a:off x="874946" y="473312"/>
            <a:ext cx="712054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00" dirty="0"/>
              <a:t>Space transform(..?)</a:t>
            </a:r>
            <a:endParaRPr lang="zh-CN" altLang="en-US" sz="5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EB13465-5D7F-1961-8F05-CAD7F94CB2EF}"/>
              </a:ext>
            </a:extLst>
          </p:cNvPr>
          <p:cNvSpPr txBox="1"/>
          <p:nvPr/>
        </p:nvSpPr>
        <p:spPr>
          <a:xfrm>
            <a:off x="843436" y="1207504"/>
            <a:ext cx="324008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500" dirty="0"/>
              <a:t>Embedding head(..?)</a:t>
            </a:r>
            <a:endParaRPr lang="zh-CN" altLang="en-US" sz="500" dirty="0"/>
          </a:p>
        </p:txBody>
      </p:sp>
      <p:grpSp>
        <p:nvGrpSpPr>
          <p:cNvPr id="22" name="Match | Blob contour">
            <a:extLst>
              <a:ext uri="{FF2B5EF4-FFF2-40B4-BE49-F238E27FC236}">
                <a16:creationId xmlns:a16="http://schemas.microsoft.com/office/drawing/2014/main" id="{014BB78B-D7B6-7233-4454-F31E0FFFF761}"/>
              </a:ext>
            </a:extLst>
          </p:cNvPr>
          <p:cNvGrpSpPr/>
          <p:nvPr/>
        </p:nvGrpSpPr>
        <p:grpSpPr>
          <a:xfrm>
            <a:off x="4809748" y="565131"/>
            <a:ext cx="291608" cy="199265"/>
            <a:chOff x="1928706" y="3559489"/>
            <a:chExt cx="227897" cy="155682"/>
          </a:xfrm>
        </p:grpSpPr>
        <p:sp>
          <p:nvSpPr>
            <p:cNvPr id="24" name="Candidate blob | editable contour">
              <a:extLst>
                <a:ext uri="{FF2B5EF4-FFF2-40B4-BE49-F238E27FC236}">
                  <a16:creationId xmlns:a16="http://schemas.microsoft.com/office/drawing/2014/main" id="{A11312CB-4342-9A48-D209-5BB49581DECC}"/>
                </a:ext>
              </a:extLst>
            </p:cNvPr>
            <p:cNvSpPr/>
            <p:nvPr/>
          </p:nvSpPr>
          <p:spPr>
            <a:xfrm>
              <a:off x="1928706" y="3559489"/>
              <a:ext cx="227897" cy="155682"/>
            </a:xfrm>
            <a:custGeom>
              <a:avLst/>
              <a:gdLst/>
              <a:ahLst/>
              <a:cxnLst/>
              <a:rect l="0" t="0" r="w" b="h"/>
              <a:pathLst>
                <a:path w="227897" h="155682" extrusionOk="0">
                  <a:moveTo>
                    <a:pt x="5338" y="97866"/>
                  </a:moveTo>
                  <a:cubicBezTo>
                    <a:pt x="0" y="80701"/>
                    <a:pt x="18889" y="54504"/>
                    <a:pt x="29976" y="43663"/>
                  </a:cubicBezTo>
                  <a:cubicBezTo>
                    <a:pt x="41062" y="32823"/>
                    <a:pt x="58719" y="39447"/>
                    <a:pt x="71859" y="32823"/>
                  </a:cubicBezTo>
                  <a:cubicBezTo>
                    <a:pt x="84999" y="26198"/>
                    <a:pt x="92391" y="7829"/>
                    <a:pt x="108816" y="3915"/>
                  </a:cubicBezTo>
                  <a:cubicBezTo>
                    <a:pt x="125241" y="0"/>
                    <a:pt x="153984" y="3613"/>
                    <a:pt x="170409" y="9335"/>
                  </a:cubicBezTo>
                  <a:cubicBezTo>
                    <a:pt x="186834" y="15056"/>
                    <a:pt x="198332" y="26198"/>
                    <a:pt x="207366" y="38243"/>
                  </a:cubicBezTo>
                  <a:cubicBezTo>
                    <a:pt x="216399" y="50288"/>
                    <a:pt x="227897" y="67151"/>
                    <a:pt x="224612" y="81605"/>
                  </a:cubicBezTo>
                  <a:cubicBezTo>
                    <a:pt x="221327" y="96059"/>
                    <a:pt x="203259" y="113223"/>
                    <a:pt x="187656" y="124967"/>
                  </a:cubicBezTo>
                  <a:cubicBezTo>
                    <a:pt x="172052" y="136711"/>
                    <a:pt x="151931" y="148455"/>
                    <a:pt x="130989" y="152068"/>
                  </a:cubicBezTo>
                  <a:cubicBezTo>
                    <a:pt x="110048" y="155682"/>
                    <a:pt x="82946" y="155682"/>
                    <a:pt x="62004" y="146648"/>
                  </a:cubicBezTo>
                  <a:cubicBezTo>
                    <a:pt x="41062" y="137614"/>
                    <a:pt x="10676" y="115030"/>
                    <a:pt x="5338" y="97866"/>
                  </a:cubicBezTo>
                  <a:close/>
                </a:path>
              </a:pathLst>
            </a:custGeom>
            <a:gradFill flip="none" rotWithShape="1">
              <a:gsLst>
                <a:gs pos="0">
                  <a:srgbClr val="E9F2F9"/>
                </a:gs>
                <a:gs pos="48000">
                  <a:srgbClr val="85B7DD"/>
                </a:gs>
                <a:gs pos="100000">
                  <a:srgbClr val="65A1CE"/>
                </a:gs>
              </a:gsLst>
              <a:lin ang="2700000" scaled="1"/>
              <a:tileRect/>
            </a:gradFill>
            <a:ln w="3285" cap="rnd" cmpd="sng" algn="ctr">
              <a:solidFill>
                <a:srgbClr val="71A9D4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sp>
        <p:sp>
          <p:nvSpPr>
            <p:cNvPr id="26" name="ellipse_2612">
              <a:extLst>
                <a:ext uri="{FF2B5EF4-FFF2-40B4-BE49-F238E27FC236}">
                  <a16:creationId xmlns:a16="http://schemas.microsoft.com/office/drawing/2014/main" id="{A5E3448F-A32E-D77A-4110-EC1F991AAB0A}"/>
                </a:ext>
              </a:extLst>
            </p:cNvPr>
            <p:cNvSpPr/>
            <p:nvPr/>
          </p:nvSpPr>
          <p:spPr>
            <a:xfrm>
              <a:off x="1980855" y="3603152"/>
              <a:ext cx="56666" cy="19874"/>
            </a:xfrm>
            <a:prstGeom prst="ellipse">
              <a:avLst/>
            </a:prstGeom>
            <a:solidFill>
              <a:srgbClr val="FFFFFF">
                <a:alpha val="35000"/>
              </a:srgbClr>
            </a:solidFill>
            <a:ln w="3285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</p:sp>
      </p:grpSp>
      <p:sp>
        <p:nvSpPr>
          <p:cNvPr id="27" name="Oval 12178">
            <a:extLst>
              <a:ext uri="{FF2B5EF4-FFF2-40B4-BE49-F238E27FC236}">
                <a16:creationId xmlns:a16="http://schemas.microsoft.com/office/drawing/2014/main" id="{FDC707AA-314A-7AA2-186D-A8D0C4B2CC82}"/>
              </a:ext>
            </a:extLst>
          </p:cNvPr>
          <p:cNvSpPr/>
          <p:nvPr/>
        </p:nvSpPr>
        <p:spPr>
          <a:xfrm>
            <a:off x="4938542" y="648563"/>
            <a:ext cx="34426" cy="34426"/>
          </a:xfrm>
          <a:prstGeom prst="ellipse">
            <a:avLst/>
          </a:prstGeom>
          <a:solidFill>
            <a:srgbClr val="1D4ED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557"/>
          </a:p>
        </p:txBody>
      </p:sp>
    </p:spTree>
    <p:extLst>
      <p:ext uri="{BB962C8B-B14F-4D97-AF65-F5344CB8AC3E}">
        <p14:creationId xmlns:p14="http://schemas.microsoft.com/office/powerpoint/2010/main" val="28997995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633</TotalTime>
  <Words>3613</Words>
  <Application>Microsoft Office PowerPoint</Application>
  <DocSecurity>0</DocSecurity>
  <PresentationFormat>自定义</PresentationFormat>
  <Paragraphs>450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Arial</vt:lpstr>
      <vt:lpstr>Calibri</vt:lpstr>
      <vt:lpstr>Cambria Math</vt:lpstr>
      <vt:lpstr>Segoe UI</vt:lpstr>
      <vt:lpstr>Times New Roman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140</cp:revision>
  <dcterms:created xsi:type="dcterms:W3CDTF">2026-10-01T15:00:20Z</dcterms:created>
  <dcterms:modified xsi:type="dcterms:W3CDTF">2026-10-25T14:32:19Z</dcterms:modified>
</cp:coreProperties>
</file>