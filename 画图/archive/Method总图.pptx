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8_51F486EC.xml" ContentType="application/vnd.ms-powerpoint.comments+xml"/>
  <Override PartName="/ppt/notesSlides/notesSlide2.xml" ContentType="application/vnd.openxmlformats-officedocument.presentationml.notesSlide+xml"/>
  <Override PartName="/ppt/comments/modernComment_10D_9E97A5A5.xml" ContentType="application/vnd.ms-powerpoint.comments+xml"/>
  <Override PartName="/ppt/notesSlides/notesSlide3.xml" ContentType="application/vnd.openxmlformats-officedocument.presentationml.notesSlide+xml"/>
  <Override PartName="/ppt/comments/modernComment_10E_32F8FEB7.xml" ContentType="application/vnd.ms-powerpoint.comments+xml"/>
  <Override PartName="/ppt/notesSlides/notesSlide4.xml" ContentType="application/vnd.openxmlformats-officedocument.presentationml.notesSlide+xml"/>
  <Override PartName="/ppt/comments/modernComment_10F_ACD76DD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4" r:id="rId2"/>
    <p:sldId id="269" r:id="rId3"/>
    <p:sldId id="270" r:id="rId4"/>
    <p:sldId id="271" r:id="rId5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146" autoAdjust="0"/>
  </p:normalViewPr>
  <p:slideViewPr>
    <p:cSldViewPr snapToGrid="0">
      <p:cViewPr varScale="1">
        <p:scale>
          <a:sx n="102" d="100"/>
          <a:sy n="102" d="100"/>
        </p:scale>
        <p:origin x="7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D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EB7D32-305B-4ECB-928F-E5FF654DD37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@@fig-method-v7</a:t>
        </a:r>
      </a:p>
    </p188:txBody>
  </p188:cm>
</p188:cmLst>
</file>

<file path=ppt/comments/modernComment_10E_32F8FE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23FE07-C53F-4D37-BAE7-59D92DE1295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@@fig-method-v8</a:t>
        </a:r>
      </a:p>
    </p188:txBody>
  </p188:cm>
  <p188:cm id="{DA0CA50E-1716-41F4-8276-66A17604B9C4}" authorId="{D3F71A66-0C34-DF1A-5236-FECDBC820DCB}" created="2026-10-22T15:53:22.981Z">
    <pc:sldMkLst xmlns:pc="http://schemas.microsoft.com/office/powerpoint/2013/main/command">
      <pc:docMk/>
      <pc:sldMk cId="0" sldId="269"/>
    </pc:sldMkLst>
    <p188:txBody>
      <a:bodyPr/>
      <a:lstStyle/>
      <a:p>
        <a:r>
          <a:t>PROVENANCE v1</a:t>
        </a:r>
      </a:p>
      <a:p>
        <a:r>
          <a:t>id: fig-method-v8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fig-method-v8｜共享输入与三阶段网络架构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`fig-method-v8`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method-v8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**当前页与科学性质。** 中文和英文正文使用 `画图/Method总图.pptx` 第5页 `fig-method-v8`。这是网络和数据流示意，不展示一次真实推理的概率矩阵、邻点或预测构象成绩。56通道密度库、50维受体原子特征、Find／Match／Build输入与模块关系由Methods定义和实现支撑；特征条、邻点、框和高亮位置是示意编码。真实分子和密度素材依下面的病例与显示条件分别追溯，不把整页解释成单个病例的完整推理。</a:t>
        </a:r>
      </a:p>
      <a:p>
        <a:r>
          <a:t/>
        </a:r>
      </a:p>
      <a:p>
        <a:r>
          <a:t>**直接装配链。** `e2e/visualization/fig-method-v8/assemble.py` 的模块主流程读取冻结作者基底 `e2e/output/fig-method-v8/disk-before.pptx`，按对象ID局部修改第5页，保留作者Build布局，补充Embedding head空心邻点、中心表征、特征条和聚合箭头，调整输入分组、身份评分高亮与双语图注。它随后调用 `ops/replace_density.py`，将对象15、306、967替换为最终对应实验密度。先前只有局部形状编辑的候选缺少这一步，不能代表最终作者页。原作者手工绘图没有可恢复为单个函数的从零生成过程，冻结基底保存其原生对象与素材。</a:t>
        </a:r>
      </a:p>
      <a:p>
        <a:r>
          <a:t/>
        </a:r>
      </a:p>
      <a:p>
        <a:r>
          <a:t>**三处密度与Find／Match受体。** 当前三幅灰色Density均为9LLG原始实验地图在CryoAtom2受体C1链蛋白原子周围3.5 Å内的等值面，不再使用总览的9HJX显示资产。直接渲染入口 `ops/render_density.py` 读取 `e2e/output/e2e-flow/views/9llg/assets/full_density.mrc` 和同目录 `ca2_receptor.cif`；以 `geometry.json` 的原始阈值 `0.009667073376476765` 绘制，设置 `normalize_ccp4_maps=0`，不重新归一化密度。MRC为 `(208,208,208)` 的ZYX float32采样，与 `views/source/9llg/exp.npy` 第一通道逐值完全相等；XYZ间距均为 `1.0015385150909424 Å`，首体素中心为 `(0.5007692575454712,0.5007692575454712,0.5007692575454712) Å`。原始数组SHA-256为 `cc7c0814a78bf39e8cc587258ece3f4e972495dc250fb260debbd92d71e18378`；MRC为 `b2c89c6f85c4db1083c3b2946c98d1469c6a7769cfb2a79289e5d570c6e626e8`。</a:t>
        </a:r>
      </a:p>
      <a:p>
        <a:r>
          <a:t/>
        </a:r>
      </a:p>
      <a:p>
        <a:r>
          <a:t>Find和Match蓝色受体来自 `ops/render_receptor.py`，显示9LLG的C1链，共2913个所选蛋白原子，原子坐标不变。`e2e/output/fig-method-v8/receptor-9llg/receptor_views.json` 保存完整18项PyMOL相机向量；密度使用同一 `views.final`，完整向量逐项相同。渲染图为1800×1800透明背景PNG，按透明通道外包框裁切后四周各保留24像素，最终嵌入图975×931像素。`late-density-20261022/` 保存原PNG、裁切PNG、82.5 MB `density_corresponding.pse` 和 `density_provenance.json`；`receptor-9llg/` 保存受体PNG、PSE及相机。两类图只调整颜色、光照和显示，不改坐标、地图值或原阈值。</a:t>
        </a:r>
      </a:p>
      <a:p>
        <a:r>
          <a:t/>
        </a:r>
      </a:p>
      <a:p>
        <a:r>
          <a:t>**Build输出的独立真实素材。** 当前第5页Build底部结构图实际是9BJJ，不是9LLG。正式媒体 `image17.png` 与 `e2e/output/fig-method-v8/build-pose-9bjj/9bjj_a.png` 字节相同，SHA-256为 `c613c1561d1beac9ccd79babda2a9ee0a1530d451c324a0126eeb8def0a2dcb6`。直接入口 `ops/render_build_pose.py` 读取 `e2e/output/e2e-flow/views/9bjj/assets/ca2_receptor.cif` 和 `prediction.sdf`，沿原 `render_pose_refined.py` 的选择、颜色与相机绘制口袋cartoon和预测配体sticks。先取距配体7 Å内的整残基；按链将残基号间隔不超过3的邻组连成片段，至少3个命中残基的片段两端各延伸2个编号，显示原坐标。精确8个链／残基区间和相机保存在 `build-pose-9bjj/refined_views.json` 的 `9bjj_a`，PSE也已保全。原案例为ATP B:901，目标 `matched_occurrence_id=4`、`source_blob_index=0`，预测为local-c1自排序首位 `sample_index=21`；原候选及模型来源见 `e2e/output/e2e-flow/source/source/9bjj/facts.json`。这幅图说明构象输出的形态，不在方法图中另作准确率或同病例对应的声明。</a:t>
        </a:r>
      </a:p>
      <a:p>
        <a:r>
          <a:t/>
        </a:r>
      </a:p>
      <a:p>
        <a:r>
          <a:t>**晚期资产保全与验证。** `late-density-20261022/source_receipt.json` 逐文件记录21份原临时素材、生成脚本和发布证据的原位置、新位置、字节数与SHA-256，保留原文件；旧 `disk-before.pptx`、旧候选和此前冻结证据未覆盖。原始 `render_density.py`、`replace_density.py` 作为当时实际入口留档；长期入口已改稳定来源，替换程序只写候选，不发布正式PPT或Word。旧发布记录只列两个变化部件，描述的是密度替换前版本；晚期发布额外改变第5页关系并新增 `fig2_density_corresponding.png`，不能再用旧记录概括最终页。</a:t>
        </a:r>
      </a:p>
      <a:p>
        <a:r>
          <a:t/>
        </a:r>
      </a:p>
      <a:p>
        <a:r>
          <a:t>从仓库根执行 `python -X utf8 -B 画图/画图代码/e2e/visualization/fig-method-v8/assemble.py`，依次生成 `temp/fig-method-v8/candidate_before_density.pptx` 与最终 `candidate.pptx`。本轮已实际重放：最终候选第5页XML、关系、双语备注及全部媒体与当前正式PPT逐字节相同；整包只有来源批注部件存在差异，没有增加或遗漏其他部件。原实验数组与MRC逐值核对、完整相机相等、裁切像素一致及21份救回文件散列均通过，报告为 `temp/fig-method-v8/late-density-verification.json`。该前次核验没有启动PyMOL。2026-10-23完整入口现已实际重渲染9LLG受体、对应密度及9BJJ姿态，再装配新候选，旧temp读取被屏蔽；不覆盖正式PPT或Word。重渲染用的三个 `ops/render_*.py` 默认只写 `temp/fig-method-v8/rendered/`；原生PSE和PNG提供冻结显示证据。</a:t>
        </a:r>
      </a:p>
    </p188:txBody>
  </p188:cm>
</p188:cmLst>
</file>

<file path=ppt/comments/modernComment_10F_ACD76D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B77152-ECE0-4451-BE2C-7417B3884E7F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@@fig-method-v9</a:t>
        </a:r>
      </a:p>
    </p188:txBody>
  </p188:cm>
</p188:cmLst>
</file>

<file path=ppt/comments/modernComment_108_51F486E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D51F7-3CB1-4B36-BB20-9743BD6D70F8}" authorId="{D3F71A66-0C34-DF1A-5236-FECDBC820DCB}" created="2026-10-02T04:04:18.672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v4 方法示意图。第 2 页保留生成式密度插图，第 3 页将指定 10 个 BOX 替换为原生可编辑形状。位点深蓝点表示 blob 的几何中心；输出配体为可编辑的三维球棍示意，保留原稿的连接关系。示意图不表示实验测量值，模块尺寸与数目不表示精确网络层数。</a:t>
        </a:r>
      </a:p>
    </p188:txBody>
  </p188:cm>
  <p188:cm id="{DA1AD77A-04DA-4271-A6CF-BB6B05634610}" authorId="{D3F71A66-0C34-DF1A-5236-FECDBC820DCB}" created="2026-10-02T04:04:56.395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@@fig-method-v4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FAF93-95A5-E700-EB3E-D633DC144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1D0DC-1B34-631C-1675-038262F91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5DC54-749E-52ED-6A38-7450AEE2B1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zh-CN" dirty="0"/>
              <a:t>LigandSeek 的 Find–Match–Build 框架的网络结构与数据流。</a:t>
            </a:r>
          </a:p>
          <a:p>
            <a:r>
              <a:rPr lang="zh-CN" altLang="zh-CN" b="1" dirty="0"/>
              <a:t>a</a:t>
            </a:r>
            <a:r>
              <a:rPr lang="zh-CN" altLang="zh-CN" dirty="0"/>
              <a:t>，共享输入。实验冷冻电镜密度 $M_{\mathrm{exp}}$、受体模拟密度 $M_{\mathrm{sim}}$、差异密度 $M_{\mathrm{diff}}$ 和正差异密度 $M_{\mathrm{diff}}^{+}$ 构成基础密度场。未归一化与 z-score 归一化表示经过七种空间变换，包括高斯平滑、差分高斯（DoG）滤波和受体邻域抑制，形成 56 通道多视角密度库。蛋白质和核酸受体原子的 50 维特征编码其化学与几何信息。</a:t>
            </a:r>
          </a:p>
          <a:p>
            <a:r>
              <a:rPr lang="zh-CN" altLang="zh-CN" b="1" dirty="0"/>
              <a:t>b</a:t>
            </a:r>
            <a:r>
              <a:rPr lang="zh-CN" altLang="zh-CN" dirty="0"/>
              <a:t>，Find 的体素–点云联合定位。3D U-Net 融合密度与受体原子特征，预测逐体素的配体区域概率。同时，Point Transformer V3 编码受体原子及从高概率结合区域采样的伪原子，通过多尺度特征采样融入体素信息。AlphaFold3 风格的迭代回收机制逐轮改善两个分支的预测。预测的受体原子结合概率用于在推理时为候选配体区域打分，提取的 blob 与伪原子则为 Match 提供局部线索。</a:t>
            </a:r>
          </a:p>
          <a:p>
            <a:r>
              <a:rPr lang="zh-CN" altLang="zh-CN" b="1" dirty="0"/>
              <a:t>c</a:t>
            </a:r>
            <a:r>
              <a:rPr lang="zh-CN" altLang="zh-CN" dirty="0"/>
              <a:t>，Match 的前景判别与身份指派。候选编码器使用 U-Net 处理以各 blob 为中心的 48³ 网格，得到体素摘要 $h_j^{\mathrm{vox}}$。Find 提供的 blob、口袋与伪原子特征通过双重池化、交叉注意力和特征线性调制（FiLM）调制 $h_j^{\mathrm{vox}}$，得到候选表示 $h_j$。身份编码器以 SMI-TED 语言嵌入为查询，通过图注意力读取图神经网络（GNN）编码的分子图特征；上下文注意力融入同一 PDB 中其他配体</a:t>
            </a:r>
            <a:r>
              <a:rPr lang="zh-CN" altLang="en-US" dirty="0"/>
              <a:t>的信息</a:t>
            </a:r>
            <a:r>
              <a:rPr lang="zh-CN" altLang="zh-CN" dirty="0"/>
              <a:t>，得到身份表示 $g_k$。最后，前景头根据 $h_j$ 预测前景概率 $p_j^{\mathrm{fg}}$，$h_j$ 与 $g_k$ 之间的可学习余弦评分生成身份指派分数矩阵 $s_{j,k}$。</a:t>
            </a:r>
          </a:p>
          <a:p>
            <a:r>
              <a:rPr lang="zh-CN" altLang="zh-CN" b="1" dirty="0"/>
              <a:t>d</a:t>
            </a:r>
            <a:r>
              <a:rPr lang="zh-CN" altLang="zh-CN" dirty="0"/>
              <a:t>，Build 的构象重建。blob 的几何中心 $p$、Match 指派的配体身份和口袋环境传入对接工具，生成配体构象。默认工具为经过密度引导微调的 PocketXMol，也支持 Vina、DiffDock 和 EMERALD。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ENGLISH：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Network architecture and data flow of </a:t>
            </a:r>
            <a:r>
              <a:rPr lang="zh-CN" altLang="zh-CN" dirty="0"/>
              <a:t>LigandSeek’s</a:t>
            </a:r>
            <a:r>
              <a:rPr lang="en-US" altLang="zh-CN" sz="1200" kern="1200" dirty="0"/>
              <a:t> Find–Match–Build framework.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a</a:t>
            </a:r>
            <a:r>
              <a:rPr lang="en-US" altLang="zh-CN" sz="1200" kern="1200" dirty="0"/>
              <a:t>, Shared inputs. Experimental cryo-electron microscopy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{exp}}$, simulated receptor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{sim}}$,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{diff}}$ and positive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{diff}}^{+}$ form the base fields. </a:t>
            </a:r>
            <a:r>
              <a:rPr lang="en-US" altLang="zh-CN" sz="1200" kern="1200" dirty="0" err="1"/>
              <a:t>Unnormalised</a:t>
            </a:r>
            <a:r>
              <a:rPr lang="en-US" altLang="zh-CN" sz="1200" kern="1200" dirty="0"/>
              <a:t> and z-score-</a:t>
            </a:r>
            <a:r>
              <a:rPr lang="en-US" altLang="zh-CN" sz="1200" kern="1200" dirty="0" err="1"/>
              <a:t>normalised</a:t>
            </a:r>
            <a:r>
              <a:rPr lang="en-US" altLang="zh-CN" sz="1200" kern="1200" dirty="0"/>
              <a:t> representations undergo seven spatial transformations, including Gaussian smoothing, difference-of-Gaussians (</a:t>
            </a:r>
            <a:r>
              <a:rPr lang="en-US" altLang="zh-CN" sz="1200" kern="1200" dirty="0" err="1"/>
              <a:t>DoG</a:t>
            </a:r>
            <a:r>
              <a:rPr lang="en-US" altLang="zh-CN" sz="1200" kern="1200" dirty="0"/>
              <a:t>) filtering and receptor-</a:t>
            </a:r>
            <a:r>
              <a:rPr lang="en-US" altLang="zh-CN" sz="1200" kern="1200" dirty="0" err="1"/>
              <a:t>neighbourhood</a:t>
            </a:r>
            <a:r>
              <a:rPr lang="en-US" altLang="zh-CN" sz="1200" kern="1200" dirty="0"/>
              <a:t> suppression, producing a 56-channel multi-view density bank. Protein and nucleic acid receptor atoms have 50-dimensional features encoding chemical and geometric information.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b</a:t>
            </a:r>
            <a:r>
              <a:rPr lang="en-US" altLang="zh-CN" sz="1200" kern="1200" dirty="0"/>
              <a:t>, Joint voxel and point-cloud </a:t>
            </a:r>
            <a:r>
              <a:rPr lang="en-US" altLang="zh-CN" sz="1200" kern="1200" dirty="0" err="1"/>
              <a:t>localisation</a:t>
            </a:r>
            <a:r>
              <a:rPr lang="en-US" altLang="zh-CN" sz="1200" kern="1200" dirty="0"/>
              <a:t> in Find. </a:t>
            </a:r>
            <a:r>
              <a:rPr lang="zh-CN" altLang="zh-CN" dirty="0"/>
              <a:t>A 3D U-Net combines density and receptor-atom features</a:t>
            </a:r>
            <a:r>
              <a:rPr lang="en-US" altLang="zh-CN" dirty="0"/>
              <a:t> to </a:t>
            </a:r>
            <a:r>
              <a:rPr lang="zh-CN" altLang="zh-CN" dirty="0"/>
              <a:t>predict voxelwise ligand-region probabilities.</a:t>
            </a:r>
            <a:r>
              <a:rPr lang="en-US" altLang="zh-CN" sz="1200" kern="1200" dirty="0"/>
              <a:t> In parallel, Point Transformer V3 encodes receptor atoms and pseudo atoms sampled from high-probability binding regions, incorporating voxel information through multiscale feature sampling. An AlphaFold3-style recycling mechanism iteratively </a:t>
            </a:r>
            <a:r>
              <a:rPr lang="zh-CN" altLang="zh-CN" sz="1200" kern="1200" dirty="0"/>
              <a:t>refines</a:t>
            </a:r>
            <a:r>
              <a:rPr lang="en-US" altLang="zh-CN" sz="1200" kern="1200" dirty="0"/>
              <a:t> predictions across both branches. Predicted receptor-atom binding probabilities are used to score candidate ligand regions during inference, while extracted blobs and pseudo atoms provide local cues for Match.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c</a:t>
            </a:r>
            <a:r>
              <a:rPr lang="en-US" altLang="zh-CN" sz="1200" kern="1200" dirty="0"/>
              <a:t>, Foreground classification and identity assignment in Match. The candidate encoder processes a 48³ grid </a:t>
            </a:r>
            <a:r>
              <a:rPr lang="en-US" altLang="zh-CN" sz="1200" kern="1200" dirty="0" err="1"/>
              <a:t>centred</a:t>
            </a:r>
            <a:r>
              <a:rPr lang="en-US" altLang="zh-CN" sz="1200" kern="1200" dirty="0"/>
              <a:t> on each blob with a U-Net to generate voxel summary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{vox}}$. Find-derived blob, pocket and pseudo atom features modulate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 via dual pooling, cross-attention and </a:t>
            </a:r>
            <a:r>
              <a:rPr lang="en-US" altLang="zh-CN" sz="1200" kern="1200" dirty="0" err="1"/>
              <a:t>FiLM</a:t>
            </a:r>
            <a:r>
              <a:rPr lang="en-US" altLang="zh-CN" sz="1200" kern="1200" dirty="0"/>
              <a:t>, yielding candidate representation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$. The identity encoder uses SMI-TED language embeddings to query GNN-encoded molecular graph features via graph attention, while context attention incorporates other ligand identities in the same PDB entry, yielding identity representation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$. Finally, a foreground head predicts foreground probability $</a:t>
            </a:r>
            <a:r>
              <a:rPr lang="en-US" altLang="zh-CN" sz="1200" kern="1200" dirty="0" err="1"/>
              <a:t>p_j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</a:t>
            </a:r>
            <a:r>
              <a:rPr lang="en-US" altLang="zh-CN" sz="1200" kern="1200" dirty="0" err="1"/>
              <a:t>fg</a:t>
            </a:r>
            <a:r>
              <a:rPr lang="en-US" altLang="zh-CN" sz="1200" kern="1200" dirty="0"/>
              <a:t>}}$ from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$, and learned cosine scoring between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 and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 produces the assignment matrix $s_{</a:t>
            </a:r>
            <a:r>
              <a:rPr lang="en-US" altLang="zh-CN" sz="1200" kern="1200" dirty="0" err="1"/>
              <a:t>j,k</a:t>
            </a:r>
            <a:r>
              <a:rPr lang="en-US" altLang="zh-CN" sz="1200" kern="1200" dirty="0"/>
              <a:t>}$. 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d</a:t>
            </a:r>
            <a:r>
              <a:rPr lang="en-US" altLang="zh-CN" sz="1200" kern="1200" dirty="0"/>
              <a:t>, Pose reconstruction in Build. The blob geometric </a:t>
            </a:r>
            <a:r>
              <a:rPr lang="en-US" altLang="zh-CN" sz="1200" kern="1200" dirty="0" err="1"/>
              <a:t>centre</a:t>
            </a:r>
            <a:r>
              <a:rPr lang="en-US" altLang="zh-CN" sz="1200" kern="1200" dirty="0"/>
              <a:t> $p$, Match-assigned ligand identity and pocket environment are supplied to docking tools to generate ligand poses. The default tool is </a:t>
            </a:r>
            <a:r>
              <a:rPr lang="en-US" altLang="zh-CN" sz="1200" kern="1200" dirty="0" err="1"/>
              <a:t>PocketXMol</a:t>
            </a:r>
            <a:r>
              <a:rPr lang="en-US" altLang="zh-CN" sz="1200" kern="1200" dirty="0"/>
              <a:t> fine-tuned with density guidance. </a:t>
            </a:r>
            <a:r>
              <a:rPr lang="zh-CN" altLang="zh-CN" dirty="0"/>
              <a:t>Vina, DiffDock and EMERALD are also supported.</a:t>
            </a:r>
            <a:endParaRPr lang="en-US" altLang="zh-CN" sz="1200" kern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2A1B0-47C1-F87B-2343-1BB93F298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0209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75C1-0A29-503D-D14F-DD30A366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8C2D6-AFFA-F424-2DB6-226AA2DC7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E0A96-C68D-3680-517F-4A70750DF5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C79C0-8F9F-74A5-AE98-BD5A4E418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1158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B653D-FFEF-1750-5ED2-52D8C2D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96515-36F4-8FF6-E2EC-D28BFADEF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C0162-011C-BE17-DEF7-145E54339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4DA0-50CC-4D1B-325C-9E2795E8B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2463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5.png"/><Relationship Id="rId3" Type="http://schemas.microsoft.com/office/2018/10/relationships/comments" Target="../comments/modernComment_108_51F486EC.xml"/><Relationship Id="rId7" Type="http://schemas.openxmlformats.org/officeDocument/2006/relationships/image" Target="../media/image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0D_9E97A5A5.xm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18/10/relationships/comments" Target="../comments/modernComment_10E_32F8FEB7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18/10/relationships/comments" Target="../comments/modernComment_10F_ACD76DD8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D9F4-6FE8-3002-7C36-65E29700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0001">
            <a:extLst>
              <a:ext uri="{FF2B5EF4-FFF2-40B4-BE49-F238E27FC236}">
                <a16:creationId xmlns:a16="http://schemas.microsoft.com/office/drawing/2014/main" id="{188D4DB8-D0C5-D085-536B-072D491662D7}"/>
              </a:ext>
            </a:extLst>
          </p:cNvPr>
          <p:cNvSpPr/>
          <p:nvPr/>
        </p:nvSpPr>
        <p:spPr>
          <a:xfrm>
            <a:off x="1405608" y="47036"/>
            <a:ext cx="639689" cy="3774638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" name="a | panel label">
            <a:extLst>
              <a:ext uri="{FF2B5EF4-FFF2-40B4-BE49-F238E27FC236}">
                <a16:creationId xmlns:a16="http://schemas.microsoft.com/office/drawing/2014/main" id="{058DC455-4ED7-2C23-82AA-0600700AE8B7}"/>
              </a:ext>
            </a:extLst>
          </p:cNvPr>
          <p:cNvSpPr txBox="1"/>
          <p:nvPr/>
        </p:nvSpPr>
        <p:spPr>
          <a:xfrm>
            <a:off x="1450292" y="61147"/>
            <a:ext cx="98818" cy="13692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r>
              <a:rPr lang="en-US" sz="76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760" dirty="0"/>
          </a:p>
        </p:txBody>
      </p:sp>
      <p:grpSp>
        <p:nvGrpSpPr>
          <p:cNvPr id="4" name="Text | Shared input / representation">
            <a:extLst>
              <a:ext uri="{FF2B5EF4-FFF2-40B4-BE49-F238E27FC236}">
                <a16:creationId xmlns:a16="http://schemas.microsoft.com/office/drawing/2014/main" id="{FF7FC1AA-0DF5-F3C7-D2BE-CF13CC4ABD19}"/>
              </a:ext>
            </a:extLst>
          </p:cNvPr>
          <p:cNvGrpSpPr/>
          <p:nvPr/>
        </p:nvGrpSpPr>
        <p:grpSpPr>
          <a:xfrm>
            <a:off x="1528000" y="77610"/>
            <a:ext cx="487000" cy="183863"/>
            <a:chOff x="266085" y="108405"/>
            <a:chExt cx="835165" cy="256821"/>
          </a:xfrm>
        </p:grpSpPr>
        <p:sp>
          <p:nvSpPr>
            <p:cNvPr id="5" name="Text | Shared input">
              <a:extLst>
                <a:ext uri="{FF2B5EF4-FFF2-40B4-BE49-F238E27FC236}">
                  <a16:creationId xmlns:a16="http://schemas.microsoft.com/office/drawing/2014/main" id="{6D4793C7-55E6-7138-8894-8797F2C64D96}"/>
                </a:ext>
              </a:extLst>
            </p:cNvPr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537"/>
            </a:p>
          </p:txBody>
        </p:sp>
        <p:sp>
          <p:nvSpPr>
            <p:cNvPr id="6" name="Text | representation">
              <a:extLst>
                <a:ext uri="{FF2B5EF4-FFF2-40B4-BE49-F238E27FC236}">
                  <a16:creationId xmlns:a16="http://schemas.microsoft.com/office/drawing/2014/main" id="{C172DF06-9920-048A-052D-FADE9A7BA489}"/>
                </a:ext>
              </a:extLst>
            </p:cNvPr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537" dirty="0"/>
            </a:p>
          </p:txBody>
        </p:sp>
      </p:grpSp>
      <p:sp>
        <p:nvSpPr>
          <p:cNvPr id="7" name="Text | Density bank">
            <a:extLst>
              <a:ext uri="{FF2B5EF4-FFF2-40B4-BE49-F238E27FC236}">
                <a16:creationId xmlns:a16="http://schemas.microsoft.com/office/drawing/2014/main" id="{FFABFE88-4E85-C0B4-7C93-573819E29107}"/>
              </a:ext>
            </a:extLst>
          </p:cNvPr>
          <p:cNvSpPr txBox="1"/>
          <p:nvPr/>
        </p:nvSpPr>
        <p:spPr>
          <a:xfrm>
            <a:off x="1457798" y="335050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530" dirty="0"/>
          </a:p>
        </p:txBody>
      </p:sp>
      <p:sp>
        <p:nvSpPr>
          <p:cNvPr id="8" name="Text | M">
            <a:extLst>
              <a:ext uri="{FF2B5EF4-FFF2-40B4-BE49-F238E27FC236}">
                <a16:creationId xmlns:a16="http://schemas.microsoft.com/office/drawing/2014/main" id="{59909A0E-F21F-062C-587C-F8049D64136E}"/>
              </a:ext>
            </a:extLst>
          </p:cNvPr>
          <p:cNvSpPr txBox="1"/>
          <p:nvPr/>
        </p:nvSpPr>
        <p:spPr>
          <a:xfrm>
            <a:off x="145006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472" dirty="0"/>
          </a:p>
        </p:txBody>
      </p:sp>
      <p:sp>
        <p:nvSpPr>
          <p:cNvPr id="9" name="Text | M">
            <a:extLst>
              <a:ext uri="{FF2B5EF4-FFF2-40B4-BE49-F238E27FC236}">
                <a16:creationId xmlns:a16="http://schemas.microsoft.com/office/drawing/2014/main" id="{497A7773-9017-BB07-86C6-D82801375E62}"/>
              </a:ext>
            </a:extLst>
          </p:cNvPr>
          <p:cNvSpPr txBox="1"/>
          <p:nvPr/>
        </p:nvSpPr>
        <p:spPr>
          <a:xfrm>
            <a:off x="174310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472" dirty="0"/>
          </a:p>
        </p:txBody>
      </p:sp>
      <p:sp>
        <p:nvSpPr>
          <p:cNvPr id="10" name="Text | M">
            <a:extLst>
              <a:ext uri="{FF2B5EF4-FFF2-40B4-BE49-F238E27FC236}">
                <a16:creationId xmlns:a16="http://schemas.microsoft.com/office/drawing/2014/main" id="{5CCADE51-1D32-91AF-C3B0-AB9B37C106E1}"/>
              </a:ext>
            </a:extLst>
          </p:cNvPr>
          <p:cNvSpPr txBox="1"/>
          <p:nvPr/>
        </p:nvSpPr>
        <p:spPr>
          <a:xfrm>
            <a:off x="145006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472" dirty="0"/>
          </a:p>
        </p:txBody>
      </p:sp>
      <p:sp>
        <p:nvSpPr>
          <p:cNvPr id="11" name="Text | M">
            <a:extLst>
              <a:ext uri="{FF2B5EF4-FFF2-40B4-BE49-F238E27FC236}">
                <a16:creationId xmlns:a16="http://schemas.microsoft.com/office/drawing/2014/main" id="{46BDFE23-98D7-8796-90A1-C6666245A72F}"/>
              </a:ext>
            </a:extLst>
          </p:cNvPr>
          <p:cNvSpPr txBox="1"/>
          <p:nvPr/>
        </p:nvSpPr>
        <p:spPr>
          <a:xfrm>
            <a:off x="174310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379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472" dirty="0"/>
          </a:p>
        </p:txBody>
      </p:sp>
      <p:cxnSp>
        <p:nvCxnSpPr>
          <p:cNvPr id="12" name="path_0515">
            <a:extLst>
              <a:ext uri="{FF2B5EF4-FFF2-40B4-BE49-F238E27FC236}">
                <a16:creationId xmlns:a16="http://schemas.microsoft.com/office/drawing/2014/main" id="{9709B70B-8DAC-84CD-86CB-B390E423FD26}"/>
              </a:ext>
            </a:extLst>
          </p:cNvPr>
          <p:cNvCxnSpPr/>
          <p:nvPr/>
        </p:nvCxnSpPr>
        <p:spPr>
          <a:xfrm>
            <a:off x="1492624" y="1152381"/>
            <a:ext cx="465656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path_0516">
            <a:extLst>
              <a:ext uri="{FF2B5EF4-FFF2-40B4-BE49-F238E27FC236}">
                <a16:creationId xmlns:a16="http://schemas.microsoft.com/office/drawing/2014/main" id="{6A6A7581-7523-8E06-10C3-890DE5D87502}"/>
              </a:ext>
            </a:extLst>
          </p:cNvPr>
          <p:cNvCxnSpPr/>
          <p:nvPr/>
        </p:nvCxnSpPr>
        <p:spPr>
          <a:xfrm>
            <a:off x="1492624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path_0517">
            <a:extLst>
              <a:ext uri="{FF2B5EF4-FFF2-40B4-BE49-F238E27FC236}">
                <a16:creationId xmlns:a16="http://schemas.microsoft.com/office/drawing/2014/main" id="{B8D41E7F-746D-8A4C-B222-FC2D754E1AAD}"/>
              </a:ext>
            </a:extLst>
          </p:cNvPr>
          <p:cNvCxnSpPr/>
          <p:nvPr/>
        </p:nvCxnSpPr>
        <p:spPr>
          <a:xfrm>
            <a:off x="1958280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Text | 4 base fields">
            <a:extLst>
              <a:ext uri="{FF2B5EF4-FFF2-40B4-BE49-F238E27FC236}">
                <a16:creationId xmlns:a16="http://schemas.microsoft.com/office/drawing/2014/main" id="{4A2E43B8-602F-1078-C2D3-48985FBE8B4C}"/>
              </a:ext>
            </a:extLst>
          </p:cNvPr>
          <p:cNvSpPr txBox="1"/>
          <p:nvPr/>
        </p:nvSpPr>
        <p:spPr>
          <a:xfrm>
            <a:off x="1457798" y="1172678"/>
            <a:ext cx="535308" cy="902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9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494" dirty="0"/>
          </a:p>
        </p:txBody>
      </p:sp>
      <p:grpSp>
        <p:nvGrpSpPr>
          <p:cNvPr id="16" name="a | arrow base fields to normalizations">
            <a:extLst>
              <a:ext uri="{FF2B5EF4-FFF2-40B4-BE49-F238E27FC236}">
                <a16:creationId xmlns:a16="http://schemas.microsoft.com/office/drawing/2014/main" id="{2F916DEA-74E2-7961-4A0E-35C9630CD920}"/>
              </a:ext>
            </a:extLst>
          </p:cNvPr>
          <p:cNvGrpSpPr/>
          <p:nvPr/>
        </p:nvGrpSpPr>
        <p:grpSpPr>
          <a:xfrm>
            <a:off x="1715492" y="1265268"/>
            <a:ext cx="19920" cy="68202"/>
            <a:chOff x="498548" y="1767330"/>
            <a:chExt cx="27824" cy="95265"/>
          </a:xfrm>
        </p:grpSpPr>
        <p:cxnSp>
          <p:nvCxnSpPr>
            <p:cNvPr id="17" name="Arrow |  →  | path">
              <a:extLst>
                <a:ext uri="{FF2B5EF4-FFF2-40B4-BE49-F238E27FC236}">
                  <a16:creationId xmlns:a16="http://schemas.microsoft.com/office/drawing/2014/main" id="{6CEADEF2-D050-FB8E-2A69-148F5E853E61}"/>
                </a:ext>
              </a:extLst>
            </p:cNvPr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Arrow |  →  | editable arrowhead">
              <a:extLst>
                <a:ext uri="{FF2B5EF4-FFF2-40B4-BE49-F238E27FC236}">
                  <a16:creationId xmlns:a16="http://schemas.microsoft.com/office/drawing/2014/main" id="{CA40F147-95AB-1C77-E663-D94B304BA0EC}"/>
                </a:ext>
              </a:extLst>
            </p:cNvPr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" name="Text | 2 normalizations">
            <a:extLst>
              <a:ext uri="{FF2B5EF4-FFF2-40B4-BE49-F238E27FC236}">
                <a16:creationId xmlns:a16="http://schemas.microsoft.com/office/drawing/2014/main" id="{ECAECD21-319F-A44E-72D4-D19DAB35EBAF}"/>
              </a:ext>
            </a:extLst>
          </p:cNvPr>
          <p:cNvSpPr txBox="1"/>
          <p:nvPr/>
        </p:nvSpPr>
        <p:spPr>
          <a:xfrm>
            <a:off x="1457798" y="1340203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normalisations</a:t>
            </a:r>
            <a:endParaRPr lang="en-US" sz="487" dirty="0"/>
          </a:p>
        </p:txBody>
      </p:sp>
      <p:sp>
        <p:nvSpPr>
          <p:cNvPr id="20" name="Text | Raw">
            <a:extLst>
              <a:ext uri="{FF2B5EF4-FFF2-40B4-BE49-F238E27FC236}">
                <a16:creationId xmlns:a16="http://schemas.microsoft.com/office/drawing/2014/main" id="{B6673C5E-23F9-7C20-7D7E-32529C73C54F}"/>
              </a:ext>
            </a:extLst>
          </p:cNvPr>
          <p:cNvSpPr txBox="1"/>
          <p:nvPr/>
        </p:nvSpPr>
        <p:spPr>
          <a:xfrm>
            <a:off x="145264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444" dirty="0"/>
          </a:p>
        </p:txBody>
      </p:sp>
      <p:sp>
        <p:nvSpPr>
          <p:cNvPr id="21" name="Text | Z-score">
            <a:extLst>
              <a:ext uri="{FF2B5EF4-FFF2-40B4-BE49-F238E27FC236}">
                <a16:creationId xmlns:a16="http://schemas.microsoft.com/office/drawing/2014/main" id="{D33584F5-416B-3C0E-5E2F-51854247A3D1}"/>
              </a:ext>
            </a:extLst>
          </p:cNvPr>
          <p:cNvSpPr txBox="1"/>
          <p:nvPr/>
        </p:nvSpPr>
        <p:spPr>
          <a:xfrm>
            <a:off x="174568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444" dirty="0"/>
          </a:p>
        </p:txBody>
      </p:sp>
      <p:grpSp>
        <p:nvGrpSpPr>
          <p:cNvPr id="22" name="a | arrow normalizations to views">
            <a:extLst>
              <a:ext uri="{FF2B5EF4-FFF2-40B4-BE49-F238E27FC236}">
                <a16:creationId xmlns:a16="http://schemas.microsoft.com/office/drawing/2014/main" id="{0A72C3BA-DEA4-CB7C-782B-AF7E77EAB54E}"/>
              </a:ext>
            </a:extLst>
          </p:cNvPr>
          <p:cNvGrpSpPr/>
          <p:nvPr/>
        </p:nvGrpSpPr>
        <p:grpSpPr>
          <a:xfrm>
            <a:off x="1715492" y="1768553"/>
            <a:ext cx="19920" cy="79961"/>
            <a:chOff x="498548" y="2470320"/>
            <a:chExt cx="27824" cy="111690"/>
          </a:xfrm>
        </p:grpSpPr>
        <p:cxnSp>
          <p:nvCxnSpPr>
            <p:cNvPr id="23" name="Arrow |  →  | path">
              <a:extLst>
                <a:ext uri="{FF2B5EF4-FFF2-40B4-BE49-F238E27FC236}">
                  <a16:creationId xmlns:a16="http://schemas.microsoft.com/office/drawing/2014/main" id="{42E37C84-D9B1-E724-2B76-D64638C929A7}"/>
                </a:ext>
              </a:extLst>
            </p:cNvPr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Arrow |  →  | editable arrowhead">
              <a:extLst>
                <a:ext uri="{FF2B5EF4-FFF2-40B4-BE49-F238E27FC236}">
                  <a16:creationId xmlns:a16="http://schemas.microsoft.com/office/drawing/2014/main" id="{C18BFCB3-02B5-040F-2F0D-5164F37D359B}"/>
                </a:ext>
              </a:extLst>
            </p:cNvPr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5" name="Text | 7 spatial views">
            <a:extLst>
              <a:ext uri="{FF2B5EF4-FFF2-40B4-BE49-F238E27FC236}">
                <a16:creationId xmlns:a16="http://schemas.microsoft.com/office/drawing/2014/main" id="{40925002-DB9B-B5F6-AFED-58D66164FFF2}"/>
              </a:ext>
            </a:extLst>
          </p:cNvPr>
          <p:cNvSpPr txBox="1"/>
          <p:nvPr/>
        </p:nvSpPr>
        <p:spPr>
          <a:xfrm>
            <a:off x="1457798" y="1876285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487" dirty="0"/>
          </a:p>
        </p:txBody>
      </p:sp>
      <p:sp>
        <p:nvSpPr>
          <p:cNvPr id="26" name="Text | Identity">
            <a:extLst>
              <a:ext uri="{FF2B5EF4-FFF2-40B4-BE49-F238E27FC236}">
                <a16:creationId xmlns:a16="http://schemas.microsoft.com/office/drawing/2014/main" id="{93B90548-6C8A-23F1-711D-A7122C184B0B}"/>
              </a:ext>
            </a:extLst>
          </p:cNvPr>
          <p:cNvSpPr txBox="1"/>
          <p:nvPr/>
        </p:nvSpPr>
        <p:spPr>
          <a:xfrm>
            <a:off x="1452644" y="2201026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419" dirty="0"/>
          </a:p>
        </p:txBody>
      </p:sp>
      <p:sp>
        <p:nvSpPr>
          <p:cNvPr id="27" name="Text | Gaussian ×2">
            <a:extLst>
              <a:ext uri="{FF2B5EF4-FFF2-40B4-BE49-F238E27FC236}">
                <a16:creationId xmlns:a16="http://schemas.microsoft.com/office/drawing/2014/main" id="{1C639667-E0DF-8EF0-5427-165D14B333DC}"/>
              </a:ext>
            </a:extLst>
          </p:cNvPr>
          <p:cNvSpPr txBox="1"/>
          <p:nvPr/>
        </p:nvSpPr>
        <p:spPr>
          <a:xfrm>
            <a:off x="1732798" y="2201026"/>
            <a:ext cx="278350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0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404" dirty="0"/>
          </a:p>
        </p:txBody>
      </p:sp>
      <p:sp>
        <p:nvSpPr>
          <p:cNvPr id="28" name="Text | DoG ×2">
            <a:extLst>
              <a:ext uri="{FF2B5EF4-FFF2-40B4-BE49-F238E27FC236}">
                <a16:creationId xmlns:a16="http://schemas.microsoft.com/office/drawing/2014/main" id="{4E220102-8AC1-048F-DB4C-17387DE06A01}"/>
              </a:ext>
            </a:extLst>
          </p:cNvPr>
          <p:cNvSpPr txBox="1"/>
          <p:nvPr/>
        </p:nvSpPr>
        <p:spPr>
          <a:xfrm>
            <a:off x="1452644" y="2487108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419" dirty="0"/>
          </a:p>
        </p:txBody>
      </p:sp>
      <p:sp>
        <p:nvSpPr>
          <p:cNvPr id="29" name="Text | Receptor / suppression / ×2">
            <a:extLst>
              <a:ext uri="{FF2B5EF4-FFF2-40B4-BE49-F238E27FC236}">
                <a16:creationId xmlns:a16="http://schemas.microsoft.com/office/drawing/2014/main" id="{08F9C2D5-DFBF-635A-5751-F75B7BB8D644}"/>
              </a:ext>
            </a:extLst>
          </p:cNvPr>
          <p:cNvSpPr txBox="1"/>
          <p:nvPr/>
        </p:nvSpPr>
        <p:spPr>
          <a:xfrm>
            <a:off x="1732798" y="2484531"/>
            <a:ext cx="278350" cy="18556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397" dirty="0"/>
          </a:p>
        </p:txBody>
      </p:sp>
      <p:grpSp>
        <p:nvGrpSpPr>
          <p:cNvPr id="30" name="a | arrow views to 56 channels">
            <a:extLst>
              <a:ext uri="{FF2B5EF4-FFF2-40B4-BE49-F238E27FC236}">
                <a16:creationId xmlns:a16="http://schemas.microsoft.com/office/drawing/2014/main" id="{FF8705FD-9F43-86F3-63B6-CA09EAFB25F4}"/>
              </a:ext>
            </a:extLst>
          </p:cNvPr>
          <p:cNvGrpSpPr/>
          <p:nvPr/>
        </p:nvGrpSpPr>
        <p:grpSpPr>
          <a:xfrm>
            <a:off x="1715530" y="2680407"/>
            <a:ext cx="19845" cy="69587"/>
            <a:chOff x="498548" y="3682485"/>
            <a:chExt cx="27824" cy="101835"/>
          </a:xfrm>
        </p:grpSpPr>
        <p:cxnSp>
          <p:nvCxnSpPr>
            <p:cNvPr id="31" name="Arrow |  →  | path">
              <a:extLst>
                <a:ext uri="{FF2B5EF4-FFF2-40B4-BE49-F238E27FC236}">
                  <a16:creationId xmlns:a16="http://schemas.microsoft.com/office/drawing/2014/main" id="{B5652EDA-ABBF-CE78-4C71-B8222DC8CCB7}"/>
                </a:ext>
              </a:extLst>
            </p:cNvPr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2" name="Arrow |  →  | editable arrowhead">
              <a:extLst>
                <a:ext uri="{FF2B5EF4-FFF2-40B4-BE49-F238E27FC236}">
                  <a16:creationId xmlns:a16="http://schemas.microsoft.com/office/drawing/2014/main" id="{92E4E440-BBC8-BD39-887C-D9C0DB01ECE8}"/>
                </a:ext>
              </a:extLst>
            </p:cNvPr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33" name="Text | 56 channels">
            <a:extLst>
              <a:ext uri="{FF2B5EF4-FFF2-40B4-BE49-F238E27FC236}">
                <a16:creationId xmlns:a16="http://schemas.microsoft.com/office/drawing/2014/main" id="{929F6C72-15D0-0B31-BCF7-3B7A0D2AF603}"/>
              </a:ext>
            </a:extLst>
          </p:cNvPr>
          <p:cNvSpPr txBox="1"/>
          <p:nvPr/>
        </p:nvSpPr>
        <p:spPr>
          <a:xfrm>
            <a:off x="1457798" y="3036076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7" b="1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537" dirty="0"/>
          </a:p>
        </p:txBody>
      </p:sp>
      <p:sp>
        <p:nvSpPr>
          <p:cNvPr id="34" name="Text | 4 × 2 × 7">
            <a:extLst>
              <a:ext uri="{FF2B5EF4-FFF2-40B4-BE49-F238E27FC236}">
                <a16:creationId xmlns:a16="http://schemas.microsoft.com/office/drawing/2014/main" id="{2ADB5EED-E64E-051D-D7B2-9989249A0DC0}"/>
              </a:ext>
            </a:extLst>
          </p:cNvPr>
          <p:cNvSpPr txBox="1"/>
          <p:nvPr/>
        </p:nvSpPr>
        <p:spPr>
          <a:xfrm>
            <a:off x="1457798" y="3144323"/>
            <a:ext cx="535308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5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451" dirty="0"/>
          </a:p>
        </p:txBody>
      </p:sp>
      <p:cxnSp>
        <p:nvCxnSpPr>
          <p:cNvPr id="35" name="path_1422">
            <a:extLst>
              <a:ext uri="{FF2B5EF4-FFF2-40B4-BE49-F238E27FC236}">
                <a16:creationId xmlns:a16="http://schemas.microsoft.com/office/drawing/2014/main" id="{6687D725-F3F1-06B7-4514-93AAC956C930}"/>
              </a:ext>
            </a:extLst>
          </p:cNvPr>
          <p:cNvCxnSpPr/>
          <p:nvPr/>
        </p:nvCxnSpPr>
        <p:spPr>
          <a:xfrm>
            <a:off x="1454996" y="3276056"/>
            <a:ext cx="543266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Text | Receptor atoms">
            <a:extLst>
              <a:ext uri="{FF2B5EF4-FFF2-40B4-BE49-F238E27FC236}">
                <a16:creationId xmlns:a16="http://schemas.microsoft.com/office/drawing/2014/main" id="{10D98193-3092-5A51-78AB-266FEA12BD2D}"/>
              </a:ext>
            </a:extLst>
          </p:cNvPr>
          <p:cNvSpPr txBox="1"/>
          <p:nvPr/>
        </p:nvSpPr>
        <p:spPr>
          <a:xfrm>
            <a:off x="1457798" y="3293808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487" dirty="0"/>
          </a:p>
        </p:txBody>
      </p:sp>
      <p:grpSp>
        <p:nvGrpSpPr>
          <p:cNvPr id="37" name="Arrow |  → ">
            <a:extLst>
              <a:ext uri="{FF2B5EF4-FFF2-40B4-BE49-F238E27FC236}">
                <a16:creationId xmlns:a16="http://schemas.microsoft.com/office/drawing/2014/main" id="{8F8B2DF1-CF62-D81F-8AC5-2E5BEE58E97E}"/>
              </a:ext>
            </a:extLst>
          </p:cNvPr>
          <p:cNvGrpSpPr/>
          <p:nvPr/>
        </p:nvGrpSpPr>
        <p:grpSpPr>
          <a:xfrm>
            <a:off x="1701935" y="3517892"/>
            <a:ext cx="54091" cy="19614"/>
            <a:chOff x="479610" y="4913802"/>
            <a:chExt cx="75555" cy="27397"/>
          </a:xfrm>
        </p:grpSpPr>
        <p:cxnSp>
          <p:nvCxnSpPr>
            <p:cNvPr id="38" name="Arrow |  →  | path">
              <a:extLst>
                <a:ext uri="{FF2B5EF4-FFF2-40B4-BE49-F238E27FC236}">
                  <a16:creationId xmlns:a16="http://schemas.microsoft.com/office/drawing/2014/main" id="{469DB95A-1C34-70E2-C6F2-6F26107F5D37}"/>
                </a:ext>
              </a:extLst>
            </p:cNvPr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Arrow |  →  | editable arrowhead">
              <a:extLst>
                <a:ext uri="{FF2B5EF4-FFF2-40B4-BE49-F238E27FC236}">
                  <a16:creationId xmlns:a16="http://schemas.microsoft.com/office/drawing/2014/main" id="{F5BFCBD6-E75C-A7D3-6ABB-81586359D73C}"/>
                </a:ext>
              </a:extLst>
            </p:cNvPr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0" name="Text | 50 features / atom">
            <a:extLst>
              <a:ext uri="{FF2B5EF4-FFF2-40B4-BE49-F238E27FC236}">
                <a16:creationId xmlns:a16="http://schemas.microsoft.com/office/drawing/2014/main" id="{CB851B93-B009-1F33-C221-182E48E34603}"/>
              </a:ext>
            </a:extLst>
          </p:cNvPr>
          <p:cNvSpPr txBox="1"/>
          <p:nvPr/>
        </p:nvSpPr>
        <p:spPr>
          <a:xfrm>
            <a:off x="1444912" y="3659786"/>
            <a:ext cx="561081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444" dirty="0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C9A8D0EA-47EA-796B-9CB4-729188E4A88E}"/>
              </a:ext>
            </a:extLst>
          </p:cNvPr>
          <p:cNvGrpSpPr/>
          <p:nvPr/>
        </p:nvGrpSpPr>
        <p:grpSpPr>
          <a:xfrm>
            <a:off x="2111147" y="1706392"/>
            <a:ext cx="2963268" cy="2118971"/>
            <a:chOff x="2111147" y="1706392"/>
            <a:chExt cx="2963268" cy="2118971"/>
          </a:xfrm>
        </p:grpSpPr>
        <p:sp>
          <p:nvSpPr>
            <p:cNvPr id="42" name="c | panel background">
              <a:extLst>
                <a:ext uri="{FF2B5EF4-FFF2-40B4-BE49-F238E27FC236}">
                  <a16:creationId xmlns:a16="http://schemas.microsoft.com/office/drawing/2014/main" id="{043D4405-E4B8-A25B-DF91-EC223C798C7E}"/>
                </a:ext>
              </a:extLst>
            </p:cNvPr>
            <p:cNvSpPr/>
            <p:nvPr/>
          </p:nvSpPr>
          <p:spPr>
            <a:xfrm>
              <a:off x="2111147" y="1706392"/>
              <a:ext cx="2963268" cy="2118971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sz="1289" dirty="0"/>
            </a:p>
          </p:txBody>
        </p:sp>
        <p:sp>
          <p:nvSpPr>
            <p:cNvPr id="43" name="Text | c">
              <a:extLst>
                <a:ext uri="{FF2B5EF4-FFF2-40B4-BE49-F238E27FC236}">
                  <a16:creationId xmlns:a16="http://schemas.microsoft.com/office/drawing/2014/main" id="{619B6E7B-DBFD-56C1-BB12-4CCB114F7D1E}"/>
                </a:ext>
              </a:extLst>
            </p:cNvPr>
            <p:cNvSpPr txBox="1"/>
            <p:nvPr/>
          </p:nvSpPr>
          <p:spPr>
            <a:xfrm>
              <a:off x="2162887" y="1707407"/>
              <a:ext cx="90908" cy="136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760"/>
            </a:p>
          </p:txBody>
        </p:sp>
        <p:sp>
          <p:nvSpPr>
            <p:cNvPr id="44" name="Text | Match: candidate-to-identity assignment">
              <a:extLst>
                <a:ext uri="{FF2B5EF4-FFF2-40B4-BE49-F238E27FC236}">
                  <a16:creationId xmlns:a16="http://schemas.microsoft.com/office/drawing/2014/main" id="{D9A08404-ABF7-8087-B9E2-4DFBF6AFC588}"/>
                </a:ext>
              </a:extLst>
            </p:cNvPr>
            <p:cNvSpPr txBox="1"/>
            <p:nvPr/>
          </p:nvSpPr>
          <p:spPr>
            <a:xfrm>
              <a:off x="2264014" y="1721517"/>
              <a:ext cx="1873065" cy="11354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629"/>
            </a:p>
          </p:txBody>
        </p:sp>
      </p:grpSp>
      <p:sp>
        <p:nvSpPr>
          <p:cNvPr id="45" name="Label 3 Candidate encoder">
            <a:extLst>
              <a:ext uri="{FF2B5EF4-FFF2-40B4-BE49-F238E27FC236}">
                <a16:creationId xmlns:a16="http://schemas.microsoft.com/office/drawing/2014/main" id="{6B5CC0A8-8762-17E5-D7D9-D13F1C0AF7D4}"/>
              </a:ext>
            </a:extLst>
          </p:cNvPr>
          <p:cNvSpPr>
            <a:spLocks noGrp="1"/>
          </p:cNvSpPr>
          <p:nvPr/>
        </p:nvSpPr>
        <p:spPr>
          <a:xfrm>
            <a:off x="2217416" y="1911126"/>
            <a:ext cx="1175089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Candidate encoder</a:t>
            </a:r>
          </a:p>
        </p:txBody>
      </p:sp>
      <p:sp>
        <p:nvSpPr>
          <p:cNvPr id="46" name="Label 4 Identity encoder">
            <a:extLst>
              <a:ext uri="{FF2B5EF4-FFF2-40B4-BE49-F238E27FC236}">
                <a16:creationId xmlns:a16="http://schemas.microsoft.com/office/drawing/2014/main" id="{3D0D0DE1-DD97-023E-ABFA-932CE9AEFFD0}"/>
              </a:ext>
            </a:extLst>
          </p:cNvPr>
          <p:cNvSpPr>
            <a:spLocks noGrp="1"/>
          </p:cNvSpPr>
          <p:nvPr/>
        </p:nvSpPr>
        <p:spPr>
          <a:xfrm>
            <a:off x="3658177" y="1911126"/>
            <a:ext cx="1246616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encoder</a:t>
            </a:r>
          </a:p>
        </p:txBody>
      </p:sp>
      <p:sp>
        <p:nvSpPr>
          <p:cNvPr id="47" name="Line 5">
            <a:extLst>
              <a:ext uri="{FF2B5EF4-FFF2-40B4-BE49-F238E27FC236}">
                <a16:creationId xmlns:a16="http://schemas.microsoft.com/office/drawing/2014/main" id="{684C6A81-834D-3CCC-F90D-A5A4DB999787}"/>
              </a:ext>
            </a:extLst>
          </p:cNvPr>
          <p:cNvSpPr>
            <a:spLocks noGrp="1"/>
          </p:cNvSpPr>
          <p:nvPr/>
        </p:nvSpPr>
        <p:spPr>
          <a:xfrm>
            <a:off x="3572345" y="1915213"/>
            <a:ext cx="20" cy="1525947"/>
          </a:xfrm>
          <a:custGeom>
            <a:avLst/>
            <a:gdLst/>
            <a:ahLst/>
            <a:cxnLst/>
            <a:rect l="0" t="0" r="0" b="0"/>
            <a:pathLst>
              <a:path w="95" h="6534150">
                <a:moveTo>
                  <a:pt x="0" y="0"/>
                </a:moveTo>
                <a:lnTo>
                  <a:pt x="0" y="6534150"/>
                </a:lnTo>
              </a:path>
            </a:pathLst>
          </a:custGeom>
          <a:noFill/>
          <a:ln w="2452">
            <a:solidFill>
              <a:srgbClr val="DCE6E5"/>
            </a:solidFill>
            <a:prstDash val="solid"/>
          </a:ln>
        </p:spPr>
      </p:sp>
      <p:sp>
        <p:nvSpPr>
          <p:cNvPr id="48" name="Label 6 Density + atoms">
            <a:extLst>
              <a:ext uri="{FF2B5EF4-FFF2-40B4-BE49-F238E27FC236}">
                <a16:creationId xmlns:a16="http://schemas.microsoft.com/office/drawing/2014/main" id="{D2EE3D99-D294-E7D6-3998-2F237446FAB3}"/>
              </a:ext>
            </a:extLst>
          </p:cNvPr>
          <p:cNvSpPr>
            <a:spLocks noGrp="1"/>
          </p:cNvSpPr>
          <p:nvPr/>
        </p:nvSpPr>
        <p:spPr>
          <a:xfrm>
            <a:off x="2196980" y="2025555"/>
            <a:ext cx="36785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Density + atoms</a:t>
            </a:r>
          </a:p>
        </p:txBody>
      </p:sp>
      <p:sp>
        <p:nvSpPr>
          <p:cNvPr id="49" name="Label 7 48³ crop">
            <a:extLst>
              <a:ext uri="{FF2B5EF4-FFF2-40B4-BE49-F238E27FC236}">
                <a16:creationId xmlns:a16="http://schemas.microsoft.com/office/drawing/2014/main" id="{62CE9B43-060C-7D46-C9DF-A7F291DBF061}"/>
              </a:ext>
            </a:extLst>
          </p:cNvPr>
          <p:cNvSpPr>
            <a:spLocks noGrp="1"/>
          </p:cNvSpPr>
          <p:nvPr/>
        </p:nvSpPr>
        <p:spPr>
          <a:xfrm>
            <a:off x="2184718" y="2305496"/>
            <a:ext cx="32289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48³ crop</a:t>
            </a:r>
          </a:p>
        </p:txBody>
      </p:sp>
      <p:sp>
        <p:nvSpPr>
          <p:cNvPr id="50" name="Label 8 Base summary">
            <a:extLst>
              <a:ext uri="{FF2B5EF4-FFF2-40B4-BE49-F238E27FC236}">
                <a16:creationId xmlns:a16="http://schemas.microsoft.com/office/drawing/2014/main" id="{7A98FB6B-7A85-C552-8B84-5CB0F969F45A}"/>
              </a:ext>
            </a:extLst>
          </p:cNvPr>
          <p:cNvSpPr>
            <a:spLocks noGrp="1"/>
          </p:cNvSpPr>
          <p:nvPr/>
        </p:nvSpPr>
        <p:spPr>
          <a:xfrm>
            <a:off x="3165662" y="2023511"/>
            <a:ext cx="363767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Base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vox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52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blipFill>
                <a:blip r:embed="rId4"/>
                <a:stretch>
                  <a:fillRect l="-16000" b="-384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Arrow 10">
            <a:extLst>
              <a:ext uri="{FF2B5EF4-FFF2-40B4-BE49-F238E27FC236}">
                <a16:creationId xmlns:a16="http://schemas.microsoft.com/office/drawing/2014/main" id="{027A2625-F72A-D6EE-BACA-BDFA25FDC76B}"/>
              </a:ext>
            </a:extLst>
          </p:cNvPr>
          <p:cNvSpPr>
            <a:spLocks noGrp="1"/>
          </p:cNvSpPr>
          <p:nvPr/>
        </p:nvSpPr>
        <p:spPr>
          <a:xfrm>
            <a:off x="2464696" y="2215588"/>
            <a:ext cx="230931" cy="20"/>
          </a:xfrm>
          <a:custGeom>
            <a:avLst/>
            <a:gdLst/>
            <a:ahLst/>
            <a:cxnLst/>
            <a:rect l="0" t="0" r="0" b="0"/>
            <a:pathLst>
              <a:path w="1076325" h="95">
                <a:moveTo>
                  <a:pt x="0" y="0"/>
                </a:moveTo>
                <a:lnTo>
                  <a:pt x="10763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4" name="Arrow 11">
            <a:extLst>
              <a:ext uri="{FF2B5EF4-FFF2-40B4-BE49-F238E27FC236}">
                <a16:creationId xmlns:a16="http://schemas.microsoft.com/office/drawing/2014/main" id="{27EB9761-3EDA-57F1-1AF1-66459B946F6A}"/>
              </a:ext>
            </a:extLst>
          </p:cNvPr>
          <p:cNvSpPr>
            <a:spLocks noGrp="1"/>
          </p:cNvSpPr>
          <p:nvPr/>
        </p:nvSpPr>
        <p:spPr>
          <a:xfrm>
            <a:off x="2942906" y="2215588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5" name="Arrow 12">
            <a:extLst>
              <a:ext uri="{FF2B5EF4-FFF2-40B4-BE49-F238E27FC236}">
                <a16:creationId xmlns:a16="http://schemas.microsoft.com/office/drawing/2014/main" id="{71ECFB26-8ACE-178D-5C11-4CF1E93053C7}"/>
              </a:ext>
            </a:extLst>
          </p:cNvPr>
          <p:cNvSpPr>
            <a:spLocks noGrp="1"/>
          </p:cNvSpPr>
          <p:nvPr/>
        </p:nvSpPr>
        <p:spPr>
          <a:xfrm>
            <a:off x="3347545" y="2242151"/>
            <a:ext cx="20" cy="914066"/>
          </a:xfrm>
          <a:custGeom>
            <a:avLst/>
            <a:gdLst/>
            <a:ahLst/>
            <a:cxnLst/>
            <a:rect l="0" t="0" r="0" b="0"/>
            <a:pathLst>
              <a:path w="95" h="3609975">
                <a:moveTo>
                  <a:pt x="0" y="0"/>
                </a:moveTo>
                <a:lnTo>
                  <a:pt x="0" y="3609975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6" name="Operator ">
            <a:extLst>
              <a:ext uri="{FF2B5EF4-FFF2-40B4-BE49-F238E27FC236}">
                <a16:creationId xmlns:a16="http://schemas.microsoft.com/office/drawing/2014/main" id="{6EAA2B1B-24A8-D38E-708D-FEF2546F7541}"/>
              </a:ext>
            </a:extLst>
          </p:cNvPr>
          <p:cNvSpPr>
            <a:spLocks noGrp="1"/>
          </p:cNvSpPr>
          <p:nvPr/>
        </p:nvSpPr>
        <p:spPr>
          <a:xfrm>
            <a:off x="2250114" y="2483269"/>
            <a:ext cx="976856" cy="292201"/>
          </a:xfrm>
          <a:prstGeom prst="roundRect">
            <a:avLst>
              <a:gd name="adj" fmla="val 4895"/>
            </a:avLst>
          </a:prstGeom>
          <a:solidFill>
            <a:srgbClr val="FCFEFD"/>
          </a:solidFill>
          <a:ln w="3270">
            <a:solidFill>
              <a:srgbClr val="C6DDD5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" name="Line 13">
            <a:extLst>
              <a:ext uri="{FF2B5EF4-FFF2-40B4-BE49-F238E27FC236}">
                <a16:creationId xmlns:a16="http://schemas.microsoft.com/office/drawing/2014/main" id="{9E5EED50-4B4F-91A4-C0CA-19F2B0BB5D4A}"/>
              </a:ext>
            </a:extLst>
          </p:cNvPr>
          <p:cNvSpPr>
            <a:spLocks noGrp="1"/>
          </p:cNvSpPr>
          <p:nvPr/>
        </p:nvSpPr>
        <p:spPr>
          <a:xfrm>
            <a:off x="2613881" y="2511876"/>
            <a:ext cx="20" cy="234987"/>
          </a:xfrm>
          <a:custGeom>
            <a:avLst/>
            <a:gdLst/>
            <a:ahLst/>
            <a:cxnLst/>
            <a:rect l="0" t="0" r="0" b="0"/>
            <a:pathLst>
              <a:path w="95" h="1095375">
                <a:moveTo>
                  <a:pt x="0" y="0"/>
                </a:moveTo>
                <a:lnTo>
                  <a:pt x="0" y="1095375"/>
                </a:lnTo>
              </a:path>
            </a:pathLst>
          </a:custGeom>
          <a:noFill/>
          <a:ln w="2452">
            <a:solidFill>
              <a:srgbClr val="C6DDD5"/>
            </a:solidFill>
            <a:prstDash val="dash"/>
          </a:ln>
        </p:spPr>
      </p:sp>
      <p:sp>
        <p:nvSpPr>
          <p:cNvPr id="58" name="Label 14 Pocket">
            <a:extLst>
              <a:ext uri="{FF2B5EF4-FFF2-40B4-BE49-F238E27FC236}">
                <a16:creationId xmlns:a16="http://schemas.microsoft.com/office/drawing/2014/main" id="{0DAA6646-3F9C-48C3-230D-0DCC7DCEDBDD}"/>
              </a:ext>
            </a:extLst>
          </p:cNvPr>
          <p:cNvSpPr>
            <a:spLocks noGrp="1"/>
          </p:cNvSpPr>
          <p:nvPr/>
        </p:nvSpPr>
        <p:spPr>
          <a:xfrm>
            <a:off x="2278725" y="2499616"/>
            <a:ext cx="30245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59" name="Label 15 Cues from Find">
            <a:extLst>
              <a:ext uri="{FF2B5EF4-FFF2-40B4-BE49-F238E27FC236}">
                <a16:creationId xmlns:a16="http://schemas.microsoft.com/office/drawing/2014/main" id="{810AF5C5-B80A-93E7-E7AC-8029CDB05A54}"/>
              </a:ext>
            </a:extLst>
          </p:cNvPr>
          <p:cNvSpPr>
            <a:spLocks noGrp="1"/>
          </p:cNvSpPr>
          <p:nvPr/>
        </p:nvSpPr>
        <p:spPr>
          <a:xfrm>
            <a:off x="2628186" y="2499616"/>
            <a:ext cx="57834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Cues from Find</a:t>
            </a:r>
          </a:p>
        </p:txBody>
      </p:sp>
      <p:sp>
        <p:nvSpPr>
          <p:cNvPr id="60" name="Label 16 Blob">
            <a:extLst>
              <a:ext uri="{FF2B5EF4-FFF2-40B4-BE49-F238E27FC236}">
                <a16:creationId xmlns:a16="http://schemas.microsoft.com/office/drawing/2014/main" id="{D1876F22-A386-B0DF-356A-08A522844E35}"/>
              </a:ext>
            </a:extLst>
          </p:cNvPr>
          <p:cNvSpPr>
            <a:spLocks noGrp="1"/>
          </p:cNvSpPr>
          <p:nvPr/>
        </p:nvSpPr>
        <p:spPr>
          <a:xfrm>
            <a:off x="2667488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61" name="Label 17 Pseudo">
            <a:extLst>
              <a:ext uri="{FF2B5EF4-FFF2-40B4-BE49-F238E27FC236}">
                <a16:creationId xmlns:a16="http://schemas.microsoft.com/office/drawing/2014/main" id="{3E752924-07D9-EC42-74EE-C2FAF92C30F8}"/>
              </a:ext>
            </a:extLst>
          </p:cNvPr>
          <p:cNvSpPr>
            <a:spLocks noGrp="1"/>
          </p:cNvSpPr>
          <p:nvPr/>
        </p:nvSpPr>
        <p:spPr>
          <a:xfrm>
            <a:off x="2939405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Pseudo</a:t>
            </a:r>
            <a:r>
              <a:rPr lang="en-US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atoms</a:t>
            </a:r>
            <a:endParaRPr sz="400" b="0" dirty="0">
              <a:solidFill>
                <a:srgbClr val="2036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Operator Mean/max pool">
            <a:extLst>
              <a:ext uri="{FF2B5EF4-FFF2-40B4-BE49-F238E27FC236}">
                <a16:creationId xmlns:a16="http://schemas.microsoft.com/office/drawing/2014/main" id="{B21DBCD8-D2E8-5DD6-C7BB-8F83821B1013}"/>
              </a:ext>
            </a:extLst>
          </p:cNvPr>
          <p:cNvSpPr>
            <a:spLocks noGrp="1"/>
          </p:cNvSpPr>
          <p:nvPr/>
        </p:nvSpPr>
        <p:spPr>
          <a:xfrm>
            <a:off x="2250114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Mean/max pool</a:t>
            </a:r>
          </a:p>
        </p:txBody>
      </p:sp>
      <p:sp>
        <p:nvSpPr>
          <p:cNvPr id="63" name="Operator Attention">
            <a:extLst>
              <a:ext uri="{FF2B5EF4-FFF2-40B4-BE49-F238E27FC236}">
                <a16:creationId xmlns:a16="http://schemas.microsoft.com/office/drawing/2014/main" id="{75697375-DCF2-CFE3-2105-BF97EE533EC0}"/>
              </a:ext>
            </a:extLst>
          </p:cNvPr>
          <p:cNvSpPr>
            <a:spLocks noGrp="1"/>
          </p:cNvSpPr>
          <p:nvPr/>
        </p:nvSpPr>
        <p:spPr>
          <a:xfrm>
            <a:off x="2797808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Cross-attention</a:t>
            </a:r>
          </a:p>
        </p:txBody>
      </p:sp>
      <p:sp>
        <p:nvSpPr>
          <p:cNvPr id="64" name="Line 18">
            <a:extLst>
              <a:ext uri="{FF2B5EF4-FFF2-40B4-BE49-F238E27FC236}">
                <a16:creationId xmlns:a16="http://schemas.microsoft.com/office/drawing/2014/main" id="{554A97B3-7202-D966-A61C-33F3450A53A6}"/>
              </a:ext>
            </a:extLst>
          </p:cNvPr>
          <p:cNvSpPr>
            <a:spLocks noGrp="1"/>
          </p:cNvSpPr>
          <p:nvPr/>
        </p:nvSpPr>
        <p:spPr>
          <a:xfrm>
            <a:off x="2738543" y="2775470"/>
            <a:ext cx="20" cy="61301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5" name="Line 19">
            <a:extLst>
              <a:ext uri="{FF2B5EF4-FFF2-40B4-BE49-F238E27FC236}">
                <a16:creationId xmlns:a16="http://schemas.microsoft.com/office/drawing/2014/main" id="{4B50FF33-24F3-5F84-237D-C648C293E7A8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547694" cy="47"/>
          </a:xfrm>
          <a:custGeom>
            <a:avLst/>
            <a:gdLst/>
            <a:ahLst/>
            <a:cxnLst/>
            <a:rect l="0" t="0" r="0" b="0"/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6" name="Arrow 20">
            <a:extLst>
              <a:ext uri="{FF2B5EF4-FFF2-40B4-BE49-F238E27FC236}">
                <a16:creationId xmlns:a16="http://schemas.microsoft.com/office/drawing/2014/main" id="{B4A0F68D-D635-C5EE-AE4F-09DA0A8583D5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7" name="Arrow 21">
            <a:extLst>
              <a:ext uri="{FF2B5EF4-FFF2-40B4-BE49-F238E27FC236}">
                <a16:creationId xmlns:a16="http://schemas.microsoft.com/office/drawing/2014/main" id="{738FF7B0-EF10-61B7-298E-2F2ABB2E5983}"/>
              </a:ext>
            </a:extLst>
          </p:cNvPr>
          <p:cNvSpPr>
            <a:spLocks noGrp="1"/>
          </p:cNvSpPr>
          <p:nvPr/>
        </p:nvSpPr>
        <p:spPr>
          <a:xfrm>
            <a:off x="3012389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8" name="Label 22 K, V">
            <a:extLst>
              <a:ext uri="{FF2B5EF4-FFF2-40B4-BE49-F238E27FC236}">
                <a16:creationId xmlns:a16="http://schemas.microsoft.com/office/drawing/2014/main" id="{9C772881-4E10-C6B0-DC4A-4E96E0582DA0}"/>
              </a:ext>
            </a:extLst>
          </p:cNvPr>
          <p:cNvSpPr>
            <a:spLocks noGrp="1"/>
          </p:cNvSpPr>
          <p:nvPr/>
        </p:nvSpPr>
        <p:spPr>
          <a:xfrm>
            <a:off x="3028738" y="2834414"/>
            <a:ext cx="134880" cy="123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69" name="Arrow 23">
            <a:extLst>
              <a:ext uri="{FF2B5EF4-FFF2-40B4-BE49-F238E27FC236}">
                <a16:creationId xmlns:a16="http://schemas.microsoft.com/office/drawing/2014/main" id="{A785A34E-AF3C-C366-183C-FF56BE0BE69A}"/>
              </a:ext>
            </a:extLst>
          </p:cNvPr>
          <p:cNvSpPr>
            <a:spLocks noGrp="1"/>
          </p:cNvSpPr>
          <p:nvPr/>
        </p:nvSpPr>
        <p:spPr>
          <a:xfrm>
            <a:off x="3237189" y="3016588"/>
            <a:ext cx="110356" cy="20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514350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70" name="Label 24 Q">
            <a:extLst>
              <a:ext uri="{FF2B5EF4-FFF2-40B4-BE49-F238E27FC236}">
                <a16:creationId xmlns:a16="http://schemas.microsoft.com/office/drawing/2014/main" id="{84552AEB-3A9B-7E9F-A1E7-9E7E269AAAB2}"/>
              </a:ext>
            </a:extLst>
          </p:cNvPr>
          <p:cNvSpPr>
            <a:spLocks noGrp="1"/>
          </p:cNvSpPr>
          <p:nvPr/>
        </p:nvSpPr>
        <p:spPr>
          <a:xfrm>
            <a:off x="3269887" y="2930182"/>
            <a:ext cx="59265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71" name="Line 25">
            <a:extLst>
              <a:ext uri="{FF2B5EF4-FFF2-40B4-BE49-F238E27FC236}">
                <a16:creationId xmlns:a16="http://schemas.microsoft.com/office/drawing/2014/main" id="{901444A3-1252-A452-7196-CBCD827D40AA}"/>
              </a:ext>
            </a:extLst>
          </p:cNvPr>
          <p:cNvSpPr>
            <a:spLocks noGrp="1"/>
          </p:cNvSpPr>
          <p:nvPr/>
        </p:nvSpPr>
        <p:spPr>
          <a:xfrm>
            <a:off x="2464696" y="3067672"/>
            <a:ext cx="273847" cy="75897"/>
          </a:xfrm>
          <a:custGeom>
            <a:avLst/>
            <a:gdLst/>
            <a:ahLst/>
            <a:cxnLst/>
            <a:rect l="0" t="0" r="0" b="0"/>
            <a:pathLst>
              <a:path w="1276350" h="285750">
                <a:moveTo>
                  <a:pt x="0" y="0"/>
                </a:moveTo>
                <a:lnTo>
                  <a:pt x="0" y="285750"/>
                </a:lnTo>
                <a:lnTo>
                  <a:pt x="1276350" y="2857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2" name="Arrow 26">
            <a:extLst>
              <a:ext uri="{FF2B5EF4-FFF2-40B4-BE49-F238E27FC236}">
                <a16:creationId xmlns:a16="http://schemas.microsoft.com/office/drawing/2014/main" id="{90EC0380-EA66-7028-D5C4-F64175DE6093}"/>
              </a:ext>
            </a:extLst>
          </p:cNvPr>
          <p:cNvSpPr>
            <a:spLocks noGrp="1"/>
          </p:cNvSpPr>
          <p:nvPr/>
        </p:nvSpPr>
        <p:spPr>
          <a:xfrm>
            <a:off x="2738543" y="3067672"/>
            <a:ext cx="273847" cy="106255"/>
          </a:xfrm>
          <a:custGeom>
            <a:avLst/>
            <a:gdLst/>
            <a:ahLst/>
            <a:cxnLst/>
            <a:rect l="0" t="0" r="0" b="0"/>
            <a:pathLst>
              <a:path w="1276350" h="400050">
                <a:moveTo>
                  <a:pt x="1276350" y="0"/>
                </a:moveTo>
                <a:lnTo>
                  <a:pt x="1276350" y="285750"/>
                </a:lnTo>
                <a:lnTo>
                  <a:pt x="0" y="285750"/>
                </a:lnTo>
                <a:lnTo>
                  <a:pt x="0" y="4000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3" name="Label 27 Concat">
            <a:extLst>
              <a:ext uri="{FF2B5EF4-FFF2-40B4-BE49-F238E27FC236}">
                <a16:creationId xmlns:a16="http://schemas.microsoft.com/office/drawing/2014/main" id="{FAA71DC9-AFE7-D234-8E7A-EA5573BA1B8C}"/>
              </a:ext>
            </a:extLst>
          </p:cNvPr>
          <p:cNvSpPr>
            <a:spLocks noGrp="1"/>
          </p:cNvSpPr>
          <p:nvPr/>
        </p:nvSpPr>
        <p:spPr>
          <a:xfrm>
            <a:off x="2646579" y="3070202"/>
            <a:ext cx="183927" cy="632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Concat</a:t>
            </a:r>
          </a:p>
        </p:txBody>
      </p:sp>
      <p:sp>
        <p:nvSpPr>
          <p:cNvPr id="74" name="Operator MLP">
            <a:extLst>
              <a:ext uri="{FF2B5EF4-FFF2-40B4-BE49-F238E27FC236}">
                <a16:creationId xmlns:a16="http://schemas.microsoft.com/office/drawing/2014/main" id="{E8D7AAA4-507E-0CE4-2C54-AB24314D5AAC}"/>
              </a:ext>
            </a:extLst>
          </p:cNvPr>
          <p:cNvSpPr>
            <a:spLocks noGrp="1"/>
          </p:cNvSpPr>
          <p:nvPr/>
        </p:nvSpPr>
        <p:spPr>
          <a:xfrm>
            <a:off x="2632274" y="3182100"/>
            <a:ext cx="212538" cy="858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MLP</a:t>
            </a:r>
          </a:p>
        </p:txBody>
      </p:sp>
      <p:sp>
        <p:nvSpPr>
          <p:cNvPr id="75" name="Arrow 28">
            <a:extLst>
              <a:ext uri="{FF2B5EF4-FFF2-40B4-BE49-F238E27FC236}">
                <a16:creationId xmlns:a16="http://schemas.microsoft.com/office/drawing/2014/main" id="{C539AC33-382F-CD2C-B8E4-47E49C75CDE5}"/>
              </a:ext>
            </a:extLst>
          </p:cNvPr>
          <p:cNvSpPr>
            <a:spLocks noGrp="1"/>
          </p:cNvSpPr>
          <p:nvPr/>
        </p:nvSpPr>
        <p:spPr>
          <a:xfrm>
            <a:off x="2844811" y="3225011"/>
            <a:ext cx="392377" cy="20"/>
          </a:xfrm>
          <a:custGeom>
            <a:avLst/>
            <a:gdLst/>
            <a:ahLst/>
            <a:cxnLst/>
            <a:rect l="0" t="0" r="0" b="0"/>
            <a:pathLst>
              <a:path w="1828800" h="9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6" name="Operator FiLM">
            <a:extLst>
              <a:ext uri="{FF2B5EF4-FFF2-40B4-BE49-F238E27FC236}">
                <a16:creationId xmlns:a16="http://schemas.microsoft.com/office/drawing/2014/main" id="{4E577D02-6153-A76E-35D2-301A0DC2210B}"/>
              </a:ext>
            </a:extLst>
          </p:cNvPr>
          <p:cNvSpPr>
            <a:spLocks noGrp="1"/>
          </p:cNvSpPr>
          <p:nvPr/>
        </p:nvSpPr>
        <p:spPr>
          <a:xfrm>
            <a:off x="3249451" y="3173927"/>
            <a:ext cx="196189" cy="100125"/>
          </a:xfrm>
          <a:prstGeom prst="roundRect">
            <a:avLst>
              <a:gd name="adj" fmla="val 14286"/>
            </a:avLst>
          </a:prstGeom>
          <a:solidFill>
            <a:srgbClr val="F4F0F8"/>
          </a:solidFill>
          <a:ln w="3270">
            <a:solidFill>
              <a:srgbClr val="9988B8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9988B8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9988B8"/>
                </a:solidFill>
                <a:latin typeface="Arial"/>
                <a:ea typeface="Arial"/>
                <a:cs typeface="Arial"/>
              </a:rPr>
              <a:t>FiLM</a:t>
            </a:r>
          </a:p>
        </p:txBody>
      </p:sp>
      <p:sp>
        <p:nvSpPr>
          <p:cNvPr id="77" name="Arrow 29">
            <a:extLst>
              <a:ext uri="{FF2B5EF4-FFF2-40B4-BE49-F238E27FC236}">
                <a16:creationId xmlns:a16="http://schemas.microsoft.com/office/drawing/2014/main" id="{0FF15C68-D630-C9EE-6B8D-3F6F2C456C7F}"/>
              </a:ext>
            </a:extLst>
          </p:cNvPr>
          <p:cNvSpPr>
            <a:spLocks noGrp="1"/>
          </p:cNvSpPr>
          <p:nvPr/>
        </p:nvSpPr>
        <p:spPr>
          <a:xfrm>
            <a:off x="3347545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79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blipFill>
                <a:blip r:embed="rId5"/>
                <a:stretch>
                  <a:fillRect l="-23529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abel 31 User-provided SMILES · same PDB">
            <a:extLst>
              <a:ext uri="{FF2B5EF4-FFF2-40B4-BE49-F238E27FC236}">
                <a16:creationId xmlns:a16="http://schemas.microsoft.com/office/drawing/2014/main" id="{FA697514-484F-ABDD-66D0-BF7E69D0AB09}"/>
              </a:ext>
            </a:extLst>
          </p:cNvPr>
          <p:cNvSpPr>
            <a:spLocks noGrp="1"/>
          </p:cNvSpPr>
          <p:nvPr/>
        </p:nvSpPr>
        <p:spPr>
          <a:xfrm>
            <a:off x="3705181" y="1986731"/>
            <a:ext cx="1238441" cy="65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17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17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User-provided SMILES · same PDB</a:t>
            </a:r>
          </a:p>
        </p:txBody>
      </p:sp>
      <p:sp>
        <p:nvSpPr>
          <p:cNvPr id="81" name="Operator ">
            <a:extLst>
              <a:ext uri="{FF2B5EF4-FFF2-40B4-BE49-F238E27FC236}">
                <a16:creationId xmlns:a16="http://schemas.microsoft.com/office/drawing/2014/main" id="{C43941CD-8F4C-D34C-B0D4-8D2799101932}"/>
              </a:ext>
            </a:extLst>
          </p:cNvPr>
          <p:cNvSpPr>
            <a:spLocks noGrp="1"/>
          </p:cNvSpPr>
          <p:nvPr/>
        </p:nvSpPr>
        <p:spPr>
          <a:xfrm>
            <a:off x="4068947" y="2062335"/>
            <a:ext cx="439381" cy="349776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3270">
            <a:solidFill>
              <a:srgbClr val="BFD9CF"/>
            </a:solidFill>
          </a:ln>
        </p:spPr>
      </p:sp>
      <p:sp>
        <p:nvSpPr>
          <p:cNvPr id="82" name="Operator ">
            <a:extLst>
              <a:ext uri="{FF2B5EF4-FFF2-40B4-BE49-F238E27FC236}">
                <a16:creationId xmlns:a16="http://schemas.microsoft.com/office/drawing/2014/main" id="{44AA21B6-7457-1D5F-80E0-9F24ADCA9426}"/>
              </a:ext>
            </a:extLst>
          </p:cNvPr>
          <p:cNvSpPr>
            <a:spLocks noGrp="1"/>
          </p:cNvSpPr>
          <p:nvPr/>
        </p:nvSpPr>
        <p:spPr>
          <a:xfrm>
            <a:off x="4081209" y="2248282"/>
            <a:ext cx="414857" cy="69474"/>
          </a:xfrm>
          <a:prstGeom prst="roundRect">
            <a:avLst>
              <a:gd name="adj" fmla="val 20588"/>
            </a:avLst>
          </a:prstGeom>
          <a:solidFill>
            <a:srgbClr val="EDF6F1"/>
          </a:solidFill>
          <a:ln w="3270">
            <a:solidFill>
              <a:srgbClr val="2B887C"/>
            </a:solidFill>
          </a:ln>
        </p:spPr>
      </p:sp>
      <p:sp>
        <p:nvSpPr>
          <p:cNvPr id="83" name="Label 32 1">
            <a:extLst>
              <a:ext uri="{FF2B5EF4-FFF2-40B4-BE49-F238E27FC236}">
                <a16:creationId xmlns:a16="http://schemas.microsoft.com/office/drawing/2014/main" id="{4A69C17C-F264-822C-57C9-F3CDEAF2A48B}"/>
              </a:ext>
            </a:extLst>
          </p:cNvPr>
          <p:cNvSpPr>
            <a:spLocks noGrp="1"/>
          </p:cNvSpPr>
          <p:nvPr/>
        </p:nvSpPr>
        <p:spPr>
          <a:xfrm>
            <a:off x="4091427" y="2074595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4" name="Label 33 CCO">
            <a:extLst>
              <a:ext uri="{FF2B5EF4-FFF2-40B4-BE49-F238E27FC236}">
                <a16:creationId xmlns:a16="http://schemas.microsoft.com/office/drawing/2014/main" id="{B01DB248-E9F9-73E1-3BD1-4C7C8D161ABD}"/>
              </a:ext>
            </a:extLst>
          </p:cNvPr>
          <p:cNvSpPr>
            <a:spLocks noGrp="1"/>
          </p:cNvSpPr>
          <p:nvPr/>
        </p:nvSpPr>
        <p:spPr>
          <a:xfrm>
            <a:off x="4160911" y="2074595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85" name="Label 34 2">
            <a:extLst>
              <a:ext uri="{FF2B5EF4-FFF2-40B4-BE49-F238E27FC236}">
                <a16:creationId xmlns:a16="http://schemas.microsoft.com/office/drawing/2014/main" id="{1B5E384B-A0CD-27E4-E74F-A790939BE2B9}"/>
              </a:ext>
            </a:extLst>
          </p:cNvPr>
          <p:cNvSpPr>
            <a:spLocks noGrp="1"/>
          </p:cNvSpPr>
          <p:nvPr/>
        </p:nvSpPr>
        <p:spPr>
          <a:xfrm>
            <a:off x="4091427" y="2164504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6" name="Label 35 CC(=O)O">
            <a:extLst>
              <a:ext uri="{FF2B5EF4-FFF2-40B4-BE49-F238E27FC236}">
                <a16:creationId xmlns:a16="http://schemas.microsoft.com/office/drawing/2014/main" id="{C0176642-9B10-5B68-9F0F-61B79A6B9DE4}"/>
              </a:ext>
            </a:extLst>
          </p:cNvPr>
          <p:cNvSpPr>
            <a:spLocks noGrp="1"/>
          </p:cNvSpPr>
          <p:nvPr/>
        </p:nvSpPr>
        <p:spPr>
          <a:xfrm>
            <a:off x="4160911" y="2164504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87" name="Label 36 k">
            <a:extLst>
              <a:ext uri="{FF2B5EF4-FFF2-40B4-BE49-F238E27FC236}">
                <a16:creationId xmlns:a16="http://schemas.microsoft.com/office/drawing/2014/main" id="{0363D78B-C5B7-8069-E283-358882294AC5}"/>
              </a:ext>
            </a:extLst>
          </p:cNvPr>
          <p:cNvSpPr>
            <a:spLocks noGrp="1"/>
          </p:cNvSpPr>
          <p:nvPr/>
        </p:nvSpPr>
        <p:spPr>
          <a:xfrm>
            <a:off x="4091427" y="2254412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8" name="Label 37 Cc1ccccc1">
            <a:extLst>
              <a:ext uri="{FF2B5EF4-FFF2-40B4-BE49-F238E27FC236}">
                <a16:creationId xmlns:a16="http://schemas.microsoft.com/office/drawing/2014/main" id="{245A7B3C-25EC-E0F7-6FDB-508C962B5B13}"/>
              </a:ext>
            </a:extLst>
          </p:cNvPr>
          <p:cNvSpPr>
            <a:spLocks noGrp="1"/>
          </p:cNvSpPr>
          <p:nvPr/>
        </p:nvSpPr>
        <p:spPr>
          <a:xfrm>
            <a:off x="4160911" y="2254412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89" name="Label 38 K">
            <a:extLst>
              <a:ext uri="{FF2B5EF4-FFF2-40B4-BE49-F238E27FC236}">
                <a16:creationId xmlns:a16="http://schemas.microsoft.com/office/drawing/2014/main" id="{A2582FA0-9309-416A-A8C7-FB7EC673887A}"/>
              </a:ext>
            </a:extLst>
          </p:cNvPr>
          <p:cNvSpPr>
            <a:spLocks noGrp="1"/>
          </p:cNvSpPr>
          <p:nvPr/>
        </p:nvSpPr>
        <p:spPr>
          <a:xfrm>
            <a:off x="4091427" y="2344320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90" name="Label 39 CC(N)=O">
            <a:extLst>
              <a:ext uri="{FF2B5EF4-FFF2-40B4-BE49-F238E27FC236}">
                <a16:creationId xmlns:a16="http://schemas.microsoft.com/office/drawing/2014/main" id="{7EBDBA4B-FF2E-EBAF-BF93-48D7944940C0}"/>
              </a:ext>
            </a:extLst>
          </p:cNvPr>
          <p:cNvSpPr>
            <a:spLocks noGrp="1"/>
          </p:cNvSpPr>
          <p:nvPr/>
        </p:nvSpPr>
        <p:spPr>
          <a:xfrm>
            <a:off x="4160911" y="2344320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9580A8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91" name="Label 40 ···">
            <a:extLst>
              <a:ext uri="{FF2B5EF4-FFF2-40B4-BE49-F238E27FC236}">
                <a16:creationId xmlns:a16="http://schemas.microsoft.com/office/drawing/2014/main" id="{8AAB699A-96EE-C243-4E66-4CB449FB094D}"/>
              </a:ext>
            </a:extLst>
          </p:cNvPr>
          <p:cNvSpPr>
            <a:spLocks noGrp="1"/>
          </p:cNvSpPr>
          <p:nvPr/>
        </p:nvSpPr>
        <p:spPr>
          <a:xfrm>
            <a:off x="4100000" y="2219675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2" name="Label 41 ···">
            <a:extLst>
              <a:ext uri="{FF2B5EF4-FFF2-40B4-BE49-F238E27FC236}">
                <a16:creationId xmlns:a16="http://schemas.microsoft.com/office/drawing/2014/main" id="{12B6820B-0F14-5308-3392-17E2564CAF01}"/>
              </a:ext>
            </a:extLst>
          </p:cNvPr>
          <p:cNvSpPr>
            <a:spLocks noGrp="1"/>
          </p:cNvSpPr>
          <p:nvPr/>
        </p:nvSpPr>
        <p:spPr>
          <a:xfrm>
            <a:off x="4100000" y="2320021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3" name="Arrow 42">
            <a:extLst>
              <a:ext uri="{FF2B5EF4-FFF2-40B4-BE49-F238E27FC236}">
                <a16:creationId xmlns:a16="http://schemas.microsoft.com/office/drawing/2014/main" id="{4949391B-1FC1-2300-D73B-6D911D83C4E2}"/>
              </a:ext>
            </a:extLst>
          </p:cNvPr>
          <p:cNvSpPr>
            <a:spLocks noGrp="1"/>
          </p:cNvSpPr>
          <p:nvPr/>
        </p:nvSpPr>
        <p:spPr>
          <a:xfrm>
            <a:off x="3817581" y="2283019"/>
            <a:ext cx="251367" cy="182461"/>
          </a:xfrm>
          <a:custGeom>
            <a:avLst/>
            <a:gdLst/>
            <a:ahLst/>
            <a:cxnLst/>
            <a:rect l="0" t="0" r="0" b="0"/>
            <a:pathLst>
              <a:path w="1171575" h="704850">
                <a:moveTo>
                  <a:pt x="1171575" y="0"/>
                </a:moveTo>
                <a:lnTo>
                  <a:pt x="0" y="0"/>
                </a:lnTo>
                <a:lnTo>
                  <a:pt x="0" y="7048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4" name="Label 43 RDKit">
            <a:extLst>
              <a:ext uri="{FF2B5EF4-FFF2-40B4-BE49-F238E27FC236}">
                <a16:creationId xmlns:a16="http://schemas.microsoft.com/office/drawing/2014/main" id="{EA6A0A7B-6C99-76D4-DFB9-5BDB63019736}"/>
              </a:ext>
            </a:extLst>
          </p:cNvPr>
          <p:cNvSpPr>
            <a:spLocks noGrp="1"/>
          </p:cNvSpPr>
          <p:nvPr/>
        </p:nvSpPr>
        <p:spPr>
          <a:xfrm>
            <a:off x="3858453" y="2295279"/>
            <a:ext cx="173709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RDKit</a:t>
            </a:r>
          </a:p>
        </p:txBody>
      </p:sp>
      <p:sp>
        <p:nvSpPr>
          <p:cNvPr id="95" name="Arrow 44">
            <a:extLst>
              <a:ext uri="{FF2B5EF4-FFF2-40B4-BE49-F238E27FC236}">
                <a16:creationId xmlns:a16="http://schemas.microsoft.com/office/drawing/2014/main" id="{3EE6140F-6046-1F49-EF96-A10F0CDE2EFA}"/>
              </a:ext>
            </a:extLst>
          </p:cNvPr>
          <p:cNvSpPr>
            <a:spLocks noGrp="1"/>
          </p:cNvSpPr>
          <p:nvPr/>
        </p:nvSpPr>
        <p:spPr>
          <a:xfrm>
            <a:off x="4287616" y="2412112"/>
            <a:ext cx="20" cy="87504"/>
          </a:xfrm>
          <a:custGeom>
            <a:avLst/>
            <a:gdLst/>
            <a:ahLst/>
            <a:cxnLst/>
            <a:rect l="0" t="0" r="0" b="0"/>
            <a:pathLst>
              <a:path w="9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6" name="Arrow 45">
            <a:extLst>
              <a:ext uri="{FF2B5EF4-FFF2-40B4-BE49-F238E27FC236}">
                <a16:creationId xmlns:a16="http://schemas.microsoft.com/office/drawing/2014/main" id="{8495221C-813F-353C-5B2E-09C3191AAD68}"/>
              </a:ext>
            </a:extLst>
          </p:cNvPr>
          <p:cNvSpPr>
            <a:spLocks noGrp="1"/>
          </p:cNvSpPr>
          <p:nvPr/>
        </p:nvSpPr>
        <p:spPr>
          <a:xfrm>
            <a:off x="4508329" y="2103203"/>
            <a:ext cx="249323" cy="394370"/>
          </a:xfrm>
          <a:custGeom>
            <a:avLst/>
            <a:gdLst/>
            <a:ahLst/>
            <a:cxnLst/>
            <a:rect l="0" t="0" r="0" b="0"/>
            <a:pathLst>
              <a:path w="1162050" h="1647825">
                <a:moveTo>
                  <a:pt x="0" y="0"/>
                </a:moveTo>
                <a:lnTo>
                  <a:pt x="1162050" y="0"/>
                </a:lnTo>
                <a:lnTo>
                  <a:pt x="1162050" y="16478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7" name="Line 46">
            <a:extLst>
              <a:ext uri="{FF2B5EF4-FFF2-40B4-BE49-F238E27FC236}">
                <a16:creationId xmlns:a16="http://schemas.microsoft.com/office/drawing/2014/main" id="{4F3CE4A4-D177-F12C-C10E-D90A64ABF7FF}"/>
              </a:ext>
            </a:extLst>
          </p:cNvPr>
          <p:cNvSpPr>
            <a:spLocks noGrp="1"/>
          </p:cNvSpPr>
          <p:nvPr/>
        </p:nvSpPr>
        <p:spPr>
          <a:xfrm>
            <a:off x="4508329" y="2193111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8" name="Line 47">
            <a:extLst>
              <a:ext uri="{FF2B5EF4-FFF2-40B4-BE49-F238E27FC236}">
                <a16:creationId xmlns:a16="http://schemas.microsoft.com/office/drawing/2014/main" id="{7E96D21D-C570-B5DF-20F8-7582F53B0972}"/>
              </a:ext>
            </a:extLst>
          </p:cNvPr>
          <p:cNvSpPr>
            <a:spLocks noGrp="1"/>
          </p:cNvSpPr>
          <p:nvPr/>
        </p:nvSpPr>
        <p:spPr>
          <a:xfrm>
            <a:off x="4508329" y="2372927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9" name="Label 48 Other identities">
            <a:extLst>
              <a:ext uri="{FF2B5EF4-FFF2-40B4-BE49-F238E27FC236}">
                <a16:creationId xmlns:a16="http://schemas.microsoft.com/office/drawing/2014/main" id="{9C320152-FD98-B124-42EE-9F646A579FD3}"/>
              </a:ext>
            </a:extLst>
          </p:cNvPr>
          <p:cNvSpPr>
            <a:spLocks noGrp="1"/>
          </p:cNvSpPr>
          <p:nvPr/>
        </p:nvSpPr>
        <p:spPr>
          <a:xfrm>
            <a:off x="4788306" y="2254412"/>
            <a:ext cx="235018" cy="110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Other</a:t>
            </a:r>
          </a:p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lang="en-US"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 </a:t>
            </a: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identities</a:t>
            </a:r>
          </a:p>
        </p:txBody>
      </p:sp>
      <p:sp>
        <p:nvSpPr>
          <p:cNvPr id="100" name="Label 49 Own graph">
            <a:extLst>
              <a:ext uri="{FF2B5EF4-FFF2-40B4-BE49-F238E27FC236}">
                <a16:creationId xmlns:a16="http://schemas.microsoft.com/office/drawing/2014/main" id="{DC2A5F9F-F1A3-4ACF-4DEF-15FAF9AF2FF3}"/>
              </a:ext>
            </a:extLst>
          </p:cNvPr>
          <p:cNvSpPr>
            <a:spLocks noGrp="1"/>
          </p:cNvSpPr>
          <p:nvPr/>
        </p:nvSpPr>
        <p:spPr>
          <a:xfrm>
            <a:off x="3660678" y="2607209"/>
            <a:ext cx="308589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Own graph</a:t>
            </a:r>
          </a:p>
        </p:txBody>
      </p:sp>
      <p:sp>
        <p:nvSpPr>
          <p:cNvPr id="101" name="Operator SMI-TED">
            <a:extLst>
              <a:ext uri="{FF2B5EF4-FFF2-40B4-BE49-F238E27FC236}">
                <a16:creationId xmlns:a16="http://schemas.microsoft.com/office/drawing/2014/main" id="{E69760B1-2472-8F46-B6F6-F5AD7F6FF29A}"/>
              </a:ext>
            </a:extLst>
          </p:cNvPr>
          <p:cNvSpPr>
            <a:spLocks noGrp="1"/>
          </p:cNvSpPr>
          <p:nvPr/>
        </p:nvSpPr>
        <p:spPr>
          <a:xfrm>
            <a:off x="4126169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2" name="Label 50 + linear">
            <a:extLst>
              <a:ext uri="{FF2B5EF4-FFF2-40B4-BE49-F238E27FC236}">
                <a16:creationId xmlns:a16="http://schemas.microsoft.com/office/drawing/2014/main" id="{04763126-86F8-6DB8-51A3-6E0EDA9A64E3}"/>
              </a:ext>
            </a:extLst>
          </p:cNvPr>
          <p:cNvSpPr>
            <a:spLocks noGrp="1"/>
          </p:cNvSpPr>
          <p:nvPr/>
        </p:nvSpPr>
        <p:spPr>
          <a:xfrm>
            <a:off x="4154780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3" name="Operator SMI-TED">
            <a:extLst>
              <a:ext uri="{FF2B5EF4-FFF2-40B4-BE49-F238E27FC236}">
                <a16:creationId xmlns:a16="http://schemas.microsoft.com/office/drawing/2014/main" id="{F2499873-06D4-C024-E0B1-12F59EA91405}"/>
              </a:ext>
            </a:extLst>
          </p:cNvPr>
          <p:cNvSpPr>
            <a:spLocks noGrp="1"/>
          </p:cNvSpPr>
          <p:nvPr/>
        </p:nvSpPr>
        <p:spPr>
          <a:xfrm>
            <a:off x="4596205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 dirty="0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4" name="Label 51 + linear">
            <a:extLst>
              <a:ext uri="{FF2B5EF4-FFF2-40B4-BE49-F238E27FC236}">
                <a16:creationId xmlns:a16="http://schemas.microsoft.com/office/drawing/2014/main" id="{15867061-6249-1FCE-15E9-8DC4B3ABC78D}"/>
              </a:ext>
            </a:extLst>
          </p:cNvPr>
          <p:cNvSpPr>
            <a:spLocks noGrp="1"/>
          </p:cNvSpPr>
          <p:nvPr/>
        </p:nvSpPr>
        <p:spPr>
          <a:xfrm>
            <a:off x="4624816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5" name="Operator GNN">
            <a:extLst>
              <a:ext uri="{FF2B5EF4-FFF2-40B4-BE49-F238E27FC236}">
                <a16:creationId xmlns:a16="http://schemas.microsoft.com/office/drawing/2014/main" id="{E38BD2FC-A6FC-4D0D-24AE-52449EB2583A}"/>
              </a:ext>
            </a:extLst>
          </p:cNvPr>
          <p:cNvSpPr>
            <a:spLocks noGrp="1"/>
          </p:cNvSpPr>
          <p:nvPr/>
        </p:nvSpPr>
        <p:spPr>
          <a:xfrm>
            <a:off x="3692919" y="2726429"/>
            <a:ext cx="249323" cy="9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sp>
        <p:nvSpPr>
          <p:cNvPr id="106" name="Arrow 53">
            <a:extLst>
              <a:ext uri="{FF2B5EF4-FFF2-40B4-BE49-F238E27FC236}">
                <a16:creationId xmlns:a16="http://schemas.microsoft.com/office/drawing/2014/main" id="{F3627657-2168-E99B-6008-5921C5F1458C}"/>
              </a:ext>
            </a:extLst>
          </p:cNvPr>
          <p:cNvSpPr>
            <a:spLocks noGrp="1"/>
          </p:cNvSpPr>
          <p:nvPr/>
        </p:nvSpPr>
        <p:spPr>
          <a:xfrm>
            <a:off x="3817581" y="2817909"/>
            <a:ext cx="20" cy="116943"/>
          </a:xfrm>
          <a:custGeom>
            <a:avLst/>
            <a:gdLst/>
            <a:ahLst/>
            <a:cxnLst/>
            <a:rect l="0" t="0" r="0" b="0"/>
            <a:pathLst>
              <a:path w="9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7" name="Label 54 K, V">
            <a:extLst>
              <a:ext uri="{FF2B5EF4-FFF2-40B4-BE49-F238E27FC236}">
                <a16:creationId xmlns:a16="http://schemas.microsoft.com/office/drawing/2014/main" id="{58B4240A-BF47-B045-8F48-6439DC6FC05A}"/>
              </a:ext>
            </a:extLst>
          </p:cNvPr>
          <p:cNvSpPr>
            <a:spLocks noGrp="1"/>
          </p:cNvSpPr>
          <p:nvPr/>
        </p:nvSpPr>
        <p:spPr>
          <a:xfrm>
            <a:off x="3840061" y="2827340"/>
            <a:ext cx="130792" cy="1168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08" name="Arrow 55">
            <a:extLst>
              <a:ext uri="{FF2B5EF4-FFF2-40B4-BE49-F238E27FC236}">
                <a16:creationId xmlns:a16="http://schemas.microsoft.com/office/drawing/2014/main" id="{484305CF-18F5-01FF-92C1-745A9CEA16A6}"/>
              </a:ext>
            </a:extLst>
          </p:cNvPr>
          <p:cNvSpPr>
            <a:spLocks noGrp="1"/>
          </p:cNvSpPr>
          <p:nvPr/>
        </p:nvSpPr>
        <p:spPr>
          <a:xfrm>
            <a:off x="4287616" y="2689649"/>
            <a:ext cx="20" cy="281985"/>
          </a:xfrm>
          <a:custGeom>
            <a:avLst/>
            <a:gdLst/>
            <a:ahLst/>
            <a:cxnLst/>
            <a:rect l="0" t="0" r="0" b="0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9" name="Arrow 56">
            <a:extLst>
              <a:ext uri="{FF2B5EF4-FFF2-40B4-BE49-F238E27FC236}">
                <a16:creationId xmlns:a16="http://schemas.microsoft.com/office/drawing/2014/main" id="{C948A762-8A8C-E431-BEE9-2DC218B4416B}"/>
              </a:ext>
            </a:extLst>
          </p:cNvPr>
          <p:cNvSpPr>
            <a:spLocks noGrp="1"/>
          </p:cNvSpPr>
          <p:nvPr/>
        </p:nvSpPr>
        <p:spPr>
          <a:xfrm>
            <a:off x="4757652" y="2689649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0" name="Label 57 1">
            <a:extLst>
              <a:ext uri="{FF2B5EF4-FFF2-40B4-BE49-F238E27FC236}">
                <a16:creationId xmlns:a16="http://schemas.microsoft.com/office/drawing/2014/main" id="{E9FBC214-80FC-9830-A738-A1577D3C5E61}"/>
              </a:ext>
            </a:extLst>
          </p:cNvPr>
          <p:cNvSpPr>
            <a:spLocks noGrp="1"/>
          </p:cNvSpPr>
          <p:nvPr/>
        </p:nvSpPr>
        <p:spPr>
          <a:xfrm>
            <a:off x="4575768" y="2726429"/>
            <a:ext cx="40873" cy="469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1" name="Label 58 2">
            <a:extLst>
              <a:ext uri="{FF2B5EF4-FFF2-40B4-BE49-F238E27FC236}">
                <a16:creationId xmlns:a16="http://schemas.microsoft.com/office/drawing/2014/main" id="{96CAE005-E910-E9D7-8741-274A97D77171}"/>
              </a:ext>
            </a:extLst>
          </p:cNvPr>
          <p:cNvSpPr>
            <a:spLocks noGrp="1"/>
          </p:cNvSpPr>
          <p:nvPr/>
        </p:nvSpPr>
        <p:spPr>
          <a:xfrm>
            <a:off x="4575768" y="2763210"/>
            <a:ext cx="40873" cy="52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2" name="Label 59 K">
            <a:extLst>
              <a:ext uri="{FF2B5EF4-FFF2-40B4-BE49-F238E27FC236}">
                <a16:creationId xmlns:a16="http://schemas.microsoft.com/office/drawing/2014/main" id="{014BCA9F-A880-5687-FFE9-96D99890FE2A}"/>
              </a:ext>
            </a:extLst>
          </p:cNvPr>
          <p:cNvSpPr>
            <a:spLocks noGrp="1"/>
          </p:cNvSpPr>
          <p:nvPr/>
        </p:nvSpPr>
        <p:spPr>
          <a:xfrm>
            <a:off x="4575768" y="2803763"/>
            <a:ext cx="40873" cy="750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13" name="Arrow 60">
            <a:extLst>
              <a:ext uri="{FF2B5EF4-FFF2-40B4-BE49-F238E27FC236}">
                <a16:creationId xmlns:a16="http://schemas.microsoft.com/office/drawing/2014/main" id="{95C980F5-0951-5492-B4F9-8F1CE9970C88}"/>
              </a:ext>
            </a:extLst>
          </p:cNvPr>
          <p:cNvSpPr>
            <a:spLocks noGrp="1"/>
          </p:cNvSpPr>
          <p:nvPr/>
        </p:nvSpPr>
        <p:spPr>
          <a:xfrm>
            <a:off x="4757652" y="2860124"/>
            <a:ext cx="20" cy="74729"/>
          </a:xfrm>
          <a:custGeom>
            <a:avLst/>
            <a:gdLst/>
            <a:ahLst/>
            <a:cxnLst/>
            <a:rect l="0" t="0" r="0" b="0"/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4" name="Label 61 K, V">
            <a:extLst>
              <a:ext uri="{FF2B5EF4-FFF2-40B4-BE49-F238E27FC236}">
                <a16:creationId xmlns:a16="http://schemas.microsoft.com/office/drawing/2014/main" id="{EB9E2BB1-4DCA-3431-378B-AD9C088C239A}"/>
              </a:ext>
            </a:extLst>
          </p:cNvPr>
          <p:cNvSpPr>
            <a:spLocks noGrp="1"/>
          </p:cNvSpPr>
          <p:nvPr/>
        </p:nvSpPr>
        <p:spPr>
          <a:xfrm>
            <a:off x="4780132" y="2836771"/>
            <a:ext cx="132836" cy="12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15" name="Operator Graph attention">
            <a:extLst>
              <a:ext uri="{FF2B5EF4-FFF2-40B4-BE49-F238E27FC236}">
                <a16:creationId xmlns:a16="http://schemas.microsoft.com/office/drawing/2014/main" id="{45862160-521F-2636-BF59-8913BC2A6A7E}"/>
              </a:ext>
            </a:extLst>
          </p:cNvPr>
          <p:cNvSpPr>
            <a:spLocks noGrp="1"/>
          </p:cNvSpPr>
          <p:nvPr/>
        </p:nvSpPr>
        <p:spPr>
          <a:xfrm>
            <a:off x="3597890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Graph attention</a:t>
            </a:r>
          </a:p>
        </p:txBody>
      </p:sp>
      <p:sp>
        <p:nvSpPr>
          <p:cNvPr id="116" name="Operator Context attention">
            <a:extLst>
              <a:ext uri="{FF2B5EF4-FFF2-40B4-BE49-F238E27FC236}">
                <a16:creationId xmlns:a16="http://schemas.microsoft.com/office/drawing/2014/main" id="{0986BA87-B3D8-E361-473F-F19987D8757B}"/>
              </a:ext>
            </a:extLst>
          </p:cNvPr>
          <p:cNvSpPr>
            <a:spLocks noGrp="1"/>
          </p:cNvSpPr>
          <p:nvPr/>
        </p:nvSpPr>
        <p:spPr>
          <a:xfrm>
            <a:off x="4537961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Context attention</a:t>
            </a:r>
          </a:p>
        </p:txBody>
      </p:sp>
      <p:sp>
        <p:nvSpPr>
          <p:cNvPr id="117" name="Operator ">
            <a:extLst>
              <a:ext uri="{FF2B5EF4-FFF2-40B4-BE49-F238E27FC236}">
                <a16:creationId xmlns:a16="http://schemas.microsoft.com/office/drawing/2014/main" id="{CAECD7E3-2F51-98D2-A452-93C177558ED1}"/>
              </a:ext>
            </a:extLst>
          </p:cNvPr>
          <p:cNvSpPr>
            <a:spLocks noGrp="1"/>
          </p:cNvSpPr>
          <p:nvPr/>
        </p:nvSpPr>
        <p:spPr>
          <a:xfrm>
            <a:off x="4152736" y="2985937"/>
            <a:ext cx="269760" cy="65388"/>
          </a:xfrm>
          <a:prstGeom prst="roundRect">
            <a:avLst>
              <a:gd name="adj" fmla="val 21875"/>
            </a:avLst>
          </a:prstGeom>
          <a:solidFill>
            <a:srgbClr val="F7FBF8"/>
          </a:solidFill>
          <a:ln w="3270">
            <a:solidFill>
              <a:srgbClr val="8AB9AB"/>
            </a:solidFill>
          </a:ln>
        </p:spPr>
      </p:sp>
      <p:sp>
        <p:nvSpPr>
          <p:cNvPr id="118" name="Arrow 62">
            <a:extLst>
              <a:ext uri="{FF2B5EF4-FFF2-40B4-BE49-F238E27FC236}">
                <a16:creationId xmlns:a16="http://schemas.microsoft.com/office/drawing/2014/main" id="{86502F14-5EDB-19DF-7465-62CDD89BF59B}"/>
              </a:ext>
            </a:extLst>
          </p:cNvPr>
          <p:cNvSpPr>
            <a:spLocks noGrp="1"/>
          </p:cNvSpPr>
          <p:nvPr/>
        </p:nvSpPr>
        <p:spPr>
          <a:xfrm>
            <a:off x="4048511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19" name="Arrow 63">
            <a:extLst>
              <a:ext uri="{FF2B5EF4-FFF2-40B4-BE49-F238E27FC236}">
                <a16:creationId xmlns:a16="http://schemas.microsoft.com/office/drawing/2014/main" id="{F64D0815-CA02-CF7F-842F-6CF18C49B885}"/>
              </a:ext>
            </a:extLst>
          </p:cNvPr>
          <p:cNvSpPr>
            <a:spLocks noGrp="1"/>
          </p:cNvSpPr>
          <p:nvPr/>
        </p:nvSpPr>
        <p:spPr>
          <a:xfrm>
            <a:off x="4434758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20" name="Label 64 Q">
            <a:extLst>
              <a:ext uri="{FF2B5EF4-FFF2-40B4-BE49-F238E27FC236}">
                <a16:creationId xmlns:a16="http://schemas.microsoft.com/office/drawing/2014/main" id="{5EF18B64-250E-C92E-9F18-6DC535008F55}"/>
              </a:ext>
            </a:extLst>
          </p:cNvPr>
          <p:cNvSpPr>
            <a:spLocks noGrp="1"/>
          </p:cNvSpPr>
          <p:nvPr/>
        </p:nvSpPr>
        <p:spPr>
          <a:xfrm>
            <a:off x="4065882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1" name="Label 65 Q">
            <a:extLst>
              <a:ext uri="{FF2B5EF4-FFF2-40B4-BE49-F238E27FC236}">
                <a16:creationId xmlns:a16="http://schemas.microsoft.com/office/drawing/2014/main" id="{C9672941-7A86-0A34-C752-00290DA1EC17}"/>
              </a:ext>
            </a:extLst>
          </p:cNvPr>
          <p:cNvSpPr>
            <a:spLocks noGrp="1"/>
          </p:cNvSpPr>
          <p:nvPr/>
        </p:nvSpPr>
        <p:spPr>
          <a:xfrm>
            <a:off x="4452129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2" name="Arrow 66">
            <a:extLst>
              <a:ext uri="{FF2B5EF4-FFF2-40B4-BE49-F238E27FC236}">
                <a16:creationId xmlns:a16="http://schemas.microsoft.com/office/drawing/2014/main" id="{1BA103FF-DBD8-BFC1-D02E-0CC2D6FB52B6}"/>
              </a:ext>
            </a:extLst>
          </p:cNvPr>
          <p:cNvSpPr>
            <a:spLocks noGrp="1"/>
          </p:cNvSpPr>
          <p:nvPr/>
        </p:nvSpPr>
        <p:spPr>
          <a:xfrm>
            <a:off x="3817581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0" y="0"/>
                </a:moveTo>
                <a:lnTo>
                  <a:pt x="0" y="638175"/>
                </a:lnTo>
                <a:lnTo>
                  <a:pt x="150495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3" name="Arrow 67">
            <a:extLst>
              <a:ext uri="{FF2B5EF4-FFF2-40B4-BE49-F238E27FC236}">
                <a16:creationId xmlns:a16="http://schemas.microsoft.com/office/drawing/2014/main" id="{6022DAD3-D200-0BE5-F8A9-F84111EF44E3}"/>
              </a:ext>
            </a:extLst>
          </p:cNvPr>
          <p:cNvSpPr>
            <a:spLocks noGrp="1"/>
          </p:cNvSpPr>
          <p:nvPr/>
        </p:nvSpPr>
        <p:spPr>
          <a:xfrm>
            <a:off x="4434758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1504950" y="0"/>
                </a:moveTo>
                <a:lnTo>
                  <a:pt x="1504950" y="638175"/>
                </a:lnTo>
                <a:lnTo>
                  <a:pt x="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4" name="Arrow 68">
            <a:extLst>
              <a:ext uri="{FF2B5EF4-FFF2-40B4-BE49-F238E27FC236}">
                <a16:creationId xmlns:a16="http://schemas.microsoft.com/office/drawing/2014/main" id="{B50DAD2C-198E-5DF3-361A-A521F1FD2720}"/>
              </a:ext>
            </a:extLst>
          </p:cNvPr>
          <p:cNvSpPr>
            <a:spLocks noGrp="1"/>
          </p:cNvSpPr>
          <p:nvPr/>
        </p:nvSpPr>
        <p:spPr>
          <a:xfrm>
            <a:off x="4287616" y="3039065"/>
            <a:ext cx="20" cy="117153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5" name="Operator Fusion">
            <a:extLst>
              <a:ext uri="{FF2B5EF4-FFF2-40B4-BE49-F238E27FC236}">
                <a16:creationId xmlns:a16="http://schemas.microsoft.com/office/drawing/2014/main" id="{8DF3CDA5-486E-FCFB-2E37-85FF0141FA37}"/>
              </a:ext>
            </a:extLst>
          </p:cNvPr>
          <p:cNvSpPr>
            <a:spLocks noGrp="1"/>
          </p:cNvSpPr>
          <p:nvPr/>
        </p:nvSpPr>
        <p:spPr>
          <a:xfrm>
            <a:off x="4160911" y="3173927"/>
            <a:ext cx="253410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Fusion</a:t>
            </a:r>
          </a:p>
        </p:txBody>
      </p:sp>
      <p:sp>
        <p:nvSpPr>
          <p:cNvPr id="126" name="Arrow 69">
            <a:extLst>
              <a:ext uri="{FF2B5EF4-FFF2-40B4-BE49-F238E27FC236}">
                <a16:creationId xmlns:a16="http://schemas.microsoft.com/office/drawing/2014/main" id="{A1E840CA-D0DB-1C8E-74D8-40D4E822C41E}"/>
              </a:ext>
            </a:extLst>
          </p:cNvPr>
          <p:cNvSpPr>
            <a:spLocks noGrp="1"/>
          </p:cNvSpPr>
          <p:nvPr/>
        </p:nvSpPr>
        <p:spPr>
          <a:xfrm>
            <a:off x="4287616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28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blipFill>
                <a:blip r:embed="rId6"/>
                <a:stretch>
                  <a:fillRect l="-22222" b="-3636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Arrow 71">
            <a:extLst>
              <a:ext uri="{FF2B5EF4-FFF2-40B4-BE49-F238E27FC236}">
                <a16:creationId xmlns:a16="http://schemas.microsoft.com/office/drawing/2014/main" id="{9019090D-BD08-F4E9-D2BD-52F8CD9A2219}"/>
              </a:ext>
            </a:extLst>
          </p:cNvPr>
          <p:cNvSpPr>
            <a:spLocks noGrp="1"/>
          </p:cNvSpPr>
          <p:nvPr/>
        </p:nvSpPr>
        <p:spPr>
          <a:xfrm>
            <a:off x="2464696" y="3390524"/>
            <a:ext cx="747970" cy="131549"/>
          </a:xfrm>
          <a:custGeom>
            <a:avLst/>
            <a:gdLst/>
            <a:ahLst/>
            <a:cxnLst/>
            <a:rect l="0" t="0" r="0" b="0"/>
            <a:pathLst>
              <a:path w="3486150" h="800100">
                <a:moveTo>
                  <a:pt x="3486150" y="0"/>
                </a:moveTo>
                <a:lnTo>
                  <a:pt x="0" y="0"/>
                </a:lnTo>
                <a:lnTo>
                  <a:pt x="0" y="80010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0" name="Operator Foreground head">
            <a:extLst>
              <a:ext uri="{FF2B5EF4-FFF2-40B4-BE49-F238E27FC236}">
                <a16:creationId xmlns:a16="http://schemas.microsoft.com/office/drawing/2014/main" id="{1D8A515A-8554-E8D2-DFC3-6BF9C7766DB8}"/>
              </a:ext>
            </a:extLst>
          </p:cNvPr>
          <p:cNvSpPr>
            <a:spLocks noGrp="1"/>
          </p:cNvSpPr>
          <p:nvPr/>
        </p:nvSpPr>
        <p:spPr>
          <a:xfrm>
            <a:off x="2241940" y="3535603"/>
            <a:ext cx="470036" cy="100125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3270">
            <a:solidFill>
              <a:srgbClr val="397FA6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Foreground head</a:t>
            </a:r>
          </a:p>
        </p:txBody>
      </p:sp>
      <p:sp>
        <p:nvSpPr>
          <p:cNvPr id="131" name="Arrow 72">
            <a:extLst>
              <a:ext uri="{FF2B5EF4-FFF2-40B4-BE49-F238E27FC236}">
                <a16:creationId xmlns:a16="http://schemas.microsoft.com/office/drawing/2014/main" id="{E7069013-050E-EF95-8793-5951E35D91A9}"/>
              </a:ext>
            </a:extLst>
          </p:cNvPr>
          <p:cNvSpPr>
            <a:spLocks noGrp="1"/>
          </p:cNvSpPr>
          <p:nvPr/>
        </p:nvSpPr>
        <p:spPr>
          <a:xfrm>
            <a:off x="2711975" y="3584644"/>
            <a:ext cx="85833" cy="20"/>
          </a:xfrm>
          <a:custGeom>
            <a:avLst/>
            <a:gdLst/>
            <a:ahLst/>
            <a:cxnLst/>
            <a:rect l="0" t="0" r="0" b="0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2" name="Label 73 Foreground probability">
            <a:extLst>
              <a:ext uri="{FF2B5EF4-FFF2-40B4-BE49-F238E27FC236}">
                <a16:creationId xmlns:a16="http://schemas.microsoft.com/office/drawing/2014/main" id="{424FB3D7-22E3-704A-9BF5-DDD5487EFA10}"/>
              </a:ext>
            </a:extLst>
          </p:cNvPr>
          <p:cNvSpPr>
            <a:spLocks noGrp="1"/>
          </p:cNvSpPr>
          <p:nvPr/>
        </p:nvSpPr>
        <p:spPr>
          <a:xfrm>
            <a:off x="2250114" y="3666378"/>
            <a:ext cx="633526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Foreground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fg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34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blipFill>
                <a:blip r:embed="rId7"/>
                <a:stretch>
                  <a:fillRect l="-16000" t="-13333" b="-333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Arrow 75">
            <a:extLst>
              <a:ext uri="{FF2B5EF4-FFF2-40B4-BE49-F238E27FC236}">
                <a16:creationId xmlns:a16="http://schemas.microsoft.com/office/drawing/2014/main" id="{3E3D9597-2220-958C-5A86-5B4EE49EC1A1}"/>
              </a:ext>
            </a:extLst>
          </p:cNvPr>
          <p:cNvSpPr>
            <a:spLocks noGrp="1"/>
          </p:cNvSpPr>
          <p:nvPr/>
        </p:nvSpPr>
        <p:spPr>
          <a:xfrm>
            <a:off x="3347545" y="3417088"/>
            <a:ext cx="286109" cy="167556"/>
          </a:xfrm>
          <a:custGeom>
            <a:avLst/>
            <a:gdLst/>
            <a:ahLst/>
            <a:cxnLst/>
            <a:rect l="0" t="0" r="0" b="0"/>
            <a:pathLst>
              <a:path w="1333500" h="971550">
                <a:moveTo>
                  <a:pt x="0" y="0"/>
                </a:moveTo>
                <a:lnTo>
                  <a:pt x="0" y="971550"/>
                </a:lnTo>
                <a:lnTo>
                  <a:pt x="1333500" y="97155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6" name="Arrow 76">
            <a:extLst>
              <a:ext uri="{FF2B5EF4-FFF2-40B4-BE49-F238E27FC236}">
                <a16:creationId xmlns:a16="http://schemas.microsoft.com/office/drawing/2014/main" id="{62E6D500-3AC0-70E4-6C20-9CBF72052708}"/>
              </a:ext>
            </a:extLst>
          </p:cNvPr>
          <p:cNvSpPr>
            <a:spLocks noGrp="1"/>
          </p:cNvSpPr>
          <p:nvPr/>
        </p:nvSpPr>
        <p:spPr>
          <a:xfrm>
            <a:off x="3850279" y="3417088"/>
            <a:ext cx="437337" cy="106918"/>
          </a:xfrm>
          <a:custGeom>
            <a:avLst/>
            <a:gdLst/>
            <a:ahLst/>
            <a:cxnLst/>
            <a:rect l="0" t="0" r="0" b="0"/>
            <a:pathLst>
              <a:path w="2038350" h="685800">
                <a:moveTo>
                  <a:pt x="2038350" y="0"/>
                </a:moveTo>
                <a:lnTo>
                  <a:pt x="2038350" y="390525"/>
                </a:lnTo>
                <a:lnTo>
                  <a:pt x="0" y="390525"/>
                </a:lnTo>
                <a:lnTo>
                  <a:pt x="0" y="6858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37" name="Operator Cosine score">
            <a:extLst>
              <a:ext uri="{FF2B5EF4-FFF2-40B4-BE49-F238E27FC236}">
                <a16:creationId xmlns:a16="http://schemas.microsoft.com/office/drawing/2014/main" id="{7D68BEBD-7530-F35C-9298-CA6AD212CF9E}"/>
              </a:ext>
            </a:extLst>
          </p:cNvPr>
          <p:cNvSpPr>
            <a:spLocks noGrp="1"/>
          </p:cNvSpPr>
          <p:nvPr/>
        </p:nvSpPr>
        <p:spPr>
          <a:xfrm>
            <a:off x="3645915" y="3535603"/>
            <a:ext cx="408727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Cosine score</a:t>
            </a:r>
          </a:p>
        </p:txBody>
      </p:sp>
      <p:sp>
        <p:nvSpPr>
          <p:cNvPr id="138" name="Label 77 Learned projections">
            <a:extLst>
              <a:ext uri="{FF2B5EF4-FFF2-40B4-BE49-F238E27FC236}">
                <a16:creationId xmlns:a16="http://schemas.microsoft.com/office/drawing/2014/main" id="{BDEF934F-272E-4362-A308-0800A799CA44}"/>
              </a:ext>
            </a:extLst>
          </p:cNvPr>
          <p:cNvSpPr>
            <a:spLocks noGrp="1"/>
          </p:cNvSpPr>
          <p:nvPr/>
        </p:nvSpPr>
        <p:spPr>
          <a:xfrm>
            <a:off x="3617305" y="3666378"/>
            <a:ext cx="465948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Learned projections</a:t>
            </a:r>
          </a:p>
        </p:txBody>
      </p:sp>
      <p:sp>
        <p:nvSpPr>
          <p:cNvPr id="139" name="Arrow 78">
            <a:extLst>
              <a:ext uri="{FF2B5EF4-FFF2-40B4-BE49-F238E27FC236}">
                <a16:creationId xmlns:a16="http://schemas.microsoft.com/office/drawing/2014/main" id="{1693717B-FB48-9D75-B0C5-CB111549EBBE}"/>
              </a:ext>
            </a:extLst>
          </p:cNvPr>
          <p:cNvSpPr>
            <a:spLocks noGrp="1"/>
          </p:cNvSpPr>
          <p:nvPr/>
        </p:nvSpPr>
        <p:spPr>
          <a:xfrm>
            <a:off x="4054642" y="3584644"/>
            <a:ext cx="314719" cy="20"/>
          </a:xfrm>
          <a:custGeom>
            <a:avLst/>
            <a:gdLst/>
            <a:ahLst/>
            <a:cxnLst/>
            <a:rect l="0" t="0" r="0" b="0"/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41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blipFill>
                <a:blip r:embed="rId8"/>
                <a:stretch>
                  <a:fillRect l="-11538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Label 80 Identity scores">
            <a:extLst>
              <a:ext uri="{FF2B5EF4-FFF2-40B4-BE49-F238E27FC236}">
                <a16:creationId xmlns:a16="http://schemas.microsoft.com/office/drawing/2014/main" id="{E543B700-3761-8516-4C83-15515D9A3604}"/>
              </a:ext>
            </a:extLst>
          </p:cNvPr>
          <p:cNvSpPr>
            <a:spLocks noGrp="1"/>
          </p:cNvSpPr>
          <p:nvPr/>
        </p:nvSpPr>
        <p:spPr>
          <a:xfrm>
            <a:off x="4385711" y="3408914"/>
            <a:ext cx="506821" cy="368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scores</a:t>
            </a:r>
          </a:p>
        </p:txBody>
      </p:sp>
      <p:sp>
        <p:nvSpPr>
          <p:cNvPr id="143" name="Highlighted identity column k">
            <a:extLst>
              <a:ext uri="{FF2B5EF4-FFF2-40B4-BE49-F238E27FC236}">
                <a16:creationId xmlns:a16="http://schemas.microsoft.com/office/drawing/2014/main" id="{7345592F-318B-CAE0-3CCB-9E05E52833DA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91963" cy="218806"/>
          </a:xfrm>
          <a:prstGeom prst="rect">
            <a:avLst/>
          </a:prstGeom>
          <a:solidFill>
            <a:srgbClr val="EDF6F1"/>
          </a:solidFill>
          <a:ln w="0">
            <a:noFill/>
          </a:ln>
        </p:spPr>
      </p:sp>
      <p:sp>
        <p:nvSpPr>
          <p:cNvPr id="144" name="Current pair score j,k">
            <a:extLst>
              <a:ext uri="{FF2B5EF4-FFF2-40B4-BE49-F238E27FC236}">
                <a16:creationId xmlns:a16="http://schemas.microsoft.com/office/drawing/2014/main" id="{00899EEE-8E68-EA8E-882E-15700BBB7534}"/>
              </a:ext>
            </a:extLst>
          </p:cNvPr>
          <p:cNvSpPr>
            <a:spLocks noGrp="1"/>
          </p:cNvSpPr>
          <p:nvPr/>
        </p:nvSpPr>
        <p:spPr>
          <a:xfrm>
            <a:off x="4553288" y="3556037"/>
            <a:ext cx="91963" cy="55171"/>
          </a:xfrm>
          <a:prstGeom prst="rect">
            <a:avLst/>
          </a:prstGeom>
          <a:solidFill>
            <a:srgbClr val="4C9D8F"/>
          </a:solidFill>
          <a:ln w="0">
            <a:noFill/>
          </a:ln>
        </p:spPr>
      </p:sp>
      <p:sp>
        <p:nvSpPr>
          <p:cNvPr id="145" name="Line 81">
            <a:extLst>
              <a:ext uri="{FF2B5EF4-FFF2-40B4-BE49-F238E27FC236}">
                <a16:creationId xmlns:a16="http://schemas.microsoft.com/office/drawing/2014/main" id="{37F92E9C-61A8-8C34-B10E-7D4D59007431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6" name="Line 82">
            <a:extLst>
              <a:ext uri="{FF2B5EF4-FFF2-40B4-BE49-F238E27FC236}">
                <a16:creationId xmlns:a16="http://schemas.microsoft.com/office/drawing/2014/main" id="{4A3ADE88-CE92-DAA4-C291-98A609BE20E7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7" name="Line 83">
            <a:extLst>
              <a:ext uri="{FF2B5EF4-FFF2-40B4-BE49-F238E27FC236}">
                <a16:creationId xmlns:a16="http://schemas.microsoft.com/office/drawing/2014/main" id="{B1F41B2C-C4C6-8853-4DB6-EDA15436F89F}"/>
              </a:ext>
            </a:extLst>
          </p:cNvPr>
          <p:cNvSpPr>
            <a:spLocks noGrp="1"/>
          </p:cNvSpPr>
          <p:nvPr/>
        </p:nvSpPr>
        <p:spPr>
          <a:xfrm>
            <a:off x="4645252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8" name="Line 84">
            <a:extLst>
              <a:ext uri="{FF2B5EF4-FFF2-40B4-BE49-F238E27FC236}">
                <a16:creationId xmlns:a16="http://schemas.microsoft.com/office/drawing/2014/main" id="{FDDEC517-C595-3646-39D9-A172B8995DB6}"/>
              </a:ext>
            </a:extLst>
          </p:cNvPr>
          <p:cNvSpPr>
            <a:spLocks noGrp="1"/>
          </p:cNvSpPr>
          <p:nvPr/>
        </p:nvSpPr>
        <p:spPr>
          <a:xfrm>
            <a:off x="473721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9" name="Line 85">
            <a:extLst>
              <a:ext uri="{FF2B5EF4-FFF2-40B4-BE49-F238E27FC236}">
                <a16:creationId xmlns:a16="http://schemas.microsoft.com/office/drawing/2014/main" id="{F6AE34E6-EB46-D3EB-CF33-8B77C03355A1}"/>
              </a:ext>
            </a:extLst>
          </p:cNvPr>
          <p:cNvSpPr>
            <a:spLocks noGrp="1"/>
          </p:cNvSpPr>
          <p:nvPr/>
        </p:nvSpPr>
        <p:spPr>
          <a:xfrm>
            <a:off x="4829179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0" name="Line 86">
            <a:extLst>
              <a:ext uri="{FF2B5EF4-FFF2-40B4-BE49-F238E27FC236}">
                <a16:creationId xmlns:a16="http://schemas.microsoft.com/office/drawing/2014/main" id="{F869626D-CA7F-2466-6BD7-DF95905567E8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367854" cy="19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1" name="Line 87">
            <a:extLst>
              <a:ext uri="{FF2B5EF4-FFF2-40B4-BE49-F238E27FC236}">
                <a16:creationId xmlns:a16="http://schemas.microsoft.com/office/drawing/2014/main" id="{66D1BB76-B1CD-320A-E37A-6507AAFB8943}"/>
              </a:ext>
            </a:extLst>
          </p:cNvPr>
          <p:cNvSpPr>
            <a:spLocks noGrp="1"/>
          </p:cNvSpPr>
          <p:nvPr/>
        </p:nvSpPr>
        <p:spPr>
          <a:xfrm>
            <a:off x="4461325" y="355603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2" name="Line 88">
            <a:extLst>
              <a:ext uri="{FF2B5EF4-FFF2-40B4-BE49-F238E27FC236}">
                <a16:creationId xmlns:a16="http://schemas.microsoft.com/office/drawing/2014/main" id="{D1740987-881C-C836-A7B1-081C50B1481E}"/>
              </a:ext>
            </a:extLst>
          </p:cNvPr>
          <p:cNvSpPr>
            <a:spLocks noGrp="1"/>
          </p:cNvSpPr>
          <p:nvPr/>
        </p:nvSpPr>
        <p:spPr>
          <a:xfrm>
            <a:off x="4461325" y="361120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3" name="Line 89">
            <a:extLst>
              <a:ext uri="{FF2B5EF4-FFF2-40B4-BE49-F238E27FC236}">
                <a16:creationId xmlns:a16="http://schemas.microsoft.com/office/drawing/2014/main" id="{ED72388D-2E87-8C78-DFB1-8F34D51BFC9E}"/>
              </a:ext>
            </a:extLst>
          </p:cNvPr>
          <p:cNvSpPr>
            <a:spLocks noGrp="1"/>
          </p:cNvSpPr>
          <p:nvPr/>
        </p:nvSpPr>
        <p:spPr>
          <a:xfrm>
            <a:off x="4461325" y="3666378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4" name="Line 90">
            <a:extLst>
              <a:ext uri="{FF2B5EF4-FFF2-40B4-BE49-F238E27FC236}">
                <a16:creationId xmlns:a16="http://schemas.microsoft.com/office/drawing/2014/main" id="{B97FA063-1452-26AD-19FA-772701C95A53}"/>
              </a:ext>
            </a:extLst>
          </p:cNvPr>
          <p:cNvSpPr>
            <a:spLocks noGrp="1"/>
          </p:cNvSpPr>
          <p:nvPr/>
        </p:nvSpPr>
        <p:spPr>
          <a:xfrm>
            <a:off x="4461325" y="3721549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5" name="Label 91 k">
            <a:extLst>
              <a:ext uri="{FF2B5EF4-FFF2-40B4-BE49-F238E27FC236}">
                <a16:creationId xmlns:a16="http://schemas.microsoft.com/office/drawing/2014/main" id="{E6CAFB7F-54C5-DA10-9165-EBF15690BE17}"/>
              </a:ext>
            </a:extLst>
          </p:cNvPr>
          <p:cNvSpPr>
            <a:spLocks noGrp="1"/>
          </p:cNvSpPr>
          <p:nvPr/>
        </p:nvSpPr>
        <p:spPr>
          <a:xfrm>
            <a:off x="4573725" y="3458354"/>
            <a:ext cx="51091" cy="424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56" name="Label 92 j">
            <a:extLst>
              <a:ext uri="{FF2B5EF4-FFF2-40B4-BE49-F238E27FC236}">
                <a16:creationId xmlns:a16="http://schemas.microsoft.com/office/drawing/2014/main" id="{9C7137D5-1F94-2106-B1CB-0CDFB89AC6FE}"/>
              </a:ext>
            </a:extLst>
          </p:cNvPr>
          <p:cNvSpPr>
            <a:spLocks noGrp="1"/>
          </p:cNvSpPr>
          <p:nvPr/>
        </p:nvSpPr>
        <p:spPr>
          <a:xfrm>
            <a:off x="4404103" y="3556037"/>
            <a:ext cx="42916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157" name="Label 93 J × K">
            <a:extLst>
              <a:ext uri="{FF2B5EF4-FFF2-40B4-BE49-F238E27FC236}">
                <a16:creationId xmlns:a16="http://schemas.microsoft.com/office/drawing/2014/main" id="{0B9F65FC-5EAE-FBC4-FAE5-9938AF1EA42B}"/>
              </a:ext>
            </a:extLst>
          </p:cNvPr>
          <p:cNvSpPr>
            <a:spLocks noGrp="1"/>
          </p:cNvSpPr>
          <p:nvPr/>
        </p:nvSpPr>
        <p:spPr>
          <a:xfrm>
            <a:off x="4506285" y="3742494"/>
            <a:ext cx="279978" cy="444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J × K</a:t>
            </a:r>
          </a:p>
        </p:txBody>
      </p:sp>
      <p:sp>
        <p:nvSpPr>
          <p:cNvPr id="158" name="c | shared input to candidate crop">
            <a:extLst>
              <a:ext uri="{FF2B5EF4-FFF2-40B4-BE49-F238E27FC236}">
                <a16:creationId xmlns:a16="http://schemas.microsoft.com/office/drawing/2014/main" id="{CAE56C1C-0D87-AB59-F11F-77F9F30289FE}"/>
              </a:ext>
            </a:extLst>
          </p:cNvPr>
          <p:cNvSpPr>
            <a:spLocks noGrp="1"/>
          </p:cNvSpPr>
          <p:nvPr/>
        </p:nvSpPr>
        <p:spPr>
          <a:xfrm>
            <a:off x="2045751" y="2215588"/>
            <a:ext cx="188014" cy="0"/>
          </a:xfrm>
          <a:custGeom>
            <a:avLst/>
            <a:gdLst/>
            <a:ahLst/>
            <a:cxnLst/>
            <a:rect l="0" t="0" r="0" b="0"/>
            <a:pathLst>
              <a:path w="876300" h="1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58FD75F-EABE-3EF1-ABA7-ED372EDC1C8F}"/>
              </a:ext>
            </a:extLst>
          </p:cNvPr>
          <p:cNvGrpSpPr/>
          <p:nvPr/>
        </p:nvGrpSpPr>
        <p:grpSpPr>
          <a:xfrm>
            <a:off x="2215373" y="2129766"/>
            <a:ext cx="2668984" cy="1462030"/>
            <a:chOff x="2215373" y="2129766"/>
            <a:chExt cx="2668984" cy="1462030"/>
          </a:xfrm>
        </p:grpSpPr>
        <p:grpSp>
          <p:nvGrpSpPr>
            <p:cNvPr id="160" name="Density voxel illustration | exp">
              <a:extLst>
                <a:ext uri="{FF2B5EF4-FFF2-40B4-BE49-F238E27FC236}">
                  <a16:creationId xmlns:a16="http://schemas.microsoft.com/office/drawing/2014/main" id="{7554C1AE-7DBA-4B37-62A9-A160A0276FA0}"/>
                </a:ext>
              </a:extLst>
            </p:cNvPr>
            <p:cNvGrpSpPr/>
            <p:nvPr/>
          </p:nvGrpSpPr>
          <p:grpSpPr>
            <a:xfrm>
              <a:off x="2250114" y="2129766"/>
              <a:ext cx="194145" cy="171643"/>
              <a:chOff x="1179315" y="2886201"/>
              <a:chExt cx="295650" cy="262800"/>
            </a:xfrm>
          </p:grpSpPr>
          <p:sp>
            <p:nvSpPr>
              <p:cNvPr id="161" name="path_2370">
                <a:extLst>
                  <a:ext uri="{FF2B5EF4-FFF2-40B4-BE49-F238E27FC236}">
                    <a16:creationId xmlns:a16="http://schemas.microsoft.com/office/drawing/2014/main" id="{A64C28A7-1BD2-CDFC-89EB-2BF0078AA2E6}"/>
                  </a:ext>
                </a:extLst>
              </p:cNvPr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1202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2" name="path_2371">
                <a:extLst>
                  <a:ext uri="{FF2B5EF4-FFF2-40B4-BE49-F238E27FC236}">
                    <a16:creationId xmlns:a16="http://schemas.microsoft.com/office/drawing/2014/main" id="{151E8809-B54E-8473-66BA-4EB96EC2EA92}"/>
                  </a:ext>
                </a:extLst>
              </p:cNvPr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1202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3" name="rect_2372">
                <a:extLst>
                  <a:ext uri="{FF2B5EF4-FFF2-40B4-BE49-F238E27FC236}">
                    <a16:creationId xmlns:a16="http://schemas.microsoft.com/office/drawing/2014/main" id="{54391157-1F86-371C-F583-96C9AB94A647}"/>
                  </a:ext>
                </a:extLst>
              </p:cNvPr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4" name="Density voxel cell">
                <a:extLst>
                  <a:ext uri="{FF2B5EF4-FFF2-40B4-BE49-F238E27FC236}">
                    <a16:creationId xmlns:a16="http://schemas.microsoft.com/office/drawing/2014/main" id="{B3562BCD-67E1-A7FA-5AE0-641D575C2F2A}"/>
                  </a:ext>
                </a:extLst>
              </p:cNvPr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5" name="Density voxel cell">
                <a:extLst>
                  <a:ext uri="{FF2B5EF4-FFF2-40B4-BE49-F238E27FC236}">
                    <a16:creationId xmlns:a16="http://schemas.microsoft.com/office/drawing/2014/main" id="{857C78D2-EEDE-4F74-289C-B523B3DCB75C}"/>
                  </a:ext>
                </a:extLst>
              </p:cNvPr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6" name="Density voxel cell">
                <a:extLst>
                  <a:ext uri="{FF2B5EF4-FFF2-40B4-BE49-F238E27FC236}">
                    <a16:creationId xmlns:a16="http://schemas.microsoft.com/office/drawing/2014/main" id="{BCC92039-EBB8-E95B-5463-FE47131E2E14}"/>
                  </a:ext>
                </a:extLst>
              </p:cNvPr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7" name="Density voxel cell">
                <a:extLst>
                  <a:ext uri="{FF2B5EF4-FFF2-40B4-BE49-F238E27FC236}">
                    <a16:creationId xmlns:a16="http://schemas.microsoft.com/office/drawing/2014/main" id="{9FC4C503-0ACF-69B5-6E4B-2B92F49315FC}"/>
                  </a:ext>
                </a:extLst>
              </p:cNvPr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8" name="Density voxel cell">
                <a:extLst>
                  <a:ext uri="{FF2B5EF4-FFF2-40B4-BE49-F238E27FC236}">
                    <a16:creationId xmlns:a16="http://schemas.microsoft.com/office/drawing/2014/main" id="{B011FE1A-F200-AB66-2DC6-9A7D08FD72D4}"/>
                  </a:ext>
                </a:extLst>
              </p:cNvPr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9" name="Density voxel cell">
                <a:extLst>
                  <a:ext uri="{FF2B5EF4-FFF2-40B4-BE49-F238E27FC236}">
                    <a16:creationId xmlns:a16="http://schemas.microsoft.com/office/drawing/2014/main" id="{2E9E5D18-341D-EBCE-F636-4DA4332F9303}"/>
                  </a:ext>
                </a:extLst>
              </p:cNvPr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0" name="Density voxel cell">
                <a:extLst>
                  <a:ext uri="{FF2B5EF4-FFF2-40B4-BE49-F238E27FC236}">
                    <a16:creationId xmlns:a16="http://schemas.microsoft.com/office/drawing/2014/main" id="{0D6193D7-9E92-74CC-7484-ADAF187396E8}"/>
                  </a:ext>
                </a:extLst>
              </p:cNvPr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1" name="Density voxel cell">
                <a:extLst>
                  <a:ext uri="{FF2B5EF4-FFF2-40B4-BE49-F238E27FC236}">
                    <a16:creationId xmlns:a16="http://schemas.microsoft.com/office/drawing/2014/main" id="{45E669EE-B6B0-1DF7-D5FB-64B83F3EAD8D}"/>
                  </a:ext>
                </a:extLst>
              </p:cNvPr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" name="Density voxel cell">
                <a:extLst>
                  <a:ext uri="{FF2B5EF4-FFF2-40B4-BE49-F238E27FC236}">
                    <a16:creationId xmlns:a16="http://schemas.microsoft.com/office/drawing/2014/main" id="{BD5835EE-CAEB-31AD-0BB2-73CD62677858}"/>
                  </a:ext>
                </a:extLst>
              </p:cNvPr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" name="Density voxel cell">
                <a:extLst>
                  <a:ext uri="{FF2B5EF4-FFF2-40B4-BE49-F238E27FC236}">
                    <a16:creationId xmlns:a16="http://schemas.microsoft.com/office/drawing/2014/main" id="{7F3A22F1-B2C9-E3CC-5EA2-D529C18D2B46}"/>
                  </a:ext>
                </a:extLst>
              </p:cNvPr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" name="Density voxel cell">
                <a:extLst>
                  <a:ext uri="{FF2B5EF4-FFF2-40B4-BE49-F238E27FC236}">
                    <a16:creationId xmlns:a16="http://schemas.microsoft.com/office/drawing/2014/main" id="{A528C46E-7AA1-7A77-E07A-A5CB931BE752}"/>
                  </a:ext>
                </a:extLst>
              </p:cNvPr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" name="Density voxel cell">
                <a:extLst>
                  <a:ext uri="{FF2B5EF4-FFF2-40B4-BE49-F238E27FC236}">
                    <a16:creationId xmlns:a16="http://schemas.microsoft.com/office/drawing/2014/main" id="{C40E175C-75CF-D68A-50D0-67650A30C0E5}"/>
                  </a:ext>
                </a:extLst>
              </p:cNvPr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" name="Density voxel cell">
                <a:extLst>
                  <a:ext uri="{FF2B5EF4-FFF2-40B4-BE49-F238E27FC236}">
                    <a16:creationId xmlns:a16="http://schemas.microsoft.com/office/drawing/2014/main" id="{35B57B64-CEC2-0E58-C1DB-E5B2AFB0C977}"/>
                  </a:ext>
                </a:extLst>
              </p:cNvPr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" name="Density voxel cell">
                <a:extLst>
                  <a:ext uri="{FF2B5EF4-FFF2-40B4-BE49-F238E27FC236}">
                    <a16:creationId xmlns:a16="http://schemas.microsoft.com/office/drawing/2014/main" id="{A43D2A87-A2C8-11A3-49CC-978867E85EF9}"/>
                  </a:ext>
                </a:extLst>
              </p:cNvPr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" name="Density voxel cell">
                <a:extLst>
                  <a:ext uri="{FF2B5EF4-FFF2-40B4-BE49-F238E27FC236}">
                    <a16:creationId xmlns:a16="http://schemas.microsoft.com/office/drawing/2014/main" id="{85DB840F-FB00-6D55-5049-7EEF2C085E38}"/>
                  </a:ext>
                </a:extLst>
              </p:cNvPr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" name="Density voxel cell">
                <a:extLst>
                  <a:ext uri="{FF2B5EF4-FFF2-40B4-BE49-F238E27FC236}">
                    <a16:creationId xmlns:a16="http://schemas.microsoft.com/office/drawing/2014/main" id="{C4A03D4C-CEF5-6FE6-6909-EA143610AA15}"/>
                  </a:ext>
                </a:extLst>
              </p:cNvPr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" name="Density voxel cell">
                <a:extLst>
                  <a:ext uri="{FF2B5EF4-FFF2-40B4-BE49-F238E27FC236}">
                    <a16:creationId xmlns:a16="http://schemas.microsoft.com/office/drawing/2014/main" id="{3B1E108E-D7E5-3573-BE4D-FEBD1A7EBC77}"/>
                  </a:ext>
                </a:extLst>
              </p:cNvPr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" name="Density voxel cell">
                <a:extLst>
                  <a:ext uri="{FF2B5EF4-FFF2-40B4-BE49-F238E27FC236}">
                    <a16:creationId xmlns:a16="http://schemas.microsoft.com/office/drawing/2014/main" id="{08F9BCDB-C50D-D26F-D76B-94EC2D1B9270}"/>
                  </a:ext>
                </a:extLst>
              </p:cNvPr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" name="Density voxel cell">
                <a:extLst>
                  <a:ext uri="{FF2B5EF4-FFF2-40B4-BE49-F238E27FC236}">
                    <a16:creationId xmlns:a16="http://schemas.microsoft.com/office/drawing/2014/main" id="{1193F7BB-8FE9-EA07-81C4-EE358FFDF6A5}"/>
                  </a:ext>
                </a:extLst>
              </p:cNvPr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" name="Density voxel cell">
                <a:extLst>
                  <a:ext uri="{FF2B5EF4-FFF2-40B4-BE49-F238E27FC236}">
                    <a16:creationId xmlns:a16="http://schemas.microsoft.com/office/drawing/2014/main" id="{E0416E94-AEF1-2D84-F1FE-80C85A776D39}"/>
                  </a:ext>
                </a:extLst>
              </p:cNvPr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" name="Density voxel cell">
                <a:extLst>
                  <a:ext uri="{FF2B5EF4-FFF2-40B4-BE49-F238E27FC236}">
                    <a16:creationId xmlns:a16="http://schemas.microsoft.com/office/drawing/2014/main" id="{F064FF9A-6946-2021-5A26-9F0BA3448131}"/>
                  </a:ext>
                </a:extLst>
              </p:cNvPr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5" name="Density voxel cell">
                <a:extLst>
                  <a:ext uri="{FF2B5EF4-FFF2-40B4-BE49-F238E27FC236}">
                    <a16:creationId xmlns:a16="http://schemas.microsoft.com/office/drawing/2014/main" id="{B04AF741-E365-4266-2827-122DF6405388}"/>
                  </a:ext>
                </a:extLst>
              </p:cNvPr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6" name="Density voxel cell">
                <a:extLst>
                  <a:ext uri="{FF2B5EF4-FFF2-40B4-BE49-F238E27FC236}">
                    <a16:creationId xmlns:a16="http://schemas.microsoft.com/office/drawing/2014/main" id="{07A1C081-EF49-FA92-3255-66597910F766}"/>
                  </a:ext>
                </a:extLst>
              </p:cNvPr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7" name="Density voxel cell">
                <a:extLst>
                  <a:ext uri="{FF2B5EF4-FFF2-40B4-BE49-F238E27FC236}">
                    <a16:creationId xmlns:a16="http://schemas.microsoft.com/office/drawing/2014/main" id="{FE22F421-92E3-BE7A-1152-3165E1201F60}"/>
                  </a:ext>
                </a:extLst>
              </p:cNvPr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8" name="Density voxel cell">
                <a:extLst>
                  <a:ext uri="{FF2B5EF4-FFF2-40B4-BE49-F238E27FC236}">
                    <a16:creationId xmlns:a16="http://schemas.microsoft.com/office/drawing/2014/main" id="{8B865566-CB91-7E15-5018-ABAB975BF254}"/>
                  </a:ext>
                </a:extLst>
              </p:cNvPr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9" name="Density voxel cell">
                <a:extLst>
                  <a:ext uri="{FF2B5EF4-FFF2-40B4-BE49-F238E27FC236}">
                    <a16:creationId xmlns:a16="http://schemas.microsoft.com/office/drawing/2014/main" id="{979D7DBD-152B-6CBB-9DD1-ADBD084C88B6}"/>
                  </a:ext>
                </a:extLst>
              </p:cNvPr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0" name="Density voxel cell">
                <a:extLst>
                  <a:ext uri="{FF2B5EF4-FFF2-40B4-BE49-F238E27FC236}">
                    <a16:creationId xmlns:a16="http://schemas.microsoft.com/office/drawing/2014/main" id="{D0973FE3-4EEA-001E-E7E8-C4E3F08A6AE2}"/>
                  </a:ext>
                </a:extLst>
              </p:cNvPr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1" name="Density voxel cell">
                <a:extLst>
                  <a:ext uri="{FF2B5EF4-FFF2-40B4-BE49-F238E27FC236}">
                    <a16:creationId xmlns:a16="http://schemas.microsoft.com/office/drawing/2014/main" id="{4CEF3BBF-F82F-2500-99FA-FABB2E3BAB48}"/>
                  </a:ext>
                </a:extLst>
              </p:cNvPr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" name="Density voxel cell">
                <a:extLst>
                  <a:ext uri="{FF2B5EF4-FFF2-40B4-BE49-F238E27FC236}">
                    <a16:creationId xmlns:a16="http://schemas.microsoft.com/office/drawing/2014/main" id="{A0FA66FE-E6D5-06A9-1665-1F856CE7EE6F}"/>
                  </a:ext>
                </a:extLst>
              </p:cNvPr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" name="Density voxel cell">
                <a:extLst>
                  <a:ext uri="{FF2B5EF4-FFF2-40B4-BE49-F238E27FC236}">
                    <a16:creationId xmlns:a16="http://schemas.microsoft.com/office/drawing/2014/main" id="{927E81B2-C52B-3914-5002-491C794F45B5}"/>
                  </a:ext>
                </a:extLst>
              </p:cNvPr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" name="Density voxel cell">
                <a:extLst>
                  <a:ext uri="{FF2B5EF4-FFF2-40B4-BE49-F238E27FC236}">
                    <a16:creationId xmlns:a16="http://schemas.microsoft.com/office/drawing/2014/main" id="{E3E91A75-36DC-348A-8A02-814F6437475D}"/>
                  </a:ext>
                </a:extLst>
              </p:cNvPr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" name="Density voxel cell">
                <a:extLst>
                  <a:ext uri="{FF2B5EF4-FFF2-40B4-BE49-F238E27FC236}">
                    <a16:creationId xmlns:a16="http://schemas.microsoft.com/office/drawing/2014/main" id="{B732C9D7-6C9D-2C8A-9428-88F17F863BB0}"/>
                  </a:ext>
                </a:extLst>
              </p:cNvPr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" name="Density voxel cell">
                <a:extLst>
                  <a:ext uri="{FF2B5EF4-FFF2-40B4-BE49-F238E27FC236}">
                    <a16:creationId xmlns:a16="http://schemas.microsoft.com/office/drawing/2014/main" id="{84A5015C-A135-14CF-4010-C281DD9C5597}"/>
                  </a:ext>
                </a:extLst>
              </p:cNvPr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" name="Density voxel cell">
                <a:extLst>
                  <a:ext uri="{FF2B5EF4-FFF2-40B4-BE49-F238E27FC236}">
                    <a16:creationId xmlns:a16="http://schemas.microsoft.com/office/drawing/2014/main" id="{DC31AEFE-9F4A-6213-8926-0953F2EDCD60}"/>
                  </a:ext>
                </a:extLst>
              </p:cNvPr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" name="Density voxel cell">
                <a:extLst>
                  <a:ext uri="{FF2B5EF4-FFF2-40B4-BE49-F238E27FC236}">
                    <a16:creationId xmlns:a16="http://schemas.microsoft.com/office/drawing/2014/main" id="{4836DC28-DC4A-BFDC-7398-7BBD8F4A54AC}"/>
                  </a:ext>
                </a:extLst>
              </p:cNvPr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" name="Density voxel cell">
                <a:extLst>
                  <a:ext uri="{FF2B5EF4-FFF2-40B4-BE49-F238E27FC236}">
                    <a16:creationId xmlns:a16="http://schemas.microsoft.com/office/drawing/2014/main" id="{9AA5D7E0-2E92-2F37-809E-685C0623A909}"/>
                  </a:ext>
                </a:extLst>
              </p:cNvPr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0" name="Density voxel cell">
                <a:extLst>
                  <a:ext uri="{FF2B5EF4-FFF2-40B4-BE49-F238E27FC236}">
                    <a16:creationId xmlns:a16="http://schemas.microsoft.com/office/drawing/2014/main" id="{85F4B038-D667-F5C4-D34E-6FC408C58ED5}"/>
                  </a:ext>
                </a:extLst>
              </p:cNvPr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1" name="Density voxel cell">
                <a:extLst>
                  <a:ext uri="{FF2B5EF4-FFF2-40B4-BE49-F238E27FC236}">
                    <a16:creationId xmlns:a16="http://schemas.microsoft.com/office/drawing/2014/main" id="{CEBDC04B-4E04-1DDA-30DF-6A45FA0A1B01}"/>
                  </a:ext>
                </a:extLst>
              </p:cNvPr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2" name="Density voxel cell">
                <a:extLst>
                  <a:ext uri="{FF2B5EF4-FFF2-40B4-BE49-F238E27FC236}">
                    <a16:creationId xmlns:a16="http://schemas.microsoft.com/office/drawing/2014/main" id="{7F950873-4C2B-3FC3-576D-1219E865F656}"/>
                  </a:ext>
                </a:extLst>
              </p:cNvPr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3" name="Density voxel cell">
                <a:extLst>
                  <a:ext uri="{FF2B5EF4-FFF2-40B4-BE49-F238E27FC236}">
                    <a16:creationId xmlns:a16="http://schemas.microsoft.com/office/drawing/2014/main" id="{F9B723B7-EC98-B4AE-4EB5-707EE2FBA3AD}"/>
                  </a:ext>
                </a:extLst>
              </p:cNvPr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4" name="Density voxel cell">
                <a:extLst>
                  <a:ext uri="{FF2B5EF4-FFF2-40B4-BE49-F238E27FC236}">
                    <a16:creationId xmlns:a16="http://schemas.microsoft.com/office/drawing/2014/main" id="{FFCE638D-AE74-178B-755F-9B03C0BBAA8D}"/>
                  </a:ext>
                </a:extLst>
              </p:cNvPr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5" name="Density voxel cell">
                <a:extLst>
                  <a:ext uri="{FF2B5EF4-FFF2-40B4-BE49-F238E27FC236}">
                    <a16:creationId xmlns:a16="http://schemas.microsoft.com/office/drawing/2014/main" id="{1E63B371-78D5-95C8-E98D-ACC0A772305B}"/>
                  </a:ext>
                </a:extLst>
              </p:cNvPr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6" name="Density voxel cell">
                <a:extLst>
                  <a:ext uri="{FF2B5EF4-FFF2-40B4-BE49-F238E27FC236}">
                    <a16:creationId xmlns:a16="http://schemas.microsoft.com/office/drawing/2014/main" id="{CEE853DD-E525-4C28-5D64-6F3763967E33}"/>
                  </a:ext>
                </a:extLst>
              </p:cNvPr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7" name="Density voxel cell">
                <a:extLst>
                  <a:ext uri="{FF2B5EF4-FFF2-40B4-BE49-F238E27FC236}">
                    <a16:creationId xmlns:a16="http://schemas.microsoft.com/office/drawing/2014/main" id="{660C34B6-2A7B-43C8-4D5F-B27ED83CFD3B}"/>
                  </a:ext>
                </a:extLst>
              </p:cNvPr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8" name="Density voxel cell">
                <a:extLst>
                  <a:ext uri="{FF2B5EF4-FFF2-40B4-BE49-F238E27FC236}">
                    <a16:creationId xmlns:a16="http://schemas.microsoft.com/office/drawing/2014/main" id="{97B45E87-DEA0-0AA5-42A8-A3D3382E5984}"/>
                  </a:ext>
                </a:extLst>
              </p:cNvPr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9" name="Density voxel cell">
                <a:extLst>
                  <a:ext uri="{FF2B5EF4-FFF2-40B4-BE49-F238E27FC236}">
                    <a16:creationId xmlns:a16="http://schemas.microsoft.com/office/drawing/2014/main" id="{C85B627B-77A0-D4ED-53DA-3EB262C81E10}"/>
                  </a:ext>
                </a:extLst>
              </p:cNvPr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0" name="Density voxel cell">
                <a:extLst>
                  <a:ext uri="{FF2B5EF4-FFF2-40B4-BE49-F238E27FC236}">
                    <a16:creationId xmlns:a16="http://schemas.microsoft.com/office/drawing/2014/main" id="{636B1B51-58A6-FD0F-1A22-4DF72DAE9105}"/>
                  </a:ext>
                </a:extLst>
              </p:cNvPr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1" name="Density voxel cell">
                <a:extLst>
                  <a:ext uri="{FF2B5EF4-FFF2-40B4-BE49-F238E27FC236}">
                    <a16:creationId xmlns:a16="http://schemas.microsoft.com/office/drawing/2014/main" id="{FBEE5BD5-4A9E-7DF8-408A-E92F0C3373FB}"/>
                  </a:ext>
                </a:extLst>
              </p:cNvPr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2" name="Density voxel cell">
                <a:extLst>
                  <a:ext uri="{FF2B5EF4-FFF2-40B4-BE49-F238E27FC236}">
                    <a16:creationId xmlns:a16="http://schemas.microsoft.com/office/drawing/2014/main" id="{FC99B672-3F4F-C319-45C2-B67E0953AAEB}"/>
                  </a:ext>
                </a:extLst>
              </p:cNvPr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3" name="Density voxel cell">
                <a:extLst>
                  <a:ext uri="{FF2B5EF4-FFF2-40B4-BE49-F238E27FC236}">
                    <a16:creationId xmlns:a16="http://schemas.microsoft.com/office/drawing/2014/main" id="{237AC6E3-9A4E-6D26-0D95-5909F5548CA6}"/>
                  </a:ext>
                </a:extLst>
              </p:cNvPr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4" name="Density voxel cell">
                <a:extLst>
                  <a:ext uri="{FF2B5EF4-FFF2-40B4-BE49-F238E27FC236}">
                    <a16:creationId xmlns:a16="http://schemas.microsoft.com/office/drawing/2014/main" id="{7B5D9E32-132F-C2F0-114B-58E7C7A96AE5}"/>
                  </a:ext>
                </a:extLst>
              </p:cNvPr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5" name="Density voxel cell">
                <a:extLst>
                  <a:ext uri="{FF2B5EF4-FFF2-40B4-BE49-F238E27FC236}">
                    <a16:creationId xmlns:a16="http://schemas.microsoft.com/office/drawing/2014/main" id="{F9D2F5D8-E3DA-300A-55B0-533727D65406}"/>
                  </a:ext>
                </a:extLst>
              </p:cNvPr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6" name="Density voxel cell">
                <a:extLst>
                  <a:ext uri="{FF2B5EF4-FFF2-40B4-BE49-F238E27FC236}">
                    <a16:creationId xmlns:a16="http://schemas.microsoft.com/office/drawing/2014/main" id="{528D86D7-652E-AF3E-D589-25864DD282ED}"/>
                  </a:ext>
                </a:extLst>
              </p:cNvPr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7" name="Density voxel cell">
                <a:extLst>
                  <a:ext uri="{FF2B5EF4-FFF2-40B4-BE49-F238E27FC236}">
                    <a16:creationId xmlns:a16="http://schemas.microsoft.com/office/drawing/2014/main" id="{681FAFCC-1A68-2DFA-75C8-4F2468518FB3}"/>
                  </a:ext>
                </a:extLst>
              </p:cNvPr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8" name="Density voxel cell">
                <a:extLst>
                  <a:ext uri="{FF2B5EF4-FFF2-40B4-BE49-F238E27FC236}">
                    <a16:creationId xmlns:a16="http://schemas.microsoft.com/office/drawing/2014/main" id="{D7CC0FC5-56DE-A8F0-9EF2-DAB7518394ED}"/>
                  </a:ext>
                </a:extLst>
              </p:cNvPr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" name="Density voxel cell">
                <a:extLst>
                  <a:ext uri="{FF2B5EF4-FFF2-40B4-BE49-F238E27FC236}">
                    <a16:creationId xmlns:a16="http://schemas.microsoft.com/office/drawing/2014/main" id="{574E3DC4-5E44-8DD0-F780-FB75D5756559}"/>
                  </a:ext>
                </a:extLst>
              </p:cNvPr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" name="Density voxel cell">
                <a:extLst>
                  <a:ext uri="{FF2B5EF4-FFF2-40B4-BE49-F238E27FC236}">
                    <a16:creationId xmlns:a16="http://schemas.microsoft.com/office/drawing/2014/main" id="{059F871D-6A56-E8E5-652D-437585DC26BF}"/>
                  </a:ext>
                </a:extLst>
              </p:cNvPr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" name="Density voxel cell">
                <a:extLst>
                  <a:ext uri="{FF2B5EF4-FFF2-40B4-BE49-F238E27FC236}">
                    <a16:creationId xmlns:a16="http://schemas.microsoft.com/office/drawing/2014/main" id="{93CCB7C1-DDE3-075C-B3C1-3AC9AC53EB41}"/>
                  </a:ext>
                </a:extLst>
              </p:cNvPr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" name="Density voxel cell">
                <a:extLst>
                  <a:ext uri="{FF2B5EF4-FFF2-40B4-BE49-F238E27FC236}">
                    <a16:creationId xmlns:a16="http://schemas.microsoft.com/office/drawing/2014/main" id="{49ADA5D1-26E9-95E5-E177-88A1AC833CEB}"/>
                  </a:ext>
                </a:extLst>
              </p:cNvPr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" name="Density voxel cell">
                <a:extLst>
                  <a:ext uri="{FF2B5EF4-FFF2-40B4-BE49-F238E27FC236}">
                    <a16:creationId xmlns:a16="http://schemas.microsoft.com/office/drawing/2014/main" id="{E22925A7-0CF2-A29A-D058-6940CA10E4B3}"/>
                  </a:ext>
                </a:extLst>
              </p:cNvPr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" name="Density voxel cell">
                <a:extLst>
                  <a:ext uri="{FF2B5EF4-FFF2-40B4-BE49-F238E27FC236}">
                    <a16:creationId xmlns:a16="http://schemas.microsoft.com/office/drawing/2014/main" id="{F6244290-BFA6-23EB-98EB-FF4400DF5CB2}"/>
                  </a:ext>
                </a:extLst>
              </p:cNvPr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" name="Density voxel cell">
                <a:extLst>
                  <a:ext uri="{FF2B5EF4-FFF2-40B4-BE49-F238E27FC236}">
                    <a16:creationId xmlns:a16="http://schemas.microsoft.com/office/drawing/2014/main" id="{7C7B0021-84CF-0AD9-63B2-1769B11B08F3}"/>
                  </a:ext>
                </a:extLst>
              </p:cNvPr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" name="Density voxel cell">
                <a:extLst>
                  <a:ext uri="{FF2B5EF4-FFF2-40B4-BE49-F238E27FC236}">
                    <a16:creationId xmlns:a16="http://schemas.microsoft.com/office/drawing/2014/main" id="{65A38201-95D2-E414-31E6-9966A70DFE06}"/>
                  </a:ext>
                </a:extLst>
              </p:cNvPr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" name="Density voxel cell">
                <a:extLst>
                  <a:ext uri="{FF2B5EF4-FFF2-40B4-BE49-F238E27FC236}">
                    <a16:creationId xmlns:a16="http://schemas.microsoft.com/office/drawing/2014/main" id="{AF51E881-1468-17B4-5BD2-77DC9BE367C8}"/>
                  </a:ext>
                </a:extLst>
              </p:cNvPr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" name="Density voxel cell">
                <a:extLst>
                  <a:ext uri="{FF2B5EF4-FFF2-40B4-BE49-F238E27FC236}">
                    <a16:creationId xmlns:a16="http://schemas.microsoft.com/office/drawing/2014/main" id="{50C78A58-9C16-F5E5-13B2-15FB37E9926D}"/>
                  </a:ext>
                </a:extLst>
              </p:cNvPr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" name="Density voxel cell">
                <a:extLst>
                  <a:ext uri="{FF2B5EF4-FFF2-40B4-BE49-F238E27FC236}">
                    <a16:creationId xmlns:a16="http://schemas.microsoft.com/office/drawing/2014/main" id="{7C11EF6C-10F8-744F-1262-CD786B11AB8A}"/>
                  </a:ext>
                </a:extLst>
              </p:cNvPr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" name="Density voxel cell">
                <a:extLst>
                  <a:ext uri="{FF2B5EF4-FFF2-40B4-BE49-F238E27FC236}">
                    <a16:creationId xmlns:a16="http://schemas.microsoft.com/office/drawing/2014/main" id="{E9554859-B6CA-158C-8C0F-DD68180C2588}"/>
                  </a:ext>
                </a:extLst>
              </p:cNvPr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" name="Density voxel cell">
                <a:extLst>
                  <a:ext uri="{FF2B5EF4-FFF2-40B4-BE49-F238E27FC236}">
                    <a16:creationId xmlns:a16="http://schemas.microsoft.com/office/drawing/2014/main" id="{C7D6AA3D-64A4-6DCE-30C7-6D2642B1969B}"/>
                  </a:ext>
                </a:extLst>
              </p:cNvPr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" name="Density voxel cell">
                <a:extLst>
                  <a:ext uri="{FF2B5EF4-FFF2-40B4-BE49-F238E27FC236}">
                    <a16:creationId xmlns:a16="http://schemas.microsoft.com/office/drawing/2014/main" id="{D6C01435-004F-EDC3-12C0-AB1BFF0F5D82}"/>
                  </a:ext>
                </a:extLst>
              </p:cNvPr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" name="Density voxel cell">
                <a:extLst>
                  <a:ext uri="{FF2B5EF4-FFF2-40B4-BE49-F238E27FC236}">
                    <a16:creationId xmlns:a16="http://schemas.microsoft.com/office/drawing/2014/main" id="{0719D4EA-44BB-E5F1-F020-2BB4D3664CA2}"/>
                  </a:ext>
                </a:extLst>
              </p:cNvPr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" name="Density voxel cell">
                <a:extLst>
                  <a:ext uri="{FF2B5EF4-FFF2-40B4-BE49-F238E27FC236}">
                    <a16:creationId xmlns:a16="http://schemas.microsoft.com/office/drawing/2014/main" id="{D2C8C5FA-8281-C82F-BDED-02DA543313C3}"/>
                  </a:ext>
                </a:extLst>
              </p:cNvPr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" name="Density voxel cell">
                <a:extLst>
                  <a:ext uri="{FF2B5EF4-FFF2-40B4-BE49-F238E27FC236}">
                    <a16:creationId xmlns:a16="http://schemas.microsoft.com/office/drawing/2014/main" id="{C6D81F29-08CC-BA05-3212-CBBBC83CBBFF}"/>
                  </a:ext>
                </a:extLst>
              </p:cNvPr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" name="Density voxel cell">
                <a:extLst>
                  <a:ext uri="{FF2B5EF4-FFF2-40B4-BE49-F238E27FC236}">
                    <a16:creationId xmlns:a16="http://schemas.microsoft.com/office/drawing/2014/main" id="{60BE34D8-DD52-D71A-BCCD-570A5567A81B}"/>
                  </a:ext>
                </a:extLst>
              </p:cNvPr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" name="Density voxel cell">
                <a:extLst>
                  <a:ext uri="{FF2B5EF4-FFF2-40B4-BE49-F238E27FC236}">
                    <a16:creationId xmlns:a16="http://schemas.microsoft.com/office/drawing/2014/main" id="{A69869E9-753C-D98E-6B1D-D7274B8C0461}"/>
                  </a:ext>
                </a:extLst>
              </p:cNvPr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" name="Density voxel cell">
                <a:extLst>
                  <a:ext uri="{FF2B5EF4-FFF2-40B4-BE49-F238E27FC236}">
                    <a16:creationId xmlns:a16="http://schemas.microsoft.com/office/drawing/2014/main" id="{2ABB63F7-26F8-0396-2145-0183D0241583}"/>
                  </a:ext>
                </a:extLst>
              </p:cNvPr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" name="Density voxel cell">
                <a:extLst>
                  <a:ext uri="{FF2B5EF4-FFF2-40B4-BE49-F238E27FC236}">
                    <a16:creationId xmlns:a16="http://schemas.microsoft.com/office/drawing/2014/main" id="{F856EFE2-91E8-F016-0D10-5FB8C8EFC1BB}"/>
                  </a:ext>
                </a:extLst>
              </p:cNvPr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" name="Density voxel cell">
                <a:extLst>
                  <a:ext uri="{FF2B5EF4-FFF2-40B4-BE49-F238E27FC236}">
                    <a16:creationId xmlns:a16="http://schemas.microsoft.com/office/drawing/2014/main" id="{C9C4BA42-DB08-89D9-442B-7455DC398D59}"/>
                  </a:ext>
                </a:extLst>
              </p:cNvPr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" name="Density voxel cell">
                <a:extLst>
                  <a:ext uri="{FF2B5EF4-FFF2-40B4-BE49-F238E27FC236}">
                    <a16:creationId xmlns:a16="http://schemas.microsoft.com/office/drawing/2014/main" id="{CD125B0F-990F-7FBE-FF89-5CBE399634D9}"/>
                  </a:ext>
                </a:extLst>
              </p:cNvPr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2" name="Density voxel cell">
                <a:extLst>
                  <a:ext uri="{FF2B5EF4-FFF2-40B4-BE49-F238E27FC236}">
                    <a16:creationId xmlns:a16="http://schemas.microsoft.com/office/drawing/2014/main" id="{BCE74C19-1CEF-5CE6-3D23-CB6CB7524269}"/>
                  </a:ext>
                </a:extLst>
              </p:cNvPr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3" name="Density voxel cell">
                <a:extLst>
                  <a:ext uri="{FF2B5EF4-FFF2-40B4-BE49-F238E27FC236}">
                    <a16:creationId xmlns:a16="http://schemas.microsoft.com/office/drawing/2014/main" id="{1B51DDE4-E8C5-F703-69B3-F8CB6C9693E5}"/>
                  </a:ext>
                </a:extLst>
              </p:cNvPr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4" name="Density voxel cell">
                <a:extLst>
                  <a:ext uri="{FF2B5EF4-FFF2-40B4-BE49-F238E27FC236}">
                    <a16:creationId xmlns:a16="http://schemas.microsoft.com/office/drawing/2014/main" id="{EADAC848-BA41-3291-DC6D-C5F4756A4447}"/>
                  </a:ext>
                </a:extLst>
              </p:cNvPr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" name="Density voxel cell">
                <a:extLst>
                  <a:ext uri="{FF2B5EF4-FFF2-40B4-BE49-F238E27FC236}">
                    <a16:creationId xmlns:a16="http://schemas.microsoft.com/office/drawing/2014/main" id="{8705B9C5-4922-B9D5-F58E-42710BA7346B}"/>
                  </a:ext>
                </a:extLst>
              </p:cNvPr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" name="Density voxel cell">
                <a:extLst>
                  <a:ext uri="{FF2B5EF4-FFF2-40B4-BE49-F238E27FC236}">
                    <a16:creationId xmlns:a16="http://schemas.microsoft.com/office/drawing/2014/main" id="{B45F2FA5-9261-6BE7-7736-339393DD6A85}"/>
                  </a:ext>
                </a:extLst>
              </p:cNvPr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" name="Density voxel cell">
                <a:extLst>
                  <a:ext uri="{FF2B5EF4-FFF2-40B4-BE49-F238E27FC236}">
                    <a16:creationId xmlns:a16="http://schemas.microsoft.com/office/drawing/2014/main" id="{65399441-47AA-A22C-0A0E-53B679B0A944}"/>
                  </a:ext>
                </a:extLst>
              </p:cNvPr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" name="Density voxel cell">
                <a:extLst>
                  <a:ext uri="{FF2B5EF4-FFF2-40B4-BE49-F238E27FC236}">
                    <a16:creationId xmlns:a16="http://schemas.microsoft.com/office/drawing/2014/main" id="{951AF83B-B033-DB3F-7391-115C648DF7D5}"/>
                  </a:ext>
                </a:extLst>
              </p:cNvPr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" name="Density voxel cell">
                <a:extLst>
                  <a:ext uri="{FF2B5EF4-FFF2-40B4-BE49-F238E27FC236}">
                    <a16:creationId xmlns:a16="http://schemas.microsoft.com/office/drawing/2014/main" id="{3918A26E-E009-5646-17E0-61396E0EA10B}"/>
                  </a:ext>
                </a:extLst>
              </p:cNvPr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" name="Density voxel cell">
                <a:extLst>
                  <a:ext uri="{FF2B5EF4-FFF2-40B4-BE49-F238E27FC236}">
                    <a16:creationId xmlns:a16="http://schemas.microsoft.com/office/drawing/2014/main" id="{F4BA6155-50C4-3EAA-5313-71B8F01A014C}"/>
                  </a:ext>
                </a:extLst>
              </p:cNvPr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" name="Density voxel cell">
                <a:extLst>
                  <a:ext uri="{FF2B5EF4-FFF2-40B4-BE49-F238E27FC236}">
                    <a16:creationId xmlns:a16="http://schemas.microsoft.com/office/drawing/2014/main" id="{065233E7-95A3-B205-BE8A-05AB9FF1193B}"/>
                  </a:ext>
                </a:extLst>
              </p:cNvPr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Density voxel cell">
                <a:extLst>
                  <a:ext uri="{FF2B5EF4-FFF2-40B4-BE49-F238E27FC236}">
                    <a16:creationId xmlns:a16="http://schemas.microsoft.com/office/drawing/2014/main" id="{DD574E9B-1FD8-9B6F-295A-E96DEACA2400}"/>
                  </a:ext>
                </a:extLst>
              </p:cNvPr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Density voxel cell">
                <a:extLst>
                  <a:ext uri="{FF2B5EF4-FFF2-40B4-BE49-F238E27FC236}">
                    <a16:creationId xmlns:a16="http://schemas.microsoft.com/office/drawing/2014/main" id="{71E9CFFC-319E-6086-551D-8B2BA5D8CA79}"/>
                  </a:ext>
                </a:extLst>
              </p:cNvPr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Density voxel cell">
                <a:extLst>
                  <a:ext uri="{FF2B5EF4-FFF2-40B4-BE49-F238E27FC236}">
                    <a16:creationId xmlns:a16="http://schemas.microsoft.com/office/drawing/2014/main" id="{417A06B7-2D14-8D2F-6310-7DA1561B37ED}"/>
                  </a:ext>
                </a:extLst>
              </p:cNvPr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Density voxel cell">
                <a:extLst>
                  <a:ext uri="{FF2B5EF4-FFF2-40B4-BE49-F238E27FC236}">
                    <a16:creationId xmlns:a16="http://schemas.microsoft.com/office/drawing/2014/main" id="{9FEFA80D-2C42-163C-4684-7838205F413E}"/>
                  </a:ext>
                </a:extLst>
              </p:cNvPr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Density voxel cell">
                <a:extLst>
                  <a:ext uri="{FF2B5EF4-FFF2-40B4-BE49-F238E27FC236}">
                    <a16:creationId xmlns:a16="http://schemas.microsoft.com/office/drawing/2014/main" id="{DCE103E5-FFC9-02EF-0001-8F8260EF6307}"/>
                  </a:ext>
                </a:extLst>
              </p:cNvPr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Density voxel cell">
                <a:extLst>
                  <a:ext uri="{FF2B5EF4-FFF2-40B4-BE49-F238E27FC236}">
                    <a16:creationId xmlns:a16="http://schemas.microsoft.com/office/drawing/2014/main" id="{C3CFBC16-3D4F-88BA-79C8-5216BC1B344D}"/>
                  </a:ext>
                </a:extLst>
              </p:cNvPr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Density voxel cell">
                <a:extLst>
                  <a:ext uri="{FF2B5EF4-FFF2-40B4-BE49-F238E27FC236}">
                    <a16:creationId xmlns:a16="http://schemas.microsoft.com/office/drawing/2014/main" id="{EFCC9018-C595-2266-16D8-4A025A59E28C}"/>
                  </a:ext>
                </a:extLst>
              </p:cNvPr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Density voxel cell">
                <a:extLst>
                  <a:ext uri="{FF2B5EF4-FFF2-40B4-BE49-F238E27FC236}">
                    <a16:creationId xmlns:a16="http://schemas.microsoft.com/office/drawing/2014/main" id="{A9613D8D-25B2-E802-83EF-FB8B21218DC4}"/>
                  </a:ext>
                </a:extLst>
              </p:cNvPr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Density voxel cell">
                <a:extLst>
                  <a:ext uri="{FF2B5EF4-FFF2-40B4-BE49-F238E27FC236}">
                    <a16:creationId xmlns:a16="http://schemas.microsoft.com/office/drawing/2014/main" id="{DBF337D0-BB5E-F696-66A6-54A2998BF002}"/>
                  </a:ext>
                </a:extLst>
              </p:cNvPr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" name="Density voxel cell">
                <a:extLst>
                  <a:ext uri="{FF2B5EF4-FFF2-40B4-BE49-F238E27FC236}">
                    <a16:creationId xmlns:a16="http://schemas.microsoft.com/office/drawing/2014/main" id="{6DE9F248-7B09-C0E1-AB98-7A74D58C4F33}"/>
                  </a:ext>
                </a:extLst>
              </p:cNvPr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Density voxel cell">
                <a:extLst>
                  <a:ext uri="{FF2B5EF4-FFF2-40B4-BE49-F238E27FC236}">
                    <a16:creationId xmlns:a16="http://schemas.microsoft.com/office/drawing/2014/main" id="{88A944B0-D635-5C5C-CDD6-8151E8A18D92}"/>
                  </a:ext>
                </a:extLst>
              </p:cNvPr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Density voxel cell">
                <a:extLst>
                  <a:ext uri="{FF2B5EF4-FFF2-40B4-BE49-F238E27FC236}">
                    <a16:creationId xmlns:a16="http://schemas.microsoft.com/office/drawing/2014/main" id="{82606119-5631-D0EC-6D7E-DE683D5F1ECF}"/>
                  </a:ext>
                </a:extLst>
              </p:cNvPr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Density voxel cell">
                <a:extLst>
                  <a:ext uri="{FF2B5EF4-FFF2-40B4-BE49-F238E27FC236}">
                    <a16:creationId xmlns:a16="http://schemas.microsoft.com/office/drawing/2014/main" id="{F35D5F07-44E4-6B91-6317-512BC24797C6}"/>
                  </a:ext>
                </a:extLst>
              </p:cNvPr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Density voxel cell">
                <a:extLst>
                  <a:ext uri="{FF2B5EF4-FFF2-40B4-BE49-F238E27FC236}">
                    <a16:creationId xmlns:a16="http://schemas.microsoft.com/office/drawing/2014/main" id="{F71B59B8-ACD7-2572-AB4A-EF18C523A03F}"/>
                  </a:ext>
                </a:extLst>
              </p:cNvPr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Density voxel cell">
                <a:extLst>
                  <a:ext uri="{FF2B5EF4-FFF2-40B4-BE49-F238E27FC236}">
                    <a16:creationId xmlns:a16="http://schemas.microsoft.com/office/drawing/2014/main" id="{C2AB1D26-2C02-A286-222A-068AE34D978F}"/>
                  </a:ext>
                </a:extLst>
              </p:cNvPr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Density voxel cell">
                <a:extLst>
                  <a:ext uri="{FF2B5EF4-FFF2-40B4-BE49-F238E27FC236}">
                    <a16:creationId xmlns:a16="http://schemas.microsoft.com/office/drawing/2014/main" id="{2BC2A296-879F-B359-FC2B-C3A0A6D16A17}"/>
                  </a:ext>
                </a:extLst>
              </p:cNvPr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8" name="Density voxel cell">
                <a:extLst>
                  <a:ext uri="{FF2B5EF4-FFF2-40B4-BE49-F238E27FC236}">
                    <a16:creationId xmlns:a16="http://schemas.microsoft.com/office/drawing/2014/main" id="{EC97580B-A87E-0F51-3FE4-CA1431E34BC9}"/>
                  </a:ext>
                </a:extLst>
              </p:cNvPr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Density voxel cell">
                <a:extLst>
                  <a:ext uri="{FF2B5EF4-FFF2-40B4-BE49-F238E27FC236}">
                    <a16:creationId xmlns:a16="http://schemas.microsoft.com/office/drawing/2014/main" id="{6AF277FC-11FE-2497-516B-877E7BE69D27}"/>
                  </a:ext>
                </a:extLst>
              </p:cNvPr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Density voxel cell">
                <a:extLst>
                  <a:ext uri="{FF2B5EF4-FFF2-40B4-BE49-F238E27FC236}">
                    <a16:creationId xmlns:a16="http://schemas.microsoft.com/office/drawing/2014/main" id="{96625F37-4C2F-CDFB-4B9F-02875D8BBAD4}"/>
                  </a:ext>
                </a:extLst>
              </p:cNvPr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Density voxel cell">
                <a:extLst>
                  <a:ext uri="{FF2B5EF4-FFF2-40B4-BE49-F238E27FC236}">
                    <a16:creationId xmlns:a16="http://schemas.microsoft.com/office/drawing/2014/main" id="{F00452C1-8A05-4900-40ED-477441789F21}"/>
                  </a:ext>
                </a:extLst>
              </p:cNvPr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Density voxel cell">
                <a:extLst>
                  <a:ext uri="{FF2B5EF4-FFF2-40B4-BE49-F238E27FC236}">
                    <a16:creationId xmlns:a16="http://schemas.microsoft.com/office/drawing/2014/main" id="{EE19F27B-877F-8A96-2194-5AE94BE4D862}"/>
                  </a:ext>
                </a:extLst>
              </p:cNvPr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Density voxel cell">
                <a:extLst>
                  <a:ext uri="{FF2B5EF4-FFF2-40B4-BE49-F238E27FC236}">
                    <a16:creationId xmlns:a16="http://schemas.microsoft.com/office/drawing/2014/main" id="{5931B554-5657-F945-1E1F-628E9FA885FF}"/>
                  </a:ext>
                </a:extLst>
              </p:cNvPr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Density voxel cell">
                <a:extLst>
                  <a:ext uri="{FF2B5EF4-FFF2-40B4-BE49-F238E27FC236}">
                    <a16:creationId xmlns:a16="http://schemas.microsoft.com/office/drawing/2014/main" id="{574525B3-E099-FB1C-9F24-81AD935A1B5E}"/>
                  </a:ext>
                </a:extLst>
              </p:cNvPr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Density voxel cell">
                <a:extLst>
                  <a:ext uri="{FF2B5EF4-FFF2-40B4-BE49-F238E27FC236}">
                    <a16:creationId xmlns:a16="http://schemas.microsoft.com/office/drawing/2014/main" id="{28358FD8-DA7F-3924-5D56-5F9007267517}"/>
                  </a:ext>
                </a:extLst>
              </p:cNvPr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Density voxel cell">
                <a:extLst>
                  <a:ext uri="{FF2B5EF4-FFF2-40B4-BE49-F238E27FC236}">
                    <a16:creationId xmlns:a16="http://schemas.microsoft.com/office/drawing/2014/main" id="{C72E4518-95E9-BE94-3C0F-49E605FCF17F}"/>
                  </a:ext>
                </a:extLst>
              </p:cNvPr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Density voxel cell">
                <a:extLst>
                  <a:ext uri="{FF2B5EF4-FFF2-40B4-BE49-F238E27FC236}">
                    <a16:creationId xmlns:a16="http://schemas.microsoft.com/office/drawing/2014/main" id="{ABC21B7F-DABF-25EC-3041-AB0BDA6EB49A}"/>
                  </a:ext>
                </a:extLst>
              </p:cNvPr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Density voxel cell">
                <a:extLst>
                  <a:ext uri="{FF2B5EF4-FFF2-40B4-BE49-F238E27FC236}">
                    <a16:creationId xmlns:a16="http://schemas.microsoft.com/office/drawing/2014/main" id="{AE390074-BFC2-A872-9175-D7EF4160BBFF}"/>
                  </a:ext>
                </a:extLst>
              </p:cNvPr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Density voxel cell">
                <a:extLst>
                  <a:ext uri="{FF2B5EF4-FFF2-40B4-BE49-F238E27FC236}">
                    <a16:creationId xmlns:a16="http://schemas.microsoft.com/office/drawing/2014/main" id="{7C90B549-6DDA-9033-46BB-4EECE088A672}"/>
                  </a:ext>
                </a:extLst>
              </p:cNvPr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Density voxel cell">
                <a:extLst>
                  <a:ext uri="{FF2B5EF4-FFF2-40B4-BE49-F238E27FC236}">
                    <a16:creationId xmlns:a16="http://schemas.microsoft.com/office/drawing/2014/main" id="{5C5B87F2-9065-1CD5-8835-B7F817AED9AD}"/>
                  </a:ext>
                </a:extLst>
              </p:cNvPr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Density voxel cell">
                <a:extLst>
                  <a:ext uri="{FF2B5EF4-FFF2-40B4-BE49-F238E27FC236}">
                    <a16:creationId xmlns:a16="http://schemas.microsoft.com/office/drawing/2014/main" id="{9D714E6E-66EB-191D-C460-48EBC395CAE8}"/>
                  </a:ext>
                </a:extLst>
              </p:cNvPr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Density voxel cell">
                <a:extLst>
                  <a:ext uri="{FF2B5EF4-FFF2-40B4-BE49-F238E27FC236}">
                    <a16:creationId xmlns:a16="http://schemas.microsoft.com/office/drawing/2014/main" id="{703B2B7C-0A28-6C61-F2C2-CFD2FC1F46D8}"/>
                  </a:ext>
                </a:extLst>
              </p:cNvPr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Density voxel cell">
                <a:extLst>
                  <a:ext uri="{FF2B5EF4-FFF2-40B4-BE49-F238E27FC236}">
                    <a16:creationId xmlns:a16="http://schemas.microsoft.com/office/drawing/2014/main" id="{A1791CCE-968A-E006-06AD-DA06442AC92B}"/>
                  </a:ext>
                </a:extLst>
              </p:cNvPr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Density voxel cell">
                <a:extLst>
                  <a:ext uri="{FF2B5EF4-FFF2-40B4-BE49-F238E27FC236}">
                    <a16:creationId xmlns:a16="http://schemas.microsoft.com/office/drawing/2014/main" id="{AEB1D9E4-E67A-6B29-3770-8C7A481B1F6F}"/>
                  </a:ext>
                </a:extLst>
              </p:cNvPr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85" name="path_2494">
                <a:extLst>
                  <a:ext uri="{FF2B5EF4-FFF2-40B4-BE49-F238E27FC236}">
                    <a16:creationId xmlns:a16="http://schemas.microsoft.com/office/drawing/2014/main" id="{F2F4C377-0F72-D0B3-6AB8-BD87CF195013}"/>
                  </a:ext>
                </a:extLst>
              </p:cNvPr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6" name="path_2495">
                <a:extLst>
                  <a:ext uri="{FF2B5EF4-FFF2-40B4-BE49-F238E27FC236}">
                    <a16:creationId xmlns:a16="http://schemas.microsoft.com/office/drawing/2014/main" id="{15CC456B-6D89-1A29-D607-3ACA3C55C8C7}"/>
                  </a:ext>
                </a:extLst>
              </p:cNvPr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87" name="Match | compact U-Net operator">
              <a:extLst>
                <a:ext uri="{FF2B5EF4-FFF2-40B4-BE49-F238E27FC236}">
                  <a16:creationId xmlns:a16="http://schemas.microsoft.com/office/drawing/2014/main" id="{E4F205C8-0DFF-1C20-342C-4C6944BADBDB}"/>
                </a:ext>
              </a:extLst>
            </p:cNvPr>
            <p:cNvGrpSpPr/>
            <p:nvPr/>
          </p:nvGrpSpPr>
          <p:grpSpPr>
            <a:xfrm>
              <a:off x="2711975" y="2144070"/>
              <a:ext cx="212538" cy="143036"/>
              <a:chOff x="1680559" y="2920365"/>
              <a:chExt cx="333146" cy="216810"/>
            </a:xfrm>
          </p:grpSpPr>
          <p:sp>
            <p:nvSpPr>
              <p:cNvPr id="288" name="rect_2499">
                <a:extLst>
                  <a:ext uri="{FF2B5EF4-FFF2-40B4-BE49-F238E27FC236}">
                    <a16:creationId xmlns:a16="http://schemas.microsoft.com/office/drawing/2014/main" id="{07A911C8-0CC8-0E56-4E41-8A855FABD105}"/>
                  </a:ext>
                </a:extLst>
              </p:cNvPr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rect_2500">
                <a:extLst>
                  <a:ext uri="{FF2B5EF4-FFF2-40B4-BE49-F238E27FC236}">
                    <a16:creationId xmlns:a16="http://schemas.microsoft.com/office/drawing/2014/main" id="{C491F4FC-BFBB-1987-FE68-CCD83D5BAF71}"/>
                  </a:ext>
                </a:extLst>
              </p:cNvPr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rect_2501">
                <a:extLst>
                  <a:ext uri="{FF2B5EF4-FFF2-40B4-BE49-F238E27FC236}">
                    <a16:creationId xmlns:a16="http://schemas.microsoft.com/office/drawing/2014/main" id="{2CFE6F70-E6AB-26A8-D37D-896790A5027F}"/>
                  </a:ext>
                </a:extLst>
              </p:cNvPr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Text | U-Net">
                <a:extLst>
                  <a:ext uri="{FF2B5EF4-FFF2-40B4-BE49-F238E27FC236}">
                    <a16:creationId xmlns:a16="http://schemas.microsoft.com/office/drawing/2014/main" id="{FBD650CC-7773-4358-CB66-C21F2C886801}"/>
                  </a:ext>
                </a:extLst>
              </p:cNvPr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400"/>
              </a:p>
            </p:txBody>
          </p:sp>
        </p:grpSp>
        <p:grpSp>
          <p:nvGrpSpPr>
            <p:cNvPr id="292" name="Base voxel summary h_j^vox">
              <a:extLst>
                <a:ext uri="{FF2B5EF4-FFF2-40B4-BE49-F238E27FC236}">
                  <a16:creationId xmlns:a16="http://schemas.microsoft.com/office/drawing/2014/main" id="{28DC8127-588E-C2F3-D281-4C6DA608EB57}"/>
                </a:ext>
              </a:extLst>
            </p:cNvPr>
            <p:cNvGrpSpPr/>
            <p:nvPr/>
          </p:nvGrpSpPr>
          <p:grpSpPr>
            <a:xfrm>
              <a:off x="3212665" y="2191067"/>
              <a:ext cx="269760" cy="51084"/>
              <a:chOff x="2375055" y="3012345"/>
              <a:chExt cx="400770" cy="78840"/>
            </a:xfrm>
          </p:grpSpPr>
          <p:sp>
            <p:nvSpPr>
              <p:cNvPr id="293" name="feature_1">
                <a:extLst>
                  <a:ext uri="{FF2B5EF4-FFF2-40B4-BE49-F238E27FC236}">
                    <a16:creationId xmlns:a16="http://schemas.microsoft.com/office/drawing/2014/main" id="{453B4F01-CBE3-C61B-496B-E91B4BAE62A6}"/>
                  </a:ext>
                </a:extLst>
              </p:cNvPr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feature_2">
                <a:extLst>
                  <a:ext uri="{FF2B5EF4-FFF2-40B4-BE49-F238E27FC236}">
                    <a16:creationId xmlns:a16="http://schemas.microsoft.com/office/drawing/2014/main" id="{4DB75A89-6ABE-7C19-F8CA-BB2794FAC0F8}"/>
                  </a:ext>
                </a:extLst>
              </p:cNvPr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feature_3">
                <a:extLst>
                  <a:ext uri="{FF2B5EF4-FFF2-40B4-BE49-F238E27FC236}">
                    <a16:creationId xmlns:a16="http://schemas.microsoft.com/office/drawing/2014/main" id="{5FA5AACE-3B3B-9D0D-F271-541283FE216F}"/>
                  </a:ext>
                </a:extLst>
              </p:cNvPr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feature_4">
                <a:extLst>
                  <a:ext uri="{FF2B5EF4-FFF2-40B4-BE49-F238E27FC236}">
                    <a16:creationId xmlns:a16="http://schemas.microsoft.com/office/drawing/2014/main" id="{629C8DBF-87C8-1764-E6BD-48BDDFF09C0F}"/>
                  </a:ext>
                </a:extLst>
              </p:cNvPr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feature_5">
                <a:extLst>
                  <a:ext uri="{FF2B5EF4-FFF2-40B4-BE49-F238E27FC236}">
                    <a16:creationId xmlns:a16="http://schemas.microsoft.com/office/drawing/2014/main" id="{5573C2D4-9CED-C77C-3555-D03F54416591}"/>
                  </a:ext>
                </a:extLst>
              </p:cNvPr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feature_6">
                <a:extLst>
                  <a:ext uri="{FF2B5EF4-FFF2-40B4-BE49-F238E27FC236}">
                    <a16:creationId xmlns:a16="http://schemas.microsoft.com/office/drawing/2014/main" id="{212CA7CE-48A0-ADEA-5C92-18B82746E515}"/>
                  </a:ext>
                </a:extLst>
              </p:cNvPr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feature_7">
                <a:extLst>
                  <a:ext uri="{FF2B5EF4-FFF2-40B4-BE49-F238E27FC236}">
                    <a16:creationId xmlns:a16="http://schemas.microsoft.com/office/drawing/2014/main" id="{4E71EE6C-86CB-F369-2775-7FCC14C26089}"/>
                  </a:ext>
                </a:extLst>
              </p:cNvPr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00" name="Local receptor pocket | atom environment">
              <a:extLst>
                <a:ext uri="{FF2B5EF4-FFF2-40B4-BE49-F238E27FC236}">
                  <a16:creationId xmlns:a16="http://schemas.microsoft.com/office/drawing/2014/main" id="{4890165B-A692-AB6F-2976-F0615EC93AA8}"/>
                </a:ext>
              </a:extLst>
            </p:cNvPr>
            <p:cNvGrpSpPr/>
            <p:nvPr/>
          </p:nvGrpSpPr>
          <p:grpSpPr>
            <a:xfrm>
              <a:off x="2340034" y="2577264"/>
              <a:ext cx="179840" cy="136906"/>
              <a:chOff x="1295748" y="3525328"/>
              <a:chExt cx="304113" cy="219890"/>
            </a:xfrm>
          </p:grpSpPr>
          <p:sp>
            <p:nvSpPr>
              <p:cNvPr id="301" name="ellipse_2517">
                <a:extLst>
                  <a:ext uri="{FF2B5EF4-FFF2-40B4-BE49-F238E27FC236}">
                    <a16:creationId xmlns:a16="http://schemas.microsoft.com/office/drawing/2014/main" id="{5AB9A354-B215-3EDF-7BFA-EE4AE0BECEFD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18">
                <a:extLst>
                  <a:ext uri="{FF2B5EF4-FFF2-40B4-BE49-F238E27FC236}">
                    <a16:creationId xmlns:a16="http://schemas.microsoft.com/office/drawing/2014/main" id="{9677F1C3-6089-4307-CC40-3350752C8468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19">
                <a:extLst>
                  <a:ext uri="{FF2B5EF4-FFF2-40B4-BE49-F238E27FC236}">
                    <a16:creationId xmlns:a16="http://schemas.microsoft.com/office/drawing/2014/main" id="{1B8B3594-7F84-C94D-DCBF-8B9CBA88F213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20">
                <a:extLst>
                  <a:ext uri="{FF2B5EF4-FFF2-40B4-BE49-F238E27FC236}">
                    <a16:creationId xmlns:a16="http://schemas.microsoft.com/office/drawing/2014/main" id="{7D1E9BF4-0445-209A-3AC8-9500BBCF7B55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21">
                <a:extLst>
                  <a:ext uri="{FF2B5EF4-FFF2-40B4-BE49-F238E27FC236}">
                    <a16:creationId xmlns:a16="http://schemas.microsoft.com/office/drawing/2014/main" id="{9CCCA5C3-C535-A333-1BF3-D688E76B3E79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22">
                <a:extLst>
                  <a:ext uri="{FF2B5EF4-FFF2-40B4-BE49-F238E27FC236}">
                    <a16:creationId xmlns:a16="http://schemas.microsoft.com/office/drawing/2014/main" id="{68BEF63C-A80C-CE61-02E8-A85D73BB331D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23">
                <a:extLst>
                  <a:ext uri="{FF2B5EF4-FFF2-40B4-BE49-F238E27FC236}">
                    <a16:creationId xmlns:a16="http://schemas.microsoft.com/office/drawing/2014/main" id="{23C31A58-B5BF-B0BD-FD64-AC6A4EC8AF45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24">
                <a:extLst>
                  <a:ext uri="{FF2B5EF4-FFF2-40B4-BE49-F238E27FC236}">
                    <a16:creationId xmlns:a16="http://schemas.microsoft.com/office/drawing/2014/main" id="{5094DC8C-4ABE-D3E7-B3E4-AA20FAEF0AAB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25">
                <a:extLst>
                  <a:ext uri="{FF2B5EF4-FFF2-40B4-BE49-F238E27FC236}">
                    <a16:creationId xmlns:a16="http://schemas.microsoft.com/office/drawing/2014/main" id="{849ABD7C-774A-E050-2E5B-FD6B7BE4AE3C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26">
                <a:extLst>
                  <a:ext uri="{FF2B5EF4-FFF2-40B4-BE49-F238E27FC236}">
                    <a16:creationId xmlns:a16="http://schemas.microsoft.com/office/drawing/2014/main" id="{095BA61D-8F81-127F-E062-F9EB0409BABC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27">
                <a:extLst>
                  <a:ext uri="{FF2B5EF4-FFF2-40B4-BE49-F238E27FC236}">
                    <a16:creationId xmlns:a16="http://schemas.microsoft.com/office/drawing/2014/main" id="{54375CC0-A6C6-97D4-5DCF-BCD35E1DF197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28">
                <a:extLst>
                  <a:ext uri="{FF2B5EF4-FFF2-40B4-BE49-F238E27FC236}">
                    <a16:creationId xmlns:a16="http://schemas.microsoft.com/office/drawing/2014/main" id="{D024554C-8ED3-99FE-BB03-F1BE7F2A29EF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29">
                <a:extLst>
                  <a:ext uri="{FF2B5EF4-FFF2-40B4-BE49-F238E27FC236}">
                    <a16:creationId xmlns:a16="http://schemas.microsoft.com/office/drawing/2014/main" id="{C5A430AA-FC1E-5559-4C25-6D9A2DFD204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30">
                <a:extLst>
                  <a:ext uri="{FF2B5EF4-FFF2-40B4-BE49-F238E27FC236}">
                    <a16:creationId xmlns:a16="http://schemas.microsoft.com/office/drawing/2014/main" id="{0DFAF9F3-47A7-BD89-8071-46631F033FE3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31">
                <a:extLst>
                  <a:ext uri="{FF2B5EF4-FFF2-40B4-BE49-F238E27FC236}">
                    <a16:creationId xmlns:a16="http://schemas.microsoft.com/office/drawing/2014/main" id="{883BB5E8-DD7D-725D-D4D9-69A15DDC89EC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32">
                <a:extLst>
                  <a:ext uri="{FF2B5EF4-FFF2-40B4-BE49-F238E27FC236}">
                    <a16:creationId xmlns:a16="http://schemas.microsoft.com/office/drawing/2014/main" id="{D785FFA9-423E-FE04-C4FB-0790808F6F0C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33">
                <a:extLst>
                  <a:ext uri="{FF2B5EF4-FFF2-40B4-BE49-F238E27FC236}">
                    <a16:creationId xmlns:a16="http://schemas.microsoft.com/office/drawing/2014/main" id="{7B0416A8-46A8-14B4-602A-FC5002AA0E1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34">
                <a:extLst>
                  <a:ext uri="{FF2B5EF4-FFF2-40B4-BE49-F238E27FC236}">
                    <a16:creationId xmlns:a16="http://schemas.microsoft.com/office/drawing/2014/main" id="{4C3E21BE-59FD-C0B2-0ECF-1A2CDEB738E7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35">
                <a:extLst>
                  <a:ext uri="{FF2B5EF4-FFF2-40B4-BE49-F238E27FC236}">
                    <a16:creationId xmlns:a16="http://schemas.microsoft.com/office/drawing/2014/main" id="{FB0DF82F-1DB6-2CAD-F83D-E11EF8A1AC67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36">
                <a:extLst>
                  <a:ext uri="{FF2B5EF4-FFF2-40B4-BE49-F238E27FC236}">
                    <a16:creationId xmlns:a16="http://schemas.microsoft.com/office/drawing/2014/main" id="{7F364414-03DD-8731-F3E7-0CF992E0686A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37">
                <a:extLst>
                  <a:ext uri="{FF2B5EF4-FFF2-40B4-BE49-F238E27FC236}">
                    <a16:creationId xmlns:a16="http://schemas.microsoft.com/office/drawing/2014/main" id="{16FD03B5-7AD3-2E06-E816-DB8DC3DFDAF5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38">
                <a:extLst>
                  <a:ext uri="{FF2B5EF4-FFF2-40B4-BE49-F238E27FC236}">
                    <a16:creationId xmlns:a16="http://schemas.microsoft.com/office/drawing/2014/main" id="{319C342C-87AA-E215-5CD8-20B98AB23EB7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39">
                <a:extLst>
                  <a:ext uri="{FF2B5EF4-FFF2-40B4-BE49-F238E27FC236}">
                    <a16:creationId xmlns:a16="http://schemas.microsoft.com/office/drawing/2014/main" id="{27C42EE6-9973-285F-3BB4-5A173F147BA7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40">
                <a:extLst>
                  <a:ext uri="{FF2B5EF4-FFF2-40B4-BE49-F238E27FC236}">
                    <a16:creationId xmlns:a16="http://schemas.microsoft.com/office/drawing/2014/main" id="{F5D40E47-247B-6CB7-116F-280D8389FDE5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41">
                <a:extLst>
                  <a:ext uri="{FF2B5EF4-FFF2-40B4-BE49-F238E27FC236}">
                    <a16:creationId xmlns:a16="http://schemas.microsoft.com/office/drawing/2014/main" id="{1EB4F816-0647-D617-6171-D411934F5AE5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42">
                <a:extLst>
                  <a:ext uri="{FF2B5EF4-FFF2-40B4-BE49-F238E27FC236}">
                    <a16:creationId xmlns:a16="http://schemas.microsoft.com/office/drawing/2014/main" id="{946EE4F1-B9AE-9DF3-F09A-322BB1ABF3BA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43">
                <a:extLst>
                  <a:ext uri="{FF2B5EF4-FFF2-40B4-BE49-F238E27FC236}">
                    <a16:creationId xmlns:a16="http://schemas.microsoft.com/office/drawing/2014/main" id="{7AC7E3E3-4FA7-42CB-D655-F4FE60222F4B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44">
                <a:extLst>
                  <a:ext uri="{FF2B5EF4-FFF2-40B4-BE49-F238E27FC236}">
                    <a16:creationId xmlns:a16="http://schemas.microsoft.com/office/drawing/2014/main" id="{463C3517-A95E-D51B-C9A5-7E8B5AC12E57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45">
                <a:extLst>
                  <a:ext uri="{FF2B5EF4-FFF2-40B4-BE49-F238E27FC236}">
                    <a16:creationId xmlns:a16="http://schemas.microsoft.com/office/drawing/2014/main" id="{04F85B43-DC9A-BD4A-A924-2A76F4F82A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46">
                <a:extLst>
                  <a:ext uri="{FF2B5EF4-FFF2-40B4-BE49-F238E27FC236}">
                    <a16:creationId xmlns:a16="http://schemas.microsoft.com/office/drawing/2014/main" id="{3D5DA356-E38A-3640-A6BD-216A9CCD6056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47">
                <a:extLst>
                  <a:ext uri="{FF2B5EF4-FFF2-40B4-BE49-F238E27FC236}">
                    <a16:creationId xmlns:a16="http://schemas.microsoft.com/office/drawing/2014/main" id="{FB6B99CE-FC14-EDD7-DFE4-AFD9E4BAB7CD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48">
                <a:extLst>
                  <a:ext uri="{FF2B5EF4-FFF2-40B4-BE49-F238E27FC236}">
                    <a16:creationId xmlns:a16="http://schemas.microsoft.com/office/drawing/2014/main" id="{8868EF83-A53B-349C-9FCC-5146D97C3A3B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49">
                <a:extLst>
                  <a:ext uri="{FF2B5EF4-FFF2-40B4-BE49-F238E27FC236}">
                    <a16:creationId xmlns:a16="http://schemas.microsoft.com/office/drawing/2014/main" id="{7594C95B-348D-B7CD-6AD0-38485272175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50">
                <a:extLst>
                  <a:ext uri="{FF2B5EF4-FFF2-40B4-BE49-F238E27FC236}">
                    <a16:creationId xmlns:a16="http://schemas.microsoft.com/office/drawing/2014/main" id="{62616016-A45E-8644-08BC-0629A2D01B7C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51">
                <a:extLst>
                  <a:ext uri="{FF2B5EF4-FFF2-40B4-BE49-F238E27FC236}">
                    <a16:creationId xmlns:a16="http://schemas.microsoft.com/office/drawing/2014/main" id="{24C76BDC-34F5-D3B9-E0FC-1DD5CD243015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52">
                <a:extLst>
                  <a:ext uri="{FF2B5EF4-FFF2-40B4-BE49-F238E27FC236}">
                    <a16:creationId xmlns:a16="http://schemas.microsoft.com/office/drawing/2014/main" id="{89406954-0357-DABF-D257-21052610237A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53">
                <a:extLst>
                  <a:ext uri="{FF2B5EF4-FFF2-40B4-BE49-F238E27FC236}">
                    <a16:creationId xmlns:a16="http://schemas.microsoft.com/office/drawing/2014/main" id="{101FB40A-98C7-DFAA-B97E-AD1A483A2493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54">
                <a:extLst>
                  <a:ext uri="{FF2B5EF4-FFF2-40B4-BE49-F238E27FC236}">
                    <a16:creationId xmlns:a16="http://schemas.microsoft.com/office/drawing/2014/main" id="{FC9C5030-A50E-C2D2-6504-FDEE0DFA0581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55">
                <a:extLst>
                  <a:ext uri="{FF2B5EF4-FFF2-40B4-BE49-F238E27FC236}">
                    <a16:creationId xmlns:a16="http://schemas.microsoft.com/office/drawing/2014/main" id="{C9485613-FDAF-671A-52F4-9799F2D2EEBD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56">
                <a:extLst>
                  <a:ext uri="{FF2B5EF4-FFF2-40B4-BE49-F238E27FC236}">
                    <a16:creationId xmlns:a16="http://schemas.microsoft.com/office/drawing/2014/main" id="{A97D7B03-8D8E-96D6-BD28-F477EA56D03A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57">
                <a:extLst>
                  <a:ext uri="{FF2B5EF4-FFF2-40B4-BE49-F238E27FC236}">
                    <a16:creationId xmlns:a16="http://schemas.microsoft.com/office/drawing/2014/main" id="{FCE65566-E661-7F5E-0E83-6DFB5EB3257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58">
                <a:extLst>
                  <a:ext uri="{FF2B5EF4-FFF2-40B4-BE49-F238E27FC236}">
                    <a16:creationId xmlns:a16="http://schemas.microsoft.com/office/drawing/2014/main" id="{AD03D06D-6FEC-9D40-149D-3B5654162ED4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59">
                <a:extLst>
                  <a:ext uri="{FF2B5EF4-FFF2-40B4-BE49-F238E27FC236}">
                    <a16:creationId xmlns:a16="http://schemas.microsoft.com/office/drawing/2014/main" id="{270FE031-9417-EAB9-6822-A06FED6985F5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60">
                <a:extLst>
                  <a:ext uri="{FF2B5EF4-FFF2-40B4-BE49-F238E27FC236}">
                    <a16:creationId xmlns:a16="http://schemas.microsoft.com/office/drawing/2014/main" id="{18C238AD-7716-3FF6-2269-44CCDB1D43DA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61">
                <a:extLst>
                  <a:ext uri="{FF2B5EF4-FFF2-40B4-BE49-F238E27FC236}">
                    <a16:creationId xmlns:a16="http://schemas.microsoft.com/office/drawing/2014/main" id="{9405A538-874A-4105-8647-750D5CF44478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62">
                <a:extLst>
                  <a:ext uri="{FF2B5EF4-FFF2-40B4-BE49-F238E27FC236}">
                    <a16:creationId xmlns:a16="http://schemas.microsoft.com/office/drawing/2014/main" id="{AB6DD45A-394C-226C-4203-02069C65ABE9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63">
                <a:extLst>
                  <a:ext uri="{FF2B5EF4-FFF2-40B4-BE49-F238E27FC236}">
                    <a16:creationId xmlns:a16="http://schemas.microsoft.com/office/drawing/2014/main" id="{85D2B242-5E55-4BE1-C171-948A2B78EA51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64">
                <a:extLst>
                  <a:ext uri="{FF2B5EF4-FFF2-40B4-BE49-F238E27FC236}">
                    <a16:creationId xmlns:a16="http://schemas.microsoft.com/office/drawing/2014/main" id="{BB9FAB09-37CB-08B1-F690-3D09C0B07D21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65">
                <a:extLst>
                  <a:ext uri="{FF2B5EF4-FFF2-40B4-BE49-F238E27FC236}">
                    <a16:creationId xmlns:a16="http://schemas.microsoft.com/office/drawing/2014/main" id="{007E50C1-DCB7-4106-A139-F5F340532AF8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66">
                <a:extLst>
                  <a:ext uri="{FF2B5EF4-FFF2-40B4-BE49-F238E27FC236}">
                    <a16:creationId xmlns:a16="http://schemas.microsoft.com/office/drawing/2014/main" id="{F821AC24-AA97-7151-D36D-167AB45E476D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567">
                <a:extLst>
                  <a:ext uri="{FF2B5EF4-FFF2-40B4-BE49-F238E27FC236}">
                    <a16:creationId xmlns:a16="http://schemas.microsoft.com/office/drawing/2014/main" id="{14DCD964-0AEB-D486-4DB4-AB2A4E56E82F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568">
                <a:extLst>
                  <a:ext uri="{FF2B5EF4-FFF2-40B4-BE49-F238E27FC236}">
                    <a16:creationId xmlns:a16="http://schemas.microsoft.com/office/drawing/2014/main" id="{20EB1A75-F5A8-2A3D-0D0F-122CB2AEC2EF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3" name="ellipse_2569">
                <a:extLst>
                  <a:ext uri="{FF2B5EF4-FFF2-40B4-BE49-F238E27FC236}">
                    <a16:creationId xmlns:a16="http://schemas.microsoft.com/office/drawing/2014/main" id="{754B837D-1845-6C6C-1F5E-F809D73EE589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4" name="ellipse_2570">
                <a:extLst>
                  <a:ext uri="{FF2B5EF4-FFF2-40B4-BE49-F238E27FC236}">
                    <a16:creationId xmlns:a16="http://schemas.microsoft.com/office/drawing/2014/main" id="{C324DF67-2F67-0B86-EF54-4990C5E3E8CD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5" name="ellipse_2571">
                <a:extLst>
                  <a:ext uri="{FF2B5EF4-FFF2-40B4-BE49-F238E27FC236}">
                    <a16:creationId xmlns:a16="http://schemas.microsoft.com/office/drawing/2014/main" id="{4C577383-0E75-CDBD-D89B-151A381E4BC6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6" name="ellipse_2572">
                <a:extLst>
                  <a:ext uri="{FF2B5EF4-FFF2-40B4-BE49-F238E27FC236}">
                    <a16:creationId xmlns:a16="http://schemas.microsoft.com/office/drawing/2014/main" id="{5102E4EF-E168-7012-9066-AB4C25F91B59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7" name="ellipse_2573">
                <a:extLst>
                  <a:ext uri="{FF2B5EF4-FFF2-40B4-BE49-F238E27FC236}">
                    <a16:creationId xmlns:a16="http://schemas.microsoft.com/office/drawing/2014/main" id="{508914C5-FC67-8369-67DC-39659E525E61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8" name="ellipse_2574">
                <a:extLst>
                  <a:ext uri="{FF2B5EF4-FFF2-40B4-BE49-F238E27FC236}">
                    <a16:creationId xmlns:a16="http://schemas.microsoft.com/office/drawing/2014/main" id="{5065479A-E91D-E737-708A-C448DB71915B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9" name="ellipse_2575">
                <a:extLst>
                  <a:ext uri="{FF2B5EF4-FFF2-40B4-BE49-F238E27FC236}">
                    <a16:creationId xmlns:a16="http://schemas.microsoft.com/office/drawing/2014/main" id="{C76FBF98-0935-B95C-3D90-C81E07BAEDED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0" name="ellipse_2576">
                <a:extLst>
                  <a:ext uri="{FF2B5EF4-FFF2-40B4-BE49-F238E27FC236}">
                    <a16:creationId xmlns:a16="http://schemas.microsoft.com/office/drawing/2014/main" id="{DDC02891-3416-0787-F1A8-CE1AB68BF839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1" name="ellipse_2577">
                <a:extLst>
                  <a:ext uri="{FF2B5EF4-FFF2-40B4-BE49-F238E27FC236}">
                    <a16:creationId xmlns:a16="http://schemas.microsoft.com/office/drawing/2014/main" id="{2949A6B9-455F-0D1B-CCD9-6E801E59B2EE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2" name="ellipse_2578">
                <a:extLst>
                  <a:ext uri="{FF2B5EF4-FFF2-40B4-BE49-F238E27FC236}">
                    <a16:creationId xmlns:a16="http://schemas.microsoft.com/office/drawing/2014/main" id="{D88F38A9-350B-BBC9-9E19-2BDDEDC858EA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3" name="ellipse_2579">
                <a:extLst>
                  <a:ext uri="{FF2B5EF4-FFF2-40B4-BE49-F238E27FC236}">
                    <a16:creationId xmlns:a16="http://schemas.microsoft.com/office/drawing/2014/main" id="{7F617450-0490-C192-3617-99620FC52AA6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4" name="ellipse_2580">
                <a:extLst>
                  <a:ext uri="{FF2B5EF4-FFF2-40B4-BE49-F238E27FC236}">
                    <a16:creationId xmlns:a16="http://schemas.microsoft.com/office/drawing/2014/main" id="{885F72BD-11CF-85F5-E689-28A5BD947C68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5" name="ellipse_2581">
                <a:extLst>
                  <a:ext uri="{FF2B5EF4-FFF2-40B4-BE49-F238E27FC236}">
                    <a16:creationId xmlns:a16="http://schemas.microsoft.com/office/drawing/2014/main" id="{064FE336-CB35-4F5D-E790-5120820F0EC4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6" name="ellipse_2582">
                <a:extLst>
                  <a:ext uri="{FF2B5EF4-FFF2-40B4-BE49-F238E27FC236}">
                    <a16:creationId xmlns:a16="http://schemas.microsoft.com/office/drawing/2014/main" id="{50C78ED0-6C33-D06C-BE6E-AF920610ED09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7" name="ellipse_2583">
                <a:extLst>
                  <a:ext uri="{FF2B5EF4-FFF2-40B4-BE49-F238E27FC236}">
                    <a16:creationId xmlns:a16="http://schemas.microsoft.com/office/drawing/2014/main" id="{3AE79113-50C5-24D8-6DC9-F088EAF979B9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8" name="ellipse_2584">
                <a:extLst>
                  <a:ext uri="{FF2B5EF4-FFF2-40B4-BE49-F238E27FC236}">
                    <a16:creationId xmlns:a16="http://schemas.microsoft.com/office/drawing/2014/main" id="{6126C327-060F-90BA-B70D-CC8A6F775F90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9" name="ellipse_2585">
                <a:extLst>
                  <a:ext uri="{FF2B5EF4-FFF2-40B4-BE49-F238E27FC236}">
                    <a16:creationId xmlns:a16="http://schemas.microsoft.com/office/drawing/2014/main" id="{CCE1E7B1-7A86-B8A4-079C-5E97975F9506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0" name="ellipse_2586">
                <a:extLst>
                  <a:ext uri="{FF2B5EF4-FFF2-40B4-BE49-F238E27FC236}">
                    <a16:creationId xmlns:a16="http://schemas.microsoft.com/office/drawing/2014/main" id="{58A54C3A-0297-BE20-BF99-865A0D745127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1" name="ellipse_2587">
                <a:extLst>
                  <a:ext uri="{FF2B5EF4-FFF2-40B4-BE49-F238E27FC236}">
                    <a16:creationId xmlns:a16="http://schemas.microsoft.com/office/drawing/2014/main" id="{18407E9C-F7D7-3EDE-19E9-8F76EFCCEA79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2" name="ellipse_2588">
                <a:extLst>
                  <a:ext uri="{FF2B5EF4-FFF2-40B4-BE49-F238E27FC236}">
                    <a16:creationId xmlns:a16="http://schemas.microsoft.com/office/drawing/2014/main" id="{410F8829-6FEF-DBAB-C44F-9F0D77A00D23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3" name="ellipse_2589">
                <a:extLst>
                  <a:ext uri="{FF2B5EF4-FFF2-40B4-BE49-F238E27FC236}">
                    <a16:creationId xmlns:a16="http://schemas.microsoft.com/office/drawing/2014/main" id="{85744CA8-D51B-DC10-E4EC-8DD0EC23DC84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4" name="ellipse_2590">
                <a:extLst>
                  <a:ext uri="{FF2B5EF4-FFF2-40B4-BE49-F238E27FC236}">
                    <a16:creationId xmlns:a16="http://schemas.microsoft.com/office/drawing/2014/main" id="{95C2B63B-1B23-A60C-773F-BC2DA31201C5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5" name="ellipse_2591">
                <a:extLst>
                  <a:ext uri="{FF2B5EF4-FFF2-40B4-BE49-F238E27FC236}">
                    <a16:creationId xmlns:a16="http://schemas.microsoft.com/office/drawing/2014/main" id="{4320C766-1F15-05A4-FAF1-83ACABDA0A30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6" name="ellipse_2592">
                <a:extLst>
                  <a:ext uri="{FF2B5EF4-FFF2-40B4-BE49-F238E27FC236}">
                    <a16:creationId xmlns:a16="http://schemas.microsoft.com/office/drawing/2014/main" id="{B3F9F72E-A854-C7B8-A12A-73FCC83E2B1B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7" name="ellipse_2593">
                <a:extLst>
                  <a:ext uri="{FF2B5EF4-FFF2-40B4-BE49-F238E27FC236}">
                    <a16:creationId xmlns:a16="http://schemas.microsoft.com/office/drawing/2014/main" id="{46DB1900-8DAA-6D56-C7AA-EE052F9430E4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8" name="ellipse_2594">
                <a:extLst>
                  <a:ext uri="{FF2B5EF4-FFF2-40B4-BE49-F238E27FC236}">
                    <a16:creationId xmlns:a16="http://schemas.microsoft.com/office/drawing/2014/main" id="{ACD248C3-0CAA-7D10-6220-3348CED24B2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9" name="ellipse_2595">
                <a:extLst>
                  <a:ext uri="{FF2B5EF4-FFF2-40B4-BE49-F238E27FC236}">
                    <a16:creationId xmlns:a16="http://schemas.microsoft.com/office/drawing/2014/main" id="{460E05BA-EA6C-23F4-7A83-8BAA7476A969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0" name="ellipse_2596">
                <a:extLst>
                  <a:ext uri="{FF2B5EF4-FFF2-40B4-BE49-F238E27FC236}">
                    <a16:creationId xmlns:a16="http://schemas.microsoft.com/office/drawing/2014/main" id="{A40A8162-3BE0-BF87-BC08-362AE911A451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1" name="ellipse_2597">
                <a:extLst>
                  <a:ext uri="{FF2B5EF4-FFF2-40B4-BE49-F238E27FC236}">
                    <a16:creationId xmlns:a16="http://schemas.microsoft.com/office/drawing/2014/main" id="{90B38FB8-27CF-A538-49E7-F26802678DF6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2" name="ellipse_2598">
                <a:extLst>
                  <a:ext uri="{FF2B5EF4-FFF2-40B4-BE49-F238E27FC236}">
                    <a16:creationId xmlns:a16="http://schemas.microsoft.com/office/drawing/2014/main" id="{20158C28-3FBC-D7A2-213D-7E385F345E2F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3" name="ellipse_2599">
                <a:extLst>
                  <a:ext uri="{FF2B5EF4-FFF2-40B4-BE49-F238E27FC236}">
                    <a16:creationId xmlns:a16="http://schemas.microsoft.com/office/drawing/2014/main" id="{8BA565CD-B1D1-BED8-C8ED-9201E06A6015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4" name="ellipse_2600">
                <a:extLst>
                  <a:ext uri="{FF2B5EF4-FFF2-40B4-BE49-F238E27FC236}">
                    <a16:creationId xmlns:a16="http://schemas.microsoft.com/office/drawing/2014/main" id="{DB64E33A-99D4-0ADB-DE21-FC899E3E2EBD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5" name="ellipse_2601">
                <a:extLst>
                  <a:ext uri="{FF2B5EF4-FFF2-40B4-BE49-F238E27FC236}">
                    <a16:creationId xmlns:a16="http://schemas.microsoft.com/office/drawing/2014/main" id="{FD327BF5-F8EE-E9B6-7CFE-B818D9ADF745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86" name="Feature vector">
              <a:extLst>
                <a:ext uri="{FF2B5EF4-FFF2-40B4-BE49-F238E27FC236}">
                  <a16:creationId xmlns:a16="http://schemas.microsoft.com/office/drawing/2014/main" id="{7D23C273-CDD8-84BD-E756-E860D0353FD5}"/>
                </a:ext>
              </a:extLst>
            </p:cNvPr>
            <p:cNvGrpSpPr/>
            <p:nvPr/>
          </p:nvGrpSpPr>
          <p:grpSpPr>
            <a:xfrm>
              <a:off x="2335947" y="2728473"/>
              <a:ext cx="190058" cy="26564"/>
              <a:chOff x="1274580" y="3787605"/>
              <a:chExt cx="338355" cy="49275"/>
            </a:xfrm>
          </p:grpSpPr>
          <p:sp>
            <p:nvSpPr>
              <p:cNvPr id="387" name="feature_1">
                <a:extLst>
                  <a:ext uri="{FF2B5EF4-FFF2-40B4-BE49-F238E27FC236}">
                    <a16:creationId xmlns:a16="http://schemas.microsoft.com/office/drawing/2014/main" id="{EC382B06-B28B-0AB2-4725-43A54F2C15B6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8" name="feature_2">
                <a:extLst>
                  <a:ext uri="{FF2B5EF4-FFF2-40B4-BE49-F238E27FC236}">
                    <a16:creationId xmlns:a16="http://schemas.microsoft.com/office/drawing/2014/main" id="{128E7607-C89C-8AE6-70D8-124F0C907FE5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9" name="feature_3">
                <a:extLst>
                  <a:ext uri="{FF2B5EF4-FFF2-40B4-BE49-F238E27FC236}">
                    <a16:creationId xmlns:a16="http://schemas.microsoft.com/office/drawing/2014/main" id="{2A5B5007-13E6-E72F-52C6-386ACF38D1DA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0" name="feature_4">
                <a:extLst>
                  <a:ext uri="{FF2B5EF4-FFF2-40B4-BE49-F238E27FC236}">
                    <a16:creationId xmlns:a16="http://schemas.microsoft.com/office/drawing/2014/main" id="{1948AEA7-89A9-1115-45B0-5D84B76182D6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1" name="feature_5">
                <a:extLst>
                  <a:ext uri="{FF2B5EF4-FFF2-40B4-BE49-F238E27FC236}">
                    <a16:creationId xmlns:a16="http://schemas.microsoft.com/office/drawing/2014/main" id="{04104FBC-11A7-297D-AE01-AAA00A244540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2" name="feature_6">
                <a:extLst>
                  <a:ext uri="{FF2B5EF4-FFF2-40B4-BE49-F238E27FC236}">
                    <a16:creationId xmlns:a16="http://schemas.microsoft.com/office/drawing/2014/main" id="{36A6A1C4-4E08-985E-0F3C-F5C242D1798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3" name="feature_7">
                <a:extLst>
                  <a:ext uri="{FF2B5EF4-FFF2-40B4-BE49-F238E27FC236}">
                    <a16:creationId xmlns:a16="http://schemas.microsoft.com/office/drawing/2014/main" id="{25A70172-50B4-B255-CCD5-062D2CA13F9F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94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697084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96" name="Pseudo-atom sampling points; no chemical bonds">
              <a:extLst>
                <a:ext uri="{FF2B5EF4-FFF2-40B4-BE49-F238E27FC236}">
                  <a16:creationId xmlns:a16="http://schemas.microsoft.com/office/drawing/2014/main" id="{5A1DFE96-A8C7-AD86-6D6A-1913B3422C89}"/>
                </a:ext>
              </a:extLst>
            </p:cNvPr>
            <p:cNvGrpSpPr/>
            <p:nvPr/>
          </p:nvGrpSpPr>
          <p:grpSpPr>
            <a:xfrm>
              <a:off x="2982859" y="2593611"/>
              <a:ext cx="132836" cy="100125"/>
              <a:chOff x="2356083" y="3581646"/>
              <a:chExt cx="132815" cy="121377"/>
            </a:xfrm>
          </p:grpSpPr>
          <p:sp>
            <p:nvSpPr>
              <p:cNvPr id="397" name="Pseudo atom | small solid diamond">
                <a:extLst>
                  <a:ext uri="{FF2B5EF4-FFF2-40B4-BE49-F238E27FC236}">
                    <a16:creationId xmlns:a16="http://schemas.microsoft.com/office/drawing/2014/main" id="{7D201F4A-9E65-793A-D032-8276D5F80DBB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8" name="Pseudo atom | small solid diamond">
                <a:extLst>
                  <a:ext uri="{FF2B5EF4-FFF2-40B4-BE49-F238E27FC236}">
                    <a16:creationId xmlns:a16="http://schemas.microsoft.com/office/drawing/2014/main" id="{CC7F86F5-EE3C-A3E5-856F-3CAC3E0A67D3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9" name="Pseudo atom | small solid diamond">
                <a:extLst>
                  <a:ext uri="{FF2B5EF4-FFF2-40B4-BE49-F238E27FC236}">
                    <a16:creationId xmlns:a16="http://schemas.microsoft.com/office/drawing/2014/main" id="{38EF4C65-C290-52C0-447A-923E11938EB3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0" name="Pseudo atom | small solid diamond">
                <a:extLst>
                  <a:ext uri="{FF2B5EF4-FFF2-40B4-BE49-F238E27FC236}">
                    <a16:creationId xmlns:a16="http://schemas.microsoft.com/office/drawing/2014/main" id="{225D7F66-5C9F-7DBA-C241-59A79A43F2C9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1" name="Pseudo atom | small solid diamond">
                <a:extLst>
                  <a:ext uri="{FF2B5EF4-FFF2-40B4-BE49-F238E27FC236}">
                    <a16:creationId xmlns:a16="http://schemas.microsoft.com/office/drawing/2014/main" id="{7AB75D92-E75C-CD76-34AB-CF527A0CAEEF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2" name="Pseudo atom | small solid diamond">
                <a:extLst>
                  <a:ext uri="{FF2B5EF4-FFF2-40B4-BE49-F238E27FC236}">
                    <a16:creationId xmlns:a16="http://schemas.microsoft.com/office/drawing/2014/main" id="{30F8F9F2-23EA-EAE3-240E-840DEE71BD54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3" name="Pseudo atom | small solid diamond">
                <a:extLst>
                  <a:ext uri="{FF2B5EF4-FFF2-40B4-BE49-F238E27FC236}">
                    <a16:creationId xmlns:a16="http://schemas.microsoft.com/office/drawing/2014/main" id="{C001A4AB-55AC-7E19-8417-1673B1CCD688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4" name="Pseudo atom | small solid diamond">
                <a:extLst>
                  <a:ext uri="{FF2B5EF4-FFF2-40B4-BE49-F238E27FC236}">
                    <a16:creationId xmlns:a16="http://schemas.microsoft.com/office/drawing/2014/main" id="{FE196410-CC33-81BF-EB84-F075E0A6EF25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5" name="Pseudo atom | small solid diamond">
                <a:extLst>
                  <a:ext uri="{FF2B5EF4-FFF2-40B4-BE49-F238E27FC236}">
                    <a16:creationId xmlns:a16="http://schemas.microsoft.com/office/drawing/2014/main" id="{EFE8C116-2B94-FCCB-F944-D9BFD58C3872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6" name="Pseudo atom | small solid diamond">
                <a:extLst>
                  <a:ext uri="{FF2B5EF4-FFF2-40B4-BE49-F238E27FC236}">
                    <a16:creationId xmlns:a16="http://schemas.microsoft.com/office/drawing/2014/main" id="{63DA1393-B1D1-AEA4-3854-012BC1C76FCA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07" name="Candidate representation h_j">
              <a:extLst>
                <a:ext uri="{FF2B5EF4-FFF2-40B4-BE49-F238E27FC236}">
                  <a16:creationId xmlns:a16="http://schemas.microsoft.com/office/drawing/2014/main" id="{4FC49635-CD7E-E7EC-5FAF-23825DFF0A67}"/>
                </a:ext>
              </a:extLst>
            </p:cNvPr>
            <p:cNvGrpSpPr/>
            <p:nvPr/>
          </p:nvGrpSpPr>
          <p:grpSpPr>
            <a:xfrm>
              <a:off x="3212665" y="3366003"/>
              <a:ext cx="269760" cy="51084"/>
              <a:chOff x="2641140" y="4746825"/>
              <a:chExt cx="397485" cy="72270"/>
            </a:xfrm>
          </p:grpSpPr>
          <p:sp>
            <p:nvSpPr>
              <p:cNvPr id="408" name="feature_1">
                <a:extLst>
                  <a:ext uri="{FF2B5EF4-FFF2-40B4-BE49-F238E27FC236}">
                    <a16:creationId xmlns:a16="http://schemas.microsoft.com/office/drawing/2014/main" id="{98C3172D-D5D5-072E-B62C-0D1B38DDFFA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9" name="feature_2">
                <a:extLst>
                  <a:ext uri="{FF2B5EF4-FFF2-40B4-BE49-F238E27FC236}">
                    <a16:creationId xmlns:a16="http://schemas.microsoft.com/office/drawing/2014/main" id="{FEE9123E-01B4-6D22-0669-0616E6B3C95E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0" name="feature_3">
                <a:extLst>
                  <a:ext uri="{FF2B5EF4-FFF2-40B4-BE49-F238E27FC236}">
                    <a16:creationId xmlns:a16="http://schemas.microsoft.com/office/drawing/2014/main" id="{8A669B8B-F887-C77B-D369-93ACFBC6CF34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1" name="feature_4">
                <a:extLst>
                  <a:ext uri="{FF2B5EF4-FFF2-40B4-BE49-F238E27FC236}">
                    <a16:creationId xmlns:a16="http://schemas.microsoft.com/office/drawing/2014/main" id="{F911A19E-CDAA-597D-7450-14C9F9D9B77B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2" name="feature_5">
                <a:extLst>
                  <a:ext uri="{FF2B5EF4-FFF2-40B4-BE49-F238E27FC236}">
                    <a16:creationId xmlns:a16="http://schemas.microsoft.com/office/drawing/2014/main" id="{803B2D6D-BDB6-4236-CD21-501ADD6BCCC9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3" name="feature_6">
                <a:extLst>
                  <a:ext uri="{FF2B5EF4-FFF2-40B4-BE49-F238E27FC236}">
                    <a16:creationId xmlns:a16="http://schemas.microsoft.com/office/drawing/2014/main" id="{E75A176D-38DB-153A-227A-7A66D758D675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4" name="feature_7">
                <a:extLst>
                  <a:ext uri="{FF2B5EF4-FFF2-40B4-BE49-F238E27FC236}">
                    <a16:creationId xmlns:a16="http://schemas.microsoft.com/office/drawing/2014/main" id="{167A841C-7CBF-81E7-092C-F8EAAC5D53AD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15" name="Own molecular graph | preserved original">
              <a:extLst>
                <a:ext uri="{FF2B5EF4-FFF2-40B4-BE49-F238E27FC236}">
                  <a16:creationId xmlns:a16="http://schemas.microsoft.com/office/drawing/2014/main" id="{42CBFBDB-49D3-918E-5441-3206387548EB}"/>
                </a:ext>
              </a:extLst>
            </p:cNvPr>
            <p:cNvGrpSpPr/>
            <p:nvPr/>
          </p:nvGrpSpPr>
          <p:grpSpPr>
            <a:xfrm>
              <a:off x="3727661" y="2491442"/>
              <a:ext cx="181883" cy="124645"/>
              <a:chOff x="2933657" y="2962431"/>
              <a:chExt cx="311024" cy="187573"/>
            </a:xfrm>
          </p:grpSpPr>
          <p:cxnSp>
            <p:nvCxnSpPr>
              <p:cNvPr id="416" name="path_2698">
                <a:extLst>
                  <a:ext uri="{FF2B5EF4-FFF2-40B4-BE49-F238E27FC236}">
                    <a16:creationId xmlns:a16="http://schemas.microsoft.com/office/drawing/2014/main" id="{58B6D982-F8B2-9F23-024F-D89811E7C149}"/>
                  </a:ext>
                </a:extLst>
              </p:cNvPr>
              <p:cNvCxnSpPr/>
              <p:nvPr/>
            </p:nvCxnSpPr>
            <p:spPr>
              <a:xfrm flipV="1">
                <a:off x="2948439" y="2977214"/>
                <a:ext cx="63663" cy="70463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7" name="path_2699">
                <a:extLst>
                  <a:ext uri="{FF2B5EF4-FFF2-40B4-BE49-F238E27FC236}">
                    <a16:creationId xmlns:a16="http://schemas.microsoft.com/office/drawing/2014/main" id="{89A94D45-E950-5A21-E2AF-6D426CD82376}"/>
                  </a:ext>
                </a:extLst>
              </p:cNvPr>
              <p:cNvCxnSpPr/>
              <p:nvPr/>
            </p:nvCxnSpPr>
            <p:spPr>
              <a:xfrm>
                <a:off x="3012103" y="2977214"/>
                <a:ext cx="113924" cy="1494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8" name="path_2700">
                <a:extLst>
                  <a:ext uri="{FF2B5EF4-FFF2-40B4-BE49-F238E27FC236}">
                    <a16:creationId xmlns:a16="http://schemas.microsoft.com/office/drawing/2014/main" id="{C043E0EE-087E-D187-AD9C-2AE818146ABE}"/>
                  </a:ext>
                </a:extLst>
              </p:cNvPr>
              <p:cNvCxnSpPr/>
              <p:nvPr/>
            </p:nvCxnSpPr>
            <p:spPr>
              <a:xfrm>
                <a:off x="3126026" y="2992160"/>
                <a:ext cx="73715" cy="6405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9" name="path_2701">
                <a:extLst>
                  <a:ext uri="{FF2B5EF4-FFF2-40B4-BE49-F238E27FC236}">
                    <a16:creationId xmlns:a16="http://schemas.microsoft.com/office/drawing/2014/main" id="{B11C0879-A4F0-8ACD-214F-3B540A848B71}"/>
                  </a:ext>
                </a:extLst>
              </p:cNvPr>
              <p:cNvCxnSpPr/>
              <p:nvPr/>
            </p:nvCxnSpPr>
            <p:spPr>
              <a:xfrm flipH="1">
                <a:off x="3129377" y="3056218"/>
                <a:ext cx="70365" cy="79004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0" name="path_2702">
                <a:extLst>
                  <a:ext uri="{FF2B5EF4-FFF2-40B4-BE49-F238E27FC236}">
                    <a16:creationId xmlns:a16="http://schemas.microsoft.com/office/drawing/2014/main" id="{441B2E1D-AB8F-45EF-9B48-3838978CE97F}"/>
                  </a:ext>
                </a:extLst>
              </p:cNvPr>
              <p:cNvCxnSpPr/>
              <p:nvPr/>
            </p:nvCxnSpPr>
            <p:spPr>
              <a:xfrm flipH="1" flipV="1">
                <a:off x="3012103" y="3116005"/>
                <a:ext cx="117275" cy="1921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1" name="path_2703">
                <a:extLst>
                  <a:ext uri="{FF2B5EF4-FFF2-40B4-BE49-F238E27FC236}">
                    <a16:creationId xmlns:a16="http://schemas.microsoft.com/office/drawing/2014/main" id="{5FEC3A50-D597-4F8E-EF1E-3F43266B20DF}"/>
                  </a:ext>
                </a:extLst>
              </p:cNvPr>
              <p:cNvCxnSpPr/>
              <p:nvPr/>
            </p:nvCxnSpPr>
            <p:spPr>
              <a:xfrm flipH="1" flipV="1">
                <a:off x="2948439" y="3047677"/>
                <a:ext cx="63663" cy="6832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2" name="path_2704">
                <a:extLst>
                  <a:ext uri="{FF2B5EF4-FFF2-40B4-BE49-F238E27FC236}">
                    <a16:creationId xmlns:a16="http://schemas.microsoft.com/office/drawing/2014/main" id="{4F54284B-9E16-E40E-6D75-34E56E75D9CB}"/>
                  </a:ext>
                </a:extLst>
              </p:cNvPr>
              <p:cNvCxnSpPr/>
              <p:nvPr/>
            </p:nvCxnSpPr>
            <p:spPr>
              <a:xfrm flipV="1">
                <a:off x="3126026" y="2985754"/>
                <a:ext cx="103872" cy="6406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23" name="ellipse_2705">
                <a:extLst>
                  <a:ext uri="{FF2B5EF4-FFF2-40B4-BE49-F238E27FC236}">
                    <a16:creationId xmlns:a16="http://schemas.microsoft.com/office/drawing/2014/main" id="{8C895A67-0A11-2D6F-2CB3-7AF48286DCB2}"/>
                  </a:ext>
                </a:extLst>
              </p:cNvPr>
              <p:cNvSpPr/>
              <p:nvPr/>
            </p:nvSpPr>
            <p:spPr>
              <a:xfrm>
                <a:off x="2933657" y="3032894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4" name="ellipse_2706">
                <a:extLst>
                  <a:ext uri="{FF2B5EF4-FFF2-40B4-BE49-F238E27FC236}">
                    <a16:creationId xmlns:a16="http://schemas.microsoft.com/office/drawing/2014/main" id="{31ED1791-7B1A-1AA0-0B8E-E9E16C1A71EB}"/>
                  </a:ext>
                </a:extLst>
              </p:cNvPr>
              <p:cNvSpPr/>
              <p:nvPr/>
            </p:nvSpPr>
            <p:spPr>
              <a:xfrm>
                <a:off x="2997320" y="2962431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5" name="ellipse_2707">
                <a:extLst>
                  <a:ext uri="{FF2B5EF4-FFF2-40B4-BE49-F238E27FC236}">
                    <a16:creationId xmlns:a16="http://schemas.microsoft.com/office/drawing/2014/main" id="{71620213-ABAA-4D0E-CCEF-7745B5DF8BF3}"/>
                  </a:ext>
                </a:extLst>
              </p:cNvPr>
              <p:cNvSpPr/>
              <p:nvPr/>
            </p:nvSpPr>
            <p:spPr>
              <a:xfrm>
                <a:off x="3111244" y="2977378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6" name="ellipse_2708">
                <a:extLst>
                  <a:ext uri="{FF2B5EF4-FFF2-40B4-BE49-F238E27FC236}">
                    <a16:creationId xmlns:a16="http://schemas.microsoft.com/office/drawing/2014/main" id="{F7C3A412-E448-353C-CBBE-746A90BF96E5}"/>
                  </a:ext>
                </a:extLst>
              </p:cNvPr>
              <p:cNvSpPr/>
              <p:nvPr/>
            </p:nvSpPr>
            <p:spPr>
              <a:xfrm>
                <a:off x="3184959" y="3041435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7" name="ellipse_2709">
                <a:extLst>
                  <a:ext uri="{FF2B5EF4-FFF2-40B4-BE49-F238E27FC236}">
                    <a16:creationId xmlns:a16="http://schemas.microsoft.com/office/drawing/2014/main" id="{417040C1-3347-2F34-D80B-888AB541C278}"/>
                  </a:ext>
                </a:extLst>
              </p:cNvPr>
              <p:cNvSpPr/>
              <p:nvPr/>
            </p:nvSpPr>
            <p:spPr>
              <a:xfrm>
                <a:off x="3114595" y="3120439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8" name="ellipse_2710">
                <a:extLst>
                  <a:ext uri="{FF2B5EF4-FFF2-40B4-BE49-F238E27FC236}">
                    <a16:creationId xmlns:a16="http://schemas.microsoft.com/office/drawing/2014/main" id="{4B6822BA-B5DA-F9E4-0112-D7A6F053B34D}"/>
                  </a:ext>
                </a:extLst>
              </p:cNvPr>
              <p:cNvSpPr/>
              <p:nvPr/>
            </p:nvSpPr>
            <p:spPr>
              <a:xfrm>
                <a:off x="2997320" y="310122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9" name="ellipse_2711">
                <a:extLst>
                  <a:ext uri="{FF2B5EF4-FFF2-40B4-BE49-F238E27FC236}">
                    <a16:creationId xmlns:a16="http://schemas.microsoft.com/office/drawing/2014/main" id="{394CCD00-DB7A-B976-D763-8B4141060831}"/>
                  </a:ext>
                </a:extLst>
              </p:cNvPr>
              <p:cNvSpPr/>
              <p:nvPr/>
            </p:nvSpPr>
            <p:spPr>
              <a:xfrm>
                <a:off x="3215116" y="297097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0" name="Language vector v_k">
              <a:extLst>
                <a:ext uri="{FF2B5EF4-FFF2-40B4-BE49-F238E27FC236}">
                  <a16:creationId xmlns:a16="http://schemas.microsoft.com/office/drawing/2014/main" id="{4A5A1330-31CF-726F-ECC5-F3E1055C2739}"/>
                </a:ext>
              </a:extLst>
            </p:cNvPr>
            <p:cNvGrpSpPr/>
            <p:nvPr/>
          </p:nvGrpSpPr>
          <p:grpSpPr>
            <a:xfrm>
              <a:off x="4630947" y="2736646"/>
              <a:ext cx="253410" cy="28800"/>
              <a:chOff x="3942000" y="3774465"/>
              <a:chExt cx="338355" cy="75555"/>
            </a:xfrm>
          </p:grpSpPr>
          <p:sp>
            <p:nvSpPr>
              <p:cNvPr id="431" name="feature_1">
                <a:extLst>
                  <a:ext uri="{FF2B5EF4-FFF2-40B4-BE49-F238E27FC236}">
                    <a16:creationId xmlns:a16="http://schemas.microsoft.com/office/drawing/2014/main" id="{C074293D-C5D5-57FE-B191-74F5C11C1105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88AAC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2" name="feature_2">
                <a:extLst>
                  <a:ext uri="{FF2B5EF4-FFF2-40B4-BE49-F238E27FC236}">
                    <a16:creationId xmlns:a16="http://schemas.microsoft.com/office/drawing/2014/main" id="{15B581F3-9878-A49D-AD1A-8E32BD598CA5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98B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3" name="feature_3">
                <a:extLst>
                  <a:ext uri="{FF2B5EF4-FFF2-40B4-BE49-F238E27FC236}">
                    <a16:creationId xmlns:a16="http://schemas.microsoft.com/office/drawing/2014/main" id="{B76C73DC-2E73-70B3-44FF-604D015E76C2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AC2D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4" name="feature_4">
                <a:extLst>
                  <a:ext uri="{FF2B5EF4-FFF2-40B4-BE49-F238E27FC236}">
                    <a16:creationId xmlns:a16="http://schemas.microsoft.com/office/drawing/2014/main" id="{75BA6B96-9C08-1A1B-0176-A8714B917584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507FA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5" name="feature_5">
                <a:extLst>
                  <a:ext uri="{FF2B5EF4-FFF2-40B4-BE49-F238E27FC236}">
                    <a16:creationId xmlns:a16="http://schemas.microsoft.com/office/drawing/2014/main" id="{C99DD340-D5D6-A09D-9555-47740A2082D2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BFD2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6" name="feature_6">
                <a:extLst>
                  <a:ext uri="{FF2B5EF4-FFF2-40B4-BE49-F238E27FC236}">
                    <a16:creationId xmlns:a16="http://schemas.microsoft.com/office/drawing/2014/main" id="{A932DF92-B221-06AE-2DF4-80B4463D46E8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739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7" name="feature_7">
                <a:extLst>
                  <a:ext uri="{FF2B5EF4-FFF2-40B4-BE49-F238E27FC236}">
                    <a16:creationId xmlns:a16="http://schemas.microsoft.com/office/drawing/2014/main" id="{449FAB91-1CCD-D0B5-7BD1-9E11DD613202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96B8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8" name="Language vector v_k">
              <a:extLst>
                <a:ext uri="{FF2B5EF4-FFF2-40B4-BE49-F238E27FC236}">
                  <a16:creationId xmlns:a16="http://schemas.microsoft.com/office/drawing/2014/main" id="{1B50249C-BE92-5998-A18F-FE7E9716C35D}"/>
                </a:ext>
              </a:extLst>
            </p:cNvPr>
            <p:cNvGrpSpPr/>
            <p:nvPr/>
          </p:nvGrpSpPr>
          <p:grpSpPr>
            <a:xfrm>
              <a:off x="4630947" y="2775015"/>
              <a:ext cx="253410" cy="27978"/>
              <a:chOff x="3942000" y="3774465"/>
              <a:chExt cx="338355" cy="75555"/>
            </a:xfrm>
          </p:grpSpPr>
          <p:sp>
            <p:nvSpPr>
              <p:cNvPr id="439" name="feature_1">
                <a:extLst>
                  <a:ext uri="{FF2B5EF4-FFF2-40B4-BE49-F238E27FC236}">
                    <a16:creationId xmlns:a16="http://schemas.microsoft.com/office/drawing/2014/main" id="{A4D85E6E-E915-5C78-7FFD-13E209965EDF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C6A56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" name="feature_2">
                <a:extLst>
                  <a:ext uri="{FF2B5EF4-FFF2-40B4-BE49-F238E27FC236}">
                    <a16:creationId xmlns:a16="http://schemas.microsoft.com/office/drawing/2014/main" id="{4F4E8DCF-292D-1411-05B7-F639788ACEAB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AF8A5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" name="feature_3">
                <a:extLst>
                  <a:ext uri="{FF2B5EF4-FFF2-40B4-BE49-F238E27FC236}">
                    <a16:creationId xmlns:a16="http://schemas.microsoft.com/office/drawing/2014/main" id="{96254444-0525-1B3D-4315-0094988240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DDC6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" name="feature_4">
                <a:extLst>
                  <a:ext uri="{FF2B5EF4-FFF2-40B4-BE49-F238E27FC236}">
                    <a16:creationId xmlns:a16="http://schemas.microsoft.com/office/drawing/2014/main" id="{257B7A0B-327C-E4E8-5D22-71160897A032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F9A6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" name="feature_5">
                <a:extLst>
                  <a:ext uri="{FF2B5EF4-FFF2-40B4-BE49-F238E27FC236}">
                    <a16:creationId xmlns:a16="http://schemas.microsoft.com/office/drawing/2014/main" id="{52C4DF2A-6282-FC5D-40D3-C46F3A84B2D1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E5D4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" name="feature_6">
                <a:extLst>
                  <a:ext uri="{FF2B5EF4-FFF2-40B4-BE49-F238E27FC236}">
                    <a16:creationId xmlns:a16="http://schemas.microsoft.com/office/drawing/2014/main" id="{D9BD651B-C6B8-FA55-F283-496396F7502B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D824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" name="feature_7">
                <a:extLst>
                  <a:ext uri="{FF2B5EF4-FFF2-40B4-BE49-F238E27FC236}">
                    <a16:creationId xmlns:a16="http://schemas.microsoft.com/office/drawing/2014/main" id="{04CC6CEF-E041-8564-C3D7-BC0318E6AFC4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D5B88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46" name="Language vector v_k">
              <a:extLst>
                <a:ext uri="{FF2B5EF4-FFF2-40B4-BE49-F238E27FC236}">
                  <a16:creationId xmlns:a16="http://schemas.microsoft.com/office/drawing/2014/main" id="{33CE17CC-C2CF-A51E-2A64-CA526AC3E199}"/>
                </a:ext>
              </a:extLst>
            </p:cNvPr>
            <p:cNvGrpSpPr/>
            <p:nvPr/>
          </p:nvGrpSpPr>
          <p:grpSpPr>
            <a:xfrm>
              <a:off x="4630947" y="2815552"/>
              <a:ext cx="253410" cy="28800"/>
              <a:chOff x="3942000" y="3774465"/>
              <a:chExt cx="338355" cy="75555"/>
            </a:xfrm>
          </p:grpSpPr>
          <p:sp>
            <p:nvSpPr>
              <p:cNvPr id="447" name="feature_1">
                <a:extLst>
                  <a:ext uri="{FF2B5EF4-FFF2-40B4-BE49-F238E27FC236}">
                    <a16:creationId xmlns:a16="http://schemas.microsoft.com/office/drawing/2014/main" id="{9ACC648C-54EF-E325-F705-EA19C3A47D5B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A796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" name="feature_2">
                <a:extLst>
                  <a:ext uri="{FF2B5EF4-FFF2-40B4-BE49-F238E27FC236}">
                    <a16:creationId xmlns:a16="http://schemas.microsoft.com/office/drawing/2014/main" id="{4A3987D0-F9F7-FA26-7FDA-6F10E3BB6C6E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C4B5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9" name="feature_3">
                <a:extLst>
                  <a:ext uri="{FF2B5EF4-FFF2-40B4-BE49-F238E27FC236}">
                    <a16:creationId xmlns:a16="http://schemas.microsoft.com/office/drawing/2014/main" id="{C60B5707-7E9C-B2B6-FDE7-B7D8D5A2B369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8F79A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0" name="feature_4">
                <a:extLst>
                  <a:ext uri="{FF2B5EF4-FFF2-40B4-BE49-F238E27FC236}">
                    <a16:creationId xmlns:a16="http://schemas.microsoft.com/office/drawing/2014/main" id="{04D4309C-9E7E-844E-16FD-7E406E76274C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2A0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1" name="feature_5">
                <a:extLst>
                  <a:ext uri="{FF2B5EF4-FFF2-40B4-BE49-F238E27FC236}">
                    <a16:creationId xmlns:a16="http://schemas.microsoft.com/office/drawing/2014/main" id="{C5F18FCD-12E1-88B0-DA10-BE5761EC6A5F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D6CB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2" name="feature_6">
                <a:extLst>
                  <a:ext uri="{FF2B5EF4-FFF2-40B4-BE49-F238E27FC236}">
                    <a16:creationId xmlns:a16="http://schemas.microsoft.com/office/drawing/2014/main" id="{90518D61-E456-E269-7C70-0C6DC9CDF4F3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68A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3" name="feature_7">
                <a:extLst>
                  <a:ext uri="{FF2B5EF4-FFF2-40B4-BE49-F238E27FC236}">
                    <a16:creationId xmlns:a16="http://schemas.microsoft.com/office/drawing/2014/main" id="{8577F2CF-3E20-2788-89E6-A0CB27E6D861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BBA8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54" name="Language vector v_k">
              <a:extLst>
                <a:ext uri="{FF2B5EF4-FFF2-40B4-BE49-F238E27FC236}">
                  <a16:creationId xmlns:a16="http://schemas.microsoft.com/office/drawing/2014/main" id="{60F5E395-D9A0-285D-C9CF-3BDF6835EFA8}"/>
                </a:ext>
              </a:extLst>
            </p:cNvPr>
            <p:cNvGrpSpPr/>
            <p:nvPr/>
          </p:nvGrpSpPr>
          <p:grpSpPr>
            <a:xfrm>
              <a:off x="4164998" y="2998197"/>
              <a:ext cx="245236" cy="40867"/>
              <a:chOff x="3942000" y="3774465"/>
              <a:chExt cx="338355" cy="75555"/>
            </a:xfrm>
          </p:grpSpPr>
          <p:sp>
            <p:nvSpPr>
              <p:cNvPr id="455" name="feature_1">
                <a:extLst>
                  <a:ext uri="{FF2B5EF4-FFF2-40B4-BE49-F238E27FC236}">
                    <a16:creationId xmlns:a16="http://schemas.microsoft.com/office/drawing/2014/main" id="{FC356B20-4E51-F215-B176-8142CBBB119E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6" name="feature_2">
                <a:extLst>
                  <a:ext uri="{FF2B5EF4-FFF2-40B4-BE49-F238E27FC236}">
                    <a16:creationId xmlns:a16="http://schemas.microsoft.com/office/drawing/2014/main" id="{6B9E0D98-ECD8-F0FC-B184-570D51C4F839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7" name="feature_3">
                <a:extLst>
                  <a:ext uri="{FF2B5EF4-FFF2-40B4-BE49-F238E27FC236}">
                    <a16:creationId xmlns:a16="http://schemas.microsoft.com/office/drawing/2014/main" id="{ACA14842-79EB-EA7F-31E1-30A1C93DCC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8" name="feature_4">
                <a:extLst>
                  <a:ext uri="{FF2B5EF4-FFF2-40B4-BE49-F238E27FC236}">
                    <a16:creationId xmlns:a16="http://schemas.microsoft.com/office/drawing/2014/main" id="{7E86172C-9246-95EC-E773-ECE1CCB04C7E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9" name="feature_5">
                <a:extLst>
                  <a:ext uri="{FF2B5EF4-FFF2-40B4-BE49-F238E27FC236}">
                    <a16:creationId xmlns:a16="http://schemas.microsoft.com/office/drawing/2014/main" id="{86F3F00E-0B51-877B-82BF-DE51E8AB7136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0" name="feature_6">
                <a:extLst>
                  <a:ext uri="{FF2B5EF4-FFF2-40B4-BE49-F238E27FC236}">
                    <a16:creationId xmlns:a16="http://schemas.microsoft.com/office/drawing/2014/main" id="{4652F87B-A8E8-4E7C-28D8-8D3AA2C2F7FD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1" name="feature_7">
                <a:extLst>
                  <a:ext uri="{FF2B5EF4-FFF2-40B4-BE49-F238E27FC236}">
                    <a16:creationId xmlns:a16="http://schemas.microsoft.com/office/drawing/2014/main" id="{6A925CD1-ACF0-9BED-08DB-C6F46AF60C3A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62" name="Candidate representation h_j">
              <a:extLst>
                <a:ext uri="{FF2B5EF4-FFF2-40B4-BE49-F238E27FC236}">
                  <a16:creationId xmlns:a16="http://schemas.microsoft.com/office/drawing/2014/main" id="{49E0E358-B68C-79E6-C91D-EDD6ADEC693B}"/>
                </a:ext>
              </a:extLst>
            </p:cNvPr>
            <p:cNvGrpSpPr/>
            <p:nvPr/>
          </p:nvGrpSpPr>
          <p:grpSpPr>
            <a:xfrm>
              <a:off x="4152736" y="3366003"/>
              <a:ext cx="269760" cy="51084"/>
              <a:chOff x="2641140" y="4746825"/>
              <a:chExt cx="397485" cy="72270"/>
            </a:xfrm>
          </p:grpSpPr>
          <p:sp>
            <p:nvSpPr>
              <p:cNvPr id="463" name="feature_1">
                <a:extLst>
                  <a:ext uri="{FF2B5EF4-FFF2-40B4-BE49-F238E27FC236}">
                    <a16:creationId xmlns:a16="http://schemas.microsoft.com/office/drawing/2014/main" id="{F14B8775-F6B2-EFAF-3B70-636459AF505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4" name="feature_2">
                <a:extLst>
                  <a:ext uri="{FF2B5EF4-FFF2-40B4-BE49-F238E27FC236}">
                    <a16:creationId xmlns:a16="http://schemas.microsoft.com/office/drawing/2014/main" id="{C3CFBD15-37A1-9433-1A7B-DC6156EC17C1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5" name="feature_3">
                <a:extLst>
                  <a:ext uri="{FF2B5EF4-FFF2-40B4-BE49-F238E27FC236}">
                    <a16:creationId xmlns:a16="http://schemas.microsoft.com/office/drawing/2014/main" id="{3DAA6F3B-2FE1-E9E0-8A3C-DB21F04104BA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6" name="feature_4">
                <a:extLst>
                  <a:ext uri="{FF2B5EF4-FFF2-40B4-BE49-F238E27FC236}">
                    <a16:creationId xmlns:a16="http://schemas.microsoft.com/office/drawing/2014/main" id="{0CCA9839-DC57-7B24-132F-4AFCC8EB0592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7" name="feature_5">
                <a:extLst>
                  <a:ext uri="{FF2B5EF4-FFF2-40B4-BE49-F238E27FC236}">
                    <a16:creationId xmlns:a16="http://schemas.microsoft.com/office/drawing/2014/main" id="{DEC7E748-3E36-74EE-6AAB-B88F261684A6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8" name="feature_6">
                <a:extLst>
                  <a:ext uri="{FF2B5EF4-FFF2-40B4-BE49-F238E27FC236}">
                    <a16:creationId xmlns:a16="http://schemas.microsoft.com/office/drawing/2014/main" id="{57B48838-48A3-0F05-2510-D3BF00C0CE4E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9" name="feature_7">
                <a:extLst>
                  <a:ext uri="{FF2B5EF4-FFF2-40B4-BE49-F238E27FC236}">
                    <a16:creationId xmlns:a16="http://schemas.microsoft.com/office/drawing/2014/main" id="{A7975602-492B-DCA8-0AE0-020309198033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70" name="Arrow 10 | proportional arrowhead">
              <a:extLst>
                <a:ext uri="{FF2B5EF4-FFF2-40B4-BE49-F238E27FC236}">
                  <a16:creationId xmlns:a16="http://schemas.microsoft.com/office/drawing/2014/main" id="{883E7E39-7E16-05BD-7BAB-7BCE5A9CFE72}"/>
                </a:ext>
              </a:extLst>
            </p:cNvPr>
            <p:cNvSpPr/>
            <p:nvPr/>
          </p:nvSpPr>
          <p:spPr>
            <a:xfrm>
              <a:off x="2677234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1" name="Arrow 11 | proportional arrowhead">
              <a:extLst>
                <a:ext uri="{FF2B5EF4-FFF2-40B4-BE49-F238E27FC236}">
                  <a16:creationId xmlns:a16="http://schemas.microsoft.com/office/drawing/2014/main" id="{9192CB90-8213-C8A2-7754-B054936E2F0A}"/>
                </a:ext>
              </a:extLst>
            </p:cNvPr>
            <p:cNvSpPr/>
            <p:nvPr/>
          </p:nvSpPr>
          <p:spPr>
            <a:xfrm>
              <a:off x="3173836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2" name="Arrow 12 | proportional arrowhead">
              <a:extLst>
                <a:ext uri="{FF2B5EF4-FFF2-40B4-BE49-F238E27FC236}">
                  <a16:creationId xmlns:a16="http://schemas.microsoft.com/office/drawing/2014/main" id="{5721A005-A0A2-B62E-2CE0-A47A79B9A5AA}"/>
                </a:ext>
              </a:extLst>
            </p:cNvPr>
            <p:cNvSpPr/>
            <p:nvPr/>
          </p:nvSpPr>
          <p:spPr>
            <a:xfrm>
              <a:off x="3340392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3" name="Arrow 20 | proportional arrowhead">
              <a:extLst>
                <a:ext uri="{FF2B5EF4-FFF2-40B4-BE49-F238E27FC236}">
                  <a16:creationId xmlns:a16="http://schemas.microsoft.com/office/drawing/2014/main" id="{1679209D-BBE7-9DEA-8621-76C125EE1E3C}"/>
                </a:ext>
              </a:extLst>
            </p:cNvPr>
            <p:cNvSpPr/>
            <p:nvPr/>
          </p:nvSpPr>
          <p:spPr>
            <a:xfrm>
              <a:off x="2457543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4" name="Arrow 21 | proportional arrowhead">
              <a:extLst>
                <a:ext uri="{FF2B5EF4-FFF2-40B4-BE49-F238E27FC236}">
                  <a16:creationId xmlns:a16="http://schemas.microsoft.com/office/drawing/2014/main" id="{CE5DDA9A-11DB-D381-053B-7D00CE05E375}"/>
                </a:ext>
              </a:extLst>
            </p:cNvPr>
            <p:cNvSpPr/>
            <p:nvPr/>
          </p:nvSpPr>
          <p:spPr>
            <a:xfrm>
              <a:off x="3005237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5" name="Arrow 23 | proportional arrowhead">
              <a:extLst>
                <a:ext uri="{FF2B5EF4-FFF2-40B4-BE49-F238E27FC236}">
                  <a16:creationId xmlns:a16="http://schemas.microsoft.com/office/drawing/2014/main" id="{F3C5EAFC-0593-24CE-3655-C0F1621DAC8B}"/>
                </a:ext>
              </a:extLst>
            </p:cNvPr>
            <p:cNvSpPr/>
            <p:nvPr/>
          </p:nvSpPr>
          <p:spPr>
            <a:xfrm>
              <a:off x="3237189" y="3009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6" name="Arrow 26 | proportional arrowhead">
              <a:extLst>
                <a:ext uri="{FF2B5EF4-FFF2-40B4-BE49-F238E27FC236}">
                  <a16:creationId xmlns:a16="http://schemas.microsoft.com/office/drawing/2014/main" id="{809DD83A-7C9D-C0AA-13D3-AF73204FCA24}"/>
                </a:ext>
              </a:extLst>
            </p:cNvPr>
            <p:cNvSpPr/>
            <p:nvPr/>
          </p:nvSpPr>
          <p:spPr>
            <a:xfrm>
              <a:off x="2731390" y="315553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7" name="Arrow 28 | proportional arrowhead">
              <a:extLst>
                <a:ext uri="{FF2B5EF4-FFF2-40B4-BE49-F238E27FC236}">
                  <a16:creationId xmlns:a16="http://schemas.microsoft.com/office/drawing/2014/main" id="{21101AFA-F39D-D4C2-E87D-2D478E7FF700}"/>
                </a:ext>
              </a:extLst>
            </p:cNvPr>
            <p:cNvSpPr/>
            <p:nvPr/>
          </p:nvSpPr>
          <p:spPr>
            <a:xfrm>
              <a:off x="3218796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8" name="Arrow 29 | proportional arrowhead">
              <a:extLst>
                <a:ext uri="{FF2B5EF4-FFF2-40B4-BE49-F238E27FC236}">
                  <a16:creationId xmlns:a16="http://schemas.microsoft.com/office/drawing/2014/main" id="{A17B75CD-A091-EC92-103A-759DE86F2C7F}"/>
                </a:ext>
              </a:extLst>
            </p:cNvPr>
            <p:cNvSpPr/>
            <p:nvPr/>
          </p:nvSpPr>
          <p:spPr>
            <a:xfrm>
              <a:off x="3340392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9" name="Arrow 42 | proportional arrowhead">
              <a:extLst>
                <a:ext uri="{FF2B5EF4-FFF2-40B4-BE49-F238E27FC236}">
                  <a16:creationId xmlns:a16="http://schemas.microsoft.com/office/drawing/2014/main" id="{12790B2D-B35F-FA69-2FB2-769245F8A6C5}"/>
                </a:ext>
              </a:extLst>
            </p:cNvPr>
            <p:cNvSpPr/>
            <p:nvPr/>
          </p:nvSpPr>
          <p:spPr>
            <a:xfrm>
              <a:off x="3810428" y="244708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0" name="Arrow 44 | proportional arrowhead">
              <a:extLst>
                <a:ext uri="{FF2B5EF4-FFF2-40B4-BE49-F238E27FC236}">
                  <a16:creationId xmlns:a16="http://schemas.microsoft.com/office/drawing/2014/main" id="{8BC8B86D-63A5-DA30-924F-F930090A43BF}"/>
                </a:ext>
              </a:extLst>
            </p:cNvPr>
            <p:cNvSpPr/>
            <p:nvPr/>
          </p:nvSpPr>
          <p:spPr>
            <a:xfrm>
              <a:off x="4280464" y="248122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1" name="Arrow 45 | proportional arrowhead">
              <a:extLst>
                <a:ext uri="{FF2B5EF4-FFF2-40B4-BE49-F238E27FC236}">
                  <a16:creationId xmlns:a16="http://schemas.microsoft.com/office/drawing/2014/main" id="{D962DB06-7960-4086-0C20-C211CAD67AC5}"/>
                </a:ext>
              </a:extLst>
            </p:cNvPr>
            <p:cNvSpPr/>
            <p:nvPr/>
          </p:nvSpPr>
          <p:spPr>
            <a:xfrm>
              <a:off x="4750499" y="24791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2" name="Arrow 53 | proportional arrowhead">
              <a:extLst>
                <a:ext uri="{FF2B5EF4-FFF2-40B4-BE49-F238E27FC236}">
                  <a16:creationId xmlns:a16="http://schemas.microsoft.com/office/drawing/2014/main" id="{4A4D91BF-7DEB-CD55-03B1-AA09B38F7443}"/>
                </a:ext>
              </a:extLst>
            </p:cNvPr>
            <p:cNvSpPr/>
            <p:nvPr/>
          </p:nvSpPr>
          <p:spPr>
            <a:xfrm>
              <a:off x="3810428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3" name="Arrow 55 | proportional arrowhead">
              <a:extLst>
                <a:ext uri="{FF2B5EF4-FFF2-40B4-BE49-F238E27FC236}">
                  <a16:creationId xmlns:a16="http://schemas.microsoft.com/office/drawing/2014/main" id="{C3252B6C-0611-DB24-BD50-A0FD415F7BE7}"/>
                </a:ext>
              </a:extLst>
            </p:cNvPr>
            <p:cNvSpPr/>
            <p:nvPr/>
          </p:nvSpPr>
          <p:spPr>
            <a:xfrm>
              <a:off x="4280464" y="295324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4" name="Arrow 56 | proportional arrowhead">
              <a:extLst>
                <a:ext uri="{FF2B5EF4-FFF2-40B4-BE49-F238E27FC236}">
                  <a16:creationId xmlns:a16="http://schemas.microsoft.com/office/drawing/2014/main" id="{3B25EE88-7A08-EDA7-73C4-A52A6B739D5A}"/>
                </a:ext>
              </a:extLst>
            </p:cNvPr>
            <p:cNvSpPr/>
            <p:nvPr/>
          </p:nvSpPr>
          <p:spPr>
            <a:xfrm>
              <a:off x="4750499" y="270190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5" name="Arrow 60 | proportional arrowhead">
              <a:extLst>
                <a:ext uri="{FF2B5EF4-FFF2-40B4-BE49-F238E27FC236}">
                  <a16:creationId xmlns:a16="http://schemas.microsoft.com/office/drawing/2014/main" id="{0D6B0C82-AA42-CE76-2BF3-6C333E64243A}"/>
                </a:ext>
              </a:extLst>
            </p:cNvPr>
            <p:cNvSpPr/>
            <p:nvPr/>
          </p:nvSpPr>
          <p:spPr>
            <a:xfrm>
              <a:off x="4750499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6" name="Arrow 62 | proportional arrowhead">
              <a:extLst>
                <a:ext uri="{FF2B5EF4-FFF2-40B4-BE49-F238E27FC236}">
                  <a16:creationId xmlns:a16="http://schemas.microsoft.com/office/drawing/2014/main" id="{870B8169-109A-EFC4-DE6B-6C53F8E184A8}"/>
                </a:ext>
              </a:extLst>
            </p:cNvPr>
            <p:cNvSpPr/>
            <p:nvPr/>
          </p:nvSpPr>
          <p:spPr>
            <a:xfrm>
              <a:off x="4048511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7" name="Arrow 63 | proportional arrowhead">
              <a:extLst>
                <a:ext uri="{FF2B5EF4-FFF2-40B4-BE49-F238E27FC236}">
                  <a16:creationId xmlns:a16="http://schemas.microsoft.com/office/drawing/2014/main" id="{AAD6CDC8-DFC3-EC61-11CB-0AACC6968247}"/>
                </a:ext>
              </a:extLst>
            </p:cNvPr>
            <p:cNvSpPr/>
            <p:nvPr/>
          </p:nvSpPr>
          <p:spPr>
            <a:xfrm>
              <a:off x="4508329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8" name="Arrow 66 | proportional arrowhead">
              <a:extLst>
                <a:ext uri="{FF2B5EF4-FFF2-40B4-BE49-F238E27FC236}">
                  <a16:creationId xmlns:a16="http://schemas.microsoft.com/office/drawing/2014/main" id="{85574A67-AF70-D63E-A2D3-E8A04E07668F}"/>
                </a:ext>
              </a:extLst>
            </p:cNvPr>
            <p:cNvSpPr/>
            <p:nvPr/>
          </p:nvSpPr>
          <p:spPr>
            <a:xfrm>
              <a:off x="4122082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9" name="Arrow 67 | proportional arrowhead">
              <a:extLst>
                <a:ext uri="{FF2B5EF4-FFF2-40B4-BE49-F238E27FC236}">
                  <a16:creationId xmlns:a16="http://schemas.microsoft.com/office/drawing/2014/main" id="{FC61A5F7-5A0B-C74D-6DD8-5576EA21E9D0}"/>
                </a:ext>
              </a:extLst>
            </p:cNvPr>
            <p:cNvSpPr/>
            <p:nvPr/>
          </p:nvSpPr>
          <p:spPr>
            <a:xfrm>
              <a:off x="4434758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0" name="Arrow 68 | proportional arrowhead">
              <a:extLst>
                <a:ext uri="{FF2B5EF4-FFF2-40B4-BE49-F238E27FC236}">
                  <a16:creationId xmlns:a16="http://schemas.microsoft.com/office/drawing/2014/main" id="{65DEC0D0-18A5-924D-9734-9607FD44BDE1}"/>
                </a:ext>
              </a:extLst>
            </p:cNvPr>
            <p:cNvSpPr/>
            <p:nvPr/>
          </p:nvSpPr>
          <p:spPr>
            <a:xfrm>
              <a:off x="4280464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1" name="Arrow 69 | proportional arrowhead">
              <a:extLst>
                <a:ext uri="{FF2B5EF4-FFF2-40B4-BE49-F238E27FC236}">
                  <a16:creationId xmlns:a16="http://schemas.microsoft.com/office/drawing/2014/main" id="{93CC0263-CBA4-2BB2-1B30-E8A0CE82BDC6}"/>
                </a:ext>
              </a:extLst>
            </p:cNvPr>
            <p:cNvSpPr/>
            <p:nvPr/>
          </p:nvSpPr>
          <p:spPr>
            <a:xfrm>
              <a:off x="4280464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2" name="Arrow 71 | proportional arrowhead">
              <a:extLst>
                <a:ext uri="{FF2B5EF4-FFF2-40B4-BE49-F238E27FC236}">
                  <a16:creationId xmlns:a16="http://schemas.microsoft.com/office/drawing/2014/main" id="{42756275-3D3A-0E05-99FC-DD3E4E7A2AC8}"/>
                </a:ext>
              </a:extLst>
            </p:cNvPr>
            <p:cNvSpPr/>
            <p:nvPr/>
          </p:nvSpPr>
          <p:spPr>
            <a:xfrm>
              <a:off x="2457543" y="35036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3" name="Arrow 72 | proportional arrowhead">
              <a:extLst>
                <a:ext uri="{FF2B5EF4-FFF2-40B4-BE49-F238E27FC236}">
                  <a16:creationId xmlns:a16="http://schemas.microsoft.com/office/drawing/2014/main" id="{AE0C9CC2-716E-E252-45E1-50FB6E1913B8}"/>
                </a:ext>
              </a:extLst>
            </p:cNvPr>
            <p:cNvSpPr/>
            <p:nvPr/>
          </p:nvSpPr>
          <p:spPr>
            <a:xfrm>
              <a:off x="2779415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4" name="Arrow 75 | proportional arrowhead">
              <a:extLst>
                <a:ext uri="{FF2B5EF4-FFF2-40B4-BE49-F238E27FC236}">
                  <a16:creationId xmlns:a16="http://schemas.microsoft.com/office/drawing/2014/main" id="{EDE80604-4A02-F96E-C5FA-C7049FDB9DF0}"/>
                </a:ext>
              </a:extLst>
            </p:cNvPr>
            <p:cNvSpPr/>
            <p:nvPr/>
          </p:nvSpPr>
          <p:spPr>
            <a:xfrm>
              <a:off x="3615261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5" name="Arrow 76 | proportional arrowhead">
              <a:extLst>
                <a:ext uri="{FF2B5EF4-FFF2-40B4-BE49-F238E27FC236}">
                  <a16:creationId xmlns:a16="http://schemas.microsoft.com/office/drawing/2014/main" id="{1B18E344-F400-1D6B-1687-E690D036022D}"/>
                </a:ext>
              </a:extLst>
            </p:cNvPr>
            <p:cNvSpPr/>
            <p:nvPr/>
          </p:nvSpPr>
          <p:spPr>
            <a:xfrm>
              <a:off x="3843126" y="350561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6" name="Arrow 78 | proportional arrowhead">
              <a:extLst>
                <a:ext uri="{FF2B5EF4-FFF2-40B4-BE49-F238E27FC236}">
                  <a16:creationId xmlns:a16="http://schemas.microsoft.com/office/drawing/2014/main" id="{80DBBCC4-29A1-23CD-DE20-3BC8543961CD}"/>
                </a:ext>
              </a:extLst>
            </p:cNvPr>
            <p:cNvSpPr/>
            <p:nvPr/>
          </p:nvSpPr>
          <p:spPr>
            <a:xfrm>
              <a:off x="4350969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7" name="c | shared input to candidate crop | proportional arrowhead">
              <a:extLst>
                <a:ext uri="{FF2B5EF4-FFF2-40B4-BE49-F238E27FC236}">
                  <a16:creationId xmlns:a16="http://schemas.microsoft.com/office/drawing/2014/main" id="{2D012B36-D3F9-4373-C0B3-2638B06AB565}"/>
                </a:ext>
              </a:extLst>
            </p:cNvPr>
            <p:cNvSpPr/>
            <p:nvPr/>
          </p:nvSpPr>
          <p:spPr>
            <a:xfrm>
              <a:off x="2215373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</p:grpSp>
      <p:grpSp>
        <p:nvGrpSpPr>
          <p:cNvPr id="498" name="d | Build: downstream pose reconstruction">
            <a:extLst>
              <a:ext uri="{FF2B5EF4-FFF2-40B4-BE49-F238E27FC236}">
                <a16:creationId xmlns:a16="http://schemas.microsoft.com/office/drawing/2014/main" id="{4C922834-3692-0CDF-71DC-143D30C4E581}"/>
              </a:ext>
            </a:extLst>
          </p:cNvPr>
          <p:cNvGrpSpPr/>
          <p:nvPr/>
        </p:nvGrpSpPr>
        <p:grpSpPr>
          <a:xfrm>
            <a:off x="1405608" y="3880469"/>
            <a:ext cx="3668807" cy="544065"/>
            <a:chOff x="65700" y="5420250"/>
            <a:chExt cx="5124600" cy="759952"/>
          </a:xfrm>
        </p:grpSpPr>
        <p:sp>
          <p:nvSpPr>
            <p:cNvPr id="499" name="d | panel background">
              <a:extLst>
                <a:ext uri="{FF2B5EF4-FFF2-40B4-BE49-F238E27FC236}">
                  <a16:creationId xmlns:a16="http://schemas.microsoft.com/office/drawing/2014/main" id="{5594094E-42EA-E149-D908-CEE5401AD661}"/>
                </a:ext>
              </a:extLst>
            </p:cNvPr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0" name="Text | d">
              <a:extLst>
                <a:ext uri="{FF2B5EF4-FFF2-40B4-BE49-F238E27FC236}">
                  <a16:creationId xmlns:a16="http://schemas.microsoft.com/office/drawing/2014/main" id="{16BACAC9-90BF-03E9-8FF6-4CAAC6E4BE9B}"/>
                </a:ext>
              </a:extLst>
            </p:cNvPr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760"/>
            </a:p>
          </p:txBody>
        </p:sp>
        <p:sp>
          <p:nvSpPr>
            <p:cNvPr id="501" name="Text | Build: downstream pose reconstruction">
              <a:extLst>
                <a:ext uri="{FF2B5EF4-FFF2-40B4-BE49-F238E27FC236}">
                  <a16:creationId xmlns:a16="http://schemas.microsoft.com/office/drawing/2014/main" id="{01B1EFEF-31A9-1CB4-313F-169835B6E8EB}"/>
                </a:ext>
              </a:extLst>
            </p:cNvPr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629"/>
            </a:p>
          </p:txBody>
        </p:sp>
        <p:grpSp>
          <p:nvGrpSpPr>
            <p:cNvPr id="502" name="d | Site p: local receptor environment">
              <a:extLst>
                <a:ext uri="{FF2B5EF4-FFF2-40B4-BE49-F238E27FC236}">
                  <a16:creationId xmlns:a16="http://schemas.microsoft.com/office/drawing/2014/main" id="{6CB62F54-6EFF-A2E3-75EB-2BC5B0A75748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503" name="ellipse_2785">
                <a:extLst>
                  <a:ext uri="{FF2B5EF4-FFF2-40B4-BE49-F238E27FC236}">
                    <a16:creationId xmlns:a16="http://schemas.microsoft.com/office/drawing/2014/main" id="{A12DCA60-B043-6023-979B-C3B6B083B57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" name="ellipse_2786">
                <a:extLst>
                  <a:ext uri="{FF2B5EF4-FFF2-40B4-BE49-F238E27FC236}">
                    <a16:creationId xmlns:a16="http://schemas.microsoft.com/office/drawing/2014/main" id="{51F028FF-7688-878D-4612-817C67FD091B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" name="ellipse_2787">
                <a:extLst>
                  <a:ext uri="{FF2B5EF4-FFF2-40B4-BE49-F238E27FC236}">
                    <a16:creationId xmlns:a16="http://schemas.microsoft.com/office/drawing/2014/main" id="{CAD72E91-244A-CB0D-60AD-B647477A7C41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6" name="ellipse_2788">
                <a:extLst>
                  <a:ext uri="{FF2B5EF4-FFF2-40B4-BE49-F238E27FC236}">
                    <a16:creationId xmlns:a16="http://schemas.microsoft.com/office/drawing/2014/main" id="{ADA92AAE-1702-16A3-2EEA-774271D640B4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7" name="ellipse_2789">
                <a:extLst>
                  <a:ext uri="{FF2B5EF4-FFF2-40B4-BE49-F238E27FC236}">
                    <a16:creationId xmlns:a16="http://schemas.microsoft.com/office/drawing/2014/main" id="{594792D1-925D-D998-ADDE-BD491ACEFEB5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8" name="ellipse_2790">
                <a:extLst>
                  <a:ext uri="{FF2B5EF4-FFF2-40B4-BE49-F238E27FC236}">
                    <a16:creationId xmlns:a16="http://schemas.microsoft.com/office/drawing/2014/main" id="{B9DBBBD2-80AD-D3F3-4E78-EAA70928CDE7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9" name="ellipse_2791">
                <a:extLst>
                  <a:ext uri="{FF2B5EF4-FFF2-40B4-BE49-F238E27FC236}">
                    <a16:creationId xmlns:a16="http://schemas.microsoft.com/office/drawing/2014/main" id="{1A0D6CBC-EBF0-C846-97C9-2B0755CF669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0" name="ellipse_2792">
                <a:extLst>
                  <a:ext uri="{FF2B5EF4-FFF2-40B4-BE49-F238E27FC236}">
                    <a16:creationId xmlns:a16="http://schemas.microsoft.com/office/drawing/2014/main" id="{D86C228B-9715-013B-1372-E9C632AA0C6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1" name="ellipse_2793">
                <a:extLst>
                  <a:ext uri="{FF2B5EF4-FFF2-40B4-BE49-F238E27FC236}">
                    <a16:creationId xmlns:a16="http://schemas.microsoft.com/office/drawing/2014/main" id="{3A1B6AF3-5148-60FF-787B-428B60C410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2" name="ellipse_2794">
                <a:extLst>
                  <a:ext uri="{FF2B5EF4-FFF2-40B4-BE49-F238E27FC236}">
                    <a16:creationId xmlns:a16="http://schemas.microsoft.com/office/drawing/2014/main" id="{A7A7E497-9ACA-727C-B6FE-FDC945ADFE5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3" name="ellipse_2795">
                <a:extLst>
                  <a:ext uri="{FF2B5EF4-FFF2-40B4-BE49-F238E27FC236}">
                    <a16:creationId xmlns:a16="http://schemas.microsoft.com/office/drawing/2014/main" id="{EDC068A5-FFD8-7C85-C5EE-449528339038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4" name="ellipse_2796">
                <a:extLst>
                  <a:ext uri="{FF2B5EF4-FFF2-40B4-BE49-F238E27FC236}">
                    <a16:creationId xmlns:a16="http://schemas.microsoft.com/office/drawing/2014/main" id="{BA5D1445-CCBF-AD18-5195-7CFACAD7137E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5" name="ellipse_2797">
                <a:extLst>
                  <a:ext uri="{FF2B5EF4-FFF2-40B4-BE49-F238E27FC236}">
                    <a16:creationId xmlns:a16="http://schemas.microsoft.com/office/drawing/2014/main" id="{515BA9A2-BDF3-57B1-B418-C94097B7AE80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6" name="ellipse_2798">
                <a:extLst>
                  <a:ext uri="{FF2B5EF4-FFF2-40B4-BE49-F238E27FC236}">
                    <a16:creationId xmlns:a16="http://schemas.microsoft.com/office/drawing/2014/main" id="{2B4CBFD0-73C3-6605-0083-7DF46224C668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7" name="ellipse_2799">
                <a:extLst>
                  <a:ext uri="{FF2B5EF4-FFF2-40B4-BE49-F238E27FC236}">
                    <a16:creationId xmlns:a16="http://schemas.microsoft.com/office/drawing/2014/main" id="{2A9BC2F7-88FC-537D-2761-AFE3D3D3200E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8" name="ellipse_2800">
                <a:extLst>
                  <a:ext uri="{FF2B5EF4-FFF2-40B4-BE49-F238E27FC236}">
                    <a16:creationId xmlns:a16="http://schemas.microsoft.com/office/drawing/2014/main" id="{19A3CE69-1564-E07F-C6A2-ED4211D156F3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9" name="ellipse_2801">
                <a:extLst>
                  <a:ext uri="{FF2B5EF4-FFF2-40B4-BE49-F238E27FC236}">
                    <a16:creationId xmlns:a16="http://schemas.microsoft.com/office/drawing/2014/main" id="{0CE88042-6130-A0AC-D34C-6EDE538A15C0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0" name="ellipse_2802">
                <a:extLst>
                  <a:ext uri="{FF2B5EF4-FFF2-40B4-BE49-F238E27FC236}">
                    <a16:creationId xmlns:a16="http://schemas.microsoft.com/office/drawing/2014/main" id="{363002B6-D4CA-2A9E-299A-65312E69323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1" name="ellipse_2803">
                <a:extLst>
                  <a:ext uri="{FF2B5EF4-FFF2-40B4-BE49-F238E27FC236}">
                    <a16:creationId xmlns:a16="http://schemas.microsoft.com/office/drawing/2014/main" id="{F7B99FE0-23EE-89CE-101D-26DEF67E4BCC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2" name="ellipse_2804">
                <a:extLst>
                  <a:ext uri="{FF2B5EF4-FFF2-40B4-BE49-F238E27FC236}">
                    <a16:creationId xmlns:a16="http://schemas.microsoft.com/office/drawing/2014/main" id="{E43407AF-3BBF-6BED-5776-DCAFD3A5C6CD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3" name="ellipse_2805">
                <a:extLst>
                  <a:ext uri="{FF2B5EF4-FFF2-40B4-BE49-F238E27FC236}">
                    <a16:creationId xmlns:a16="http://schemas.microsoft.com/office/drawing/2014/main" id="{FB6E9BF8-EDD9-C4BB-DBC9-8EA711C786E5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4" name="ellipse_2806">
                <a:extLst>
                  <a:ext uri="{FF2B5EF4-FFF2-40B4-BE49-F238E27FC236}">
                    <a16:creationId xmlns:a16="http://schemas.microsoft.com/office/drawing/2014/main" id="{505D5B54-BA61-B1B3-3704-848C17D96BFB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5" name="ellipse_2807">
                <a:extLst>
                  <a:ext uri="{FF2B5EF4-FFF2-40B4-BE49-F238E27FC236}">
                    <a16:creationId xmlns:a16="http://schemas.microsoft.com/office/drawing/2014/main" id="{5078FD94-FACF-AEAB-981A-1C425E8A9488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6" name="ellipse_2808">
                <a:extLst>
                  <a:ext uri="{FF2B5EF4-FFF2-40B4-BE49-F238E27FC236}">
                    <a16:creationId xmlns:a16="http://schemas.microsoft.com/office/drawing/2014/main" id="{694F1E2C-FC22-8D28-3530-07FD0E8AF95A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7" name="ellipse_2809">
                <a:extLst>
                  <a:ext uri="{FF2B5EF4-FFF2-40B4-BE49-F238E27FC236}">
                    <a16:creationId xmlns:a16="http://schemas.microsoft.com/office/drawing/2014/main" id="{3077695A-3B4F-C2FA-CF76-534AE8019AA2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8" name="ellipse_2810">
                <a:extLst>
                  <a:ext uri="{FF2B5EF4-FFF2-40B4-BE49-F238E27FC236}">
                    <a16:creationId xmlns:a16="http://schemas.microsoft.com/office/drawing/2014/main" id="{5A6DFB49-DB6F-3F6E-9F5A-6C526F9CE43A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9" name="ellipse_2811">
                <a:extLst>
                  <a:ext uri="{FF2B5EF4-FFF2-40B4-BE49-F238E27FC236}">
                    <a16:creationId xmlns:a16="http://schemas.microsoft.com/office/drawing/2014/main" id="{183AC548-6193-3383-59F2-FFD8D2D62502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0" name="ellipse_2812">
                <a:extLst>
                  <a:ext uri="{FF2B5EF4-FFF2-40B4-BE49-F238E27FC236}">
                    <a16:creationId xmlns:a16="http://schemas.microsoft.com/office/drawing/2014/main" id="{7A4CBBB3-8BAE-FE82-41DA-59393A2A42E4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1" name="ellipse_2813">
                <a:extLst>
                  <a:ext uri="{FF2B5EF4-FFF2-40B4-BE49-F238E27FC236}">
                    <a16:creationId xmlns:a16="http://schemas.microsoft.com/office/drawing/2014/main" id="{F24C19DF-7263-D858-1A4B-0E18EB6F1934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2" name="ellipse_2814">
                <a:extLst>
                  <a:ext uri="{FF2B5EF4-FFF2-40B4-BE49-F238E27FC236}">
                    <a16:creationId xmlns:a16="http://schemas.microsoft.com/office/drawing/2014/main" id="{4DF95B6C-C81F-4D9E-CBD7-7C3041492F2E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3" name="ellipse_2815">
                <a:extLst>
                  <a:ext uri="{FF2B5EF4-FFF2-40B4-BE49-F238E27FC236}">
                    <a16:creationId xmlns:a16="http://schemas.microsoft.com/office/drawing/2014/main" id="{EAEA41C7-C674-293D-43F4-2F66F044A12F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4" name="ellipse_2816">
                <a:extLst>
                  <a:ext uri="{FF2B5EF4-FFF2-40B4-BE49-F238E27FC236}">
                    <a16:creationId xmlns:a16="http://schemas.microsoft.com/office/drawing/2014/main" id="{FE8A2A2A-5C61-D3F1-C2AC-2F96AA316691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5" name="ellipse_2817">
                <a:extLst>
                  <a:ext uri="{FF2B5EF4-FFF2-40B4-BE49-F238E27FC236}">
                    <a16:creationId xmlns:a16="http://schemas.microsoft.com/office/drawing/2014/main" id="{154171F8-CF16-A11C-A64C-30FAAC160BE1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6" name="ellipse_2818">
                <a:extLst>
                  <a:ext uri="{FF2B5EF4-FFF2-40B4-BE49-F238E27FC236}">
                    <a16:creationId xmlns:a16="http://schemas.microsoft.com/office/drawing/2014/main" id="{1005942C-00D7-8A1C-137B-E1D86938330F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7" name="ellipse_2819">
                <a:extLst>
                  <a:ext uri="{FF2B5EF4-FFF2-40B4-BE49-F238E27FC236}">
                    <a16:creationId xmlns:a16="http://schemas.microsoft.com/office/drawing/2014/main" id="{73B36372-871B-FA4B-1FCA-7A0E91EE9E36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8" name="ellipse_2820">
                <a:extLst>
                  <a:ext uri="{FF2B5EF4-FFF2-40B4-BE49-F238E27FC236}">
                    <a16:creationId xmlns:a16="http://schemas.microsoft.com/office/drawing/2014/main" id="{F7F8A5DD-DBDE-CB37-B237-9C609C1A6546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9" name="ellipse_2821">
                <a:extLst>
                  <a:ext uri="{FF2B5EF4-FFF2-40B4-BE49-F238E27FC236}">
                    <a16:creationId xmlns:a16="http://schemas.microsoft.com/office/drawing/2014/main" id="{1979733E-CB2D-7A67-5FC5-DD9627A39CD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0" name="ellipse_2822">
                <a:extLst>
                  <a:ext uri="{FF2B5EF4-FFF2-40B4-BE49-F238E27FC236}">
                    <a16:creationId xmlns:a16="http://schemas.microsoft.com/office/drawing/2014/main" id="{C4372E0D-93CD-8E04-1985-70BFD8B50C9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1" name="ellipse_2823">
                <a:extLst>
                  <a:ext uri="{FF2B5EF4-FFF2-40B4-BE49-F238E27FC236}">
                    <a16:creationId xmlns:a16="http://schemas.microsoft.com/office/drawing/2014/main" id="{55197BFF-C785-D4CA-F15F-40A20C659306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2" name="ellipse_2824">
                <a:extLst>
                  <a:ext uri="{FF2B5EF4-FFF2-40B4-BE49-F238E27FC236}">
                    <a16:creationId xmlns:a16="http://schemas.microsoft.com/office/drawing/2014/main" id="{21C32A1E-A7BC-45B3-1FEC-E2F2866A5919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3" name="ellipse_2825">
                <a:extLst>
                  <a:ext uri="{FF2B5EF4-FFF2-40B4-BE49-F238E27FC236}">
                    <a16:creationId xmlns:a16="http://schemas.microsoft.com/office/drawing/2014/main" id="{EC818BE8-9797-8590-EB1E-BF9BCA7BD6D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4" name="ellipse_2826">
                <a:extLst>
                  <a:ext uri="{FF2B5EF4-FFF2-40B4-BE49-F238E27FC236}">
                    <a16:creationId xmlns:a16="http://schemas.microsoft.com/office/drawing/2014/main" id="{B5CACCE6-05B2-0EA0-66A9-ED4A83A331F7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5" name="ellipse_2827">
                <a:extLst>
                  <a:ext uri="{FF2B5EF4-FFF2-40B4-BE49-F238E27FC236}">
                    <a16:creationId xmlns:a16="http://schemas.microsoft.com/office/drawing/2014/main" id="{24218C7E-A2A0-9739-FF0A-B14CE3408AA9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6" name="ellipse_2828">
                <a:extLst>
                  <a:ext uri="{FF2B5EF4-FFF2-40B4-BE49-F238E27FC236}">
                    <a16:creationId xmlns:a16="http://schemas.microsoft.com/office/drawing/2014/main" id="{17C2F170-5D38-AEEF-0C8A-0BAB13A1AFA4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7" name="ellipse_2829">
                <a:extLst>
                  <a:ext uri="{FF2B5EF4-FFF2-40B4-BE49-F238E27FC236}">
                    <a16:creationId xmlns:a16="http://schemas.microsoft.com/office/drawing/2014/main" id="{72DE01CC-7BD5-EF8A-4D5E-D4F16EBD25BA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8" name="ellipse_2830">
                <a:extLst>
                  <a:ext uri="{FF2B5EF4-FFF2-40B4-BE49-F238E27FC236}">
                    <a16:creationId xmlns:a16="http://schemas.microsoft.com/office/drawing/2014/main" id="{2D90C968-2B8D-CFCD-9A08-06CAA11205F5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9" name="ellipse_2831">
                <a:extLst>
                  <a:ext uri="{FF2B5EF4-FFF2-40B4-BE49-F238E27FC236}">
                    <a16:creationId xmlns:a16="http://schemas.microsoft.com/office/drawing/2014/main" id="{F5A64C34-4C7A-0DCB-3D64-ADAB6CB255CE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0" name="ellipse_2832">
                <a:extLst>
                  <a:ext uri="{FF2B5EF4-FFF2-40B4-BE49-F238E27FC236}">
                    <a16:creationId xmlns:a16="http://schemas.microsoft.com/office/drawing/2014/main" id="{D1FC9509-50AC-F791-4FE3-A52D3662A7C9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1" name="ellipse_2833">
                <a:extLst>
                  <a:ext uri="{FF2B5EF4-FFF2-40B4-BE49-F238E27FC236}">
                    <a16:creationId xmlns:a16="http://schemas.microsoft.com/office/drawing/2014/main" id="{83194F97-922B-C004-9A25-4BD7C7374171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2" name="ellipse_2834">
                <a:extLst>
                  <a:ext uri="{FF2B5EF4-FFF2-40B4-BE49-F238E27FC236}">
                    <a16:creationId xmlns:a16="http://schemas.microsoft.com/office/drawing/2014/main" id="{EE4A2221-0759-376C-4BA7-8DF11E3AF0E3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3" name="ellipse_2835">
                <a:extLst>
                  <a:ext uri="{FF2B5EF4-FFF2-40B4-BE49-F238E27FC236}">
                    <a16:creationId xmlns:a16="http://schemas.microsoft.com/office/drawing/2014/main" id="{6B7792C2-D2C4-D5DF-94AA-673F140B5EF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4" name="ellipse_2836">
                <a:extLst>
                  <a:ext uri="{FF2B5EF4-FFF2-40B4-BE49-F238E27FC236}">
                    <a16:creationId xmlns:a16="http://schemas.microsoft.com/office/drawing/2014/main" id="{5234EB81-40FA-2A66-58E5-B9CDED3C4EA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5" name="ellipse_2837">
                <a:extLst>
                  <a:ext uri="{FF2B5EF4-FFF2-40B4-BE49-F238E27FC236}">
                    <a16:creationId xmlns:a16="http://schemas.microsoft.com/office/drawing/2014/main" id="{B72A6EE8-324F-CF7B-B794-0AA1452531DB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6" name="ellipse_2838">
                <a:extLst>
                  <a:ext uri="{FF2B5EF4-FFF2-40B4-BE49-F238E27FC236}">
                    <a16:creationId xmlns:a16="http://schemas.microsoft.com/office/drawing/2014/main" id="{B3307248-9EB2-7787-61BB-CA3EBB058C60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7" name="ellipse_2839">
                <a:extLst>
                  <a:ext uri="{FF2B5EF4-FFF2-40B4-BE49-F238E27FC236}">
                    <a16:creationId xmlns:a16="http://schemas.microsoft.com/office/drawing/2014/main" id="{F539C429-6343-DDE3-C618-7EE84CD0B8A0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8" name="ellipse_2840">
                <a:extLst>
                  <a:ext uri="{FF2B5EF4-FFF2-40B4-BE49-F238E27FC236}">
                    <a16:creationId xmlns:a16="http://schemas.microsoft.com/office/drawing/2014/main" id="{177D7A64-8B69-8E10-ED95-59DC31F0EBC6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9" name="ellipse_2841">
                <a:extLst>
                  <a:ext uri="{FF2B5EF4-FFF2-40B4-BE49-F238E27FC236}">
                    <a16:creationId xmlns:a16="http://schemas.microsoft.com/office/drawing/2014/main" id="{60B6C6A4-67BC-B4D0-9836-09081FC462E6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0" name="ellipse_2842">
                <a:extLst>
                  <a:ext uri="{FF2B5EF4-FFF2-40B4-BE49-F238E27FC236}">
                    <a16:creationId xmlns:a16="http://schemas.microsoft.com/office/drawing/2014/main" id="{31992089-F0D0-883C-68B5-6E4050828402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1" name="ellipse_2843">
                <a:extLst>
                  <a:ext uri="{FF2B5EF4-FFF2-40B4-BE49-F238E27FC236}">
                    <a16:creationId xmlns:a16="http://schemas.microsoft.com/office/drawing/2014/main" id="{E04E7EC4-CD9E-FB6A-8775-40843CFEE6AE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2" name="ellipse_2844">
                <a:extLst>
                  <a:ext uri="{FF2B5EF4-FFF2-40B4-BE49-F238E27FC236}">
                    <a16:creationId xmlns:a16="http://schemas.microsoft.com/office/drawing/2014/main" id="{513C5D99-2025-FA8A-9E39-E90791CA772A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3" name="ellipse_2845">
                <a:extLst>
                  <a:ext uri="{FF2B5EF4-FFF2-40B4-BE49-F238E27FC236}">
                    <a16:creationId xmlns:a16="http://schemas.microsoft.com/office/drawing/2014/main" id="{93F19F88-F75D-9B15-0DDA-1CD55E38ECB0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4" name="ellipse_2846">
                <a:extLst>
                  <a:ext uri="{FF2B5EF4-FFF2-40B4-BE49-F238E27FC236}">
                    <a16:creationId xmlns:a16="http://schemas.microsoft.com/office/drawing/2014/main" id="{07CA20CA-32A0-3AFD-3849-DB85E56DA689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5" name="ellipse_2847">
                <a:extLst>
                  <a:ext uri="{FF2B5EF4-FFF2-40B4-BE49-F238E27FC236}">
                    <a16:creationId xmlns:a16="http://schemas.microsoft.com/office/drawing/2014/main" id="{66BD5A37-A3C6-1939-3222-D7D836D3C9B1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6" name="ellipse_2848">
                <a:extLst>
                  <a:ext uri="{FF2B5EF4-FFF2-40B4-BE49-F238E27FC236}">
                    <a16:creationId xmlns:a16="http://schemas.microsoft.com/office/drawing/2014/main" id="{A3A80ACA-D431-9B2B-C6F8-07A92B713493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7" name="ellipse_2849">
                <a:extLst>
                  <a:ext uri="{FF2B5EF4-FFF2-40B4-BE49-F238E27FC236}">
                    <a16:creationId xmlns:a16="http://schemas.microsoft.com/office/drawing/2014/main" id="{062AED4F-FC49-2E3B-F3C4-369FD1E1353B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8" name="ellipse_2850">
                <a:extLst>
                  <a:ext uri="{FF2B5EF4-FFF2-40B4-BE49-F238E27FC236}">
                    <a16:creationId xmlns:a16="http://schemas.microsoft.com/office/drawing/2014/main" id="{BF01D8C8-5BE3-5859-0052-EC79F78214E2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9" name="ellipse_2851">
                <a:extLst>
                  <a:ext uri="{FF2B5EF4-FFF2-40B4-BE49-F238E27FC236}">
                    <a16:creationId xmlns:a16="http://schemas.microsoft.com/office/drawing/2014/main" id="{BD1F77B3-E9A5-B1E8-798C-FE2AB79AF46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0" name="ellipse_2852">
                <a:extLst>
                  <a:ext uri="{FF2B5EF4-FFF2-40B4-BE49-F238E27FC236}">
                    <a16:creationId xmlns:a16="http://schemas.microsoft.com/office/drawing/2014/main" id="{2F086C12-8DDE-C0F6-0D56-9A26A94E7FEB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1" name="ellipse_2853">
                <a:extLst>
                  <a:ext uri="{FF2B5EF4-FFF2-40B4-BE49-F238E27FC236}">
                    <a16:creationId xmlns:a16="http://schemas.microsoft.com/office/drawing/2014/main" id="{C5299042-8154-F81B-BC80-9926D7B1010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2" name="ellipse_2854">
                <a:extLst>
                  <a:ext uri="{FF2B5EF4-FFF2-40B4-BE49-F238E27FC236}">
                    <a16:creationId xmlns:a16="http://schemas.microsoft.com/office/drawing/2014/main" id="{5A5866A5-16D6-4915-6A70-1D4610C5407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3" name="ellipse_2855">
                <a:extLst>
                  <a:ext uri="{FF2B5EF4-FFF2-40B4-BE49-F238E27FC236}">
                    <a16:creationId xmlns:a16="http://schemas.microsoft.com/office/drawing/2014/main" id="{84A5AB79-7746-DE7D-E5CA-CB479053D59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4" name="ellipse_2856">
                <a:extLst>
                  <a:ext uri="{FF2B5EF4-FFF2-40B4-BE49-F238E27FC236}">
                    <a16:creationId xmlns:a16="http://schemas.microsoft.com/office/drawing/2014/main" id="{3006805B-CC43-AC71-E3ED-14A4157BB0AE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5" name="ellipse_2857">
                <a:extLst>
                  <a:ext uri="{FF2B5EF4-FFF2-40B4-BE49-F238E27FC236}">
                    <a16:creationId xmlns:a16="http://schemas.microsoft.com/office/drawing/2014/main" id="{7183CDAE-B057-404B-8CA7-DF03970F1582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6" name="ellipse_2858">
                <a:extLst>
                  <a:ext uri="{FF2B5EF4-FFF2-40B4-BE49-F238E27FC236}">
                    <a16:creationId xmlns:a16="http://schemas.microsoft.com/office/drawing/2014/main" id="{7FBA6988-9FC0-3189-B9A0-74EF644F6653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7" name="ellipse_2859">
                <a:extLst>
                  <a:ext uri="{FF2B5EF4-FFF2-40B4-BE49-F238E27FC236}">
                    <a16:creationId xmlns:a16="http://schemas.microsoft.com/office/drawing/2014/main" id="{158147E5-81CC-A751-529E-F2BCA3F20895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8" name="ellipse_2860">
                <a:extLst>
                  <a:ext uri="{FF2B5EF4-FFF2-40B4-BE49-F238E27FC236}">
                    <a16:creationId xmlns:a16="http://schemas.microsoft.com/office/drawing/2014/main" id="{91877774-5F86-DC19-8DDB-154F75FE103D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9" name="ellipse_2861">
                <a:extLst>
                  <a:ext uri="{FF2B5EF4-FFF2-40B4-BE49-F238E27FC236}">
                    <a16:creationId xmlns:a16="http://schemas.microsoft.com/office/drawing/2014/main" id="{4FE162FC-A6F9-0056-2069-0819C1BE084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0" name="ellipse_2862">
                <a:extLst>
                  <a:ext uri="{FF2B5EF4-FFF2-40B4-BE49-F238E27FC236}">
                    <a16:creationId xmlns:a16="http://schemas.microsoft.com/office/drawing/2014/main" id="{B089793D-6A94-2173-4E2A-51DE5AD6069A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1" name="ellipse_2863">
                <a:extLst>
                  <a:ext uri="{FF2B5EF4-FFF2-40B4-BE49-F238E27FC236}">
                    <a16:creationId xmlns:a16="http://schemas.microsoft.com/office/drawing/2014/main" id="{4A20FC11-FC65-C1D5-03EE-B2EBB67FE0EC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2" name="ellipse_2864">
                <a:extLst>
                  <a:ext uri="{FF2B5EF4-FFF2-40B4-BE49-F238E27FC236}">
                    <a16:creationId xmlns:a16="http://schemas.microsoft.com/office/drawing/2014/main" id="{B62E5F49-0AFA-0EF3-2DFE-547EC040C55B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3" name="ellipse_2865">
                <a:extLst>
                  <a:ext uri="{FF2B5EF4-FFF2-40B4-BE49-F238E27FC236}">
                    <a16:creationId xmlns:a16="http://schemas.microsoft.com/office/drawing/2014/main" id="{863554B2-0D94-C6B1-427F-3E6548C1CC59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4" name="ellipse_2866">
                <a:extLst>
                  <a:ext uri="{FF2B5EF4-FFF2-40B4-BE49-F238E27FC236}">
                    <a16:creationId xmlns:a16="http://schemas.microsoft.com/office/drawing/2014/main" id="{31CC9438-277D-EDDD-C76C-E88DCC693C88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5" name="ellipse_2867">
                <a:extLst>
                  <a:ext uri="{FF2B5EF4-FFF2-40B4-BE49-F238E27FC236}">
                    <a16:creationId xmlns:a16="http://schemas.microsoft.com/office/drawing/2014/main" id="{51D6016E-2843-B907-741D-C32061392D97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6" name="ellipse_2868">
                <a:extLst>
                  <a:ext uri="{FF2B5EF4-FFF2-40B4-BE49-F238E27FC236}">
                    <a16:creationId xmlns:a16="http://schemas.microsoft.com/office/drawing/2014/main" id="{F21529B0-4618-281E-CBD5-68CAC814E8CD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7" name="ellipse_2869">
                <a:extLst>
                  <a:ext uri="{FF2B5EF4-FFF2-40B4-BE49-F238E27FC236}">
                    <a16:creationId xmlns:a16="http://schemas.microsoft.com/office/drawing/2014/main" id="{C8163A46-0633-7093-FD96-9B85AD98A9FF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88" name="Candidate blob | editable contour">
              <a:extLst>
                <a:ext uri="{FF2B5EF4-FFF2-40B4-BE49-F238E27FC236}">
                  <a16:creationId xmlns:a16="http://schemas.microsoft.com/office/drawing/2014/main" id="{A57100B0-3632-9195-D19E-AD2F7DD1CDF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871">
              <a:extLst>
                <a:ext uri="{FF2B5EF4-FFF2-40B4-BE49-F238E27FC236}">
                  <a16:creationId xmlns:a16="http://schemas.microsoft.com/office/drawing/2014/main" id="{7A057110-7314-29E6-45BC-C940210A8C4A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Site p | geometric centre">
              <a:extLst>
                <a:ext uri="{FF2B5EF4-FFF2-40B4-BE49-F238E27FC236}">
                  <a16:creationId xmlns:a16="http://schemas.microsoft.com/office/drawing/2014/main" id="{32A2A18A-C09B-4D26-AD31-637A9EAA1519}"/>
                </a:ext>
              </a:extLst>
            </p:cNvPr>
            <p:cNvSpPr>
              <a:spLocks noGrp="1"/>
            </p:cNvSpPr>
            <p:nvPr/>
          </p:nvSpPr>
          <p:spPr>
            <a:xfrm>
              <a:off x="341982" y="5779957"/>
              <a:ext cx="30000" cy="30000"/>
            </a:xfrm>
            <a:prstGeom prst="ellipse">
              <a:avLst/>
            </a:prstGeom>
            <a:solidFill>
              <a:srgbClr val="174979"/>
            </a:solidFill>
            <a:ln w="1650">
              <a:solidFill>
                <a:srgbClr val="FFFFFF"/>
              </a:solidFill>
            </a:ln>
          </p:spPr>
        </p:sp>
        <p:sp>
          <p:nvSpPr>
            <p:cNvPr id="591" name="Text | Site p">
              <a:extLst>
                <a:ext uri="{FF2B5EF4-FFF2-40B4-BE49-F238E27FC236}">
                  <a16:creationId xmlns:a16="http://schemas.microsoft.com/office/drawing/2014/main" id="{0FB3C559-5FCF-A942-0C6F-311F77BF8BCD}"/>
                </a:ext>
              </a:extLst>
            </p:cNvPr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500"/>
            </a:p>
          </p:txBody>
        </p:sp>
        <p:sp>
          <p:nvSpPr>
            <p:cNvPr id="592" name="Text | from Find">
              <a:extLst>
                <a:ext uri="{FF2B5EF4-FFF2-40B4-BE49-F238E27FC236}">
                  <a16:creationId xmlns:a16="http://schemas.microsoft.com/office/drawing/2014/main" id="{A4DECEBC-C467-F49A-8903-C7BCD024299B}"/>
                </a:ext>
              </a:extLst>
            </p:cNvPr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407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407"/>
            </a:p>
          </p:txBody>
        </p:sp>
        <p:sp>
          <p:nvSpPr>
            <p:cNvPr id="593" name="Text | +">
              <a:extLst>
                <a:ext uri="{FF2B5EF4-FFF2-40B4-BE49-F238E27FC236}">
                  <a16:creationId xmlns:a16="http://schemas.microsoft.com/office/drawing/2014/main" id="{3C7BA717-4B11-7C0E-695D-F18A6BADF987}"/>
                </a:ext>
              </a:extLst>
            </p:cNvPr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594" name="d | Ligand identity: illustrative molecular graph">
              <a:extLst>
                <a:ext uri="{FF2B5EF4-FFF2-40B4-BE49-F238E27FC236}">
                  <a16:creationId xmlns:a16="http://schemas.microsoft.com/office/drawing/2014/main" id="{4B5FF03B-9939-087F-1A90-59B68227CCD0}"/>
                </a:ext>
              </a:extLst>
            </p:cNvPr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595" name="path_2875">
                <a:extLst>
                  <a:ext uri="{FF2B5EF4-FFF2-40B4-BE49-F238E27FC236}">
                    <a16:creationId xmlns:a16="http://schemas.microsoft.com/office/drawing/2014/main" id="{537C00EB-63A3-54E2-840F-755592B2D5CE}"/>
                  </a:ext>
                </a:extLst>
              </p:cNvPr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6" name="path_2876">
                <a:extLst>
                  <a:ext uri="{FF2B5EF4-FFF2-40B4-BE49-F238E27FC236}">
                    <a16:creationId xmlns:a16="http://schemas.microsoft.com/office/drawing/2014/main" id="{3EFCC9A4-2657-748E-3D4A-B079F987487B}"/>
                  </a:ext>
                </a:extLst>
              </p:cNvPr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7" name="path_2877">
                <a:extLst>
                  <a:ext uri="{FF2B5EF4-FFF2-40B4-BE49-F238E27FC236}">
                    <a16:creationId xmlns:a16="http://schemas.microsoft.com/office/drawing/2014/main" id="{4F972F5E-CC59-9166-7930-5C58B67060F6}"/>
                  </a:ext>
                </a:extLst>
              </p:cNvPr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8" name="path_2878">
                <a:extLst>
                  <a:ext uri="{FF2B5EF4-FFF2-40B4-BE49-F238E27FC236}">
                    <a16:creationId xmlns:a16="http://schemas.microsoft.com/office/drawing/2014/main" id="{09B48882-DC24-2F67-7B2F-514E25956416}"/>
                  </a:ext>
                </a:extLst>
              </p:cNvPr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9" name="path_2879">
                <a:extLst>
                  <a:ext uri="{FF2B5EF4-FFF2-40B4-BE49-F238E27FC236}">
                    <a16:creationId xmlns:a16="http://schemas.microsoft.com/office/drawing/2014/main" id="{216E8486-E6D3-4DF6-049A-31795B41AC78}"/>
                  </a:ext>
                </a:extLst>
              </p:cNvPr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0" name="path_2880">
                <a:extLst>
                  <a:ext uri="{FF2B5EF4-FFF2-40B4-BE49-F238E27FC236}">
                    <a16:creationId xmlns:a16="http://schemas.microsoft.com/office/drawing/2014/main" id="{50277E51-18B8-37EC-C175-BFE147D83500}"/>
                  </a:ext>
                </a:extLst>
              </p:cNvPr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1" name="path_2881">
                <a:extLst>
                  <a:ext uri="{FF2B5EF4-FFF2-40B4-BE49-F238E27FC236}">
                    <a16:creationId xmlns:a16="http://schemas.microsoft.com/office/drawing/2014/main" id="{A3D0771C-55F6-268B-03D5-3A96173BCC16}"/>
                  </a:ext>
                </a:extLst>
              </p:cNvPr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2" name="path_2882">
                <a:extLst>
                  <a:ext uri="{FF2B5EF4-FFF2-40B4-BE49-F238E27FC236}">
                    <a16:creationId xmlns:a16="http://schemas.microsoft.com/office/drawing/2014/main" id="{AF0829CA-4B4E-389A-6316-16E31B819C92}"/>
                  </a:ext>
                </a:extLst>
              </p:cNvPr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3" name="path_2883">
                <a:extLst>
                  <a:ext uri="{FF2B5EF4-FFF2-40B4-BE49-F238E27FC236}">
                    <a16:creationId xmlns:a16="http://schemas.microsoft.com/office/drawing/2014/main" id="{9B328243-16B8-D8AA-964E-79E3A83A1DE6}"/>
                  </a:ext>
                </a:extLst>
              </p:cNvPr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4" name="path_2884">
                <a:extLst>
                  <a:ext uri="{FF2B5EF4-FFF2-40B4-BE49-F238E27FC236}">
                    <a16:creationId xmlns:a16="http://schemas.microsoft.com/office/drawing/2014/main" id="{49F67EEA-A26A-AEF1-5779-D2FA928CF25B}"/>
                  </a:ext>
                </a:extLst>
              </p:cNvPr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5" name="path_2885">
                <a:extLst>
                  <a:ext uri="{FF2B5EF4-FFF2-40B4-BE49-F238E27FC236}">
                    <a16:creationId xmlns:a16="http://schemas.microsoft.com/office/drawing/2014/main" id="{A060A7C4-ECA0-68C5-2949-F2F9F8791D23}"/>
                  </a:ext>
                </a:extLst>
              </p:cNvPr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06" name="Text | O">
                <a:extLst>
                  <a:ext uri="{FF2B5EF4-FFF2-40B4-BE49-F238E27FC236}">
                    <a16:creationId xmlns:a16="http://schemas.microsoft.com/office/drawing/2014/main" id="{5B538A16-1EA4-66E6-20A0-F509B303652E}"/>
                  </a:ext>
                </a:extLst>
              </p:cNvPr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r>
                  <a:rPr lang="en-US" sz="37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370"/>
              </a:p>
            </p:txBody>
          </p:sp>
        </p:grpSp>
        <p:sp>
          <p:nvSpPr>
            <p:cNvPr id="607" name="Text | SMILES">
              <a:extLst>
                <a:ext uri="{FF2B5EF4-FFF2-40B4-BE49-F238E27FC236}">
                  <a16:creationId xmlns:a16="http://schemas.microsoft.com/office/drawing/2014/main" id="{6422873E-1A35-0B33-3652-5579B64B71E3}"/>
                </a:ext>
              </a:extLst>
            </p:cNvPr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500"/>
            </a:p>
          </p:txBody>
        </p:sp>
        <p:sp>
          <p:nvSpPr>
            <p:cNvPr id="608" name="Text | +">
              <a:extLst>
                <a:ext uri="{FF2B5EF4-FFF2-40B4-BE49-F238E27FC236}">
                  <a16:creationId xmlns:a16="http://schemas.microsoft.com/office/drawing/2014/main" id="{D0C187C4-B554-550A-D157-BC0D8A8CD46A}"/>
                </a:ext>
              </a:extLst>
            </p:cNvPr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609" name="d | Pocket: local receptor environment">
              <a:extLst>
                <a:ext uri="{FF2B5EF4-FFF2-40B4-BE49-F238E27FC236}">
                  <a16:creationId xmlns:a16="http://schemas.microsoft.com/office/drawing/2014/main" id="{9AC254AC-A713-1B87-A80E-353B5730BB49}"/>
                </a:ext>
              </a:extLst>
            </p:cNvPr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610" name="ellipse_2889">
                <a:extLst>
                  <a:ext uri="{FF2B5EF4-FFF2-40B4-BE49-F238E27FC236}">
                    <a16:creationId xmlns:a16="http://schemas.microsoft.com/office/drawing/2014/main" id="{F6F42009-9F91-D84F-A7A7-1F1521BF7734}"/>
                  </a:ext>
                </a:extLst>
              </p:cNvPr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1" name="ellipse_2890">
                <a:extLst>
                  <a:ext uri="{FF2B5EF4-FFF2-40B4-BE49-F238E27FC236}">
                    <a16:creationId xmlns:a16="http://schemas.microsoft.com/office/drawing/2014/main" id="{045AB32F-9C7A-C3A5-FFA2-14BEBA77A24B}"/>
                  </a:ext>
                </a:extLst>
              </p:cNvPr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2" name="ellipse_2891">
                <a:extLst>
                  <a:ext uri="{FF2B5EF4-FFF2-40B4-BE49-F238E27FC236}">
                    <a16:creationId xmlns:a16="http://schemas.microsoft.com/office/drawing/2014/main" id="{AFA5997E-E0A6-69AD-F436-10F198E6D7DF}"/>
                  </a:ext>
                </a:extLst>
              </p:cNvPr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3" name="ellipse_2892">
                <a:extLst>
                  <a:ext uri="{FF2B5EF4-FFF2-40B4-BE49-F238E27FC236}">
                    <a16:creationId xmlns:a16="http://schemas.microsoft.com/office/drawing/2014/main" id="{D318EF96-C722-3435-32BD-E6834D0C9CC0}"/>
                  </a:ext>
                </a:extLst>
              </p:cNvPr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4" name="ellipse_2893">
                <a:extLst>
                  <a:ext uri="{FF2B5EF4-FFF2-40B4-BE49-F238E27FC236}">
                    <a16:creationId xmlns:a16="http://schemas.microsoft.com/office/drawing/2014/main" id="{B33AF6AB-20B1-BF22-6040-98A3D48296EC}"/>
                  </a:ext>
                </a:extLst>
              </p:cNvPr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5" name="ellipse_2894">
                <a:extLst>
                  <a:ext uri="{FF2B5EF4-FFF2-40B4-BE49-F238E27FC236}">
                    <a16:creationId xmlns:a16="http://schemas.microsoft.com/office/drawing/2014/main" id="{C45B3963-6459-8745-7FD7-27B22996534E}"/>
                  </a:ext>
                </a:extLst>
              </p:cNvPr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6" name="ellipse_2895">
                <a:extLst>
                  <a:ext uri="{FF2B5EF4-FFF2-40B4-BE49-F238E27FC236}">
                    <a16:creationId xmlns:a16="http://schemas.microsoft.com/office/drawing/2014/main" id="{AE1EB2BA-1604-5C86-6ED2-4B22404B98F8}"/>
                  </a:ext>
                </a:extLst>
              </p:cNvPr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7" name="ellipse_2896">
                <a:extLst>
                  <a:ext uri="{FF2B5EF4-FFF2-40B4-BE49-F238E27FC236}">
                    <a16:creationId xmlns:a16="http://schemas.microsoft.com/office/drawing/2014/main" id="{4FB62A94-D032-B3F6-C1DF-DCB4EC47EC3F}"/>
                  </a:ext>
                </a:extLst>
              </p:cNvPr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8" name="ellipse_2897">
                <a:extLst>
                  <a:ext uri="{FF2B5EF4-FFF2-40B4-BE49-F238E27FC236}">
                    <a16:creationId xmlns:a16="http://schemas.microsoft.com/office/drawing/2014/main" id="{0FD46FB7-160E-6C5D-7685-6DDEEFDE8C14}"/>
                  </a:ext>
                </a:extLst>
              </p:cNvPr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9" name="ellipse_2898">
                <a:extLst>
                  <a:ext uri="{FF2B5EF4-FFF2-40B4-BE49-F238E27FC236}">
                    <a16:creationId xmlns:a16="http://schemas.microsoft.com/office/drawing/2014/main" id="{091752B4-92B8-7508-8020-9D44A88F777F}"/>
                  </a:ext>
                </a:extLst>
              </p:cNvPr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0" name="ellipse_2899">
                <a:extLst>
                  <a:ext uri="{FF2B5EF4-FFF2-40B4-BE49-F238E27FC236}">
                    <a16:creationId xmlns:a16="http://schemas.microsoft.com/office/drawing/2014/main" id="{4DE6B3DF-A47F-57FD-F28D-EFC2269BF94F}"/>
                  </a:ext>
                </a:extLst>
              </p:cNvPr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1" name="ellipse_2900">
                <a:extLst>
                  <a:ext uri="{FF2B5EF4-FFF2-40B4-BE49-F238E27FC236}">
                    <a16:creationId xmlns:a16="http://schemas.microsoft.com/office/drawing/2014/main" id="{62AA9303-85C8-8635-0C9B-5090E17ACDC2}"/>
                  </a:ext>
                </a:extLst>
              </p:cNvPr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2" name="ellipse_2901">
                <a:extLst>
                  <a:ext uri="{FF2B5EF4-FFF2-40B4-BE49-F238E27FC236}">
                    <a16:creationId xmlns:a16="http://schemas.microsoft.com/office/drawing/2014/main" id="{814B139D-1870-EACD-85C0-03B261A5C8B5}"/>
                  </a:ext>
                </a:extLst>
              </p:cNvPr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3" name="ellipse_2902">
                <a:extLst>
                  <a:ext uri="{FF2B5EF4-FFF2-40B4-BE49-F238E27FC236}">
                    <a16:creationId xmlns:a16="http://schemas.microsoft.com/office/drawing/2014/main" id="{105F774C-40DA-0AB9-F834-DAC9C6CBA535}"/>
                  </a:ext>
                </a:extLst>
              </p:cNvPr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4" name="ellipse_2903">
                <a:extLst>
                  <a:ext uri="{FF2B5EF4-FFF2-40B4-BE49-F238E27FC236}">
                    <a16:creationId xmlns:a16="http://schemas.microsoft.com/office/drawing/2014/main" id="{9F95DB6C-A3A9-3FAE-E70E-154CB4C5612F}"/>
                  </a:ext>
                </a:extLst>
              </p:cNvPr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5" name="ellipse_2904">
                <a:extLst>
                  <a:ext uri="{FF2B5EF4-FFF2-40B4-BE49-F238E27FC236}">
                    <a16:creationId xmlns:a16="http://schemas.microsoft.com/office/drawing/2014/main" id="{72D1D5B5-5E58-D72B-34B8-88C8349C8F0B}"/>
                  </a:ext>
                </a:extLst>
              </p:cNvPr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6" name="ellipse_2905">
                <a:extLst>
                  <a:ext uri="{FF2B5EF4-FFF2-40B4-BE49-F238E27FC236}">
                    <a16:creationId xmlns:a16="http://schemas.microsoft.com/office/drawing/2014/main" id="{42FBC5A2-A375-AF82-B9DD-98C16577EF47}"/>
                  </a:ext>
                </a:extLst>
              </p:cNvPr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7" name="ellipse_2906">
                <a:extLst>
                  <a:ext uri="{FF2B5EF4-FFF2-40B4-BE49-F238E27FC236}">
                    <a16:creationId xmlns:a16="http://schemas.microsoft.com/office/drawing/2014/main" id="{F7F2B472-4F55-3640-AB61-402F08A4A605}"/>
                  </a:ext>
                </a:extLst>
              </p:cNvPr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8" name="ellipse_2907">
                <a:extLst>
                  <a:ext uri="{FF2B5EF4-FFF2-40B4-BE49-F238E27FC236}">
                    <a16:creationId xmlns:a16="http://schemas.microsoft.com/office/drawing/2014/main" id="{C774233C-40B5-07E7-0A55-13D4EE18021E}"/>
                  </a:ext>
                </a:extLst>
              </p:cNvPr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9" name="ellipse_2908">
                <a:extLst>
                  <a:ext uri="{FF2B5EF4-FFF2-40B4-BE49-F238E27FC236}">
                    <a16:creationId xmlns:a16="http://schemas.microsoft.com/office/drawing/2014/main" id="{18E561CE-C0D4-5882-4DBC-020E399CF9B9}"/>
                  </a:ext>
                </a:extLst>
              </p:cNvPr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0" name="ellipse_2909">
                <a:extLst>
                  <a:ext uri="{FF2B5EF4-FFF2-40B4-BE49-F238E27FC236}">
                    <a16:creationId xmlns:a16="http://schemas.microsoft.com/office/drawing/2014/main" id="{3B4AA6EE-FE09-CF47-A222-58CBF0AE7A5B}"/>
                  </a:ext>
                </a:extLst>
              </p:cNvPr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1" name="ellipse_2910">
                <a:extLst>
                  <a:ext uri="{FF2B5EF4-FFF2-40B4-BE49-F238E27FC236}">
                    <a16:creationId xmlns:a16="http://schemas.microsoft.com/office/drawing/2014/main" id="{440DE651-BCFE-000A-17BE-AC0E18E1CC9A}"/>
                  </a:ext>
                </a:extLst>
              </p:cNvPr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2" name="ellipse_2911">
                <a:extLst>
                  <a:ext uri="{FF2B5EF4-FFF2-40B4-BE49-F238E27FC236}">
                    <a16:creationId xmlns:a16="http://schemas.microsoft.com/office/drawing/2014/main" id="{EC2FBFE7-DAE9-F29A-DD1D-84C979220963}"/>
                  </a:ext>
                </a:extLst>
              </p:cNvPr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3" name="ellipse_2912">
                <a:extLst>
                  <a:ext uri="{FF2B5EF4-FFF2-40B4-BE49-F238E27FC236}">
                    <a16:creationId xmlns:a16="http://schemas.microsoft.com/office/drawing/2014/main" id="{DB9DF0BA-713A-C761-5B96-AA0C67EA8663}"/>
                  </a:ext>
                </a:extLst>
              </p:cNvPr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4" name="ellipse_2913">
                <a:extLst>
                  <a:ext uri="{FF2B5EF4-FFF2-40B4-BE49-F238E27FC236}">
                    <a16:creationId xmlns:a16="http://schemas.microsoft.com/office/drawing/2014/main" id="{94BAAEF8-DFDF-969A-C87E-D13B3196CE8D}"/>
                  </a:ext>
                </a:extLst>
              </p:cNvPr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5" name="ellipse_2914">
                <a:extLst>
                  <a:ext uri="{FF2B5EF4-FFF2-40B4-BE49-F238E27FC236}">
                    <a16:creationId xmlns:a16="http://schemas.microsoft.com/office/drawing/2014/main" id="{8B4824DC-B5E4-95D3-8162-FF95840CF850}"/>
                  </a:ext>
                </a:extLst>
              </p:cNvPr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6" name="ellipse_2915">
                <a:extLst>
                  <a:ext uri="{FF2B5EF4-FFF2-40B4-BE49-F238E27FC236}">
                    <a16:creationId xmlns:a16="http://schemas.microsoft.com/office/drawing/2014/main" id="{CFA15D71-CFCC-2A95-A285-E7717C19B74B}"/>
                  </a:ext>
                </a:extLst>
              </p:cNvPr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7" name="ellipse_2916">
                <a:extLst>
                  <a:ext uri="{FF2B5EF4-FFF2-40B4-BE49-F238E27FC236}">
                    <a16:creationId xmlns:a16="http://schemas.microsoft.com/office/drawing/2014/main" id="{C2AC5A4E-F3C5-03F4-D3C1-073A3BB34E62}"/>
                  </a:ext>
                </a:extLst>
              </p:cNvPr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8" name="ellipse_2917">
                <a:extLst>
                  <a:ext uri="{FF2B5EF4-FFF2-40B4-BE49-F238E27FC236}">
                    <a16:creationId xmlns:a16="http://schemas.microsoft.com/office/drawing/2014/main" id="{8C256738-8E53-9CE7-A6B1-7446A23851A0}"/>
                  </a:ext>
                </a:extLst>
              </p:cNvPr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9" name="ellipse_2918">
                <a:extLst>
                  <a:ext uri="{FF2B5EF4-FFF2-40B4-BE49-F238E27FC236}">
                    <a16:creationId xmlns:a16="http://schemas.microsoft.com/office/drawing/2014/main" id="{563AED87-5DE7-3766-BF3B-B96ECDE955BD}"/>
                  </a:ext>
                </a:extLst>
              </p:cNvPr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0" name="ellipse_2919">
                <a:extLst>
                  <a:ext uri="{FF2B5EF4-FFF2-40B4-BE49-F238E27FC236}">
                    <a16:creationId xmlns:a16="http://schemas.microsoft.com/office/drawing/2014/main" id="{330F0537-6D89-A876-DEE5-7DDEE7627645}"/>
                  </a:ext>
                </a:extLst>
              </p:cNvPr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1" name="ellipse_2920">
                <a:extLst>
                  <a:ext uri="{FF2B5EF4-FFF2-40B4-BE49-F238E27FC236}">
                    <a16:creationId xmlns:a16="http://schemas.microsoft.com/office/drawing/2014/main" id="{94C757A5-D798-CBFD-6440-152BCEB3B856}"/>
                  </a:ext>
                </a:extLst>
              </p:cNvPr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2" name="ellipse_2921">
                <a:extLst>
                  <a:ext uri="{FF2B5EF4-FFF2-40B4-BE49-F238E27FC236}">
                    <a16:creationId xmlns:a16="http://schemas.microsoft.com/office/drawing/2014/main" id="{EBC8D83C-ACA0-D0E0-287B-62EBDD333AE0}"/>
                  </a:ext>
                </a:extLst>
              </p:cNvPr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3" name="ellipse_2922">
                <a:extLst>
                  <a:ext uri="{FF2B5EF4-FFF2-40B4-BE49-F238E27FC236}">
                    <a16:creationId xmlns:a16="http://schemas.microsoft.com/office/drawing/2014/main" id="{A7DA2629-9185-DD7B-932A-CC9039FF67E7}"/>
                  </a:ext>
                </a:extLst>
              </p:cNvPr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4" name="ellipse_2923">
                <a:extLst>
                  <a:ext uri="{FF2B5EF4-FFF2-40B4-BE49-F238E27FC236}">
                    <a16:creationId xmlns:a16="http://schemas.microsoft.com/office/drawing/2014/main" id="{3BBDF1A6-21C9-D7EB-729E-B25FC2DD6EB9}"/>
                  </a:ext>
                </a:extLst>
              </p:cNvPr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5" name="ellipse_2924">
                <a:extLst>
                  <a:ext uri="{FF2B5EF4-FFF2-40B4-BE49-F238E27FC236}">
                    <a16:creationId xmlns:a16="http://schemas.microsoft.com/office/drawing/2014/main" id="{3D08E5B1-4348-ED8A-4E1A-5DEFEF513C19}"/>
                  </a:ext>
                </a:extLst>
              </p:cNvPr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6" name="ellipse_2925">
                <a:extLst>
                  <a:ext uri="{FF2B5EF4-FFF2-40B4-BE49-F238E27FC236}">
                    <a16:creationId xmlns:a16="http://schemas.microsoft.com/office/drawing/2014/main" id="{7A0A60F6-862F-BDFD-7F88-142229790E2D}"/>
                  </a:ext>
                </a:extLst>
              </p:cNvPr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7" name="ellipse_2926">
                <a:extLst>
                  <a:ext uri="{FF2B5EF4-FFF2-40B4-BE49-F238E27FC236}">
                    <a16:creationId xmlns:a16="http://schemas.microsoft.com/office/drawing/2014/main" id="{2028B717-AF58-0FEB-8422-CEA589F88B23}"/>
                  </a:ext>
                </a:extLst>
              </p:cNvPr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8" name="ellipse_2927">
                <a:extLst>
                  <a:ext uri="{FF2B5EF4-FFF2-40B4-BE49-F238E27FC236}">
                    <a16:creationId xmlns:a16="http://schemas.microsoft.com/office/drawing/2014/main" id="{DAA61825-7DB0-0DAB-C675-8140DC25E0E1}"/>
                  </a:ext>
                </a:extLst>
              </p:cNvPr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9" name="ellipse_2928">
                <a:extLst>
                  <a:ext uri="{FF2B5EF4-FFF2-40B4-BE49-F238E27FC236}">
                    <a16:creationId xmlns:a16="http://schemas.microsoft.com/office/drawing/2014/main" id="{9BCE55E4-EAC0-F05A-3021-330E38B489C2}"/>
                  </a:ext>
                </a:extLst>
              </p:cNvPr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0" name="ellipse_2929">
                <a:extLst>
                  <a:ext uri="{FF2B5EF4-FFF2-40B4-BE49-F238E27FC236}">
                    <a16:creationId xmlns:a16="http://schemas.microsoft.com/office/drawing/2014/main" id="{429E55D0-D4C1-3573-3786-DDF26EF377B4}"/>
                  </a:ext>
                </a:extLst>
              </p:cNvPr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1" name="ellipse_2930">
                <a:extLst>
                  <a:ext uri="{FF2B5EF4-FFF2-40B4-BE49-F238E27FC236}">
                    <a16:creationId xmlns:a16="http://schemas.microsoft.com/office/drawing/2014/main" id="{5DC9C39E-63E1-4C3A-3776-DF8C4D1C1AB9}"/>
                  </a:ext>
                </a:extLst>
              </p:cNvPr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2" name="ellipse_2931">
                <a:extLst>
                  <a:ext uri="{FF2B5EF4-FFF2-40B4-BE49-F238E27FC236}">
                    <a16:creationId xmlns:a16="http://schemas.microsoft.com/office/drawing/2014/main" id="{EB276664-B994-6526-C319-6B7961DC9914}"/>
                  </a:ext>
                </a:extLst>
              </p:cNvPr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3" name="ellipse_2932">
                <a:extLst>
                  <a:ext uri="{FF2B5EF4-FFF2-40B4-BE49-F238E27FC236}">
                    <a16:creationId xmlns:a16="http://schemas.microsoft.com/office/drawing/2014/main" id="{3654202C-0E59-35EC-5848-001B215FA4B9}"/>
                  </a:ext>
                </a:extLst>
              </p:cNvPr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4" name="ellipse_2933">
                <a:extLst>
                  <a:ext uri="{FF2B5EF4-FFF2-40B4-BE49-F238E27FC236}">
                    <a16:creationId xmlns:a16="http://schemas.microsoft.com/office/drawing/2014/main" id="{3B974907-5666-26CF-ACE4-916A13C13327}"/>
                  </a:ext>
                </a:extLst>
              </p:cNvPr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5" name="ellipse_2934">
                <a:extLst>
                  <a:ext uri="{FF2B5EF4-FFF2-40B4-BE49-F238E27FC236}">
                    <a16:creationId xmlns:a16="http://schemas.microsoft.com/office/drawing/2014/main" id="{C59FB2D6-1DFD-AA3B-DC85-0B82DB24C1CF}"/>
                  </a:ext>
                </a:extLst>
              </p:cNvPr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6" name="ellipse_2935">
                <a:extLst>
                  <a:ext uri="{FF2B5EF4-FFF2-40B4-BE49-F238E27FC236}">
                    <a16:creationId xmlns:a16="http://schemas.microsoft.com/office/drawing/2014/main" id="{A7C3B77F-B851-4E35-BD07-0F367812EB9A}"/>
                  </a:ext>
                </a:extLst>
              </p:cNvPr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7" name="ellipse_2936">
                <a:extLst>
                  <a:ext uri="{FF2B5EF4-FFF2-40B4-BE49-F238E27FC236}">
                    <a16:creationId xmlns:a16="http://schemas.microsoft.com/office/drawing/2014/main" id="{EFDFC850-01C3-50CD-A91A-EBB0588B5830}"/>
                  </a:ext>
                </a:extLst>
              </p:cNvPr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8" name="ellipse_2937">
                <a:extLst>
                  <a:ext uri="{FF2B5EF4-FFF2-40B4-BE49-F238E27FC236}">
                    <a16:creationId xmlns:a16="http://schemas.microsoft.com/office/drawing/2014/main" id="{2ADF6D3D-6EA4-1EE4-BAC9-3D72498294C8}"/>
                  </a:ext>
                </a:extLst>
              </p:cNvPr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9" name="ellipse_2938">
                <a:extLst>
                  <a:ext uri="{FF2B5EF4-FFF2-40B4-BE49-F238E27FC236}">
                    <a16:creationId xmlns:a16="http://schemas.microsoft.com/office/drawing/2014/main" id="{605FCD02-6F70-67B1-1303-6CD8BE77DD47}"/>
                  </a:ext>
                </a:extLst>
              </p:cNvPr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0" name="ellipse_2939">
                <a:extLst>
                  <a:ext uri="{FF2B5EF4-FFF2-40B4-BE49-F238E27FC236}">
                    <a16:creationId xmlns:a16="http://schemas.microsoft.com/office/drawing/2014/main" id="{179C87C2-69B7-0DD5-37C7-A0AAA4E26E00}"/>
                  </a:ext>
                </a:extLst>
              </p:cNvPr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1" name="ellipse_2940">
                <a:extLst>
                  <a:ext uri="{FF2B5EF4-FFF2-40B4-BE49-F238E27FC236}">
                    <a16:creationId xmlns:a16="http://schemas.microsoft.com/office/drawing/2014/main" id="{50B5553A-2C19-58C0-3EE0-A0982B0602B5}"/>
                  </a:ext>
                </a:extLst>
              </p:cNvPr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2" name="ellipse_2941">
                <a:extLst>
                  <a:ext uri="{FF2B5EF4-FFF2-40B4-BE49-F238E27FC236}">
                    <a16:creationId xmlns:a16="http://schemas.microsoft.com/office/drawing/2014/main" id="{65AA6832-2B65-A41C-E54C-B16C1908EDF4}"/>
                  </a:ext>
                </a:extLst>
              </p:cNvPr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3" name="ellipse_2942">
                <a:extLst>
                  <a:ext uri="{FF2B5EF4-FFF2-40B4-BE49-F238E27FC236}">
                    <a16:creationId xmlns:a16="http://schemas.microsoft.com/office/drawing/2014/main" id="{20964C3D-B05A-C947-2C3A-16F6BB9A8F01}"/>
                  </a:ext>
                </a:extLst>
              </p:cNvPr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4" name="ellipse_2943">
                <a:extLst>
                  <a:ext uri="{FF2B5EF4-FFF2-40B4-BE49-F238E27FC236}">
                    <a16:creationId xmlns:a16="http://schemas.microsoft.com/office/drawing/2014/main" id="{B8EF0B59-F6B9-5ED5-1B13-9BCF93ADC380}"/>
                  </a:ext>
                </a:extLst>
              </p:cNvPr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5" name="ellipse_2944">
                <a:extLst>
                  <a:ext uri="{FF2B5EF4-FFF2-40B4-BE49-F238E27FC236}">
                    <a16:creationId xmlns:a16="http://schemas.microsoft.com/office/drawing/2014/main" id="{9D3765C9-4A57-F123-369F-396698B2CC36}"/>
                  </a:ext>
                </a:extLst>
              </p:cNvPr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6" name="ellipse_2945">
                <a:extLst>
                  <a:ext uri="{FF2B5EF4-FFF2-40B4-BE49-F238E27FC236}">
                    <a16:creationId xmlns:a16="http://schemas.microsoft.com/office/drawing/2014/main" id="{4AFA0D5E-491C-1C7B-4276-7A65DDF8675E}"/>
                  </a:ext>
                </a:extLst>
              </p:cNvPr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7" name="ellipse_2946">
                <a:extLst>
                  <a:ext uri="{FF2B5EF4-FFF2-40B4-BE49-F238E27FC236}">
                    <a16:creationId xmlns:a16="http://schemas.microsoft.com/office/drawing/2014/main" id="{12473768-002C-019E-4C6E-0C14F8D916F1}"/>
                  </a:ext>
                </a:extLst>
              </p:cNvPr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8" name="ellipse_2947">
                <a:extLst>
                  <a:ext uri="{FF2B5EF4-FFF2-40B4-BE49-F238E27FC236}">
                    <a16:creationId xmlns:a16="http://schemas.microsoft.com/office/drawing/2014/main" id="{C251B949-C0ED-5CD3-40F3-6DC5BC7BAE14}"/>
                  </a:ext>
                </a:extLst>
              </p:cNvPr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9" name="ellipse_2948">
                <a:extLst>
                  <a:ext uri="{FF2B5EF4-FFF2-40B4-BE49-F238E27FC236}">
                    <a16:creationId xmlns:a16="http://schemas.microsoft.com/office/drawing/2014/main" id="{2A7DD593-5379-AF54-0A55-6D727226C4EF}"/>
                  </a:ext>
                </a:extLst>
              </p:cNvPr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0" name="ellipse_2949">
                <a:extLst>
                  <a:ext uri="{FF2B5EF4-FFF2-40B4-BE49-F238E27FC236}">
                    <a16:creationId xmlns:a16="http://schemas.microsoft.com/office/drawing/2014/main" id="{C6A21056-746F-B00C-BBCD-8CF29A46C7D3}"/>
                  </a:ext>
                </a:extLst>
              </p:cNvPr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1" name="ellipse_2950">
                <a:extLst>
                  <a:ext uri="{FF2B5EF4-FFF2-40B4-BE49-F238E27FC236}">
                    <a16:creationId xmlns:a16="http://schemas.microsoft.com/office/drawing/2014/main" id="{0E9E76F0-BD86-F58E-9FCB-99632E9F11B1}"/>
                  </a:ext>
                </a:extLst>
              </p:cNvPr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2" name="ellipse_2951">
                <a:extLst>
                  <a:ext uri="{FF2B5EF4-FFF2-40B4-BE49-F238E27FC236}">
                    <a16:creationId xmlns:a16="http://schemas.microsoft.com/office/drawing/2014/main" id="{697CBA57-2391-38BE-7466-5C3DA30671FC}"/>
                  </a:ext>
                </a:extLst>
              </p:cNvPr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3" name="ellipse_2952">
                <a:extLst>
                  <a:ext uri="{FF2B5EF4-FFF2-40B4-BE49-F238E27FC236}">
                    <a16:creationId xmlns:a16="http://schemas.microsoft.com/office/drawing/2014/main" id="{EE036D8D-58EF-BC0D-A67F-2E2F0FED3454}"/>
                  </a:ext>
                </a:extLst>
              </p:cNvPr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4" name="ellipse_2953">
                <a:extLst>
                  <a:ext uri="{FF2B5EF4-FFF2-40B4-BE49-F238E27FC236}">
                    <a16:creationId xmlns:a16="http://schemas.microsoft.com/office/drawing/2014/main" id="{AA0B746A-CE43-8653-6204-2F3B7057D1F0}"/>
                  </a:ext>
                </a:extLst>
              </p:cNvPr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5" name="ellipse_2954">
                <a:extLst>
                  <a:ext uri="{FF2B5EF4-FFF2-40B4-BE49-F238E27FC236}">
                    <a16:creationId xmlns:a16="http://schemas.microsoft.com/office/drawing/2014/main" id="{E8FC4CD6-3F92-E5E1-841A-1039670BC15D}"/>
                  </a:ext>
                </a:extLst>
              </p:cNvPr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6" name="ellipse_2955">
                <a:extLst>
                  <a:ext uri="{FF2B5EF4-FFF2-40B4-BE49-F238E27FC236}">
                    <a16:creationId xmlns:a16="http://schemas.microsoft.com/office/drawing/2014/main" id="{8FB5406B-6AA0-0932-2FD9-E500CC1E6A70}"/>
                  </a:ext>
                </a:extLst>
              </p:cNvPr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7" name="ellipse_2956">
                <a:extLst>
                  <a:ext uri="{FF2B5EF4-FFF2-40B4-BE49-F238E27FC236}">
                    <a16:creationId xmlns:a16="http://schemas.microsoft.com/office/drawing/2014/main" id="{61915CE9-DD1C-C287-DA3D-9972B9DFD2A5}"/>
                  </a:ext>
                </a:extLst>
              </p:cNvPr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8" name="ellipse_2957">
                <a:extLst>
                  <a:ext uri="{FF2B5EF4-FFF2-40B4-BE49-F238E27FC236}">
                    <a16:creationId xmlns:a16="http://schemas.microsoft.com/office/drawing/2014/main" id="{59305533-22BE-5D65-231E-BE59363CA68E}"/>
                  </a:ext>
                </a:extLst>
              </p:cNvPr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9" name="ellipse_2958">
                <a:extLst>
                  <a:ext uri="{FF2B5EF4-FFF2-40B4-BE49-F238E27FC236}">
                    <a16:creationId xmlns:a16="http://schemas.microsoft.com/office/drawing/2014/main" id="{84A06EF0-EE99-7BDE-316E-563B4102A50F}"/>
                  </a:ext>
                </a:extLst>
              </p:cNvPr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0" name="ellipse_2959">
                <a:extLst>
                  <a:ext uri="{FF2B5EF4-FFF2-40B4-BE49-F238E27FC236}">
                    <a16:creationId xmlns:a16="http://schemas.microsoft.com/office/drawing/2014/main" id="{D6FB5CB3-4F4F-9E4F-ACAF-13A3EB1CC144}"/>
                  </a:ext>
                </a:extLst>
              </p:cNvPr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1" name="ellipse_2960">
                <a:extLst>
                  <a:ext uri="{FF2B5EF4-FFF2-40B4-BE49-F238E27FC236}">
                    <a16:creationId xmlns:a16="http://schemas.microsoft.com/office/drawing/2014/main" id="{242BA373-4835-DEF5-F9A5-C3BC1DAA6019}"/>
                  </a:ext>
                </a:extLst>
              </p:cNvPr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2" name="ellipse_2961">
                <a:extLst>
                  <a:ext uri="{FF2B5EF4-FFF2-40B4-BE49-F238E27FC236}">
                    <a16:creationId xmlns:a16="http://schemas.microsoft.com/office/drawing/2014/main" id="{D10EBA65-BEA9-3BCD-528D-21EF86B6DD32}"/>
                  </a:ext>
                </a:extLst>
              </p:cNvPr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3" name="ellipse_2962">
                <a:extLst>
                  <a:ext uri="{FF2B5EF4-FFF2-40B4-BE49-F238E27FC236}">
                    <a16:creationId xmlns:a16="http://schemas.microsoft.com/office/drawing/2014/main" id="{CFDDFAC2-FA54-7805-FCE5-9F52A750D51E}"/>
                  </a:ext>
                </a:extLst>
              </p:cNvPr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4" name="ellipse_2963">
                <a:extLst>
                  <a:ext uri="{FF2B5EF4-FFF2-40B4-BE49-F238E27FC236}">
                    <a16:creationId xmlns:a16="http://schemas.microsoft.com/office/drawing/2014/main" id="{00941DDB-8D6B-888B-090B-9A01F7303B4E}"/>
                  </a:ext>
                </a:extLst>
              </p:cNvPr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5" name="ellipse_2964">
                <a:extLst>
                  <a:ext uri="{FF2B5EF4-FFF2-40B4-BE49-F238E27FC236}">
                    <a16:creationId xmlns:a16="http://schemas.microsoft.com/office/drawing/2014/main" id="{3606F7A3-E610-0C44-146E-F78340965896}"/>
                  </a:ext>
                </a:extLst>
              </p:cNvPr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6" name="ellipse_2965">
                <a:extLst>
                  <a:ext uri="{FF2B5EF4-FFF2-40B4-BE49-F238E27FC236}">
                    <a16:creationId xmlns:a16="http://schemas.microsoft.com/office/drawing/2014/main" id="{0FF4397C-E4E8-99DD-BBFF-5312BC3BBE18}"/>
                  </a:ext>
                </a:extLst>
              </p:cNvPr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7" name="ellipse_2966">
                <a:extLst>
                  <a:ext uri="{FF2B5EF4-FFF2-40B4-BE49-F238E27FC236}">
                    <a16:creationId xmlns:a16="http://schemas.microsoft.com/office/drawing/2014/main" id="{44C7A82C-8C55-B1FF-6945-2220AD335CD1}"/>
                  </a:ext>
                </a:extLst>
              </p:cNvPr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8" name="ellipse_2967">
                <a:extLst>
                  <a:ext uri="{FF2B5EF4-FFF2-40B4-BE49-F238E27FC236}">
                    <a16:creationId xmlns:a16="http://schemas.microsoft.com/office/drawing/2014/main" id="{2FF30082-3C78-4891-567F-5FC139961089}"/>
                  </a:ext>
                </a:extLst>
              </p:cNvPr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9" name="ellipse_2968">
                <a:extLst>
                  <a:ext uri="{FF2B5EF4-FFF2-40B4-BE49-F238E27FC236}">
                    <a16:creationId xmlns:a16="http://schemas.microsoft.com/office/drawing/2014/main" id="{00C9A3AD-ADF9-98B8-9DF8-98F45885891F}"/>
                  </a:ext>
                </a:extLst>
              </p:cNvPr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0" name="ellipse_2969">
                <a:extLst>
                  <a:ext uri="{FF2B5EF4-FFF2-40B4-BE49-F238E27FC236}">
                    <a16:creationId xmlns:a16="http://schemas.microsoft.com/office/drawing/2014/main" id="{3D7D55E8-340F-13C8-CC61-0EE8F1AC227C}"/>
                  </a:ext>
                </a:extLst>
              </p:cNvPr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1" name="ellipse_2970">
                <a:extLst>
                  <a:ext uri="{FF2B5EF4-FFF2-40B4-BE49-F238E27FC236}">
                    <a16:creationId xmlns:a16="http://schemas.microsoft.com/office/drawing/2014/main" id="{B56FF0B0-D026-8AB6-2365-79D5152C557A}"/>
                  </a:ext>
                </a:extLst>
              </p:cNvPr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2" name="ellipse_2971">
                <a:extLst>
                  <a:ext uri="{FF2B5EF4-FFF2-40B4-BE49-F238E27FC236}">
                    <a16:creationId xmlns:a16="http://schemas.microsoft.com/office/drawing/2014/main" id="{864E7841-FF3D-2307-081D-7B08B4248B5D}"/>
                  </a:ext>
                </a:extLst>
              </p:cNvPr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3" name="ellipse_2972">
                <a:extLst>
                  <a:ext uri="{FF2B5EF4-FFF2-40B4-BE49-F238E27FC236}">
                    <a16:creationId xmlns:a16="http://schemas.microsoft.com/office/drawing/2014/main" id="{A696BB4A-807C-9302-4EA7-5CC88D7A93DA}"/>
                  </a:ext>
                </a:extLst>
              </p:cNvPr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4" name="ellipse_2973">
                <a:extLst>
                  <a:ext uri="{FF2B5EF4-FFF2-40B4-BE49-F238E27FC236}">
                    <a16:creationId xmlns:a16="http://schemas.microsoft.com/office/drawing/2014/main" id="{E15C60A0-0C10-4CAB-1AD9-47DD1A6A5631}"/>
                  </a:ext>
                </a:extLst>
              </p:cNvPr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695" name="Text | Pocket">
              <a:extLst>
                <a:ext uri="{FF2B5EF4-FFF2-40B4-BE49-F238E27FC236}">
                  <a16:creationId xmlns:a16="http://schemas.microsoft.com/office/drawing/2014/main" id="{80FC4DDE-B144-D6F9-9045-678830DB0FE6}"/>
                </a:ext>
              </a:extLst>
            </p:cNvPr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500"/>
            </a:p>
          </p:txBody>
        </p:sp>
        <p:sp>
          <p:nvSpPr>
            <p:cNvPr id="696" name="d | Route card: Default PocketXMol">
              <a:extLst>
                <a:ext uri="{FF2B5EF4-FFF2-40B4-BE49-F238E27FC236}">
                  <a16:creationId xmlns:a16="http://schemas.microsoft.com/office/drawing/2014/main" id="{38F96046-E4DA-64E6-DA18-24E6AC8439EC}"/>
                </a:ext>
              </a:extLst>
            </p:cNvPr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697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14F84F68-FA81-24CC-AA12-CD208CA6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698" name="Text | Default · PocketXMol">
              <a:extLst>
                <a:ext uri="{FF2B5EF4-FFF2-40B4-BE49-F238E27FC236}">
                  <a16:creationId xmlns:a16="http://schemas.microsoft.com/office/drawing/2014/main" id="{893B2047-BF1F-9DB7-D853-F638ABD2368D}"/>
                </a:ext>
              </a:extLst>
            </p:cNvPr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518"/>
            </a:p>
          </p:txBody>
        </p:sp>
        <p:sp>
          <p:nvSpPr>
            <p:cNvPr id="699" name="Text | Density-conditioned fine-tuning">
              <a:extLst>
                <a:ext uri="{FF2B5EF4-FFF2-40B4-BE49-F238E27FC236}">
                  <a16:creationId xmlns:a16="http://schemas.microsoft.com/office/drawing/2014/main" id="{4FBD4592-8CAB-2F06-A2DE-850FADC2D01C}"/>
                </a:ext>
              </a:extLst>
            </p:cNvPr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5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445"/>
            </a:p>
          </p:txBody>
        </p:sp>
        <p:sp>
          <p:nvSpPr>
            <p:cNvPr id="700" name="d | Route card: Docking tools">
              <a:extLst>
                <a:ext uri="{FF2B5EF4-FFF2-40B4-BE49-F238E27FC236}">
                  <a16:creationId xmlns:a16="http://schemas.microsoft.com/office/drawing/2014/main" id="{584A9707-3608-F36D-84C1-334FDC095179}"/>
                </a:ext>
              </a:extLst>
            </p:cNvPr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1" name="Text | Docking tools">
              <a:extLst>
                <a:ext uri="{FF2B5EF4-FFF2-40B4-BE49-F238E27FC236}">
                  <a16:creationId xmlns:a16="http://schemas.microsoft.com/office/drawing/2014/main" id="{F09A447A-76B7-195E-A34A-999EFB30FE81}"/>
                </a:ext>
              </a:extLst>
            </p:cNvPr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518"/>
            </a:p>
          </p:txBody>
        </p:sp>
        <p:sp>
          <p:nvSpPr>
            <p:cNvPr id="702" name="Text | Vina · DiffDock · EMERALD">
              <a:extLst>
                <a:ext uri="{FF2B5EF4-FFF2-40B4-BE49-F238E27FC236}">
                  <a16:creationId xmlns:a16="http://schemas.microsoft.com/office/drawing/2014/main" id="{BD13CA0F-F01A-9160-C9A4-EBEC802C6088}"/>
                </a:ext>
              </a:extLst>
            </p:cNvPr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6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463"/>
            </a:p>
          </p:txBody>
        </p:sp>
        <p:grpSp>
          <p:nvGrpSpPr>
            <p:cNvPr id="703" name="d | All-atom ligand pose: local receptor environment">
              <a:extLst>
                <a:ext uri="{FF2B5EF4-FFF2-40B4-BE49-F238E27FC236}">
                  <a16:creationId xmlns:a16="http://schemas.microsoft.com/office/drawing/2014/main" id="{D8E43B09-3BA3-4B3F-490C-552EE2110F2B}"/>
                </a:ext>
              </a:extLst>
            </p:cNvPr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704" name="ellipse_3111">
                <a:extLst>
                  <a:ext uri="{FF2B5EF4-FFF2-40B4-BE49-F238E27FC236}">
                    <a16:creationId xmlns:a16="http://schemas.microsoft.com/office/drawing/2014/main" id="{6B3F9BC7-E953-4CE4-F490-8BC00A5121F1}"/>
                  </a:ext>
                </a:extLst>
              </p:cNvPr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5" name="ellipse_3112">
                <a:extLst>
                  <a:ext uri="{FF2B5EF4-FFF2-40B4-BE49-F238E27FC236}">
                    <a16:creationId xmlns:a16="http://schemas.microsoft.com/office/drawing/2014/main" id="{D14AB99B-282F-877D-4CFE-CBB8F6930FCA}"/>
                  </a:ext>
                </a:extLst>
              </p:cNvPr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6" name="ellipse_3113">
                <a:extLst>
                  <a:ext uri="{FF2B5EF4-FFF2-40B4-BE49-F238E27FC236}">
                    <a16:creationId xmlns:a16="http://schemas.microsoft.com/office/drawing/2014/main" id="{843BF727-3600-95E2-0935-C9FD071C01BC}"/>
                  </a:ext>
                </a:extLst>
              </p:cNvPr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7" name="ellipse_3114">
                <a:extLst>
                  <a:ext uri="{FF2B5EF4-FFF2-40B4-BE49-F238E27FC236}">
                    <a16:creationId xmlns:a16="http://schemas.microsoft.com/office/drawing/2014/main" id="{F92866F7-6CE9-5689-B51C-450F8F61545D}"/>
                  </a:ext>
                </a:extLst>
              </p:cNvPr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8" name="ellipse_3115">
                <a:extLst>
                  <a:ext uri="{FF2B5EF4-FFF2-40B4-BE49-F238E27FC236}">
                    <a16:creationId xmlns:a16="http://schemas.microsoft.com/office/drawing/2014/main" id="{51A87B08-89E9-4CC2-986E-52A047FCE1E7}"/>
                  </a:ext>
                </a:extLst>
              </p:cNvPr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9" name="ellipse_3116">
                <a:extLst>
                  <a:ext uri="{FF2B5EF4-FFF2-40B4-BE49-F238E27FC236}">
                    <a16:creationId xmlns:a16="http://schemas.microsoft.com/office/drawing/2014/main" id="{A3758F4A-8D14-C486-FD98-2DEBA6E20BAF}"/>
                  </a:ext>
                </a:extLst>
              </p:cNvPr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0" name="ellipse_3117">
                <a:extLst>
                  <a:ext uri="{FF2B5EF4-FFF2-40B4-BE49-F238E27FC236}">
                    <a16:creationId xmlns:a16="http://schemas.microsoft.com/office/drawing/2014/main" id="{B35A6E55-C4D8-550E-3AA8-AB075FCDA59A}"/>
                  </a:ext>
                </a:extLst>
              </p:cNvPr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1" name="ellipse_3118">
                <a:extLst>
                  <a:ext uri="{FF2B5EF4-FFF2-40B4-BE49-F238E27FC236}">
                    <a16:creationId xmlns:a16="http://schemas.microsoft.com/office/drawing/2014/main" id="{53669E6D-C307-935D-58CD-25D2A5126051}"/>
                  </a:ext>
                </a:extLst>
              </p:cNvPr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2" name="ellipse_3119">
                <a:extLst>
                  <a:ext uri="{FF2B5EF4-FFF2-40B4-BE49-F238E27FC236}">
                    <a16:creationId xmlns:a16="http://schemas.microsoft.com/office/drawing/2014/main" id="{B6A03B30-A307-288B-9C37-509AFB0979E9}"/>
                  </a:ext>
                </a:extLst>
              </p:cNvPr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3" name="ellipse_3120">
                <a:extLst>
                  <a:ext uri="{FF2B5EF4-FFF2-40B4-BE49-F238E27FC236}">
                    <a16:creationId xmlns:a16="http://schemas.microsoft.com/office/drawing/2014/main" id="{F25518D1-1205-76BA-4B58-173F5627973D}"/>
                  </a:ext>
                </a:extLst>
              </p:cNvPr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4" name="ellipse_3121">
                <a:extLst>
                  <a:ext uri="{FF2B5EF4-FFF2-40B4-BE49-F238E27FC236}">
                    <a16:creationId xmlns:a16="http://schemas.microsoft.com/office/drawing/2014/main" id="{AC781C12-A332-7119-CDF3-FDB19B406B5F}"/>
                  </a:ext>
                </a:extLst>
              </p:cNvPr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5" name="ellipse_3122">
                <a:extLst>
                  <a:ext uri="{FF2B5EF4-FFF2-40B4-BE49-F238E27FC236}">
                    <a16:creationId xmlns:a16="http://schemas.microsoft.com/office/drawing/2014/main" id="{51CAC2F5-53B5-4551-B543-FFAC757968AF}"/>
                  </a:ext>
                </a:extLst>
              </p:cNvPr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6" name="ellipse_3123">
                <a:extLst>
                  <a:ext uri="{FF2B5EF4-FFF2-40B4-BE49-F238E27FC236}">
                    <a16:creationId xmlns:a16="http://schemas.microsoft.com/office/drawing/2014/main" id="{E05CE6B7-1AD8-678E-19D8-2F3FCD59B364}"/>
                  </a:ext>
                </a:extLst>
              </p:cNvPr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7" name="ellipse_3124">
                <a:extLst>
                  <a:ext uri="{FF2B5EF4-FFF2-40B4-BE49-F238E27FC236}">
                    <a16:creationId xmlns:a16="http://schemas.microsoft.com/office/drawing/2014/main" id="{CD551019-1B1F-080B-356F-6D489C5CF4B1}"/>
                  </a:ext>
                </a:extLst>
              </p:cNvPr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8" name="ellipse_3125">
                <a:extLst>
                  <a:ext uri="{FF2B5EF4-FFF2-40B4-BE49-F238E27FC236}">
                    <a16:creationId xmlns:a16="http://schemas.microsoft.com/office/drawing/2014/main" id="{62220CF3-B5FB-F310-C461-0226B0BF5F32}"/>
                  </a:ext>
                </a:extLst>
              </p:cNvPr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9" name="ellipse_3126">
                <a:extLst>
                  <a:ext uri="{FF2B5EF4-FFF2-40B4-BE49-F238E27FC236}">
                    <a16:creationId xmlns:a16="http://schemas.microsoft.com/office/drawing/2014/main" id="{C00556EA-276D-115E-B434-4742CE2DA646}"/>
                  </a:ext>
                </a:extLst>
              </p:cNvPr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0" name="ellipse_3127">
                <a:extLst>
                  <a:ext uri="{FF2B5EF4-FFF2-40B4-BE49-F238E27FC236}">
                    <a16:creationId xmlns:a16="http://schemas.microsoft.com/office/drawing/2014/main" id="{60CF8AA7-654D-AA0B-1299-7425B240C46C}"/>
                  </a:ext>
                </a:extLst>
              </p:cNvPr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1" name="ellipse_3128">
                <a:extLst>
                  <a:ext uri="{FF2B5EF4-FFF2-40B4-BE49-F238E27FC236}">
                    <a16:creationId xmlns:a16="http://schemas.microsoft.com/office/drawing/2014/main" id="{E183BC20-8F57-4D9E-8118-FD36D4B8B8C9}"/>
                  </a:ext>
                </a:extLst>
              </p:cNvPr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2" name="ellipse_3129">
                <a:extLst>
                  <a:ext uri="{FF2B5EF4-FFF2-40B4-BE49-F238E27FC236}">
                    <a16:creationId xmlns:a16="http://schemas.microsoft.com/office/drawing/2014/main" id="{E1118AD6-F707-0657-8BA0-E2626A0F5275}"/>
                  </a:ext>
                </a:extLst>
              </p:cNvPr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3" name="ellipse_3130">
                <a:extLst>
                  <a:ext uri="{FF2B5EF4-FFF2-40B4-BE49-F238E27FC236}">
                    <a16:creationId xmlns:a16="http://schemas.microsoft.com/office/drawing/2014/main" id="{DCBFA75F-9F3B-C1FD-E0A1-C6DA511271DB}"/>
                  </a:ext>
                </a:extLst>
              </p:cNvPr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4" name="ellipse_3131">
                <a:extLst>
                  <a:ext uri="{FF2B5EF4-FFF2-40B4-BE49-F238E27FC236}">
                    <a16:creationId xmlns:a16="http://schemas.microsoft.com/office/drawing/2014/main" id="{1B9ED3FE-A9D4-A185-5777-7EE4928A98CB}"/>
                  </a:ext>
                </a:extLst>
              </p:cNvPr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5" name="ellipse_3132">
                <a:extLst>
                  <a:ext uri="{FF2B5EF4-FFF2-40B4-BE49-F238E27FC236}">
                    <a16:creationId xmlns:a16="http://schemas.microsoft.com/office/drawing/2014/main" id="{BAED7D1E-284D-CE0B-B4DB-B118FD619D1F}"/>
                  </a:ext>
                </a:extLst>
              </p:cNvPr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6" name="ellipse_3133">
                <a:extLst>
                  <a:ext uri="{FF2B5EF4-FFF2-40B4-BE49-F238E27FC236}">
                    <a16:creationId xmlns:a16="http://schemas.microsoft.com/office/drawing/2014/main" id="{6662F9AE-F58B-BA3B-EBE5-831BC44E53E1}"/>
                  </a:ext>
                </a:extLst>
              </p:cNvPr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7" name="ellipse_3134">
                <a:extLst>
                  <a:ext uri="{FF2B5EF4-FFF2-40B4-BE49-F238E27FC236}">
                    <a16:creationId xmlns:a16="http://schemas.microsoft.com/office/drawing/2014/main" id="{C0185A45-2912-5055-DBE0-466D7B9FFD52}"/>
                  </a:ext>
                </a:extLst>
              </p:cNvPr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8" name="ellipse_3135">
                <a:extLst>
                  <a:ext uri="{FF2B5EF4-FFF2-40B4-BE49-F238E27FC236}">
                    <a16:creationId xmlns:a16="http://schemas.microsoft.com/office/drawing/2014/main" id="{666A5F8A-9CD5-9F78-89C8-AD037D18A218}"/>
                  </a:ext>
                </a:extLst>
              </p:cNvPr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9" name="ellipse_3136">
                <a:extLst>
                  <a:ext uri="{FF2B5EF4-FFF2-40B4-BE49-F238E27FC236}">
                    <a16:creationId xmlns:a16="http://schemas.microsoft.com/office/drawing/2014/main" id="{5CE6A51F-CDE7-01DE-C631-27C9ED61B5F7}"/>
                  </a:ext>
                </a:extLst>
              </p:cNvPr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0" name="ellipse_3137">
                <a:extLst>
                  <a:ext uri="{FF2B5EF4-FFF2-40B4-BE49-F238E27FC236}">
                    <a16:creationId xmlns:a16="http://schemas.microsoft.com/office/drawing/2014/main" id="{575F719B-0BB2-5DBF-2CF0-54673A4B52C5}"/>
                  </a:ext>
                </a:extLst>
              </p:cNvPr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1" name="ellipse_3138">
                <a:extLst>
                  <a:ext uri="{FF2B5EF4-FFF2-40B4-BE49-F238E27FC236}">
                    <a16:creationId xmlns:a16="http://schemas.microsoft.com/office/drawing/2014/main" id="{BC7B912C-01D3-D5B6-722D-8028385033CF}"/>
                  </a:ext>
                </a:extLst>
              </p:cNvPr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2" name="ellipse_3139">
                <a:extLst>
                  <a:ext uri="{FF2B5EF4-FFF2-40B4-BE49-F238E27FC236}">
                    <a16:creationId xmlns:a16="http://schemas.microsoft.com/office/drawing/2014/main" id="{4C1C17D4-A62B-DC90-10DA-7F5C36D7848C}"/>
                  </a:ext>
                </a:extLst>
              </p:cNvPr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3" name="ellipse_3140">
                <a:extLst>
                  <a:ext uri="{FF2B5EF4-FFF2-40B4-BE49-F238E27FC236}">
                    <a16:creationId xmlns:a16="http://schemas.microsoft.com/office/drawing/2014/main" id="{3D32CD2A-5CF4-E449-6E7D-C2AF8926E5EC}"/>
                  </a:ext>
                </a:extLst>
              </p:cNvPr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4" name="ellipse_3141">
                <a:extLst>
                  <a:ext uri="{FF2B5EF4-FFF2-40B4-BE49-F238E27FC236}">
                    <a16:creationId xmlns:a16="http://schemas.microsoft.com/office/drawing/2014/main" id="{C6AA7768-9B16-3C9C-8BBF-2D1D68D4B4F5}"/>
                  </a:ext>
                </a:extLst>
              </p:cNvPr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5" name="ellipse_3142">
                <a:extLst>
                  <a:ext uri="{FF2B5EF4-FFF2-40B4-BE49-F238E27FC236}">
                    <a16:creationId xmlns:a16="http://schemas.microsoft.com/office/drawing/2014/main" id="{F4DB9CC7-09F5-8423-9861-25A8EEDE68BE}"/>
                  </a:ext>
                </a:extLst>
              </p:cNvPr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6" name="ellipse_3143">
                <a:extLst>
                  <a:ext uri="{FF2B5EF4-FFF2-40B4-BE49-F238E27FC236}">
                    <a16:creationId xmlns:a16="http://schemas.microsoft.com/office/drawing/2014/main" id="{68637161-DA81-A640-8C3D-9FF5A60734CE}"/>
                  </a:ext>
                </a:extLst>
              </p:cNvPr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7" name="ellipse_3144">
                <a:extLst>
                  <a:ext uri="{FF2B5EF4-FFF2-40B4-BE49-F238E27FC236}">
                    <a16:creationId xmlns:a16="http://schemas.microsoft.com/office/drawing/2014/main" id="{5C0A49F6-D467-9E89-3E5E-8772A0A93D22}"/>
                  </a:ext>
                </a:extLst>
              </p:cNvPr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8" name="ellipse_3145">
                <a:extLst>
                  <a:ext uri="{FF2B5EF4-FFF2-40B4-BE49-F238E27FC236}">
                    <a16:creationId xmlns:a16="http://schemas.microsoft.com/office/drawing/2014/main" id="{B7D054A7-F40E-0A0F-B297-69A0AFADA79D}"/>
                  </a:ext>
                </a:extLst>
              </p:cNvPr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9" name="ellipse_3146">
                <a:extLst>
                  <a:ext uri="{FF2B5EF4-FFF2-40B4-BE49-F238E27FC236}">
                    <a16:creationId xmlns:a16="http://schemas.microsoft.com/office/drawing/2014/main" id="{ECCCB6A8-BC3D-C256-F8BF-6145197F3918}"/>
                  </a:ext>
                </a:extLst>
              </p:cNvPr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0" name="ellipse_3147">
                <a:extLst>
                  <a:ext uri="{FF2B5EF4-FFF2-40B4-BE49-F238E27FC236}">
                    <a16:creationId xmlns:a16="http://schemas.microsoft.com/office/drawing/2014/main" id="{4D30203B-517F-8080-646E-2F91DA54B233}"/>
                  </a:ext>
                </a:extLst>
              </p:cNvPr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1" name="ellipse_3148">
                <a:extLst>
                  <a:ext uri="{FF2B5EF4-FFF2-40B4-BE49-F238E27FC236}">
                    <a16:creationId xmlns:a16="http://schemas.microsoft.com/office/drawing/2014/main" id="{63B2E5EA-F2C8-CE08-38A1-FA5D50125400}"/>
                  </a:ext>
                </a:extLst>
              </p:cNvPr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2" name="ellipse_3149">
                <a:extLst>
                  <a:ext uri="{FF2B5EF4-FFF2-40B4-BE49-F238E27FC236}">
                    <a16:creationId xmlns:a16="http://schemas.microsoft.com/office/drawing/2014/main" id="{FC5DDB15-03B3-7B7A-AF3A-92E353FA5D59}"/>
                  </a:ext>
                </a:extLst>
              </p:cNvPr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3" name="ellipse_3150">
                <a:extLst>
                  <a:ext uri="{FF2B5EF4-FFF2-40B4-BE49-F238E27FC236}">
                    <a16:creationId xmlns:a16="http://schemas.microsoft.com/office/drawing/2014/main" id="{D9E1E38B-3725-CDE3-21F1-F4E29DEA1E3C}"/>
                  </a:ext>
                </a:extLst>
              </p:cNvPr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4" name="ellipse_3151">
                <a:extLst>
                  <a:ext uri="{FF2B5EF4-FFF2-40B4-BE49-F238E27FC236}">
                    <a16:creationId xmlns:a16="http://schemas.microsoft.com/office/drawing/2014/main" id="{E86DAE20-C9F1-1EA9-D2A8-FCF35356E4B4}"/>
                  </a:ext>
                </a:extLst>
              </p:cNvPr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5" name="ellipse_3152">
                <a:extLst>
                  <a:ext uri="{FF2B5EF4-FFF2-40B4-BE49-F238E27FC236}">
                    <a16:creationId xmlns:a16="http://schemas.microsoft.com/office/drawing/2014/main" id="{0721C492-4AF0-7272-DC4D-9527314348EB}"/>
                  </a:ext>
                </a:extLst>
              </p:cNvPr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6" name="ellipse_3153">
                <a:extLst>
                  <a:ext uri="{FF2B5EF4-FFF2-40B4-BE49-F238E27FC236}">
                    <a16:creationId xmlns:a16="http://schemas.microsoft.com/office/drawing/2014/main" id="{7C1FD8BE-95A5-C0DF-D869-7D56E27A500D}"/>
                  </a:ext>
                </a:extLst>
              </p:cNvPr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7" name="ellipse_3154">
                <a:extLst>
                  <a:ext uri="{FF2B5EF4-FFF2-40B4-BE49-F238E27FC236}">
                    <a16:creationId xmlns:a16="http://schemas.microsoft.com/office/drawing/2014/main" id="{3372B67F-5E2A-AD01-5642-1B0346188242}"/>
                  </a:ext>
                </a:extLst>
              </p:cNvPr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8" name="ellipse_3155">
                <a:extLst>
                  <a:ext uri="{FF2B5EF4-FFF2-40B4-BE49-F238E27FC236}">
                    <a16:creationId xmlns:a16="http://schemas.microsoft.com/office/drawing/2014/main" id="{050CFBF8-7B87-5CB1-A45F-28DE7C43F3AD}"/>
                  </a:ext>
                </a:extLst>
              </p:cNvPr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9" name="ellipse_3156">
                <a:extLst>
                  <a:ext uri="{FF2B5EF4-FFF2-40B4-BE49-F238E27FC236}">
                    <a16:creationId xmlns:a16="http://schemas.microsoft.com/office/drawing/2014/main" id="{1AB37449-4761-0576-5449-C0340F3A28A4}"/>
                  </a:ext>
                </a:extLst>
              </p:cNvPr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0" name="ellipse_3157">
                <a:extLst>
                  <a:ext uri="{FF2B5EF4-FFF2-40B4-BE49-F238E27FC236}">
                    <a16:creationId xmlns:a16="http://schemas.microsoft.com/office/drawing/2014/main" id="{6B64F1E3-585D-85D9-0330-7ECA6AA05782}"/>
                  </a:ext>
                </a:extLst>
              </p:cNvPr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1" name="ellipse_3158">
                <a:extLst>
                  <a:ext uri="{FF2B5EF4-FFF2-40B4-BE49-F238E27FC236}">
                    <a16:creationId xmlns:a16="http://schemas.microsoft.com/office/drawing/2014/main" id="{94284967-E301-2D0D-3D44-A464EA9BF737}"/>
                  </a:ext>
                </a:extLst>
              </p:cNvPr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2" name="ellipse_3159">
                <a:extLst>
                  <a:ext uri="{FF2B5EF4-FFF2-40B4-BE49-F238E27FC236}">
                    <a16:creationId xmlns:a16="http://schemas.microsoft.com/office/drawing/2014/main" id="{AFCECEE1-FAF1-407F-55E2-FF6083FFA3D8}"/>
                  </a:ext>
                </a:extLst>
              </p:cNvPr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3" name="ellipse_3160">
                <a:extLst>
                  <a:ext uri="{FF2B5EF4-FFF2-40B4-BE49-F238E27FC236}">
                    <a16:creationId xmlns:a16="http://schemas.microsoft.com/office/drawing/2014/main" id="{C2FB9843-6183-BA68-B98C-01D8F7647A65}"/>
                  </a:ext>
                </a:extLst>
              </p:cNvPr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4" name="ellipse_3161">
                <a:extLst>
                  <a:ext uri="{FF2B5EF4-FFF2-40B4-BE49-F238E27FC236}">
                    <a16:creationId xmlns:a16="http://schemas.microsoft.com/office/drawing/2014/main" id="{34EF6A58-16EC-904E-39DE-E3EEC0A4FE6D}"/>
                  </a:ext>
                </a:extLst>
              </p:cNvPr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5" name="ellipse_3162">
                <a:extLst>
                  <a:ext uri="{FF2B5EF4-FFF2-40B4-BE49-F238E27FC236}">
                    <a16:creationId xmlns:a16="http://schemas.microsoft.com/office/drawing/2014/main" id="{665F26CC-4CA5-0AC4-F7BF-8DE68D453239}"/>
                  </a:ext>
                </a:extLst>
              </p:cNvPr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6" name="ellipse_3163">
                <a:extLst>
                  <a:ext uri="{FF2B5EF4-FFF2-40B4-BE49-F238E27FC236}">
                    <a16:creationId xmlns:a16="http://schemas.microsoft.com/office/drawing/2014/main" id="{CDBF7065-F1B1-D93A-C96F-1AAD687F2977}"/>
                  </a:ext>
                </a:extLst>
              </p:cNvPr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7" name="ellipse_3164">
                <a:extLst>
                  <a:ext uri="{FF2B5EF4-FFF2-40B4-BE49-F238E27FC236}">
                    <a16:creationId xmlns:a16="http://schemas.microsoft.com/office/drawing/2014/main" id="{E594D88D-E319-72B6-60F1-71142FC4E58F}"/>
                  </a:ext>
                </a:extLst>
              </p:cNvPr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8" name="ellipse_3165">
                <a:extLst>
                  <a:ext uri="{FF2B5EF4-FFF2-40B4-BE49-F238E27FC236}">
                    <a16:creationId xmlns:a16="http://schemas.microsoft.com/office/drawing/2014/main" id="{0E30EA61-BED9-D507-2255-52683DB8C2FE}"/>
                  </a:ext>
                </a:extLst>
              </p:cNvPr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9" name="ellipse_3166">
                <a:extLst>
                  <a:ext uri="{FF2B5EF4-FFF2-40B4-BE49-F238E27FC236}">
                    <a16:creationId xmlns:a16="http://schemas.microsoft.com/office/drawing/2014/main" id="{CC3CAB10-BC4F-FEE5-27ED-4A1A7B594A30}"/>
                  </a:ext>
                </a:extLst>
              </p:cNvPr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0" name="ellipse_3167">
                <a:extLst>
                  <a:ext uri="{FF2B5EF4-FFF2-40B4-BE49-F238E27FC236}">
                    <a16:creationId xmlns:a16="http://schemas.microsoft.com/office/drawing/2014/main" id="{1BA57274-BE2E-BA0A-079E-1E616AF8C34B}"/>
                  </a:ext>
                </a:extLst>
              </p:cNvPr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1" name="ellipse_3168">
                <a:extLst>
                  <a:ext uri="{FF2B5EF4-FFF2-40B4-BE49-F238E27FC236}">
                    <a16:creationId xmlns:a16="http://schemas.microsoft.com/office/drawing/2014/main" id="{1937DA15-B210-8730-B592-6D5F5CB0BFB2}"/>
                  </a:ext>
                </a:extLst>
              </p:cNvPr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2" name="ellipse_3169">
                <a:extLst>
                  <a:ext uri="{FF2B5EF4-FFF2-40B4-BE49-F238E27FC236}">
                    <a16:creationId xmlns:a16="http://schemas.microsoft.com/office/drawing/2014/main" id="{C8C5E932-188B-E427-CE75-75BD1F8C12A1}"/>
                  </a:ext>
                </a:extLst>
              </p:cNvPr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3" name="ellipse_3170">
                <a:extLst>
                  <a:ext uri="{FF2B5EF4-FFF2-40B4-BE49-F238E27FC236}">
                    <a16:creationId xmlns:a16="http://schemas.microsoft.com/office/drawing/2014/main" id="{61FD61B9-C939-EAD4-861C-C0B5EB4A4917}"/>
                  </a:ext>
                </a:extLst>
              </p:cNvPr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4" name="ellipse_3171">
                <a:extLst>
                  <a:ext uri="{FF2B5EF4-FFF2-40B4-BE49-F238E27FC236}">
                    <a16:creationId xmlns:a16="http://schemas.microsoft.com/office/drawing/2014/main" id="{033A54D1-4C5C-8D2C-1F24-E701CB84AB10}"/>
                  </a:ext>
                </a:extLst>
              </p:cNvPr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5" name="ellipse_3172">
                <a:extLst>
                  <a:ext uri="{FF2B5EF4-FFF2-40B4-BE49-F238E27FC236}">
                    <a16:creationId xmlns:a16="http://schemas.microsoft.com/office/drawing/2014/main" id="{9A51E185-29FB-F2AD-FCA2-4903C9D8DE94}"/>
                  </a:ext>
                </a:extLst>
              </p:cNvPr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6" name="ellipse_3173">
                <a:extLst>
                  <a:ext uri="{FF2B5EF4-FFF2-40B4-BE49-F238E27FC236}">
                    <a16:creationId xmlns:a16="http://schemas.microsoft.com/office/drawing/2014/main" id="{56CA333F-05BA-E66D-8225-4585E62C93ED}"/>
                  </a:ext>
                </a:extLst>
              </p:cNvPr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7" name="ellipse_3174">
                <a:extLst>
                  <a:ext uri="{FF2B5EF4-FFF2-40B4-BE49-F238E27FC236}">
                    <a16:creationId xmlns:a16="http://schemas.microsoft.com/office/drawing/2014/main" id="{FDE54098-BEEB-D9BB-0C9C-9319FA8E5C4E}"/>
                  </a:ext>
                </a:extLst>
              </p:cNvPr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8" name="ellipse_3175">
                <a:extLst>
                  <a:ext uri="{FF2B5EF4-FFF2-40B4-BE49-F238E27FC236}">
                    <a16:creationId xmlns:a16="http://schemas.microsoft.com/office/drawing/2014/main" id="{F46C4D6C-F066-7BAE-36F9-32CF5EE67ABF}"/>
                  </a:ext>
                </a:extLst>
              </p:cNvPr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9" name="ellipse_3176">
                <a:extLst>
                  <a:ext uri="{FF2B5EF4-FFF2-40B4-BE49-F238E27FC236}">
                    <a16:creationId xmlns:a16="http://schemas.microsoft.com/office/drawing/2014/main" id="{41F789AE-0065-E01A-BA42-4675CDB85734}"/>
                  </a:ext>
                </a:extLst>
              </p:cNvPr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0" name="ellipse_3177">
                <a:extLst>
                  <a:ext uri="{FF2B5EF4-FFF2-40B4-BE49-F238E27FC236}">
                    <a16:creationId xmlns:a16="http://schemas.microsoft.com/office/drawing/2014/main" id="{CC942FBA-F7F7-C0CE-F8D7-AD11AC42DEE2}"/>
                  </a:ext>
                </a:extLst>
              </p:cNvPr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1" name="ellipse_3178">
                <a:extLst>
                  <a:ext uri="{FF2B5EF4-FFF2-40B4-BE49-F238E27FC236}">
                    <a16:creationId xmlns:a16="http://schemas.microsoft.com/office/drawing/2014/main" id="{47135997-B995-B163-D7CA-DDD6DAA741D9}"/>
                  </a:ext>
                </a:extLst>
              </p:cNvPr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2" name="ellipse_3179">
                <a:extLst>
                  <a:ext uri="{FF2B5EF4-FFF2-40B4-BE49-F238E27FC236}">
                    <a16:creationId xmlns:a16="http://schemas.microsoft.com/office/drawing/2014/main" id="{6D4EDEB9-6F8D-A83A-2D5C-4381CD67FAEF}"/>
                  </a:ext>
                </a:extLst>
              </p:cNvPr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3" name="ellipse_3180">
                <a:extLst>
                  <a:ext uri="{FF2B5EF4-FFF2-40B4-BE49-F238E27FC236}">
                    <a16:creationId xmlns:a16="http://schemas.microsoft.com/office/drawing/2014/main" id="{7F7ECDEE-0AA5-DD10-74E4-5865E6B75AD4}"/>
                  </a:ext>
                </a:extLst>
              </p:cNvPr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4" name="ellipse_3181">
                <a:extLst>
                  <a:ext uri="{FF2B5EF4-FFF2-40B4-BE49-F238E27FC236}">
                    <a16:creationId xmlns:a16="http://schemas.microsoft.com/office/drawing/2014/main" id="{C14EBC05-9068-8205-EF45-B75949BC34BD}"/>
                  </a:ext>
                </a:extLst>
              </p:cNvPr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5" name="ellipse_3182">
                <a:extLst>
                  <a:ext uri="{FF2B5EF4-FFF2-40B4-BE49-F238E27FC236}">
                    <a16:creationId xmlns:a16="http://schemas.microsoft.com/office/drawing/2014/main" id="{9E2B8933-5B38-19A8-9C58-5E5C4C6B7DD9}"/>
                  </a:ext>
                </a:extLst>
              </p:cNvPr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6" name="ellipse_3183">
                <a:extLst>
                  <a:ext uri="{FF2B5EF4-FFF2-40B4-BE49-F238E27FC236}">
                    <a16:creationId xmlns:a16="http://schemas.microsoft.com/office/drawing/2014/main" id="{D65DE8E4-8730-6C4A-7BD9-90B80645F653}"/>
                  </a:ext>
                </a:extLst>
              </p:cNvPr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7" name="ellipse_3184">
                <a:extLst>
                  <a:ext uri="{FF2B5EF4-FFF2-40B4-BE49-F238E27FC236}">
                    <a16:creationId xmlns:a16="http://schemas.microsoft.com/office/drawing/2014/main" id="{3EABA923-B81B-83DC-FF25-A1223EC5B90F}"/>
                  </a:ext>
                </a:extLst>
              </p:cNvPr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8" name="ellipse_3185">
                <a:extLst>
                  <a:ext uri="{FF2B5EF4-FFF2-40B4-BE49-F238E27FC236}">
                    <a16:creationId xmlns:a16="http://schemas.microsoft.com/office/drawing/2014/main" id="{76552AAF-95B4-4A95-931B-10FDE15BCF7C}"/>
                  </a:ext>
                </a:extLst>
              </p:cNvPr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9" name="ellipse_3186">
                <a:extLst>
                  <a:ext uri="{FF2B5EF4-FFF2-40B4-BE49-F238E27FC236}">
                    <a16:creationId xmlns:a16="http://schemas.microsoft.com/office/drawing/2014/main" id="{B23735C9-209E-D4FD-D6A0-CB6F43892CA9}"/>
                  </a:ext>
                </a:extLst>
              </p:cNvPr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0" name="ellipse_3187">
                <a:extLst>
                  <a:ext uri="{FF2B5EF4-FFF2-40B4-BE49-F238E27FC236}">
                    <a16:creationId xmlns:a16="http://schemas.microsoft.com/office/drawing/2014/main" id="{A782CBB0-3D31-498C-756C-DC2132FC9088}"/>
                  </a:ext>
                </a:extLst>
              </p:cNvPr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1" name="ellipse_3188">
                <a:extLst>
                  <a:ext uri="{FF2B5EF4-FFF2-40B4-BE49-F238E27FC236}">
                    <a16:creationId xmlns:a16="http://schemas.microsoft.com/office/drawing/2014/main" id="{FF10B13E-FE90-7663-ADEA-70DFB8A3658B}"/>
                  </a:ext>
                </a:extLst>
              </p:cNvPr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3189">
                <a:extLst>
                  <a:ext uri="{FF2B5EF4-FFF2-40B4-BE49-F238E27FC236}">
                    <a16:creationId xmlns:a16="http://schemas.microsoft.com/office/drawing/2014/main" id="{B8064C2C-95F6-C42C-AB4F-9E52707B80EE}"/>
                  </a:ext>
                </a:extLst>
              </p:cNvPr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3190">
                <a:extLst>
                  <a:ext uri="{FF2B5EF4-FFF2-40B4-BE49-F238E27FC236}">
                    <a16:creationId xmlns:a16="http://schemas.microsoft.com/office/drawing/2014/main" id="{950FC9AA-35B0-FFC1-4FCF-9E151FBDA882}"/>
                  </a:ext>
                </a:extLst>
              </p:cNvPr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3191">
                <a:extLst>
                  <a:ext uri="{FF2B5EF4-FFF2-40B4-BE49-F238E27FC236}">
                    <a16:creationId xmlns:a16="http://schemas.microsoft.com/office/drawing/2014/main" id="{30E151DA-0AAA-0432-61CB-2931DB3B5532}"/>
                  </a:ext>
                </a:extLst>
              </p:cNvPr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3192">
                <a:extLst>
                  <a:ext uri="{FF2B5EF4-FFF2-40B4-BE49-F238E27FC236}">
                    <a16:creationId xmlns:a16="http://schemas.microsoft.com/office/drawing/2014/main" id="{0C678874-DFF1-85F2-D022-0EB6E44110D5}"/>
                  </a:ext>
                </a:extLst>
              </p:cNvPr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3193">
                <a:extLst>
                  <a:ext uri="{FF2B5EF4-FFF2-40B4-BE49-F238E27FC236}">
                    <a16:creationId xmlns:a16="http://schemas.microsoft.com/office/drawing/2014/main" id="{BE9728D6-E99A-204B-F84A-DBEA4008DF37}"/>
                  </a:ext>
                </a:extLst>
              </p:cNvPr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3194">
                <a:extLst>
                  <a:ext uri="{FF2B5EF4-FFF2-40B4-BE49-F238E27FC236}">
                    <a16:creationId xmlns:a16="http://schemas.microsoft.com/office/drawing/2014/main" id="{68D01A61-F8BB-7FAC-7D38-2FF6A1337490}"/>
                  </a:ext>
                </a:extLst>
              </p:cNvPr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3195">
                <a:extLst>
                  <a:ext uri="{FF2B5EF4-FFF2-40B4-BE49-F238E27FC236}">
                    <a16:creationId xmlns:a16="http://schemas.microsoft.com/office/drawing/2014/main" id="{28B5EA91-968A-77BC-9D8B-D47D85089EFE}"/>
                  </a:ext>
                </a:extLst>
              </p:cNvPr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789" name="d | All-atom ligand pose: editable 3D ball-and-stick"/>
              <p:cNvGrpSpPr/>
              <p:nvPr/>
            </p:nvGrpSpPr>
            <p:grpSpPr>
              <a:xfrm>
                <a:off x="4440000" y="5708000"/>
                <a:ext cx="397000" cy="245000"/>
                <a:chOff x="238125" y="495300"/>
                <a:chExt cx="2867025" cy="1609725"/>
              </a:xfrm>
            </p:grpSpPr>
            <p:sp>
              <p:nvSpPr>
                <p:cNvPr id="790" name="Pose bond 4-5">
                  <a:extLst>
                    <a:ext uri="{FF2B5EF4-FFF2-40B4-BE49-F238E27FC236}">
                      <a16:creationId xmlns:a16="http://schemas.microsoft.com/office/drawing/2014/main" id="{8A38DE90-BB44-447C-B025-8D3C336EE25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9112" y="764827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1" name="Pose bond highlight 4-5">
                  <a:extLst>
                    <a:ext uri="{FF2B5EF4-FFF2-40B4-BE49-F238E27FC236}">
                      <a16:creationId xmlns:a16="http://schemas.microsoft.com/office/drawing/2014/main" id="{11AD003C-BD23-4E88-B699-6EF290B6B0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3397" y="755302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2" name="Pose bond 5-12">
                  <a:extLst>
                    <a:ext uri="{FF2B5EF4-FFF2-40B4-BE49-F238E27FC236}">
                      <a16:creationId xmlns:a16="http://schemas.microsoft.com/office/drawing/2014/main" id="{6FD6BA47-8976-41B4-A65A-45598DADEC6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541765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3" name="Pose bond highlight 5-12">
                  <a:extLst>
                    <a:ext uri="{FF2B5EF4-FFF2-40B4-BE49-F238E27FC236}">
                      <a16:creationId xmlns:a16="http://schemas.microsoft.com/office/drawing/2014/main" id="{C0DC52D9-D010-4D92-9F28-0DFD19973A5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532240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4" name="Pose bond 4-11">
                  <a:extLst>
                    <a:ext uri="{FF2B5EF4-FFF2-40B4-BE49-F238E27FC236}">
                      <a16:creationId xmlns:a16="http://schemas.microsoft.com/office/drawing/2014/main" id="{D539C775-F588-450C-9C1E-5A303DB8315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0999" y="779890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5" name="Pose bond highlight 4-11">
                  <a:extLst>
                    <a:ext uri="{FF2B5EF4-FFF2-40B4-BE49-F238E27FC236}">
                      <a16:creationId xmlns:a16="http://schemas.microsoft.com/office/drawing/2014/main" id="{74E8738E-75A4-4D1A-9EC7-3EC7E8EBBB0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5284" y="770365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6" name="Pose bond 5-0">
                  <a:extLst>
                    <a:ext uri="{FF2B5EF4-FFF2-40B4-BE49-F238E27FC236}">
                      <a16:creationId xmlns:a16="http://schemas.microsoft.com/office/drawing/2014/main" id="{9B0386A1-9605-473E-B632-06AA3CCA82D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764827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7" name="Pose bond highlight 5-0">
                  <a:extLst>
                    <a:ext uri="{FF2B5EF4-FFF2-40B4-BE49-F238E27FC236}">
                      <a16:creationId xmlns:a16="http://schemas.microsoft.com/office/drawing/2014/main" id="{E5A25F7F-74C3-49BA-B65E-A734E876DE8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755302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8" name="Pose bond 3-4">
                  <a:extLst>
                    <a:ext uri="{FF2B5EF4-FFF2-40B4-BE49-F238E27FC236}">
                      <a16:creationId xmlns:a16="http://schemas.microsoft.com/office/drawing/2014/main" id="{C94D90D0-939D-4133-932D-0737AAAE0FB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936277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9" name="Pose bond highlight 3-4">
                  <a:extLst>
                    <a:ext uri="{FF2B5EF4-FFF2-40B4-BE49-F238E27FC236}">
                      <a16:creationId xmlns:a16="http://schemas.microsoft.com/office/drawing/2014/main" id="{39CBCA38-2D18-495E-A7A2-F40ABCACB8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926752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0" name="Pose bond 3-10">
                  <a:extLst>
                    <a:ext uri="{FF2B5EF4-FFF2-40B4-BE49-F238E27FC236}">
                      <a16:creationId xmlns:a16="http://schemas.microsoft.com/office/drawing/2014/main" id="{7FDFEC57-1359-4E04-AB21-1CACA76FCA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5750" y="1409700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1" name="Pose bond highlight 3-10">
                  <a:extLst>
                    <a:ext uri="{FF2B5EF4-FFF2-40B4-BE49-F238E27FC236}">
                      <a16:creationId xmlns:a16="http://schemas.microsoft.com/office/drawing/2014/main" id="{F7CCB03B-71EB-4A5E-9A74-1E28FD4BD0A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0035" y="1400175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02" name="Pose bond 0-1">
                  <a:extLst>
                    <a:ext uri="{FF2B5EF4-FFF2-40B4-BE49-F238E27FC236}">
                      <a16:creationId xmlns:a16="http://schemas.microsoft.com/office/drawing/2014/main" id="{07FED0E1-509B-43AB-8D9B-056C3684B49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066800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3" name="Pose bond highlight 0-1">
                  <a:extLst>
                    <a:ext uri="{FF2B5EF4-FFF2-40B4-BE49-F238E27FC236}">
                      <a16:creationId xmlns:a16="http://schemas.microsoft.com/office/drawing/2014/main" id="{2572F334-F26F-438B-9D32-1D893A78B57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057275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4" name="Pose bond 2-3">
                  <a:extLst>
                    <a:ext uri="{FF2B5EF4-FFF2-40B4-BE49-F238E27FC236}">
                      <a16:creationId xmlns:a16="http://schemas.microsoft.com/office/drawing/2014/main" id="{08CDD528-2E98-4529-8C69-DA649B71150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1409700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5" name="Pose bond highlight 2-3">
                  <a:extLst>
                    <a:ext uri="{FF2B5EF4-FFF2-40B4-BE49-F238E27FC236}">
                      <a16:creationId xmlns:a16="http://schemas.microsoft.com/office/drawing/2014/main" id="{BFAAAB32-64E2-42E0-9B1C-8D7AFD50927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1400175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6" name="Pose bond 0-6">
                  <a:extLst>
                    <a:ext uri="{FF2B5EF4-FFF2-40B4-BE49-F238E27FC236}">
                      <a16:creationId xmlns:a16="http://schemas.microsoft.com/office/drawing/2014/main" id="{90317DB8-3FFD-4821-AB02-62504071039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6425" y="952500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7" name="Pose bond highlight 0-6">
                  <a:extLst>
                    <a:ext uri="{FF2B5EF4-FFF2-40B4-BE49-F238E27FC236}">
                      <a16:creationId xmlns:a16="http://schemas.microsoft.com/office/drawing/2014/main" id="{FFEFFD2B-5E6F-40A8-B1C7-ECCF0542739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0710" y="942975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8" name="Pose bond 6-13">
                  <a:extLst>
                    <a:ext uri="{FF2B5EF4-FFF2-40B4-BE49-F238E27FC236}">
                      <a16:creationId xmlns:a16="http://schemas.microsoft.com/office/drawing/2014/main" id="{8ADB79A8-18DA-48C8-911C-3F9DC25671E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638175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9" name="Pose bond highlight 6-13">
                  <a:extLst>
                    <a:ext uri="{FF2B5EF4-FFF2-40B4-BE49-F238E27FC236}">
                      <a16:creationId xmlns:a16="http://schemas.microsoft.com/office/drawing/2014/main" id="{DC89D8D5-ADC1-4D86-88EB-B8D3EFE3DF9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628650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0" name="Pose bond 1-2">
                  <a:extLst>
                    <a:ext uri="{FF2B5EF4-FFF2-40B4-BE49-F238E27FC236}">
                      <a16:creationId xmlns:a16="http://schemas.microsoft.com/office/drawing/2014/main" id="{2B8ABFEC-B936-40DF-B431-DFAE972CC7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72063" y="1540223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1" name="Pose bond highlight 1-2">
                  <a:extLst>
                    <a:ext uri="{FF2B5EF4-FFF2-40B4-BE49-F238E27FC236}">
                      <a16:creationId xmlns:a16="http://schemas.microsoft.com/office/drawing/2014/main" id="{87538C92-40F3-4CDF-B4E2-5EEB180EAB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66348" y="1530698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2" name="Pose bond 1-8">
                  <a:extLst>
                    <a:ext uri="{FF2B5EF4-FFF2-40B4-BE49-F238E27FC236}">
                      <a16:creationId xmlns:a16="http://schemas.microsoft.com/office/drawing/2014/main" id="{EEE7675D-D610-44B8-BECA-3993E3B0587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540223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3" name="Pose bond highlight 1-8">
                  <a:extLst>
                    <a:ext uri="{FF2B5EF4-FFF2-40B4-BE49-F238E27FC236}">
                      <a16:creationId xmlns:a16="http://schemas.microsoft.com/office/drawing/2014/main" id="{916A076B-F5E6-416E-B19B-93BB018ECA1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530698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4" name="Pose bond 2-9">
                  <a:extLst>
                    <a:ext uri="{FF2B5EF4-FFF2-40B4-BE49-F238E27FC236}">
                      <a16:creationId xmlns:a16="http://schemas.microsoft.com/office/drawing/2014/main" id="{75DBE5D7-5895-44A9-8838-B4541D4B8F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33951" y="1711673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5" name="Pose bond highlight 2-9">
                  <a:extLst>
                    <a:ext uri="{FF2B5EF4-FFF2-40B4-BE49-F238E27FC236}">
                      <a16:creationId xmlns:a16="http://schemas.microsoft.com/office/drawing/2014/main" id="{4CCBC897-6EC6-47B7-B275-CD23C5A394F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28236" y="1702148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6" name="Pose bond 6-7">
                  <a:extLst>
                    <a:ext uri="{FF2B5EF4-FFF2-40B4-BE49-F238E27FC236}">
                      <a16:creationId xmlns:a16="http://schemas.microsoft.com/office/drawing/2014/main" id="{AFC4AF3F-C69E-4FA4-9D86-AFF56BFC3D6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7" name="Pose bond highlight 6-7">
                  <a:extLst>
                    <a:ext uri="{FF2B5EF4-FFF2-40B4-BE49-F238E27FC236}">
                      <a16:creationId xmlns:a16="http://schemas.microsoft.com/office/drawing/2014/main" id="{BB39A0E2-9CE8-4616-AE7D-CF11EEC8CCF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8" name="Pose bond 6-14">
                  <a:extLst>
                    <a:ext uri="{FF2B5EF4-FFF2-40B4-BE49-F238E27FC236}">
                      <a16:creationId xmlns:a16="http://schemas.microsoft.com/office/drawing/2014/main" id="{B8612623-E6B8-4C32-9C86-6F7C6C586C8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9" name="Pose bond highlight 6-14">
                  <a:extLst>
                    <a:ext uri="{FF2B5EF4-FFF2-40B4-BE49-F238E27FC236}">
                      <a16:creationId xmlns:a16="http://schemas.microsoft.com/office/drawing/2014/main" id="{467314B5-05D1-4D8A-BAC6-5CF032144A6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0" name="Pose bond 7-15">
                  <a:extLst>
                    <a:ext uri="{FF2B5EF4-FFF2-40B4-BE49-F238E27FC236}">
                      <a16:creationId xmlns:a16="http://schemas.microsoft.com/office/drawing/2014/main" id="{54D66798-8173-4984-B9AE-E6992963C1A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14625" y="1362075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21" name="Pose bond highlight 7-15">
                  <a:extLst>
                    <a:ext uri="{FF2B5EF4-FFF2-40B4-BE49-F238E27FC236}">
                      <a16:creationId xmlns:a16="http://schemas.microsoft.com/office/drawing/2014/main" id="{3195AFB9-D1AF-440B-880F-523A8975221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08910" y="1352550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2" name="Pose atom 5 C">
                  <a:extLst>
                    <a:ext uri="{FF2B5EF4-FFF2-40B4-BE49-F238E27FC236}">
                      <a16:creationId xmlns:a16="http://schemas.microsoft.com/office/drawing/2014/main" id="{477F64BA-9B0E-473A-BAA8-6FFF80FC92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231456" y="62994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3" name="Pose atom highlight 5">
                  <a:extLst>
                    <a:ext uri="{FF2B5EF4-FFF2-40B4-BE49-F238E27FC236}">
                      <a16:creationId xmlns:a16="http://schemas.microsoft.com/office/drawing/2014/main" id="{3D07A637-EC1C-4751-B72B-97B1B1E4657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06989" y="69738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4" name="Pose atom 12 H">
                  <a:extLst>
                    <a:ext uri="{FF2B5EF4-FFF2-40B4-BE49-F238E27FC236}">
                      <a16:creationId xmlns:a16="http://schemas.microsoft.com/office/drawing/2014/main" id="{79E2615E-DCB3-4AF5-9F70-AA163D1A097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35869" y="47318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5" name="Pose atom highlight 12">
                  <a:extLst>
                    <a:ext uri="{FF2B5EF4-FFF2-40B4-BE49-F238E27FC236}">
                      <a16:creationId xmlns:a16="http://schemas.microsoft.com/office/drawing/2014/main" id="{E87B6F6A-A353-4603-A9D1-C3EF6625D95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74274" y="50747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6" name="Pose atom 4 C">
                  <a:extLst>
                    <a:ext uri="{FF2B5EF4-FFF2-40B4-BE49-F238E27FC236}">
                      <a16:creationId xmlns:a16="http://schemas.microsoft.com/office/drawing/2014/main" id="{14BFFE13-30E7-473E-BBE9-066785E4E2F7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4231" y="80139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7" name="Pose atom highlight 4">
                  <a:extLst>
                    <a:ext uri="{FF2B5EF4-FFF2-40B4-BE49-F238E27FC236}">
                      <a16:creationId xmlns:a16="http://schemas.microsoft.com/office/drawing/2014/main" id="{C0DA5F21-9672-4488-ADF7-17AEBF6F5AF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649764" y="86883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8" name="Pose atom 11 H">
                  <a:extLst>
                    <a:ext uri="{FF2B5EF4-FFF2-40B4-BE49-F238E27FC236}">
                      <a16:creationId xmlns:a16="http://schemas.microsoft.com/office/drawing/2014/main" id="{AF5F98FC-42EA-4687-8136-589E3766E6A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02419" y="71131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9" name="Pose atom highlight 11">
                  <a:extLst>
                    <a:ext uri="{FF2B5EF4-FFF2-40B4-BE49-F238E27FC236}">
                      <a16:creationId xmlns:a16="http://schemas.microsoft.com/office/drawing/2014/main" id="{FFF71695-8FBC-44E6-AED1-88FB78CD1D4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40824" y="74560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0" name="Pose atom 0 C">
                  <a:extLst>
                    <a:ext uri="{FF2B5EF4-FFF2-40B4-BE49-F238E27FC236}">
                      <a16:creationId xmlns:a16="http://schemas.microsoft.com/office/drawing/2014/main" id="{20E25998-3509-494D-954A-D7711CDB236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31645" y="9220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1" name="Pose atom highlight 0">
                  <a:extLst>
                    <a:ext uri="{FF2B5EF4-FFF2-40B4-BE49-F238E27FC236}">
                      <a16:creationId xmlns:a16="http://schemas.microsoft.com/office/drawing/2014/main" id="{A32297F1-1940-4A23-8CE7-E72F3B8E34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12722" y="9944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2" name="Pose atom 3 C">
                  <a:extLst>
                    <a:ext uri="{FF2B5EF4-FFF2-40B4-BE49-F238E27FC236}">
                      <a16:creationId xmlns:a16="http://schemas.microsoft.com/office/drawing/2014/main" id="{4BDD8422-B9A0-4734-A35A-AAB530CCCE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17195" y="12649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3" name="Pose atom highlight 3">
                  <a:extLst>
                    <a:ext uri="{FF2B5EF4-FFF2-40B4-BE49-F238E27FC236}">
                      <a16:creationId xmlns:a16="http://schemas.microsoft.com/office/drawing/2014/main" id="{C5214085-2196-40BD-8711-6A4FD4D2F7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98272" y="13373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4" name="Pose atom 10 H">
                  <a:extLst>
                    <a:ext uri="{FF2B5EF4-FFF2-40B4-BE49-F238E27FC236}">
                      <a16:creationId xmlns:a16="http://schemas.microsoft.com/office/drawing/2014/main" id="{FB89C595-F669-4E2C-88D0-26363C3E32E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17170" y="14077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5" name="Pose atom highlight 10">
                  <a:extLst>
                    <a:ext uri="{FF2B5EF4-FFF2-40B4-BE49-F238E27FC236}">
                      <a16:creationId xmlns:a16="http://schemas.microsoft.com/office/drawing/2014/main" id="{37FA559A-6A5D-492E-88D7-7E438A2147E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575" y="14420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6" name="Pose atom 13 H">
                  <a:extLst>
                    <a:ext uri="{FF2B5EF4-FFF2-40B4-BE49-F238E27FC236}">
                      <a16:creationId xmlns:a16="http://schemas.microsoft.com/office/drawing/2014/main" id="{45DC5F82-74A4-4B1D-B2EE-1DC0509D58E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8870" y="5695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7" name="Pose atom highlight 13">
                  <a:extLst>
                    <a:ext uri="{FF2B5EF4-FFF2-40B4-BE49-F238E27FC236}">
                      <a16:creationId xmlns:a16="http://schemas.microsoft.com/office/drawing/2014/main" id="{4E3F7375-6B76-41D2-843E-F84D877655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427275" y="6038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8" name="Pose atom 1 C">
                  <a:extLst>
                    <a:ext uri="{FF2B5EF4-FFF2-40B4-BE49-F238E27FC236}">
                      <a16:creationId xmlns:a16="http://schemas.microsoft.com/office/drawing/2014/main" id="{EA448BB7-3A92-45D5-B845-9D84E8EC8E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574609" y="138554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9" name="Pose atom highlight 1">
                  <a:extLst>
                    <a:ext uri="{FF2B5EF4-FFF2-40B4-BE49-F238E27FC236}">
                      <a16:creationId xmlns:a16="http://schemas.microsoft.com/office/drawing/2014/main" id="{5504D30C-331B-4A4C-B00C-15DA7D96CC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661230" y="146288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0" name="Pose atom 8 H">
                  <a:extLst>
                    <a:ext uri="{FF2B5EF4-FFF2-40B4-BE49-F238E27FC236}">
                      <a16:creationId xmlns:a16="http://schemas.microsoft.com/office/drawing/2014/main" id="{FC883166-C631-4073-BF39-B0F7F502770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98821" y="162803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1" name="Pose atom highlight 8">
                  <a:extLst>
                    <a:ext uri="{FF2B5EF4-FFF2-40B4-BE49-F238E27FC236}">
                      <a16:creationId xmlns:a16="http://schemas.microsoft.com/office/drawing/2014/main" id="{3BFCCA68-3B21-4559-9DB6-1123CA1C64E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37225" y="166232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2" name="Pose atom 2 C">
                  <a:extLst>
                    <a:ext uri="{FF2B5EF4-FFF2-40B4-BE49-F238E27FC236}">
                      <a16:creationId xmlns:a16="http://schemas.microsoft.com/office/drawing/2014/main" id="{A8B7CF65-787D-4A46-B4D6-DCABECF1E4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17384" y="155699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3" name="Pose atom highlight 2">
                  <a:extLst>
                    <a:ext uri="{FF2B5EF4-FFF2-40B4-BE49-F238E27FC236}">
                      <a16:creationId xmlns:a16="http://schemas.microsoft.com/office/drawing/2014/main" id="{725EA7B4-2124-43ED-AEA6-33470C2BD668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04005" y="163433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4" name="Pose atom 9 H">
                  <a:extLst>
                    <a:ext uri="{FF2B5EF4-FFF2-40B4-BE49-F238E27FC236}">
                      <a16:creationId xmlns:a16="http://schemas.microsoft.com/office/drawing/2014/main" id="{1084323F-0F38-41FB-996B-39B06969992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865371" y="186615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5" name="Pose atom highlight 9">
                  <a:extLst>
                    <a:ext uri="{FF2B5EF4-FFF2-40B4-BE49-F238E27FC236}">
                      <a16:creationId xmlns:a16="http://schemas.microsoft.com/office/drawing/2014/main" id="{1932C849-88F2-400C-8C1D-5FA9B6C03A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03775" y="190044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6" name="Pose atom 6 C">
                  <a:extLst>
                    <a:ext uri="{FF2B5EF4-FFF2-40B4-BE49-F238E27FC236}">
                      <a16:creationId xmlns:a16="http://schemas.microsoft.com/office/drawing/2014/main" id="{C529C5C0-80EF-4324-BFE5-A805F91EF6F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232279" y="794004"/>
                  <a:ext cx="316992" cy="316992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7" name="Pose atom highlight 6">
                  <a:extLst>
                    <a:ext uri="{FF2B5EF4-FFF2-40B4-BE49-F238E27FC236}">
                      <a16:creationId xmlns:a16="http://schemas.microsoft.com/office/drawing/2014/main" id="{9671083C-6123-4732-AD7E-A712333A230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21037" y="873252"/>
                  <a:ext cx="82418" cy="50719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8" name="Pose atom 7 O">
                  <a:extLst>
                    <a:ext uri="{FF2B5EF4-FFF2-40B4-BE49-F238E27FC236}">
                      <a16:creationId xmlns:a16="http://schemas.microsoft.com/office/drawing/2014/main" id="{256A2949-3324-4879-9D00-5D72B25C15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7463" y="1233488"/>
                  <a:ext cx="314325" cy="314325"/>
                </a:xfrm>
                <a:prstGeom prst="ellipse">
                  <a:avLst/>
                </a:prstGeom>
                <a:gradFill>
                  <a:gsLst>
                    <a:gs pos="0">
                      <a:srgbClr val="FFE2DB"/>
                    </a:gs>
                    <a:gs pos="48000">
                      <a:srgbClr val="E26B61"/>
                    </a:gs>
                    <a:gs pos="100000">
                      <a:srgbClr val="A73E40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9" name="Pose atom highlight 7">
                  <a:extLst>
                    <a:ext uri="{FF2B5EF4-FFF2-40B4-BE49-F238E27FC236}">
                      <a16:creationId xmlns:a16="http://schemas.microsoft.com/office/drawing/2014/main" id="{4FFC00DF-F10A-41AC-9DAD-8D67E182F48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645474" y="1312069"/>
                  <a:ext cx="81725" cy="5029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0" name="Pose atom 15 H">
                  <a:extLst>
                    <a:ext uri="{FF2B5EF4-FFF2-40B4-BE49-F238E27FC236}">
                      <a16:creationId xmlns:a16="http://schemas.microsoft.com/office/drawing/2014/main" id="{6C343233-6FD3-4315-B08F-46DE89F18EB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41320" y="12934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1" name="Pose atom highlight 15">
                  <a:extLst>
                    <a:ext uri="{FF2B5EF4-FFF2-40B4-BE49-F238E27FC236}">
                      <a16:creationId xmlns:a16="http://schemas.microsoft.com/office/drawing/2014/main" id="{902DBA90-F244-47A2-A476-F5176DCDFB8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79725" y="13277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2" name="Pose atom 14 H">
                  <a:extLst>
                    <a:ext uri="{FF2B5EF4-FFF2-40B4-BE49-F238E27FC236}">
                      <a16:creationId xmlns:a16="http://schemas.microsoft.com/office/drawing/2014/main" id="{59CEDEAF-58CD-4D18-A19F-5992C81C471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41270" y="93154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3" name="Pose atom highlight 14">
                  <a:extLst>
                    <a:ext uri="{FF2B5EF4-FFF2-40B4-BE49-F238E27FC236}">
                      <a16:creationId xmlns:a16="http://schemas.microsoft.com/office/drawing/2014/main" id="{5BDDF7BD-93EE-4802-A674-F9AF414174D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79675" y="96583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</p:grpSp>
        </p:grpSp>
        <p:sp>
          <p:nvSpPr>
            <p:cNvPr id="854" name="Text | All-atom ligand pose">
              <a:extLst>
                <a:ext uri="{FF2B5EF4-FFF2-40B4-BE49-F238E27FC236}">
                  <a16:creationId xmlns:a16="http://schemas.microsoft.com/office/drawing/2014/main" id="{C3433040-7F83-3E28-0D31-ED8DC7B798C7}"/>
                </a:ext>
              </a:extLst>
            </p:cNvPr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500"/>
            </a:p>
          </p:txBody>
        </p:sp>
        <p:sp>
          <p:nvSpPr>
            <p:cNvPr id="855" name="Build inputs | shared junction">
              <a:extLst>
                <a:ext uri="{FF2B5EF4-FFF2-40B4-BE49-F238E27FC236}">
                  <a16:creationId xmlns:a16="http://schemas.microsoft.com/office/drawing/2014/main" id="{73DFF4C8-A425-E218-A3D9-39506CC69601}"/>
                </a:ext>
              </a:extLst>
            </p:cNvPr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56" name="Build inputs → default PocketXMol | editable route">
              <a:extLst>
                <a:ext uri="{FF2B5EF4-FFF2-40B4-BE49-F238E27FC236}">
                  <a16:creationId xmlns:a16="http://schemas.microsoft.com/office/drawing/2014/main" id="{38345791-0B31-630E-0048-0F149F399FE9}"/>
                </a:ext>
              </a:extLst>
            </p:cNvPr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857" name="Build inputs → default PocketXMol">
                <a:extLst>
                  <a:ext uri="{FF2B5EF4-FFF2-40B4-BE49-F238E27FC236}">
                    <a16:creationId xmlns:a16="http://schemas.microsoft.com/office/drawing/2014/main" id="{32E3BA67-9864-EB92-A0C5-C5F6A434D643}"/>
                  </a:ext>
                </a:extLst>
              </p:cNvPr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58" name="Build inputs → default PocketXMol | arrowhead">
                <a:extLst>
                  <a:ext uri="{FF2B5EF4-FFF2-40B4-BE49-F238E27FC236}">
                    <a16:creationId xmlns:a16="http://schemas.microsoft.com/office/drawing/2014/main" id="{F16D78FB-5E83-DBF1-5C7A-8958337F1BF2}"/>
                  </a:ext>
                </a:extLst>
              </p:cNvPr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859" name="Build inputs → docking tools | editable route">
              <a:extLst>
                <a:ext uri="{FF2B5EF4-FFF2-40B4-BE49-F238E27FC236}">
                  <a16:creationId xmlns:a16="http://schemas.microsoft.com/office/drawing/2014/main" id="{2B92978C-6FA8-57BB-24E7-6C977EBBD0DD}"/>
                </a:ext>
              </a:extLst>
            </p:cNvPr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860" name="Build inputs → docking tools">
                <a:extLst>
                  <a:ext uri="{FF2B5EF4-FFF2-40B4-BE49-F238E27FC236}">
                    <a16:creationId xmlns:a16="http://schemas.microsoft.com/office/drawing/2014/main" id="{B074E18C-347B-3625-07D2-309AD1124DB3}"/>
                  </a:ext>
                </a:extLst>
              </p:cNvPr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1" name="Build inputs → docking tools | arrowhead">
                <a:extLst>
                  <a:ext uri="{FF2B5EF4-FFF2-40B4-BE49-F238E27FC236}">
                    <a16:creationId xmlns:a16="http://schemas.microsoft.com/office/drawing/2014/main" id="{F2217AC1-1E46-8CBD-40BB-61F9117E1955}"/>
                  </a:ext>
                </a:extLst>
              </p:cNvPr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862" name="Default PocketXMol → pose merge">
              <a:extLst>
                <a:ext uri="{FF2B5EF4-FFF2-40B4-BE49-F238E27FC236}">
                  <a16:creationId xmlns:a16="http://schemas.microsoft.com/office/drawing/2014/main" id="{41123AD6-656F-8D55-8757-E22307C3B19F}"/>
                </a:ext>
              </a:extLst>
            </p:cNvPr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863" name="Docking tools → pose merge">
              <a:extLst>
                <a:ext uri="{FF2B5EF4-FFF2-40B4-BE49-F238E27FC236}">
                  <a16:creationId xmlns:a16="http://schemas.microsoft.com/office/drawing/2014/main" id="{700477BB-BF35-CC3D-9766-A0ACCE58DB43}"/>
                </a:ext>
              </a:extLst>
            </p:cNvPr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64" name="Pose merge → all-atom pose | editable route">
              <a:extLst>
                <a:ext uri="{FF2B5EF4-FFF2-40B4-BE49-F238E27FC236}">
                  <a16:creationId xmlns:a16="http://schemas.microsoft.com/office/drawing/2014/main" id="{F0FAA171-8FB8-9942-AD90-88F17A3E3505}"/>
                </a:ext>
              </a:extLst>
            </p:cNvPr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865" name="Pose merge → all-atom pose">
                <a:extLst>
                  <a:ext uri="{FF2B5EF4-FFF2-40B4-BE49-F238E27FC236}">
                    <a16:creationId xmlns:a16="http://schemas.microsoft.com/office/drawing/2014/main" id="{33DDB719-EEB0-1D3E-7F08-3990E0712CCF}"/>
                  </a:ext>
                </a:extLst>
              </p:cNvPr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6" name="Pose merge → all-atom pose | arrowhead">
                <a:extLst>
                  <a:ext uri="{FF2B5EF4-FFF2-40B4-BE49-F238E27FC236}">
                    <a16:creationId xmlns:a16="http://schemas.microsoft.com/office/drawing/2014/main" id="{7A6FD5D4-1B11-39BD-1FFD-1CEC39E41320}"/>
                  </a:ext>
                </a:extLst>
              </p:cNvPr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867" name="a | density cube M_exp | v4 editable"/>
          <p:cNvGrpSpPr/>
          <p:nvPr/>
        </p:nvGrpSpPr>
        <p:grpSpPr>
          <a:xfrm>
            <a:off x="1475540" y="496945"/>
            <a:ext cx="206784" cy="185747"/>
            <a:chOff x="160920" y="736200"/>
            <a:chExt cx="285840" cy="256320"/>
          </a:xfrm>
        </p:grpSpPr>
        <p:sp>
          <p:nvSpPr>
            <p:cNvPr id="868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869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0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1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2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3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4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5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6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7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8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9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0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1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2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3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4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5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6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7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8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9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0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1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2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3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4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5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6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7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8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9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0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1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2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3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4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5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6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7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8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9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0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1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2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3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4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5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6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7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8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9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20" name="a | density cube M_sim | v4 editable"/>
          <p:cNvGrpSpPr/>
          <p:nvPr/>
        </p:nvGrpSpPr>
        <p:grpSpPr>
          <a:xfrm>
            <a:off x="1768581" y="496945"/>
            <a:ext cx="206784" cy="185747"/>
            <a:chOff x="571680" y="736200"/>
            <a:chExt cx="285840" cy="256320"/>
          </a:xfrm>
        </p:grpSpPr>
        <p:sp>
          <p:nvSpPr>
            <p:cNvPr id="921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22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3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4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5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6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7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8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9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30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1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2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3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4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5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6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7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8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9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0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1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2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3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4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5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6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7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8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9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0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1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2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3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4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5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6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7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8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9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0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1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2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3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4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5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6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7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8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9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0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1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2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73" name="a | density cube M_diff | v4 editable"/>
          <p:cNvGrpSpPr/>
          <p:nvPr/>
        </p:nvGrpSpPr>
        <p:grpSpPr>
          <a:xfrm>
            <a:off x="1475540" y="831996"/>
            <a:ext cx="206784" cy="185747"/>
            <a:chOff x="160920" y="1176120"/>
            <a:chExt cx="285840" cy="256320"/>
          </a:xfrm>
        </p:grpSpPr>
        <p:sp>
          <p:nvSpPr>
            <p:cNvPr id="97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7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1026" name="a | density cube M_diff+ | v4 editable"/>
          <p:cNvGrpSpPr/>
          <p:nvPr/>
        </p:nvGrpSpPr>
        <p:grpSpPr>
          <a:xfrm>
            <a:off x="1768581" y="831996"/>
            <a:ext cx="206784" cy="185747"/>
            <a:chOff x="571680" y="1176120"/>
            <a:chExt cx="285840" cy="256320"/>
          </a:xfrm>
        </p:grpSpPr>
        <p:sp>
          <p:nvSpPr>
            <p:cNvPr id="1027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1028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29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30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1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2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3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4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5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6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7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8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9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0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1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2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3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4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5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6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7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8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9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0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1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2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3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4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5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6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7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8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9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0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1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2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3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4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5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6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7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8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9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0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1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2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3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4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5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6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391">
              <a:solidFill>
                <a:srgbClr val="8AB3D9"/>
              </a:solidFill>
            </a:ln>
          </p:spPr>
        </p:sp>
      </p:grpSp>
      <p:grpSp>
        <p:nvGrpSpPr>
          <p:cNvPr id="1077" name="a | Raw distribution">
            <a:extLst>
              <a:ext uri="{FF2B5EF4-FFF2-40B4-BE49-F238E27FC236}">
                <a16:creationId xmlns:a16="http://schemas.microsoft.com/office/drawing/2014/main" id="{1AE5A644-F695-2A8F-9C56-628B233FF041}"/>
              </a:ext>
            </a:extLst>
          </p:cNvPr>
          <p:cNvGrpSpPr/>
          <p:nvPr/>
        </p:nvGrpSpPr>
        <p:grpSpPr>
          <a:xfrm>
            <a:off x="1476870" y="1592780"/>
            <a:ext cx="201031" cy="116005"/>
            <a:chOff x="165240" y="2224800"/>
            <a:chExt cx="280800" cy="162036"/>
          </a:xfrm>
        </p:grpSpPr>
        <p:sp>
          <p:nvSpPr>
            <p:cNvPr id="1078" name="part_3415_0">
              <a:extLst>
                <a:ext uri="{FF2B5EF4-FFF2-40B4-BE49-F238E27FC236}">
                  <a16:creationId xmlns:a16="http://schemas.microsoft.com/office/drawing/2014/main" id="{72FB2CC3-0E40-CD97-0E9F-6D5B0730CDAD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79" name="part_3415_1">
              <a:extLst>
                <a:ext uri="{FF2B5EF4-FFF2-40B4-BE49-F238E27FC236}">
                  <a16:creationId xmlns:a16="http://schemas.microsoft.com/office/drawing/2014/main" id="{119F2FBA-CDFB-8696-18C3-F6D4EB563784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080" name="part_3415_2">
              <a:extLst>
                <a:ext uri="{FF2B5EF4-FFF2-40B4-BE49-F238E27FC236}">
                  <a16:creationId xmlns:a16="http://schemas.microsoft.com/office/drawing/2014/main" id="{C1335999-DFEC-C78A-AE0E-8BC0C2566750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1081" name="a | Z-score histogram">
            <a:extLst>
              <a:ext uri="{FF2B5EF4-FFF2-40B4-BE49-F238E27FC236}">
                <a16:creationId xmlns:a16="http://schemas.microsoft.com/office/drawing/2014/main" id="{3EDCF536-E705-00EF-29AD-AE208B67E7E3}"/>
              </a:ext>
            </a:extLst>
          </p:cNvPr>
          <p:cNvGrpSpPr/>
          <p:nvPr/>
        </p:nvGrpSpPr>
        <p:grpSpPr>
          <a:xfrm>
            <a:off x="1762437" y="1569346"/>
            <a:ext cx="219072" cy="134388"/>
            <a:chOff x="564120" y="2192067"/>
            <a:chExt cx="306000" cy="187713"/>
          </a:xfrm>
        </p:grpSpPr>
        <p:sp>
          <p:nvSpPr>
            <p:cNvPr id="1082" name="hist_3416_0">
              <a:extLst>
                <a:ext uri="{FF2B5EF4-FFF2-40B4-BE49-F238E27FC236}">
                  <a16:creationId xmlns:a16="http://schemas.microsoft.com/office/drawing/2014/main" id="{4030C466-D414-7509-97F9-1ABD0D2CF5F8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3" name="hist_3416_1">
              <a:extLst>
                <a:ext uri="{FF2B5EF4-FFF2-40B4-BE49-F238E27FC236}">
                  <a16:creationId xmlns:a16="http://schemas.microsoft.com/office/drawing/2014/main" id="{96B4A17B-48FB-1460-8C15-641A3A76423F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4" name="hist_3416_2">
              <a:extLst>
                <a:ext uri="{FF2B5EF4-FFF2-40B4-BE49-F238E27FC236}">
                  <a16:creationId xmlns:a16="http://schemas.microsoft.com/office/drawing/2014/main" id="{5CF0458F-7E8B-5CA6-AC04-C32A88F3D20B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5" name="hist_3416_3">
              <a:extLst>
                <a:ext uri="{FF2B5EF4-FFF2-40B4-BE49-F238E27FC236}">
                  <a16:creationId xmlns:a16="http://schemas.microsoft.com/office/drawing/2014/main" id="{87ED907D-908B-DDFA-5A47-4EFCF1E95E1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6" name="hist_3416_4">
              <a:extLst>
                <a:ext uri="{FF2B5EF4-FFF2-40B4-BE49-F238E27FC236}">
                  <a16:creationId xmlns:a16="http://schemas.microsoft.com/office/drawing/2014/main" id="{3C3F9E5A-AF48-F3E3-1C5E-B463767690F1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7" name="hist_3416_5">
              <a:extLst>
                <a:ext uri="{FF2B5EF4-FFF2-40B4-BE49-F238E27FC236}">
                  <a16:creationId xmlns:a16="http://schemas.microsoft.com/office/drawing/2014/main" id="{2A3D02E9-1641-1E05-0FB3-1B4307782B0A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8" name="hist_3416_6">
              <a:extLst>
                <a:ext uri="{FF2B5EF4-FFF2-40B4-BE49-F238E27FC236}">
                  <a16:creationId xmlns:a16="http://schemas.microsoft.com/office/drawing/2014/main" id="{E94528C8-4A61-D852-58AC-1324BBA89D39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9" name="hist_3416_7">
              <a:extLst>
                <a:ext uri="{FF2B5EF4-FFF2-40B4-BE49-F238E27FC236}">
                  <a16:creationId xmlns:a16="http://schemas.microsoft.com/office/drawing/2014/main" id="{ED62097F-B2D3-CD58-5AAD-A8C0271C2415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0" name="hist_3416_8">
              <a:extLst>
                <a:ext uri="{FF2B5EF4-FFF2-40B4-BE49-F238E27FC236}">
                  <a16:creationId xmlns:a16="http://schemas.microsoft.com/office/drawing/2014/main" id="{EB0310AD-F272-6164-EF0A-C7E837B0832B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1" name="hist_3416_9">
              <a:extLst>
                <a:ext uri="{FF2B5EF4-FFF2-40B4-BE49-F238E27FC236}">
                  <a16:creationId xmlns:a16="http://schemas.microsoft.com/office/drawing/2014/main" id="{5F4BE237-3D19-8A3D-5199-8EC5605526DE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2" name="hist_3416_10">
              <a:extLst>
                <a:ext uri="{FF2B5EF4-FFF2-40B4-BE49-F238E27FC236}">
                  <a16:creationId xmlns:a16="http://schemas.microsoft.com/office/drawing/2014/main" id="{02F4386D-7FC3-097D-2930-FD4C354235D9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3" name="hist_3416_11">
              <a:extLst>
                <a:ext uri="{FF2B5EF4-FFF2-40B4-BE49-F238E27FC236}">
                  <a16:creationId xmlns:a16="http://schemas.microsoft.com/office/drawing/2014/main" id="{81CC68AE-A52A-0096-CDFE-4DAB47E6FC03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4" name="hist_3416_12">
              <a:extLst>
                <a:ext uri="{FF2B5EF4-FFF2-40B4-BE49-F238E27FC236}">
                  <a16:creationId xmlns:a16="http://schemas.microsoft.com/office/drawing/2014/main" id="{90F744C2-8E30-D440-14D8-CC7EA8C8C97D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5" name="hist_3416_13">
              <a:extLst>
                <a:ext uri="{FF2B5EF4-FFF2-40B4-BE49-F238E27FC236}">
                  <a16:creationId xmlns:a16="http://schemas.microsoft.com/office/drawing/2014/main" id="{44B7A5B4-1CB1-DE4F-1775-86DBE3A0844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6" name="hist_3416_14">
              <a:extLst>
                <a:ext uri="{FF2B5EF4-FFF2-40B4-BE49-F238E27FC236}">
                  <a16:creationId xmlns:a16="http://schemas.microsoft.com/office/drawing/2014/main" id="{F680B50B-B0E0-D844-FE15-8731898350E1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7" name="hist_3416_15">
              <a:extLst>
                <a:ext uri="{FF2B5EF4-FFF2-40B4-BE49-F238E27FC236}">
                  <a16:creationId xmlns:a16="http://schemas.microsoft.com/office/drawing/2014/main" id="{4975B77F-0BE7-0BFE-8A2C-F317EFFC63D6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8" name="hist_3416_16">
              <a:extLst>
                <a:ext uri="{FF2B5EF4-FFF2-40B4-BE49-F238E27FC236}">
                  <a16:creationId xmlns:a16="http://schemas.microsoft.com/office/drawing/2014/main" id="{1AE5C90F-7190-3E10-6337-498A44DE958F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9" name="hist_3416_17">
              <a:extLst>
                <a:ext uri="{FF2B5EF4-FFF2-40B4-BE49-F238E27FC236}">
                  <a16:creationId xmlns:a16="http://schemas.microsoft.com/office/drawing/2014/main" id="{A65D00E3-A3F3-0D0C-0027-3D344B6074BE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0" name="hist_3416_18">
              <a:extLst>
                <a:ext uri="{FF2B5EF4-FFF2-40B4-BE49-F238E27FC236}">
                  <a16:creationId xmlns:a16="http://schemas.microsoft.com/office/drawing/2014/main" id="{07677EEE-A09A-2D04-B94C-D8BAC5FE5117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1" name="hist_3416_19">
              <a:extLst>
                <a:ext uri="{FF2B5EF4-FFF2-40B4-BE49-F238E27FC236}">
                  <a16:creationId xmlns:a16="http://schemas.microsoft.com/office/drawing/2014/main" id="{B2F3007B-17C4-E817-DA26-94CB7FACE346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2" name="hist_3416_20">
              <a:extLst>
                <a:ext uri="{FF2B5EF4-FFF2-40B4-BE49-F238E27FC236}">
                  <a16:creationId xmlns:a16="http://schemas.microsoft.com/office/drawing/2014/main" id="{278470FB-35EB-E2CF-79C8-4442A9DAB4E9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3" name="hist_3416_21">
              <a:extLst>
                <a:ext uri="{FF2B5EF4-FFF2-40B4-BE49-F238E27FC236}">
                  <a16:creationId xmlns:a16="http://schemas.microsoft.com/office/drawing/2014/main" id="{F2243E48-547C-BBAF-8497-10B14C2AEE4D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4" name="hist_3416_22">
              <a:extLst>
                <a:ext uri="{FF2B5EF4-FFF2-40B4-BE49-F238E27FC236}">
                  <a16:creationId xmlns:a16="http://schemas.microsoft.com/office/drawing/2014/main" id="{22C4D85C-F5C2-B64A-D373-524013FD035A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5" name="hist_3416_23">
              <a:extLst>
                <a:ext uri="{FF2B5EF4-FFF2-40B4-BE49-F238E27FC236}">
                  <a16:creationId xmlns:a16="http://schemas.microsoft.com/office/drawing/2014/main" id="{8477E417-DCC2-AA60-74DC-9D50177BE794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6" name="hist_3416_24">
              <a:extLst>
                <a:ext uri="{FF2B5EF4-FFF2-40B4-BE49-F238E27FC236}">
                  <a16:creationId xmlns:a16="http://schemas.microsoft.com/office/drawing/2014/main" id="{9C31D0E3-FE7B-ED87-2C1B-827DBCF52F55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7" name="hist_3416_25">
              <a:extLst>
                <a:ext uri="{FF2B5EF4-FFF2-40B4-BE49-F238E27FC236}">
                  <a16:creationId xmlns:a16="http://schemas.microsoft.com/office/drawing/2014/main" id="{1530FE5C-2B0F-1A43-3A85-D3EC11527C4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8" name="hist_3416_26">
              <a:extLst>
                <a:ext uri="{FF2B5EF4-FFF2-40B4-BE49-F238E27FC236}">
                  <a16:creationId xmlns:a16="http://schemas.microsoft.com/office/drawing/2014/main" id="{199AC096-2765-E411-4F93-913DA02288EE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9" name="hist_3416_baseline">
              <a:extLst>
                <a:ext uri="{FF2B5EF4-FFF2-40B4-BE49-F238E27FC236}">
                  <a16:creationId xmlns:a16="http://schemas.microsoft.com/office/drawing/2014/main" id="{517C25B0-6538-8FF1-7110-8BCC753B849A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grpSp>
        <p:nvGrpSpPr>
          <p:cNvPr id="1110" name="a | spatial view identity | v4 editable"/>
          <p:cNvGrpSpPr/>
          <p:nvPr/>
        </p:nvGrpSpPr>
        <p:grpSpPr>
          <a:xfrm>
            <a:off x="1501222" y="2047430"/>
            <a:ext cx="155421" cy="122657"/>
            <a:chOff x="177480" y="2844360"/>
            <a:chExt cx="249480" cy="196920"/>
          </a:xfrm>
        </p:grpSpPr>
        <p:sp>
          <p:nvSpPr>
            <p:cNvPr id="1111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12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3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4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5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6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7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8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9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20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1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2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3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4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5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6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7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8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9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0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1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2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3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4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5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6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7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8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9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0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1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2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3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4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5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6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7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8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9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0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1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2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3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4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5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6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7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8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9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0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1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2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163" name="a | spatial view gaussian x2 | v4 editable"/>
          <p:cNvGrpSpPr/>
          <p:nvPr/>
        </p:nvGrpSpPr>
        <p:grpSpPr>
          <a:xfrm>
            <a:off x="1794262" y="2047430"/>
            <a:ext cx="155421" cy="122657"/>
            <a:chOff x="584640" y="2844360"/>
            <a:chExt cx="249480" cy="196920"/>
          </a:xfrm>
        </p:grpSpPr>
        <p:sp>
          <p:nvSpPr>
            <p:cNvPr id="1164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65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6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7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8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9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0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1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2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3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4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5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6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7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8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9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0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1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2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3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4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5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6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7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8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9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0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1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2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3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4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5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6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7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8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9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0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1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2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3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4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5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6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7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8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9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0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1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2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3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4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5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216" name="a | spatial view dog x2 | v4 editable"/>
          <p:cNvGrpSpPr/>
          <p:nvPr/>
        </p:nvGrpSpPr>
        <p:grpSpPr>
          <a:xfrm>
            <a:off x="1501222" y="2333512"/>
            <a:ext cx="155421" cy="122657"/>
            <a:chOff x="177480" y="3241800"/>
            <a:chExt cx="249480" cy="196920"/>
          </a:xfrm>
        </p:grpSpPr>
        <p:sp>
          <p:nvSpPr>
            <p:cNvPr id="1217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18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19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20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1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2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3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4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5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6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7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8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9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0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1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2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3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4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5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6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7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8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9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0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1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2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3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4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5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6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7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8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9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0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1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2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3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4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5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6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7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8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9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0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1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2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3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4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5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6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grpSp>
        <p:nvGrpSpPr>
          <p:cNvPr id="1267" name="a | spatial view receptor suppression x2 | v4 editable"/>
          <p:cNvGrpSpPr/>
          <p:nvPr/>
        </p:nvGrpSpPr>
        <p:grpSpPr>
          <a:xfrm>
            <a:off x="1794262" y="2333512"/>
            <a:ext cx="155421" cy="122657"/>
            <a:chOff x="584640" y="3241800"/>
            <a:chExt cx="249480" cy="196920"/>
          </a:xfrm>
        </p:grpSpPr>
        <p:sp>
          <p:nvSpPr>
            <p:cNvPr id="1268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69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0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1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2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3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4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5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6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7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8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9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0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1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2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3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4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5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6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7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8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9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0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1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2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3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4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5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6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7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8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9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0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1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2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3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4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5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6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7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8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9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0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1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2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3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4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5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6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7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pic>
        <p:nvPicPr>
          <p:cNvPr id="1318" name="a | 56-channel tensor stack" descr="Synthetic voxel-grid density schematic">
            <a:extLst>
              <a:ext uri="{FF2B5EF4-FFF2-40B4-BE49-F238E27FC236}">
                <a16:creationId xmlns:a16="http://schemas.microsoft.com/office/drawing/2014/main" id="{7287F061-8D15-65D6-4058-DB8AC064F9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546335" y="2762108"/>
            <a:ext cx="343801" cy="237886"/>
          </a:xfrm>
          <a:prstGeom prst="rect">
            <a:avLst/>
          </a:prstGeom>
        </p:spPr>
      </p:pic>
      <p:grpSp>
        <p:nvGrpSpPr>
          <p:cNvPr id="1319" name="a | receptor atom cloud">
            <a:extLst>
              <a:ext uri="{FF2B5EF4-FFF2-40B4-BE49-F238E27FC236}">
                <a16:creationId xmlns:a16="http://schemas.microsoft.com/office/drawing/2014/main" id="{F74A3FCC-BD72-26D1-B6AE-B9FEF9BC2A6B}"/>
              </a:ext>
            </a:extLst>
          </p:cNvPr>
          <p:cNvGrpSpPr/>
          <p:nvPr/>
        </p:nvGrpSpPr>
        <p:grpSpPr>
          <a:xfrm>
            <a:off x="1480189" y="3442117"/>
            <a:ext cx="164024" cy="174466"/>
            <a:chOff x="169875" y="4807960"/>
            <a:chExt cx="229109" cy="243694"/>
          </a:xfrm>
        </p:grpSpPr>
        <p:sp>
          <p:nvSpPr>
            <p:cNvPr id="1320" name="asset_3422_0">
              <a:extLst>
                <a:ext uri="{FF2B5EF4-FFF2-40B4-BE49-F238E27FC236}">
                  <a16:creationId xmlns:a16="http://schemas.microsoft.com/office/drawing/2014/main" id="{ACF2FD45-5812-759F-5A96-387C77A814BB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1" name="asset_3422_1">
              <a:extLst>
                <a:ext uri="{FF2B5EF4-FFF2-40B4-BE49-F238E27FC236}">
                  <a16:creationId xmlns:a16="http://schemas.microsoft.com/office/drawing/2014/main" id="{55079865-42D3-C677-C2BF-1713FCCC1437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2" name="asset_3422_2">
              <a:extLst>
                <a:ext uri="{FF2B5EF4-FFF2-40B4-BE49-F238E27FC236}">
                  <a16:creationId xmlns:a16="http://schemas.microsoft.com/office/drawing/2014/main" id="{7171C0AD-7D89-E1AD-C713-AEF7B9481C73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3" name="asset_3422_3">
              <a:extLst>
                <a:ext uri="{FF2B5EF4-FFF2-40B4-BE49-F238E27FC236}">
                  <a16:creationId xmlns:a16="http://schemas.microsoft.com/office/drawing/2014/main" id="{8E5F53DA-EBD1-CB8F-E41F-F6FD7C9405F3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4" name="asset_3422_4">
              <a:extLst>
                <a:ext uri="{FF2B5EF4-FFF2-40B4-BE49-F238E27FC236}">
                  <a16:creationId xmlns:a16="http://schemas.microsoft.com/office/drawing/2014/main" id="{6E3017C2-1F82-0DEC-BA19-262A2880D659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5" name="asset_3422_5">
              <a:extLst>
                <a:ext uri="{FF2B5EF4-FFF2-40B4-BE49-F238E27FC236}">
                  <a16:creationId xmlns:a16="http://schemas.microsoft.com/office/drawing/2014/main" id="{AD0B7A36-4B45-D76D-5300-517F0705ED41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6" name="asset_3422_6">
              <a:extLst>
                <a:ext uri="{FF2B5EF4-FFF2-40B4-BE49-F238E27FC236}">
                  <a16:creationId xmlns:a16="http://schemas.microsoft.com/office/drawing/2014/main" id="{4C4F4414-17C2-BBB3-9157-86F02F10A4A9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7" name="asset_3422_7">
              <a:extLst>
                <a:ext uri="{FF2B5EF4-FFF2-40B4-BE49-F238E27FC236}">
                  <a16:creationId xmlns:a16="http://schemas.microsoft.com/office/drawing/2014/main" id="{1956429C-A303-4B13-0AED-D3A467174BFF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8" name="asset_3422_8">
              <a:extLst>
                <a:ext uri="{FF2B5EF4-FFF2-40B4-BE49-F238E27FC236}">
                  <a16:creationId xmlns:a16="http://schemas.microsoft.com/office/drawing/2014/main" id="{9B80EDB8-6E96-A11A-06EB-183694AC7664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9" name="asset_3422_9">
              <a:extLst>
                <a:ext uri="{FF2B5EF4-FFF2-40B4-BE49-F238E27FC236}">
                  <a16:creationId xmlns:a16="http://schemas.microsoft.com/office/drawing/2014/main" id="{CF523F68-234C-05FF-1627-D79E0B1D337C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0" name="asset_3422_10">
              <a:extLst>
                <a:ext uri="{FF2B5EF4-FFF2-40B4-BE49-F238E27FC236}">
                  <a16:creationId xmlns:a16="http://schemas.microsoft.com/office/drawing/2014/main" id="{4A9D88E9-2993-19D5-B015-B833DECC7F1A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1" name="asset_3422_11">
              <a:extLst>
                <a:ext uri="{FF2B5EF4-FFF2-40B4-BE49-F238E27FC236}">
                  <a16:creationId xmlns:a16="http://schemas.microsoft.com/office/drawing/2014/main" id="{601983D3-9E52-1E47-7E7A-B07040CD24BC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2" name="asset_3422_12">
              <a:extLst>
                <a:ext uri="{FF2B5EF4-FFF2-40B4-BE49-F238E27FC236}">
                  <a16:creationId xmlns:a16="http://schemas.microsoft.com/office/drawing/2014/main" id="{EF9FD7CA-4CDE-2761-80DE-677269A8603B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3" name="asset_3422_13">
              <a:extLst>
                <a:ext uri="{FF2B5EF4-FFF2-40B4-BE49-F238E27FC236}">
                  <a16:creationId xmlns:a16="http://schemas.microsoft.com/office/drawing/2014/main" id="{52453685-3009-67E9-3DB3-28761AFCA070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4" name="asset_3422_14">
              <a:extLst>
                <a:ext uri="{FF2B5EF4-FFF2-40B4-BE49-F238E27FC236}">
                  <a16:creationId xmlns:a16="http://schemas.microsoft.com/office/drawing/2014/main" id="{69A697E6-D023-D641-916D-7C3C9B643472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5" name="asset_3422_15">
              <a:extLst>
                <a:ext uri="{FF2B5EF4-FFF2-40B4-BE49-F238E27FC236}">
                  <a16:creationId xmlns:a16="http://schemas.microsoft.com/office/drawing/2014/main" id="{AC97809E-7277-F83F-A74A-9B9AEF8F58F2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6" name="asset_3422_16">
              <a:extLst>
                <a:ext uri="{FF2B5EF4-FFF2-40B4-BE49-F238E27FC236}">
                  <a16:creationId xmlns:a16="http://schemas.microsoft.com/office/drawing/2014/main" id="{9C87B84D-E780-917F-4BCF-48D4EB2B2E77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7" name="asset_3422_17">
              <a:extLst>
                <a:ext uri="{FF2B5EF4-FFF2-40B4-BE49-F238E27FC236}">
                  <a16:creationId xmlns:a16="http://schemas.microsoft.com/office/drawing/2014/main" id="{1530846F-3332-6F3B-D169-176F7D0C4BD5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8" name="asset_3422_18">
              <a:extLst>
                <a:ext uri="{FF2B5EF4-FFF2-40B4-BE49-F238E27FC236}">
                  <a16:creationId xmlns:a16="http://schemas.microsoft.com/office/drawing/2014/main" id="{A49C83E0-A2EE-E231-658B-E200EA71D872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9" name="asset_3422_19">
              <a:extLst>
                <a:ext uri="{FF2B5EF4-FFF2-40B4-BE49-F238E27FC236}">
                  <a16:creationId xmlns:a16="http://schemas.microsoft.com/office/drawing/2014/main" id="{E9CEF760-F2C3-F390-1668-963AC8B62D79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0" name="asset_3422_20">
              <a:extLst>
                <a:ext uri="{FF2B5EF4-FFF2-40B4-BE49-F238E27FC236}">
                  <a16:creationId xmlns:a16="http://schemas.microsoft.com/office/drawing/2014/main" id="{7056093D-7C44-73BB-4545-31AFF856C4FD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1" name="asset_3422_21">
              <a:extLst>
                <a:ext uri="{FF2B5EF4-FFF2-40B4-BE49-F238E27FC236}">
                  <a16:creationId xmlns:a16="http://schemas.microsoft.com/office/drawing/2014/main" id="{1B196C74-08E0-74C2-1772-357BA72C4EBA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2" name="asset_3422_22">
              <a:extLst>
                <a:ext uri="{FF2B5EF4-FFF2-40B4-BE49-F238E27FC236}">
                  <a16:creationId xmlns:a16="http://schemas.microsoft.com/office/drawing/2014/main" id="{AEDCAA44-5091-3DBD-591B-7F3EFA6F12B2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3" name="asset_3422_23">
              <a:extLst>
                <a:ext uri="{FF2B5EF4-FFF2-40B4-BE49-F238E27FC236}">
                  <a16:creationId xmlns:a16="http://schemas.microsoft.com/office/drawing/2014/main" id="{B36C2AA8-52A3-BB47-A1EB-B3880C36DAE1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4" name="asset_3422_24">
              <a:extLst>
                <a:ext uri="{FF2B5EF4-FFF2-40B4-BE49-F238E27FC236}">
                  <a16:creationId xmlns:a16="http://schemas.microsoft.com/office/drawing/2014/main" id="{AD021490-DF7A-6A66-BE06-26F597627320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5" name="asset_3422_25">
              <a:extLst>
                <a:ext uri="{FF2B5EF4-FFF2-40B4-BE49-F238E27FC236}">
                  <a16:creationId xmlns:a16="http://schemas.microsoft.com/office/drawing/2014/main" id="{A4588BE7-F1A9-807B-DB52-8B51C8E5F39F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6" name="asset_3422_26">
              <a:extLst>
                <a:ext uri="{FF2B5EF4-FFF2-40B4-BE49-F238E27FC236}">
                  <a16:creationId xmlns:a16="http://schemas.microsoft.com/office/drawing/2014/main" id="{EF525F55-E473-BB6A-4B12-1708738A451D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7" name="asset_3422_27">
              <a:extLst>
                <a:ext uri="{FF2B5EF4-FFF2-40B4-BE49-F238E27FC236}">
                  <a16:creationId xmlns:a16="http://schemas.microsoft.com/office/drawing/2014/main" id="{FAC073C9-7858-2063-3FC1-55A9F1287394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8" name="asset_3422_28">
              <a:extLst>
                <a:ext uri="{FF2B5EF4-FFF2-40B4-BE49-F238E27FC236}">
                  <a16:creationId xmlns:a16="http://schemas.microsoft.com/office/drawing/2014/main" id="{2C9CF4D3-A22B-A72B-EF6A-DE97D5B26228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9" name="asset_3422_29">
              <a:extLst>
                <a:ext uri="{FF2B5EF4-FFF2-40B4-BE49-F238E27FC236}">
                  <a16:creationId xmlns:a16="http://schemas.microsoft.com/office/drawing/2014/main" id="{4339CC24-1181-B2DA-F380-C865CE6EB33D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0" name="asset_3422_30">
              <a:extLst>
                <a:ext uri="{FF2B5EF4-FFF2-40B4-BE49-F238E27FC236}">
                  <a16:creationId xmlns:a16="http://schemas.microsoft.com/office/drawing/2014/main" id="{077C978E-F309-5BAE-79A0-936D9EF27E43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1" name="asset_3422_31">
              <a:extLst>
                <a:ext uri="{FF2B5EF4-FFF2-40B4-BE49-F238E27FC236}">
                  <a16:creationId xmlns:a16="http://schemas.microsoft.com/office/drawing/2014/main" id="{40CD83CF-5A4F-5ADA-6D37-6DC86BFF1EAE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2" name="asset_3422_32">
              <a:extLst>
                <a:ext uri="{FF2B5EF4-FFF2-40B4-BE49-F238E27FC236}">
                  <a16:creationId xmlns:a16="http://schemas.microsoft.com/office/drawing/2014/main" id="{D1D86BA7-21BC-C658-7ABC-7E2800F635D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3" name="asset_3422_33">
              <a:extLst>
                <a:ext uri="{FF2B5EF4-FFF2-40B4-BE49-F238E27FC236}">
                  <a16:creationId xmlns:a16="http://schemas.microsoft.com/office/drawing/2014/main" id="{3D56089D-89CA-E8F6-BD24-E31FF0B1673B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4" name="asset_3422_34">
              <a:extLst>
                <a:ext uri="{FF2B5EF4-FFF2-40B4-BE49-F238E27FC236}">
                  <a16:creationId xmlns:a16="http://schemas.microsoft.com/office/drawing/2014/main" id="{13269EEF-EE14-C014-7BBC-90B612509955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5" name="asset_3422_35">
              <a:extLst>
                <a:ext uri="{FF2B5EF4-FFF2-40B4-BE49-F238E27FC236}">
                  <a16:creationId xmlns:a16="http://schemas.microsoft.com/office/drawing/2014/main" id="{660BB2F7-E70F-8FBC-9FB6-39F09B45A36D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6" name="asset_3422_36">
              <a:extLst>
                <a:ext uri="{FF2B5EF4-FFF2-40B4-BE49-F238E27FC236}">
                  <a16:creationId xmlns:a16="http://schemas.microsoft.com/office/drawing/2014/main" id="{5C2E263D-6E8A-DF33-5BAB-35F5A2C5F251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7" name="asset_3422_37">
              <a:extLst>
                <a:ext uri="{FF2B5EF4-FFF2-40B4-BE49-F238E27FC236}">
                  <a16:creationId xmlns:a16="http://schemas.microsoft.com/office/drawing/2014/main" id="{A870849F-ECC8-5872-6923-6C13804AE340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8" name="asset_3422_38">
              <a:extLst>
                <a:ext uri="{FF2B5EF4-FFF2-40B4-BE49-F238E27FC236}">
                  <a16:creationId xmlns:a16="http://schemas.microsoft.com/office/drawing/2014/main" id="{AAFC3371-F314-0C8A-2D26-93DB33BF9511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9" name="asset_3422_39">
              <a:extLst>
                <a:ext uri="{FF2B5EF4-FFF2-40B4-BE49-F238E27FC236}">
                  <a16:creationId xmlns:a16="http://schemas.microsoft.com/office/drawing/2014/main" id="{BD72A813-458E-DB8C-209B-ED44600E60CB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0" name="asset_3422_40">
              <a:extLst>
                <a:ext uri="{FF2B5EF4-FFF2-40B4-BE49-F238E27FC236}">
                  <a16:creationId xmlns:a16="http://schemas.microsoft.com/office/drawing/2014/main" id="{5274F46A-89A9-E068-374C-E1DCAFE1E6F7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1" name="asset_3422_41">
              <a:extLst>
                <a:ext uri="{FF2B5EF4-FFF2-40B4-BE49-F238E27FC236}">
                  <a16:creationId xmlns:a16="http://schemas.microsoft.com/office/drawing/2014/main" id="{167DD92E-7EB5-65B3-3589-E51172090FEC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2" name="asset_3422_42">
              <a:extLst>
                <a:ext uri="{FF2B5EF4-FFF2-40B4-BE49-F238E27FC236}">
                  <a16:creationId xmlns:a16="http://schemas.microsoft.com/office/drawing/2014/main" id="{BF83F7AA-47B4-3838-E342-7B1C73E00473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3" name="asset_3422_43">
              <a:extLst>
                <a:ext uri="{FF2B5EF4-FFF2-40B4-BE49-F238E27FC236}">
                  <a16:creationId xmlns:a16="http://schemas.microsoft.com/office/drawing/2014/main" id="{B56296FE-EF96-50A6-278B-9F12F8099985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4" name="asset_3422_44">
              <a:extLst>
                <a:ext uri="{FF2B5EF4-FFF2-40B4-BE49-F238E27FC236}">
                  <a16:creationId xmlns:a16="http://schemas.microsoft.com/office/drawing/2014/main" id="{DEF89A4A-63B2-98BA-BC0D-71B77242DF0C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5" name="asset_3422_45">
              <a:extLst>
                <a:ext uri="{FF2B5EF4-FFF2-40B4-BE49-F238E27FC236}">
                  <a16:creationId xmlns:a16="http://schemas.microsoft.com/office/drawing/2014/main" id="{1DB842C2-D35C-AE28-25B6-490A9A6DEE3F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6" name="asset_3422_46">
              <a:extLst>
                <a:ext uri="{FF2B5EF4-FFF2-40B4-BE49-F238E27FC236}">
                  <a16:creationId xmlns:a16="http://schemas.microsoft.com/office/drawing/2014/main" id="{02C81F11-43A1-A876-3305-0436CF283F37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7" name="asset_3422_47">
              <a:extLst>
                <a:ext uri="{FF2B5EF4-FFF2-40B4-BE49-F238E27FC236}">
                  <a16:creationId xmlns:a16="http://schemas.microsoft.com/office/drawing/2014/main" id="{5F933E82-BE9C-FA10-0B49-D2CCD29071ED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8" name="asset_3422_48">
              <a:extLst>
                <a:ext uri="{FF2B5EF4-FFF2-40B4-BE49-F238E27FC236}">
                  <a16:creationId xmlns:a16="http://schemas.microsoft.com/office/drawing/2014/main" id="{3A41F4F8-1186-49C7-1DD1-0B4B311B7DB0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9" name="asset_3422_49">
              <a:extLst>
                <a:ext uri="{FF2B5EF4-FFF2-40B4-BE49-F238E27FC236}">
                  <a16:creationId xmlns:a16="http://schemas.microsoft.com/office/drawing/2014/main" id="{A35A991F-81FF-0E7A-D00D-848EA888A991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0" name="asset_3422_50">
              <a:extLst>
                <a:ext uri="{FF2B5EF4-FFF2-40B4-BE49-F238E27FC236}">
                  <a16:creationId xmlns:a16="http://schemas.microsoft.com/office/drawing/2014/main" id="{E7F36E5B-E5D5-072B-8145-CE94A2DF7776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1" name="asset_3422_51">
              <a:extLst>
                <a:ext uri="{FF2B5EF4-FFF2-40B4-BE49-F238E27FC236}">
                  <a16:creationId xmlns:a16="http://schemas.microsoft.com/office/drawing/2014/main" id="{6935ED76-18CA-F8C7-5728-A29FCAB7A6FC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2" name="asset_3422_52">
              <a:extLst>
                <a:ext uri="{FF2B5EF4-FFF2-40B4-BE49-F238E27FC236}">
                  <a16:creationId xmlns:a16="http://schemas.microsoft.com/office/drawing/2014/main" id="{908C31DA-A30E-3EBF-E34D-A9003764C1AD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3" name="asset_3422_53">
              <a:extLst>
                <a:ext uri="{FF2B5EF4-FFF2-40B4-BE49-F238E27FC236}">
                  <a16:creationId xmlns:a16="http://schemas.microsoft.com/office/drawing/2014/main" id="{63ED6A96-12A1-6581-9622-A2140ECF37D3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4" name="asset_3422_54">
              <a:extLst>
                <a:ext uri="{FF2B5EF4-FFF2-40B4-BE49-F238E27FC236}">
                  <a16:creationId xmlns:a16="http://schemas.microsoft.com/office/drawing/2014/main" id="{28B28C08-BAD7-DC13-B457-18E0200352EB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5" name="asset_3422_55">
              <a:extLst>
                <a:ext uri="{FF2B5EF4-FFF2-40B4-BE49-F238E27FC236}">
                  <a16:creationId xmlns:a16="http://schemas.microsoft.com/office/drawing/2014/main" id="{1F364F2A-41E2-D13E-4466-4E0ABCDE78ED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6" name="asset_3422_56">
              <a:extLst>
                <a:ext uri="{FF2B5EF4-FFF2-40B4-BE49-F238E27FC236}">
                  <a16:creationId xmlns:a16="http://schemas.microsoft.com/office/drawing/2014/main" id="{17717E4A-319D-BE88-6C5C-C557B085689F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7" name="asset_3422_57">
              <a:extLst>
                <a:ext uri="{FF2B5EF4-FFF2-40B4-BE49-F238E27FC236}">
                  <a16:creationId xmlns:a16="http://schemas.microsoft.com/office/drawing/2014/main" id="{075D2F07-7E73-BF79-BBB7-9CC012B997E9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8" name="asset_3422_58">
              <a:extLst>
                <a:ext uri="{FF2B5EF4-FFF2-40B4-BE49-F238E27FC236}">
                  <a16:creationId xmlns:a16="http://schemas.microsoft.com/office/drawing/2014/main" id="{55A01054-349F-1A16-EDF9-A43768EBC870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9" name="asset_3422_59">
              <a:extLst>
                <a:ext uri="{FF2B5EF4-FFF2-40B4-BE49-F238E27FC236}">
                  <a16:creationId xmlns:a16="http://schemas.microsoft.com/office/drawing/2014/main" id="{C1A5AEF5-98EA-3100-B831-1ABBCDF10C88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0" name="asset_3422_60">
              <a:extLst>
                <a:ext uri="{FF2B5EF4-FFF2-40B4-BE49-F238E27FC236}">
                  <a16:creationId xmlns:a16="http://schemas.microsoft.com/office/drawing/2014/main" id="{50839469-254F-A0C1-6B70-615D1531864D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1" name="asset_3422_61">
              <a:extLst>
                <a:ext uri="{FF2B5EF4-FFF2-40B4-BE49-F238E27FC236}">
                  <a16:creationId xmlns:a16="http://schemas.microsoft.com/office/drawing/2014/main" id="{20946B5C-8E8E-B01A-E522-C1C94B55A006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2" name="asset_3422_62">
              <a:extLst>
                <a:ext uri="{FF2B5EF4-FFF2-40B4-BE49-F238E27FC236}">
                  <a16:creationId xmlns:a16="http://schemas.microsoft.com/office/drawing/2014/main" id="{C261760A-C396-4C69-4FB2-570363B76D2B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3" name="asset_3422_63">
              <a:extLst>
                <a:ext uri="{FF2B5EF4-FFF2-40B4-BE49-F238E27FC236}">
                  <a16:creationId xmlns:a16="http://schemas.microsoft.com/office/drawing/2014/main" id="{95D4AECC-4C0E-4869-BD24-C98A4D27DBF3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4" name="asset_3422_64">
              <a:extLst>
                <a:ext uri="{FF2B5EF4-FFF2-40B4-BE49-F238E27FC236}">
                  <a16:creationId xmlns:a16="http://schemas.microsoft.com/office/drawing/2014/main" id="{EF4314FD-3B81-AC6B-4EF1-6B0247A76615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5" name="asset_3422_65">
              <a:extLst>
                <a:ext uri="{FF2B5EF4-FFF2-40B4-BE49-F238E27FC236}">
                  <a16:creationId xmlns:a16="http://schemas.microsoft.com/office/drawing/2014/main" id="{59BE31B4-42C6-EC42-43BD-50A0A5581CB9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6" name="asset_3422_66">
              <a:extLst>
                <a:ext uri="{FF2B5EF4-FFF2-40B4-BE49-F238E27FC236}">
                  <a16:creationId xmlns:a16="http://schemas.microsoft.com/office/drawing/2014/main" id="{942AD861-633D-D5A0-43DA-97DAC7D17CE9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7" name="asset_3422_67">
              <a:extLst>
                <a:ext uri="{FF2B5EF4-FFF2-40B4-BE49-F238E27FC236}">
                  <a16:creationId xmlns:a16="http://schemas.microsoft.com/office/drawing/2014/main" id="{41FF9A94-22D8-EC1B-5A83-3CE6CC60C904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8" name="asset_3422_68">
              <a:extLst>
                <a:ext uri="{FF2B5EF4-FFF2-40B4-BE49-F238E27FC236}">
                  <a16:creationId xmlns:a16="http://schemas.microsoft.com/office/drawing/2014/main" id="{97DEADC4-375C-4C05-3156-678B0C8226E5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9" name="asset_3422_69">
              <a:extLst>
                <a:ext uri="{FF2B5EF4-FFF2-40B4-BE49-F238E27FC236}">
                  <a16:creationId xmlns:a16="http://schemas.microsoft.com/office/drawing/2014/main" id="{9D49C6DC-5879-9CD6-D171-8FA8EBCF7BF1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0" name="asset_3422_70">
              <a:extLst>
                <a:ext uri="{FF2B5EF4-FFF2-40B4-BE49-F238E27FC236}">
                  <a16:creationId xmlns:a16="http://schemas.microsoft.com/office/drawing/2014/main" id="{41234642-59FA-8F6F-B9E1-FC86F49F0371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1" name="asset_3422_71">
              <a:extLst>
                <a:ext uri="{FF2B5EF4-FFF2-40B4-BE49-F238E27FC236}">
                  <a16:creationId xmlns:a16="http://schemas.microsoft.com/office/drawing/2014/main" id="{65231BD1-B4C3-F85A-F7E1-C5BFA0E5968F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2" name="asset_3422_72">
              <a:extLst>
                <a:ext uri="{FF2B5EF4-FFF2-40B4-BE49-F238E27FC236}">
                  <a16:creationId xmlns:a16="http://schemas.microsoft.com/office/drawing/2014/main" id="{97DAE6CE-6796-2E2A-1467-FEE328A8099A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3" name="asset_3422_73">
              <a:extLst>
                <a:ext uri="{FF2B5EF4-FFF2-40B4-BE49-F238E27FC236}">
                  <a16:creationId xmlns:a16="http://schemas.microsoft.com/office/drawing/2014/main" id="{5B8B712B-0248-552D-1402-1CD77914548B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4" name="asset_3422_74">
              <a:extLst>
                <a:ext uri="{FF2B5EF4-FFF2-40B4-BE49-F238E27FC236}">
                  <a16:creationId xmlns:a16="http://schemas.microsoft.com/office/drawing/2014/main" id="{2646C4E3-91A5-CA61-A5CC-09F4F0188022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5" name="asset_3422_75">
              <a:extLst>
                <a:ext uri="{FF2B5EF4-FFF2-40B4-BE49-F238E27FC236}">
                  <a16:creationId xmlns:a16="http://schemas.microsoft.com/office/drawing/2014/main" id="{4EF13AFC-1814-3AC3-4BE8-2920BF2E8FD5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6" name="asset_3422_76">
              <a:extLst>
                <a:ext uri="{FF2B5EF4-FFF2-40B4-BE49-F238E27FC236}">
                  <a16:creationId xmlns:a16="http://schemas.microsoft.com/office/drawing/2014/main" id="{205E869B-12A8-7301-607A-E7F6C15CE78B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7" name="asset_3422_77">
              <a:extLst>
                <a:ext uri="{FF2B5EF4-FFF2-40B4-BE49-F238E27FC236}">
                  <a16:creationId xmlns:a16="http://schemas.microsoft.com/office/drawing/2014/main" id="{E0410E34-BBBC-DC69-6AED-677F08626CFB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8" name="asset_3422_78">
              <a:extLst>
                <a:ext uri="{FF2B5EF4-FFF2-40B4-BE49-F238E27FC236}">
                  <a16:creationId xmlns:a16="http://schemas.microsoft.com/office/drawing/2014/main" id="{1D955330-36B3-BC61-BE93-DA48B3F01DD3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9" name="asset_3422_79">
              <a:extLst>
                <a:ext uri="{FF2B5EF4-FFF2-40B4-BE49-F238E27FC236}">
                  <a16:creationId xmlns:a16="http://schemas.microsoft.com/office/drawing/2014/main" id="{D3534057-214E-054A-0678-B5B0364CFC21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0" name="asset_3422_80">
              <a:extLst>
                <a:ext uri="{FF2B5EF4-FFF2-40B4-BE49-F238E27FC236}">
                  <a16:creationId xmlns:a16="http://schemas.microsoft.com/office/drawing/2014/main" id="{26C05388-4DEE-2F66-8912-EA6C907FE5F6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1" name="asset_3422_81">
              <a:extLst>
                <a:ext uri="{FF2B5EF4-FFF2-40B4-BE49-F238E27FC236}">
                  <a16:creationId xmlns:a16="http://schemas.microsoft.com/office/drawing/2014/main" id="{58FCBAFA-8804-8857-A6EE-1A97E8649505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2" name="asset_3422_82">
              <a:extLst>
                <a:ext uri="{FF2B5EF4-FFF2-40B4-BE49-F238E27FC236}">
                  <a16:creationId xmlns:a16="http://schemas.microsoft.com/office/drawing/2014/main" id="{B4AF2FBF-3BB0-1A56-3EDA-C9C35BC1CC2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3" name="asset_3422_83">
              <a:extLst>
                <a:ext uri="{FF2B5EF4-FFF2-40B4-BE49-F238E27FC236}">
                  <a16:creationId xmlns:a16="http://schemas.microsoft.com/office/drawing/2014/main" id="{BAB91C6D-DEF3-947D-F491-016EFDE83DAD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4" name="asset_3422_84">
              <a:extLst>
                <a:ext uri="{FF2B5EF4-FFF2-40B4-BE49-F238E27FC236}">
                  <a16:creationId xmlns:a16="http://schemas.microsoft.com/office/drawing/2014/main" id="{FF158B71-E1A3-CD3B-5D23-8EA31DEE4AD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5" name="asset_3422_85">
              <a:extLst>
                <a:ext uri="{FF2B5EF4-FFF2-40B4-BE49-F238E27FC236}">
                  <a16:creationId xmlns:a16="http://schemas.microsoft.com/office/drawing/2014/main" id="{0DFCE3CB-9380-9080-62CE-E600E22BD765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6" name="asset_3422_86">
              <a:extLst>
                <a:ext uri="{FF2B5EF4-FFF2-40B4-BE49-F238E27FC236}">
                  <a16:creationId xmlns:a16="http://schemas.microsoft.com/office/drawing/2014/main" id="{5257BCC6-6B37-38B5-750A-B9FB1D37D4CF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7" name="asset_3422_87">
              <a:extLst>
                <a:ext uri="{FF2B5EF4-FFF2-40B4-BE49-F238E27FC236}">
                  <a16:creationId xmlns:a16="http://schemas.microsoft.com/office/drawing/2014/main" id="{C9B4B7F3-7C3E-4BA4-BD2B-D0D02B4B9EFA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8" name="asset_3422_88">
              <a:extLst>
                <a:ext uri="{FF2B5EF4-FFF2-40B4-BE49-F238E27FC236}">
                  <a16:creationId xmlns:a16="http://schemas.microsoft.com/office/drawing/2014/main" id="{9C47EB2E-2202-16D6-FA41-E794D3D49ABC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9" name="asset_3422_89">
              <a:extLst>
                <a:ext uri="{FF2B5EF4-FFF2-40B4-BE49-F238E27FC236}">
                  <a16:creationId xmlns:a16="http://schemas.microsoft.com/office/drawing/2014/main" id="{3D7A6E9E-92C0-ED2C-9FAB-28497D2F2124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0" name="asset_3422_90">
              <a:extLst>
                <a:ext uri="{FF2B5EF4-FFF2-40B4-BE49-F238E27FC236}">
                  <a16:creationId xmlns:a16="http://schemas.microsoft.com/office/drawing/2014/main" id="{06F5C2D0-D556-FCF2-A437-9F7F71693FF5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1" name="asset_3422_91">
              <a:extLst>
                <a:ext uri="{FF2B5EF4-FFF2-40B4-BE49-F238E27FC236}">
                  <a16:creationId xmlns:a16="http://schemas.microsoft.com/office/drawing/2014/main" id="{36C49975-94FE-2741-4CEA-A47ADC9B588E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2" name="asset_3422_92">
              <a:extLst>
                <a:ext uri="{FF2B5EF4-FFF2-40B4-BE49-F238E27FC236}">
                  <a16:creationId xmlns:a16="http://schemas.microsoft.com/office/drawing/2014/main" id="{08518CB7-5FC9-399E-7522-87750B3BD07E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3" name="asset_3422_93">
              <a:extLst>
                <a:ext uri="{FF2B5EF4-FFF2-40B4-BE49-F238E27FC236}">
                  <a16:creationId xmlns:a16="http://schemas.microsoft.com/office/drawing/2014/main" id="{9F7909F0-C743-5248-E9D0-3EAB7BED8322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4" name="asset_3422_94">
              <a:extLst>
                <a:ext uri="{FF2B5EF4-FFF2-40B4-BE49-F238E27FC236}">
                  <a16:creationId xmlns:a16="http://schemas.microsoft.com/office/drawing/2014/main" id="{CC657E90-9303-E3F4-A56D-D23BBA806602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5" name="asset_3422_95">
              <a:extLst>
                <a:ext uri="{FF2B5EF4-FFF2-40B4-BE49-F238E27FC236}">
                  <a16:creationId xmlns:a16="http://schemas.microsoft.com/office/drawing/2014/main" id="{2EE0A96B-A2A7-ADF9-A755-732FC6BCD648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6" name="asset_3422_96">
              <a:extLst>
                <a:ext uri="{FF2B5EF4-FFF2-40B4-BE49-F238E27FC236}">
                  <a16:creationId xmlns:a16="http://schemas.microsoft.com/office/drawing/2014/main" id="{47FFD0DE-B302-69C4-5EAD-3F3D18DDE18A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7" name="asset_3422_97">
              <a:extLst>
                <a:ext uri="{FF2B5EF4-FFF2-40B4-BE49-F238E27FC236}">
                  <a16:creationId xmlns:a16="http://schemas.microsoft.com/office/drawing/2014/main" id="{370AA74C-C27E-E32F-89A5-8D03D4E5EE05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8" name="asset_3422_98">
              <a:extLst>
                <a:ext uri="{FF2B5EF4-FFF2-40B4-BE49-F238E27FC236}">
                  <a16:creationId xmlns:a16="http://schemas.microsoft.com/office/drawing/2014/main" id="{B3EFF36E-0DA8-B002-B991-18C5DE41D9D0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9" name="asset_3422_99">
              <a:extLst>
                <a:ext uri="{FF2B5EF4-FFF2-40B4-BE49-F238E27FC236}">
                  <a16:creationId xmlns:a16="http://schemas.microsoft.com/office/drawing/2014/main" id="{B1669691-1A41-509E-4F31-50992DB8107C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0" name="asset_3422_100">
              <a:extLst>
                <a:ext uri="{FF2B5EF4-FFF2-40B4-BE49-F238E27FC236}">
                  <a16:creationId xmlns:a16="http://schemas.microsoft.com/office/drawing/2014/main" id="{341090B1-00B5-3753-37FA-2A7644BEB276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1" name="asset_3422_101">
              <a:extLst>
                <a:ext uri="{FF2B5EF4-FFF2-40B4-BE49-F238E27FC236}">
                  <a16:creationId xmlns:a16="http://schemas.microsoft.com/office/drawing/2014/main" id="{904C0278-BF26-562A-D2D8-9E8E1AB94294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2" name="asset_3422_102">
              <a:extLst>
                <a:ext uri="{FF2B5EF4-FFF2-40B4-BE49-F238E27FC236}">
                  <a16:creationId xmlns:a16="http://schemas.microsoft.com/office/drawing/2014/main" id="{A183616A-83E1-61E2-F17A-4558792A3353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3" name="asset_3422_103">
              <a:extLst>
                <a:ext uri="{FF2B5EF4-FFF2-40B4-BE49-F238E27FC236}">
                  <a16:creationId xmlns:a16="http://schemas.microsoft.com/office/drawing/2014/main" id="{B1757740-7328-68D5-C6BB-5029280D9C21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4" name="asset_3422_104">
              <a:extLst>
                <a:ext uri="{FF2B5EF4-FFF2-40B4-BE49-F238E27FC236}">
                  <a16:creationId xmlns:a16="http://schemas.microsoft.com/office/drawing/2014/main" id="{17139438-B9D0-8999-40E9-519F976B3739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5" name="asset_3422_105">
              <a:extLst>
                <a:ext uri="{FF2B5EF4-FFF2-40B4-BE49-F238E27FC236}">
                  <a16:creationId xmlns:a16="http://schemas.microsoft.com/office/drawing/2014/main" id="{66C56846-18F0-44B1-2DBF-73E579B41289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6" name="asset_3422_106">
              <a:extLst>
                <a:ext uri="{FF2B5EF4-FFF2-40B4-BE49-F238E27FC236}">
                  <a16:creationId xmlns:a16="http://schemas.microsoft.com/office/drawing/2014/main" id="{5251878A-2A30-6938-EAA1-58E9A2E07FD6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7" name="asset_3422_107">
              <a:extLst>
                <a:ext uri="{FF2B5EF4-FFF2-40B4-BE49-F238E27FC236}">
                  <a16:creationId xmlns:a16="http://schemas.microsoft.com/office/drawing/2014/main" id="{4121F3E1-15A7-EC84-2E47-67DCF58B138A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8" name="asset_3422_108">
              <a:extLst>
                <a:ext uri="{FF2B5EF4-FFF2-40B4-BE49-F238E27FC236}">
                  <a16:creationId xmlns:a16="http://schemas.microsoft.com/office/drawing/2014/main" id="{89E11EA1-FC3E-A9C5-FE82-C6BA831B80EB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9" name="asset_3422_109">
              <a:extLst>
                <a:ext uri="{FF2B5EF4-FFF2-40B4-BE49-F238E27FC236}">
                  <a16:creationId xmlns:a16="http://schemas.microsoft.com/office/drawing/2014/main" id="{72122DDE-B111-36DE-40F5-7227E1EB89EF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0" name="asset_3422_110">
              <a:extLst>
                <a:ext uri="{FF2B5EF4-FFF2-40B4-BE49-F238E27FC236}">
                  <a16:creationId xmlns:a16="http://schemas.microsoft.com/office/drawing/2014/main" id="{F10CC179-131C-8312-5089-1877AAC82D33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1" name="asset_3422_111">
              <a:extLst>
                <a:ext uri="{FF2B5EF4-FFF2-40B4-BE49-F238E27FC236}">
                  <a16:creationId xmlns:a16="http://schemas.microsoft.com/office/drawing/2014/main" id="{CD66646E-7538-6968-F086-E41C8F4365A5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2" name="asset_3422_112">
              <a:extLst>
                <a:ext uri="{FF2B5EF4-FFF2-40B4-BE49-F238E27FC236}">
                  <a16:creationId xmlns:a16="http://schemas.microsoft.com/office/drawing/2014/main" id="{A0FF7DBA-C800-BE39-7C34-0D8FE4DFCEC8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3" name="asset_3422_113">
              <a:extLst>
                <a:ext uri="{FF2B5EF4-FFF2-40B4-BE49-F238E27FC236}">
                  <a16:creationId xmlns:a16="http://schemas.microsoft.com/office/drawing/2014/main" id="{69EA3A95-C469-4FB7-A7A3-51BA1BA52674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4" name="asset_3422_114">
              <a:extLst>
                <a:ext uri="{FF2B5EF4-FFF2-40B4-BE49-F238E27FC236}">
                  <a16:creationId xmlns:a16="http://schemas.microsoft.com/office/drawing/2014/main" id="{B488EF24-D24B-0F80-9C97-41656C2E08D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5" name="asset_3422_115">
              <a:extLst>
                <a:ext uri="{FF2B5EF4-FFF2-40B4-BE49-F238E27FC236}">
                  <a16:creationId xmlns:a16="http://schemas.microsoft.com/office/drawing/2014/main" id="{1BB10544-2009-4D25-779F-2347CF5A0575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6" name="asset_3422_116">
              <a:extLst>
                <a:ext uri="{FF2B5EF4-FFF2-40B4-BE49-F238E27FC236}">
                  <a16:creationId xmlns:a16="http://schemas.microsoft.com/office/drawing/2014/main" id="{4ABC882C-9958-036D-219A-7B89CCE8022E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7" name="asset_3422_117">
              <a:extLst>
                <a:ext uri="{FF2B5EF4-FFF2-40B4-BE49-F238E27FC236}">
                  <a16:creationId xmlns:a16="http://schemas.microsoft.com/office/drawing/2014/main" id="{188AADE0-E8D9-1102-D383-90A9F03B0923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8" name="asset_3422_118">
              <a:extLst>
                <a:ext uri="{FF2B5EF4-FFF2-40B4-BE49-F238E27FC236}">
                  <a16:creationId xmlns:a16="http://schemas.microsoft.com/office/drawing/2014/main" id="{5BB24AEF-FD38-074D-FF60-74BD7A7752D4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9" name="asset_3422_119">
              <a:extLst>
                <a:ext uri="{FF2B5EF4-FFF2-40B4-BE49-F238E27FC236}">
                  <a16:creationId xmlns:a16="http://schemas.microsoft.com/office/drawing/2014/main" id="{7B40CFA6-D75A-3539-4FC2-D7FA9720FB2C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0" name="asset_3422_120">
              <a:extLst>
                <a:ext uri="{FF2B5EF4-FFF2-40B4-BE49-F238E27FC236}">
                  <a16:creationId xmlns:a16="http://schemas.microsoft.com/office/drawing/2014/main" id="{1737C6D6-FE64-854E-7920-429B04C822E8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1" name="asset_3422_121">
              <a:extLst>
                <a:ext uri="{FF2B5EF4-FFF2-40B4-BE49-F238E27FC236}">
                  <a16:creationId xmlns:a16="http://schemas.microsoft.com/office/drawing/2014/main" id="{A0D3BF6E-7FB5-E935-C1AD-9FCE1647343B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2" name="asset_3422_122">
              <a:extLst>
                <a:ext uri="{FF2B5EF4-FFF2-40B4-BE49-F238E27FC236}">
                  <a16:creationId xmlns:a16="http://schemas.microsoft.com/office/drawing/2014/main" id="{9D54F9EC-B99D-0823-576F-7840F5063CF8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3" name="asset_3422_123">
              <a:extLst>
                <a:ext uri="{FF2B5EF4-FFF2-40B4-BE49-F238E27FC236}">
                  <a16:creationId xmlns:a16="http://schemas.microsoft.com/office/drawing/2014/main" id="{A964C3FE-D6E0-043B-1863-C1FB6ED3833F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1444" name="a | 50D atom feature bar" descr="bar.png">
            <a:extLst>
              <a:ext uri="{FF2B5EF4-FFF2-40B4-BE49-F238E27FC236}">
                <a16:creationId xmlns:a16="http://schemas.microsoft.com/office/drawing/2014/main" id="{314C068A-4F2C-BCB3-7662-1A20D5E739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84247" y="3501830"/>
            <a:ext cx="204607" cy="54091"/>
          </a:xfrm>
          <a:prstGeom prst="rect">
            <a:avLst/>
          </a:prstGeom>
        </p:spPr>
      </p:pic>
      <p:sp>
        <p:nvSpPr>
          <p:cNvPr id="1445" name="b | panel background">
            <a:extLst>
              <a:ext uri="{FF2B5EF4-FFF2-40B4-BE49-F238E27FC236}">
                <a16:creationId xmlns:a16="http://schemas.microsoft.com/office/drawing/2014/main" id="{02BF5837-B54E-E4C2-2130-483E762B554F}"/>
              </a:ext>
            </a:extLst>
          </p:cNvPr>
          <p:cNvSpPr>
            <a:spLocks noGrp="1"/>
          </p:cNvSpPr>
          <p:nvPr/>
        </p:nvSpPr>
        <p:spPr>
          <a:xfrm>
            <a:off x="2111300" y="56569"/>
            <a:ext cx="2963267" cy="1599224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pic>
        <p:nvPicPr>
          <p:cNvPr id="1446" name="图片 12">
            <a:extLst>
              <a:ext uri="{FF2B5EF4-FFF2-40B4-BE49-F238E27FC236}">
                <a16:creationId xmlns:a16="http://schemas.microsoft.com/office/drawing/2014/main" id="{2F7DA45D-AE9E-3B07-4724-68D6D69C2E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2923374" y="526649"/>
            <a:ext cx="1398292" cy="274055"/>
          </a:xfrm>
          <a:prstGeom prst="rect">
            <a:avLst/>
          </a:prstGeom>
        </p:spPr>
      </p:pic>
      <p:sp>
        <p:nvSpPr>
          <p:cNvPr id="1447" name="b | panel label">
            <a:extLst>
              <a:ext uri="{FF2B5EF4-FFF2-40B4-BE49-F238E27FC236}">
                <a16:creationId xmlns:a16="http://schemas.microsoft.com/office/drawing/2014/main" id="{11E5D961-222A-6581-566E-DF20C6614C66}"/>
              </a:ext>
            </a:extLst>
          </p:cNvPr>
          <p:cNvSpPr>
            <a:spLocks noGrp="1"/>
          </p:cNvSpPr>
          <p:nvPr/>
        </p:nvSpPr>
        <p:spPr>
          <a:xfrm>
            <a:off x="2151536" y="66886"/>
            <a:ext cx="88898" cy="1111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00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48" name="b | title">
            <a:extLst>
              <a:ext uri="{FF2B5EF4-FFF2-40B4-BE49-F238E27FC236}">
                <a16:creationId xmlns:a16="http://schemas.microsoft.com/office/drawing/2014/main" id="{1A0FB519-4490-A7C0-E4F7-E6765B554A8D}"/>
              </a:ext>
            </a:extLst>
          </p:cNvPr>
          <p:cNvSpPr>
            <a:spLocks noGrp="1"/>
          </p:cNvSpPr>
          <p:nvPr/>
        </p:nvSpPr>
        <p:spPr>
          <a:xfrm>
            <a:off x="2257102" y="68905"/>
            <a:ext cx="2148369" cy="1018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27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regions</a:t>
            </a:r>
          </a:p>
        </p:txBody>
      </p:sp>
      <p:sp>
        <p:nvSpPr>
          <p:cNvPr id="1449" name="b | density input frame">
            <a:extLst>
              <a:ext uri="{FF2B5EF4-FFF2-40B4-BE49-F238E27FC236}">
                <a16:creationId xmlns:a16="http://schemas.microsoft.com/office/drawing/2014/main" id="{7F3C1719-57FD-D4DE-E2C0-80F67E525277}"/>
              </a:ext>
            </a:extLst>
          </p:cNvPr>
          <p:cNvSpPr>
            <a:spLocks noGrp="1"/>
          </p:cNvSpPr>
          <p:nvPr/>
        </p:nvSpPr>
        <p:spPr>
          <a:xfrm>
            <a:off x="2155240" y="306126"/>
            <a:ext cx="416709" cy="453735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450" name="b | receptor input frame">
            <a:extLst>
              <a:ext uri="{FF2B5EF4-FFF2-40B4-BE49-F238E27FC236}">
                <a16:creationId xmlns:a16="http://schemas.microsoft.com/office/drawing/2014/main" id="{FE17CE43-2BDC-2758-133A-0C5952E473E2}"/>
              </a:ext>
            </a:extLst>
          </p:cNvPr>
          <p:cNvSpPr>
            <a:spLocks noGrp="1"/>
          </p:cNvSpPr>
          <p:nvPr/>
        </p:nvSpPr>
        <p:spPr>
          <a:xfrm>
            <a:off x="2155240" y="846648"/>
            <a:ext cx="416709" cy="329652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451" name="b | pseudo input frame">
            <a:extLst>
              <a:ext uri="{FF2B5EF4-FFF2-40B4-BE49-F238E27FC236}">
                <a16:creationId xmlns:a16="http://schemas.microsoft.com/office/drawing/2014/main" id="{11F363B5-679E-A2C5-22C5-75C61774C768}"/>
              </a:ext>
            </a:extLst>
          </p:cNvPr>
          <p:cNvSpPr>
            <a:spLocks noGrp="1"/>
          </p:cNvSpPr>
          <p:nvPr/>
        </p:nvSpPr>
        <p:spPr>
          <a:xfrm>
            <a:off x="2155240" y="1236000"/>
            <a:ext cx="416709" cy="329652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452" name="b | ligand probability frame">
            <a:extLst>
              <a:ext uri="{FF2B5EF4-FFF2-40B4-BE49-F238E27FC236}">
                <a16:creationId xmlns:a16="http://schemas.microsoft.com/office/drawing/2014/main" id="{B61AB487-C051-D435-090E-1CA0411E47DB}"/>
              </a:ext>
            </a:extLst>
          </p:cNvPr>
          <p:cNvSpPr>
            <a:spLocks noGrp="1"/>
          </p:cNvSpPr>
          <p:nvPr/>
        </p:nvSpPr>
        <p:spPr>
          <a:xfrm>
            <a:off x="4423992" y="302422"/>
            <a:ext cx="601914" cy="459291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1453" name="b | cues frame">
            <a:extLst>
              <a:ext uri="{FF2B5EF4-FFF2-40B4-BE49-F238E27FC236}">
                <a16:creationId xmlns:a16="http://schemas.microsoft.com/office/drawing/2014/main" id="{B0EA5805-BAD3-1160-7239-471F7FD99AB9}"/>
              </a:ext>
            </a:extLst>
          </p:cNvPr>
          <p:cNvSpPr>
            <a:spLocks noGrp="1"/>
          </p:cNvSpPr>
          <p:nvPr/>
        </p:nvSpPr>
        <p:spPr>
          <a:xfrm>
            <a:off x="4423992" y="802457"/>
            <a:ext cx="601914" cy="303725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1454" name="b | atom probability frame">
            <a:extLst>
              <a:ext uri="{FF2B5EF4-FFF2-40B4-BE49-F238E27FC236}">
                <a16:creationId xmlns:a16="http://schemas.microsoft.com/office/drawing/2014/main" id="{F56E138D-2892-2908-5907-D8185F1E0079}"/>
              </a:ext>
            </a:extLst>
          </p:cNvPr>
          <p:cNvSpPr>
            <a:spLocks noGrp="1"/>
          </p:cNvSpPr>
          <p:nvPr/>
        </p:nvSpPr>
        <p:spPr>
          <a:xfrm>
            <a:off x="4423992" y="1146925"/>
            <a:ext cx="601914" cy="412992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1455" name="b | point pathway frame">
            <a:extLst>
              <a:ext uri="{FF2B5EF4-FFF2-40B4-BE49-F238E27FC236}">
                <a16:creationId xmlns:a16="http://schemas.microsoft.com/office/drawing/2014/main" id="{3264C251-F6FC-248A-E5E8-F7A4D926DF64}"/>
              </a:ext>
            </a:extLst>
          </p:cNvPr>
          <p:cNvSpPr>
            <a:spLocks noGrp="1"/>
          </p:cNvSpPr>
          <p:nvPr/>
        </p:nvSpPr>
        <p:spPr>
          <a:xfrm>
            <a:off x="2896056" y="1112667"/>
            <a:ext cx="1474225" cy="465769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1456" name="Density bank">
            <a:extLst>
              <a:ext uri="{FF2B5EF4-FFF2-40B4-BE49-F238E27FC236}">
                <a16:creationId xmlns:a16="http://schemas.microsoft.com/office/drawing/2014/main" id="{A63D619D-FEAE-DAF5-B9B2-B34000771536}"/>
              </a:ext>
            </a:extLst>
          </p:cNvPr>
          <p:cNvSpPr>
            <a:spLocks noGrp="1"/>
          </p:cNvSpPr>
          <p:nvPr/>
        </p:nvSpPr>
        <p:spPr>
          <a:xfrm>
            <a:off x="2181169" y="320942"/>
            <a:ext cx="368557" cy="740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3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grpSp>
        <p:nvGrpSpPr>
          <p:cNvPr id="1457" name="b | 56-channel density input cube | v4 editable"/>
          <p:cNvGrpSpPr/>
          <p:nvPr/>
        </p:nvGrpSpPr>
        <p:grpSpPr>
          <a:xfrm>
            <a:off x="2190000" y="428621"/>
            <a:ext cx="342000" cy="280759"/>
            <a:chOff x="1166040" y="530640"/>
            <a:chExt cx="440280" cy="361440"/>
          </a:xfrm>
        </p:grpSpPr>
        <p:sp>
          <p:nvSpPr>
            <p:cNvPr id="1458" name="asset_1581_0">
              <a:extLst>
                <a:ext uri="{FF2B5EF4-FFF2-40B4-BE49-F238E27FC236}">
                  <a16:creationId xmlns:a16="http://schemas.microsoft.com/office/drawing/2014/main" id="{3205C013-9DEC-48D4-B03E-BF08D442345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782">
              <a:solidFill>
                <a:srgbClr val="87ADD3"/>
              </a:solidFill>
            </a:ln>
          </p:spPr>
        </p:sp>
        <p:sp>
          <p:nvSpPr>
            <p:cNvPr id="1459" name="asset_1581_1">
              <a:extLst>
                <a:ext uri="{FF2B5EF4-FFF2-40B4-BE49-F238E27FC236}">
                  <a16:creationId xmlns:a16="http://schemas.microsoft.com/office/drawing/2014/main" id="{4EA5EB99-0F7C-4A7C-86F0-02C0F10C5825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0" name="asset_1581_2">
              <a:extLst>
                <a:ext uri="{FF2B5EF4-FFF2-40B4-BE49-F238E27FC236}">
                  <a16:creationId xmlns:a16="http://schemas.microsoft.com/office/drawing/2014/main" id="{C83C781F-4163-4F45-A576-FF381D6B7124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1" name="asset_1581_3">
              <a:extLst>
                <a:ext uri="{FF2B5EF4-FFF2-40B4-BE49-F238E27FC236}">
                  <a16:creationId xmlns:a16="http://schemas.microsoft.com/office/drawing/2014/main" id="{4814FF20-AF82-4EF2-9BB9-2297FCECF2A5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2" name="asset_1581_4">
              <a:extLst>
                <a:ext uri="{FF2B5EF4-FFF2-40B4-BE49-F238E27FC236}">
                  <a16:creationId xmlns:a16="http://schemas.microsoft.com/office/drawing/2014/main" id="{C8D2FDE4-E7E6-4930-A42E-B2B020E5E6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3" name="asset_1581_5">
              <a:extLst>
                <a:ext uri="{FF2B5EF4-FFF2-40B4-BE49-F238E27FC236}">
                  <a16:creationId xmlns:a16="http://schemas.microsoft.com/office/drawing/2014/main" id="{815570DD-5E1B-4A48-A88B-AB9342DB5FB9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4" name="asset_1581_6">
              <a:extLst>
                <a:ext uri="{FF2B5EF4-FFF2-40B4-BE49-F238E27FC236}">
                  <a16:creationId xmlns:a16="http://schemas.microsoft.com/office/drawing/2014/main" id="{C23B0A45-5F83-4490-8AE3-9C0F30E2FB9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5" name="asset_1581_7">
              <a:extLst>
                <a:ext uri="{FF2B5EF4-FFF2-40B4-BE49-F238E27FC236}">
                  <a16:creationId xmlns:a16="http://schemas.microsoft.com/office/drawing/2014/main" id="{54E6855F-E094-4217-B1D4-A57893976318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6" name="asset_1581_8">
              <a:extLst>
                <a:ext uri="{FF2B5EF4-FFF2-40B4-BE49-F238E27FC236}">
                  <a16:creationId xmlns:a16="http://schemas.microsoft.com/office/drawing/2014/main" id="{CC675C05-33DA-4598-BE5F-E5E4CE6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7" name="asset_1581_9">
              <a:extLst>
                <a:ext uri="{FF2B5EF4-FFF2-40B4-BE49-F238E27FC236}">
                  <a16:creationId xmlns:a16="http://schemas.microsoft.com/office/drawing/2014/main" id="{AE9F7C31-36A5-472F-8764-7B217BC69915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8" name="asset_1581_10">
              <a:extLst>
                <a:ext uri="{FF2B5EF4-FFF2-40B4-BE49-F238E27FC236}">
                  <a16:creationId xmlns:a16="http://schemas.microsoft.com/office/drawing/2014/main" id="{B2B81824-5500-4EDD-B86C-BFD330C7B44E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9" name="asset_1581_11">
              <a:extLst>
                <a:ext uri="{FF2B5EF4-FFF2-40B4-BE49-F238E27FC236}">
                  <a16:creationId xmlns:a16="http://schemas.microsoft.com/office/drawing/2014/main" id="{1D48FAA2-8A1A-4C33-B539-827801F7314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0" name="asset_1581_12">
              <a:extLst>
                <a:ext uri="{FF2B5EF4-FFF2-40B4-BE49-F238E27FC236}">
                  <a16:creationId xmlns:a16="http://schemas.microsoft.com/office/drawing/2014/main" id="{660B5A44-38E9-4890-BCD6-36653AEE837A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1" name="asset_1581_13">
              <a:extLst>
                <a:ext uri="{FF2B5EF4-FFF2-40B4-BE49-F238E27FC236}">
                  <a16:creationId xmlns:a16="http://schemas.microsoft.com/office/drawing/2014/main" id="{A54C3BC1-A76A-42BF-A775-045933A231E0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2" name="asset_1581_14">
              <a:extLst>
                <a:ext uri="{FF2B5EF4-FFF2-40B4-BE49-F238E27FC236}">
                  <a16:creationId xmlns:a16="http://schemas.microsoft.com/office/drawing/2014/main" id="{944F3B14-0DD0-4984-A86E-55658AF6431E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3" name="asset_1581_15">
              <a:extLst>
                <a:ext uri="{FF2B5EF4-FFF2-40B4-BE49-F238E27FC236}">
                  <a16:creationId xmlns:a16="http://schemas.microsoft.com/office/drawing/2014/main" id="{1C484209-71E8-4F3C-BCB5-E545D61C95A7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4" name="asset_1581_16">
              <a:extLst>
                <a:ext uri="{FF2B5EF4-FFF2-40B4-BE49-F238E27FC236}">
                  <a16:creationId xmlns:a16="http://schemas.microsoft.com/office/drawing/2014/main" id="{EE253FFA-FAA9-4637-9B05-9F975F05475E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5" name="asset_1581_17">
              <a:extLst>
                <a:ext uri="{FF2B5EF4-FFF2-40B4-BE49-F238E27FC236}">
                  <a16:creationId xmlns:a16="http://schemas.microsoft.com/office/drawing/2014/main" id="{E9F94C94-F491-4F79-AFFE-AFE6DB01D3E0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6" name="asset_1581_18">
              <a:extLst>
                <a:ext uri="{FF2B5EF4-FFF2-40B4-BE49-F238E27FC236}">
                  <a16:creationId xmlns:a16="http://schemas.microsoft.com/office/drawing/2014/main" id="{CF287EE7-CBD1-419B-B412-5114F8EE522C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7" name="asset_1581_19">
              <a:extLst>
                <a:ext uri="{FF2B5EF4-FFF2-40B4-BE49-F238E27FC236}">
                  <a16:creationId xmlns:a16="http://schemas.microsoft.com/office/drawing/2014/main" id="{3934C044-1AEB-40CD-8435-76A96DC8F529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8" name="asset_1581_20">
              <a:extLst>
                <a:ext uri="{FF2B5EF4-FFF2-40B4-BE49-F238E27FC236}">
                  <a16:creationId xmlns:a16="http://schemas.microsoft.com/office/drawing/2014/main" id="{B947AA40-95EB-4B42-8E17-68B5000BEFD0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9" name="asset_1581_21">
              <a:extLst>
                <a:ext uri="{FF2B5EF4-FFF2-40B4-BE49-F238E27FC236}">
                  <a16:creationId xmlns:a16="http://schemas.microsoft.com/office/drawing/2014/main" id="{88DA60A4-9D2E-45B3-91D3-4CCAC622D763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0" name="asset_1581_22">
              <a:extLst>
                <a:ext uri="{FF2B5EF4-FFF2-40B4-BE49-F238E27FC236}">
                  <a16:creationId xmlns:a16="http://schemas.microsoft.com/office/drawing/2014/main" id="{07A18488-8880-4572-A74B-89AE9F6756E0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1" name="asset_1581_23">
              <a:extLst>
                <a:ext uri="{FF2B5EF4-FFF2-40B4-BE49-F238E27FC236}">
                  <a16:creationId xmlns:a16="http://schemas.microsoft.com/office/drawing/2014/main" id="{6F869924-C87C-4542-AF02-358EE88B5C3E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2" name="asset_1581_24">
              <a:extLst>
                <a:ext uri="{FF2B5EF4-FFF2-40B4-BE49-F238E27FC236}">
                  <a16:creationId xmlns:a16="http://schemas.microsoft.com/office/drawing/2014/main" id="{D4A359B9-4BC4-4F2F-9C3B-A736D78E428B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3" name="asset_1581_25">
              <a:extLst>
                <a:ext uri="{FF2B5EF4-FFF2-40B4-BE49-F238E27FC236}">
                  <a16:creationId xmlns:a16="http://schemas.microsoft.com/office/drawing/2014/main" id="{AA9DAE7B-C072-4D9C-9114-D41D267A99B9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4" name="asset_1581_26">
              <a:extLst>
                <a:ext uri="{FF2B5EF4-FFF2-40B4-BE49-F238E27FC236}">
                  <a16:creationId xmlns:a16="http://schemas.microsoft.com/office/drawing/2014/main" id="{5C0E4635-69D9-4CCB-8AF4-005FB40620D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5" name="asset_1581_27">
              <a:extLst>
                <a:ext uri="{FF2B5EF4-FFF2-40B4-BE49-F238E27FC236}">
                  <a16:creationId xmlns:a16="http://schemas.microsoft.com/office/drawing/2014/main" id="{4AFD1DA4-8614-485B-8FC4-D6C868BE1E55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6" name="asset_1581_28">
              <a:extLst>
                <a:ext uri="{FF2B5EF4-FFF2-40B4-BE49-F238E27FC236}">
                  <a16:creationId xmlns:a16="http://schemas.microsoft.com/office/drawing/2014/main" id="{435FC0BA-F446-4627-A792-A7D26955FFA3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7" name="asset_1581_29">
              <a:extLst>
                <a:ext uri="{FF2B5EF4-FFF2-40B4-BE49-F238E27FC236}">
                  <a16:creationId xmlns:a16="http://schemas.microsoft.com/office/drawing/2014/main" id="{2705A797-7EE2-495B-B909-1340C299D43A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8" name="asset_1581_30">
              <a:extLst>
                <a:ext uri="{FF2B5EF4-FFF2-40B4-BE49-F238E27FC236}">
                  <a16:creationId xmlns:a16="http://schemas.microsoft.com/office/drawing/2014/main" id="{68ED42AE-36D2-41B0-81A5-F19F3765BD34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9" name="asset_1581_31">
              <a:extLst>
                <a:ext uri="{FF2B5EF4-FFF2-40B4-BE49-F238E27FC236}">
                  <a16:creationId xmlns:a16="http://schemas.microsoft.com/office/drawing/2014/main" id="{570CA1DB-AE1A-46F9-874E-5C63A0584C84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0" name="asset_1581_32">
              <a:extLst>
                <a:ext uri="{FF2B5EF4-FFF2-40B4-BE49-F238E27FC236}">
                  <a16:creationId xmlns:a16="http://schemas.microsoft.com/office/drawing/2014/main" id="{7DAC0771-FFD9-4D18-831E-141093886668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1" name="asset_1581_33">
              <a:extLst>
                <a:ext uri="{FF2B5EF4-FFF2-40B4-BE49-F238E27FC236}">
                  <a16:creationId xmlns:a16="http://schemas.microsoft.com/office/drawing/2014/main" id="{B3171AA5-06B2-4F18-AD43-E15FA653F86B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2" name="asset_1581_34">
              <a:extLst>
                <a:ext uri="{FF2B5EF4-FFF2-40B4-BE49-F238E27FC236}">
                  <a16:creationId xmlns:a16="http://schemas.microsoft.com/office/drawing/2014/main" id="{B30B9448-10C3-4A24-B25F-BA92A232A741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3" name="asset_1581_35">
              <a:extLst>
                <a:ext uri="{FF2B5EF4-FFF2-40B4-BE49-F238E27FC236}">
                  <a16:creationId xmlns:a16="http://schemas.microsoft.com/office/drawing/2014/main" id="{15807BA9-6FC6-4791-B349-AE30B87C86A4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4" name="asset_1581_36">
              <a:extLst>
                <a:ext uri="{FF2B5EF4-FFF2-40B4-BE49-F238E27FC236}">
                  <a16:creationId xmlns:a16="http://schemas.microsoft.com/office/drawing/2014/main" id="{B8028308-95DD-4FE0-8578-82EC16EAB52D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5" name="asset_1581_37">
              <a:extLst>
                <a:ext uri="{FF2B5EF4-FFF2-40B4-BE49-F238E27FC236}">
                  <a16:creationId xmlns:a16="http://schemas.microsoft.com/office/drawing/2014/main" id="{DE1D7B0A-8FB6-41EA-A480-4EAF7F961838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6" name="asset_1581_38">
              <a:extLst>
                <a:ext uri="{FF2B5EF4-FFF2-40B4-BE49-F238E27FC236}">
                  <a16:creationId xmlns:a16="http://schemas.microsoft.com/office/drawing/2014/main" id="{5610F228-B690-4146-935C-E1CD6E2A8D08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7" name="asset_1581_39">
              <a:extLst>
                <a:ext uri="{FF2B5EF4-FFF2-40B4-BE49-F238E27FC236}">
                  <a16:creationId xmlns:a16="http://schemas.microsoft.com/office/drawing/2014/main" id="{FD6B0E2F-3BAB-4DAC-9F76-FBC230B82B4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8" name="asset_1581_40">
              <a:extLst>
                <a:ext uri="{FF2B5EF4-FFF2-40B4-BE49-F238E27FC236}">
                  <a16:creationId xmlns:a16="http://schemas.microsoft.com/office/drawing/2014/main" id="{5A168792-540D-45E8-B808-1DD71F0B1A81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9" name="asset_1581_41">
              <a:extLst>
                <a:ext uri="{FF2B5EF4-FFF2-40B4-BE49-F238E27FC236}">
                  <a16:creationId xmlns:a16="http://schemas.microsoft.com/office/drawing/2014/main" id="{847FD70E-5A8B-4114-A01D-F2EF50F4423E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0" name="asset_1581_42">
              <a:extLst>
                <a:ext uri="{FF2B5EF4-FFF2-40B4-BE49-F238E27FC236}">
                  <a16:creationId xmlns:a16="http://schemas.microsoft.com/office/drawing/2014/main" id="{B8465718-2209-4785-8D6C-FEFD5ED88B50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1" name="asset_1581_43">
              <a:extLst>
                <a:ext uri="{FF2B5EF4-FFF2-40B4-BE49-F238E27FC236}">
                  <a16:creationId xmlns:a16="http://schemas.microsoft.com/office/drawing/2014/main" id="{CF9D731D-DAD3-42C6-A1D4-17669C52191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2" name="asset_1581_44">
              <a:extLst>
                <a:ext uri="{FF2B5EF4-FFF2-40B4-BE49-F238E27FC236}">
                  <a16:creationId xmlns:a16="http://schemas.microsoft.com/office/drawing/2014/main" id="{26272332-EDB6-4712-B694-B8364E118BAB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3" name="asset_1581_45">
              <a:extLst>
                <a:ext uri="{FF2B5EF4-FFF2-40B4-BE49-F238E27FC236}">
                  <a16:creationId xmlns:a16="http://schemas.microsoft.com/office/drawing/2014/main" id="{C32BD334-D78F-4BEA-8822-055E65717176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4" name="asset_1581_46">
              <a:extLst>
                <a:ext uri="{FF2B5EF4-FFF2-40B4-BE49-F238E27FC236}">
                  <a16:creationId xmlns:a16="http://schemas.microsoft.com/office/drawing/2014/main" id="{767C0757-1EE1-4F32-B866-0F460338FCCC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5" name="asset_1581_47">
              <a:extLst>
                <a:ext uri="{FF2B5EF4-FFF2-40B4-BE49-F238E27FC236}">
                  <a16:creationId xmlns:a16="http://schemas.microsoft.com/office/drawing/2014/main" id="{80494F87-B1E7-47F1-A0ED-34B1F248D749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6" name="asset_1581_48">
              <a:extLst>
                <a:ext uri="{FF2B5EF4-FFF2-40B4-BE49-F238E27FC236}">
                  <a16:creationId xmlns:a16="http://schemas.microsoft.com/office/drawing/2014/main" id="{4CFA04E2-554C-4D33-A89E-58E94823C882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7" name="asset_1581_49">
              <a:extLst>
                <a:ext uri="{FF2B5EF4-FFF2-40B4-BE49-F238E27FC236}">
                  <a16:creationId xmlns:a16="http://schemas.microsoft.com/office/drawing/2014/main" id="{6F10174C-29BC-4AF4-BBC1-4D20CFA0EF2A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8" name="asset_1581_50">
              <a:extLst>
                <a:ext uri="{FF2B5EF4-FFF2-40B4-BE49-F238E27FC236}">
                  <a16:creationId xmlns:a16="http://schemas.microsoft.com/office/drawing/2014/main" id="{E8F36DE9-E1F8-409F-9720-5A2344F983DE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9" name="asset_1581_51">
              <a:extLst>
                <a:ext uri="{FF2B5EF4-FFF2-40B4-BE49-F238E27FC236}">
                  <a16:creationId xmlns:a16="http://schemas.microsoft.com/office/drawing/2014/main" id="{BEDF2D03-4738-43DD-8C34-6D4A9302BC2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2377">
              <a:solidFill>
                <a:srgbClr val="87ADD3"/>
              </a:solidFill>
            </a:ln>
          </p:spPr>
        </p:sp>
      </p:grpSp>
      <p:sp>
        <p:nvSpPr>
          <p:cNvPr id="1510" name="Receptor atoms">
            <a:extLst>
              <a:ext uri="{FF2B5EF4-FFF2-40B4-BE49-F238E27FC236}">
                <a16:creationId xmlns:a16="http://schemas.microsoft.com/office/drawing/2014/main" id="{5D7544A2-240E-DDA9-1AB9-E12149F271ED}"/>
              </a:ext>
            </a:extLst>
          </p:cNvPr>
          <p:cNvSpPr>
            <a:spLocks noGrp="1"/>
          </p:cNvSpPr>
          <p:nvPr/>
        </p:nvSpPr>
        <p:spPr>
          <a:xfrm>
            <a:off x="2177465" y="863315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1511" name="图片 25">
            <a:extLst>
              <a:ext uri="{FF2B5EF4-FFF2-40B4-BE49-F238E27FC236}">
                <a16:creationId xmlns:a16="http://schemas.microsoft.com/office/drawing/2014/main" id="{03B67142-EE20-4DDE-6193-04475769B4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2210184" y="939246"/>
            <a:ext cx="308673" cy="185198"/>
          </a:xfrm>
          <a:prstGeom prst="rect">
            <a:avLst/>
          </a:prstGeom>
        </p:spPr>
      </p:pic>
      <p:sp>
        <p:nvSpPr>
          <p:cNvPr id="1512" name="Atom encoding">
            <a:extLst>
              <a:ext uri="{FF2B5EF4-FFF2-40B4-BE49-F238E27FC236}">
                <a16:creationId xmlns:a16="http://schemas.microsoft.com/office/drawing/2014/main" id="{C4A641D4-251A-BEDD-2DAE-30A29083273E}"/>
              </a:ext>
            </a:extLst>
          </p:cNvPr>
          <p:cNvSpPr>
            <a:spLocks noGrp="1"/>
          </p:cNvSpPr>
          <p:nvPr/>
        </p:nvSpPr>
        <p:spPr>
          <a:xfrm>
            <a:off x="2554995" y="914499"/>
            <a:ext cx="307123" cy="15653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Embedding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 head</a:t>
            </a:r>
            <a:endParaRPr sz="394" dirty="0">
              <a:solidFill>
                <a:srgbClr val="7763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3" name="Pseudo atoms">
            <a:extLst>
              <a:ext uri="{FF2B5EF4-FFF2-40B4-BE49-F238E27FC236}">
                <a16:creationId xmlns:a16="http://schemas.microsoft.com/office/drawing/2014/main" id="{64588B34-94ED-1FB7-03A9-8B77EC477C8B}"/>
              </a:ext>
            </a:extLst>
          </p:cNvPr>
          <p:cNvSpPr>
            <a:spLocks noGrp="1"/>
          </p:cNvSpPr>
          <p:nvPr/>
        </p:nvSpPr>
        <p:spPr>
          <a:xfrm>
            <a:off x="2177465" y="1252667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514" name="3D voxel U-Net">
            <a:extLst>
              <a:ext uri="{FF2B5EF4-FFF2-40B4-BE49-F238E27FC236}">
                <a16:creationId xmlns:a16="http://schemas.microsoft.com/office/drawing/2014/main" id="{9D0744D6-BEFB-82C6-87A4-995256EE6073}"/>
              </a:ext>
            </a:extLst>
          </p:cNvPr>
          <p:cNvSpPr>
            <a:spLocks noGrp="1"/>
          </p:cNvSpPr>
          <p:nvPr/>
        </p:nvSpPr>
        <p:spPr>
          <a:xfrm>
            <a:off x="3120154" y="250567"/>
            <a:ext cx="1009363" cy="8148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1515" name="Density bank to voxel input">
            <a:extLst>
              <a:ext uri="{FF2B5EF4-FFF2-40B4-BE49-F238E27FC236}">
                <a16:creationId xmlns:a16="http://schemas.microsoft.com/office/drawing/2014/main" id="{45E08DBF-96A0-EB74-147C-C015FAC3C54A}"/>
              </a:ext>
            </a:extLst>
          </p:cNvPr>
          <p:cNvSpPr>
            <a:spLocks noGrp="1"/>
          </p:cNvSpPr>
          <p:nvPr/>
        </p:nvSpPr>
        <p:spPr>
          <a:xfrm>
            <a:off x="2571949" y="657267"/>
            <a:ext cx="346332" cy="92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1516" name="Density bank to voxel input | arrowhead">
            <a:extLst>
              <a:ext uri="{FF2B5EF4-FFF2-40B4-BE49-F238E27FC236}">
                <a16:creationId xmlns:a16="http://schemas.microsoft.com/office/drawing/2014/main" id="{0CB6E354-CB56-56C0-95D5-76D44CC90AF4}"/>
              </a:ext>
            </a:extLst>
          </p:cNvPr>
          <p:cNvSpPr>
            <a:spLocks noGrp="1"/>
          </p:cNvSpPr>
          <p:nvPr/>
        </p:nvSpPr>
        <p:spPr>
          <a:xfrm>
            <a:off x="2904285" y="649089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17" name="Atom encoding shared trunk">
            <a:extLst>
              <a:ext uri="{FF2B5EF4-FFF2-40B4-BE49-F238E27FC236}">
                <a16:creationId xmlns:a16="http://schemas.microsoft.com/office/drawing/2014/main" id="{DA042B81-6DAF-8419-93D3-99F57AAF64C1}"/>
              </a:ext>
            </a:extLst>
          </p:cNvPr>
          <p:cNvSpPr>
            <a:spLocks noGrp="1"/>
          </p:cNvSpPr>
          <p:nvPr/>
        </p:nvSpPr>
        <p:spPr>
          <a:xfrm>
            <a:off x="2571949" y="995552"/>
            <a:ext cx="272250" cy="92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8" name="Atom encoding to voxel input">
            <a:extLst>
              <a:ext uri="{FF2B5EF4-FFF2-40B4-BE49-F238E27FC236}">
                <a16:creationId xmlns:a16="http://schemas.microsoft.com/office/drawing/2014/main" id="{7CDE9097-E599-90F4-6A05-29F540F04056}"/>
              </a:ext>
            </a:extLst>
          </p:cNvPr>
          <p:cNvSpPr>
            <a:spLocks noGrp="1"/>
          </p:cNvSpPr>
          <p:nvPr/>
        </p:nvSpPr>
        <p:spPr>
          <a:xfrm>
            <a:off x="2844200" y="699014"/>
            <a:ext cx="74081" cy="370396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9" name="Atom encoding to voxel input | arrowhead">
            <a:extLst>
              <a:ext uri="{FF2B5EF4-FFF2-40B4-BE49-F238E27FC236}">
                <a16:creationId xmlns:a16="http://schemas.microsoft.com/office/drawing/2014/main" id="{9B971C50-EB92-8C86-2442-5981E30A5431}"/>
              </a:ext>
            </a:extLst>
          </p:cNvPr>
          <p:cNvSpPr>
            <a:spLocks noGrp="1"/>
          </p:cNvSpPr>
          <p:nvPr/>
        </p:nvSpPr>
        <p:spPr>
          <a:xfrm>
            <a:off x="2902011" y="69045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20" name="Atom encoding to point input">
            <a:extLst>
              <a:ext uri="{FF2B5EF4-FFF2-40B4-BE49-F238E27FC236}">
                <a16:creationId xmlns:a16="http://schemas.microsoft.com/office/drawing/2014/main" id="{48B20397-B0DA-43BE-26BA-BEEA22910267}"/>
              </a:ext>
            </a:extLst>
          </p:cNvPr>
          <p:cNvSpPr>
            <a:spLocks noGrp="1"/>
          </p:cNvSpPr>
          <p:nvPr/>
        </p:nvSpPr>
        <p:spPr>
          <a:xfrm>
            <a:off x="2844199" y="1046120"/>
            <a:ext cx="66674" cy="200014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21" name="Pseudo atoms to point input | arrowhead">
            <a:extLst>
              <a:ext uri="{FF2B5EF4-FFF2-40B4-BE49-F238E27FC236}">
                <a16:creationId xmlns:a16="http://schemas.microsoft.com/office/drawing/2014/main" id="{0A3342A2-0DC0-FA3F-DE1B-1F81197EB5A9}"/>
              </a:ext>
            </a:extLst>
          </p:cNvPr>
          <p:cNvSpPr>
            <a:spLocks noGrp="1"/>
          </p:cNvSpPr>
          <p:nvPr/>
        </p:nvSpPr>
        <p:spPr>
          <a:xfrm>
            <a:off x="2891427" y="1278320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1522" name="U-Net forward">
            <a:extLst>
              <a:ext uri="{FF2B5EF4-FFF2-40B4-BE49-F238E27FC236}">
                <a16:creationId xmlns:a16="http://schemas.microsoft.com/office/drawing/2014/main" id="{7611D78E-9268-F5AF-70FB-0BD35A3C2875}"/>
              </a:ext>
            </a:extLst>
          </p:cNvPr>
          <p:cNvSpPr>
            <a:spLocks noGrp="1"/>
          </p:cNvSpPr>
          <p:nvPr/>
        </p:nvSpPr>
        <p:spPr>
          <a:xfrm>
            <a:off x="306644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3" name="U-Net forward | arrowhead">
            <a:extLst>
              <a:ext uri="{FF2B5EF4-FFF2-40B4-BE49-F238E27FC236}">
                <a16:creationId xmlns:a16="http://schemas.microsoft.com/office/drawing/2014/main" id="{270930B1-BF1A-621B-AA98-758996368094}"/>
              </a:ext>
            </a:extLst>
          </p:cNvPr>
          <p:cNvSpPr>
            <a:spLocks noGrp="1"/>
          </p:cNvSpPr>
          <p:nvPr/>
        </p:nvSpPr>
        <p:spPr>
          <a:xfrm>
            <a:off x="307227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4" name="U-Net forward">
            <a:extLst>
              <a:ext uri="{FF2B5EF4-FFF2-40B4-BE49-F238E27FC236}">
                <a16:creationId xmlns:a16="http://schemas.microsoft.com/office/drawing/2014/main" id="{773CA041-C2B2-0258-10F9-D933556745E3}"/>
              </a:ext>
            </a:extLst>
          </p:cNvPr>
          <p:cNvSpPr>
            <a:spLocks noGrp="1"/>
          </p:cNvSpPr>
          <p:nvPr/>
        </p:nvSpPr>
        <p:spPr>
          <a:xfrm>
            <a:off x="318497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5" name="U-Net forward | arrowhead">
            <a:extLst>
              <a:ext uri="{FF2B5EF4-FFF2-40B4-BE49-F238E27FC236}">
                <a16:creationId xmlns:a16="http://schemas.microsoft.com/office/drawing/2014/main" id="{D09C7F23-52B5-57DF-EC53-71B545166F99}"/>
              </a:ext>
            </a:extLst>
          </p:cNvPr>
          <p:cNvSpPr>
            <a:spLocks noGrp="1"/>
          </p:cNvSpPr>
          <p:nvPr/>
        </p:nvSpPr>
        <p:spPr>
          <a:xfrm>
            <a:off x="319080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6" name="U-Net forward">
            <a:extLst>
              <a:ext uri="{FF2B5EF4-FFF2-40B4-BE49-F238E27FC236}">
                <a16:creationId xmlns:a16="http://schemas.microsoft.com/office/drawing/2014/main" id="{464A525D-E7AA-9576-D5CE-D8CDF6EBA24B}"/>
              </a:ext>
            </a:extLst>
          </p:cNvPr>
          <p:cNvSpPr>
            <a:spLocks noGrp="1"/>
          </p:cNvSpPr>
          <p:nvPr/>
        </p:nvSpPr>
        <p:spPr>
          <a:xfrm>
            <a:off x="3333139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7" name="U-Net forward | arrowhead">
            <a:extLst>
              <a:ext uri="{FF2B5EF4-FFF2-40B4-BE49-F238E27FC236}">
                <a16:creationId xmlns:a16="http://schemas.microsoft.com/office/drawing/2014/main" id="{7BB17DBA-6110-691E-9D84-D991AC364EDD}"/>
              </a:ext>
            </a:extLst>
          </p:cNvPr>
          <p:cNvSpPr>
            <a:spLocks noGrp="1"/>
          </p:cNvSpPr>
          <p:nvPr/>
        </p:nvSpPr>
        <p:spPr>
          <a:xfrm>
            <a:off x="333767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8" name="U-Net forward">
            <a:extLst>
              <a:ext uri="{FF2B5EF4-FFF2-40B4-BE49-F238E27FC236}">
                <a16:creationId xmlns:a16="http://schemas.microsoft.com/office/drawing/2014/main" id="{FFB7CE73-540D-F440-1BA9-86A3E5E714A1}"/>
              </a:ext>
            </a:extLst>
          </p:cNvPr>
          <p:cNvSpPr>
            <a:spLocks noGrp="1"/>
          </p:cNvSpPr>
          <p:nvPr/>
        </p:nvSpPr>
        <p:spPr>
          <a:xfrm>
            <a:off x="3451670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9" name="U-Net forward | arrowhead">
            <a:extLst>
              <a:ext uri="{FF2B5EF4-FFF2-40B4-BE49-F238E27FC236}">
                <a16:creationId xmlns:a16="http://schemas.microsoft.com/office/drawing/2014/main" id="{01C9ED8D-A4DF-2F15-3B12-1F711A73A0AC}"/>
              </a:ext>
            </a:extLst>
          </p:cNvPr>
          <p:cNvSpPr>
            <a:spLocks noGrp="1"/>
          </p:cNvSpPr>
          <p:nvPr/>
        </p:nvSpPr>
        <p:spPr>
          <a:xfrm>
            <a:off x="345620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0" name="U-Net forward">
            <a:extLst>
              <a:ext uri="{FF2B5EF4-FFF2-40B4-BE49-F238E27FC236}">
                <a16:creationId xmlns:a16="http://schemas.microsoft.com/office/drawing/2014/main" id="{75F72920-8BC3-A484-4EAE-095566A22179}"/>
              </a:ext>
            </a:extLst>
          </p:cNvPr>
          <p:cNvSpPr>
            <a:spLocks noGrp="1"/>
          </p:cNvSpPr>
          <p:nvPr/>
        </p:nvSpPr>
        <p:spPr>
          <a:xfrm>
            <a:off x="3557235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1" name="U-Net forward | arrowhead">
            <a:extLst>
              <a:ext uri="{FF2B5EF4-FFF2-40B4-BE49-F238E27FC236}">
                <a16:creationId xmlns:a16="http://schemas.microsoft.com/office/drawing/2014/main" id="{CFED499F-1457-D329-76CB-A9E4F8D11B03}"/>
              </a:ext>
            </a:extLst>
          </p:cNvPr>
          <p:cNvSpPr>
            <a:spLocks noGrp="1"/>
          </p:cNvSpPr>
          <p:nvPr/>
        </p:nvSpPr>
        <p:spPr>
          <a:xfrm>
            <a:off x="3562421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2" name="U-Net forward">
            <a:extLst>
              <a:ext uri="{FF2B5EF4-FFF2-40B4-BE49-F238E27FC236}">
                <a16:creationId xmlns:a16="http://schemas.microsoft.com/office/drawing/2014/main" id="{7D943315-1DFF-021B-05A8-B660042A1F1D}"/>
              </a:ext>
            </a:extLst>
          </p:cNvPr>
          <p:cNvSpPr>
            <a:spLocks noGrp="1"/>
          </p:cNvSpPr>
          <p:nvPr/>
        </p:nvSpPr>
        <p:spPr>
          <a:xfrm>
            <a:off x="3673914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3" name="U-Net forward | arrowhead">
            <a:extLst>
              <a:ext uri="{FF2B5EF4-FFF2-40B4-BE49-F238E27FC236}">
                <a16:creationId xmlns:a16="http://schemas.microsoft.com/office/drawing/2014/main" id="{EC062492-B1E0-0945-F706-784DEDB3474E}"/>
              </a:ext>
            </a:extLst>
          </p:cNvPr>
          <p:cNvSpPr>
            <a:spLocks noGrp="1"/>
          </p:cNvSpPr>
          <p:nvPr/>
        </p:nvSpPr>
        <p:spPr>
          <a:xfrm>
            <a:off x="3679100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4" name="U-Net forward">
            <a:extLst>
              <a:ext uri="{FF2B5EF4-FFF2-40B4-BE49-F238E27FC236}">
                <a16:creationId xmlns:a16="http://schemas.microsoft.com/office/drawing/2014/main" id="{8261DEF9-A4DB-4B87-744B-5F0A48CEF3AF}"/>
              </a:ext>
            </a:extLst>
          </p:cNvPr>
          <p:cNvSpPr>
            <a:spLocks noGrp="1"/>
          </p:cNvSpPr>
          <p:nvPr/>
        </p:nvSpPr>
        <p:spPr>
          <a:xfrm>
            <a:off x="3786888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5" name="U-Net forward | arrowhead">
            <a:extLst>
              <a:ext uri="{FF2B5EF4-FFF2-40B4-BE49-F238E27FC236}">
                <a16:creationId xmlns:a16="http://schemas.microsoft.com/office/drawing/2014/main" id="{7E1EBBAF-AEE2-37B8-8DBE-54560A42C6AC}"/>
              </a:ext>
            </a:extLst>
          </p:cNvPr>
          <p:cNvSpPr>
            <a:spLocks noGrp="1"/>
          </p:cNvSpPr>
          <p:nvPr/>
        </p:nvSpPr>
        <p:spPr>
          <a:xfrm>
            <a:off x="3789667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6" name="U-Net forward">
            <a:extLst>
              <a:ext uri="{FF2B5EF4-FFF2-40B4-BE49-F238E27FC236}">
                <a16:creationId xmlns:a16="http://schemas.microsoft.com/office/drawing/2014/main" id="{9096B61B-84F7-8577-8679-59C65AB15457}"/>
              </a:ext>
            </a:extLst>
          </p:cNvPr>
          <p:cNvSpPr>
            <a:spLocks noGrp="1"/>
          </p:cNvSpPr>
          <p:nvPr/>
        </p:nvSpPr>
        <p:spPr>
          <a:xfrm>
            <a:off x="3903567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7" name="U-Net forward | arrowhead">
            <a:extLst>
              <a:ext uri="{FF2B5EF4-FFF2-40B4-BE49-F238E27FC236}">
                <a16:creationId xmlns:a16="http://schemas.microsoft.com/office/drawing/2014/main" id="{BFB2C954-D1FD-06A0-4F3E-CF96F96DA463}"/>
              </a:ext>
            </a:extLst>
          </p:cNvPr>
          <p:cNvSpPr>
            <a:spLocks noGrp="1"/>
          </p:cNvSpPr>
          <p:nvPr/>
        </p:nvSpPr>
        <p:spPr>
          <a:xfrm>
            <a:off x="3906346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8" name="U-Net forward">
            <a:extLst>
              <a:ext uri="{FF2B5EF4-FFF2-40B4-BE49-F238E27FC236}">
                <a16:creationId xmlns:a16="http://schemas.microsoft.com/office/drawing/2014/main" id="{C1BE5FF1-F9CD-1967-580B-236B78166D90}"/>
              </a:ext>
            </a:extLst>
          </p:cNvPr>
          <p:cNvSpPr>
            <a:spLocks noGrp="1"/>
          </p:cNvSpPr>
          <p:nvPr/>
        </p:nvSpPr>
        <p:spPr>
          <a:xfrm>
            <a:off x="4048027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9" name="U-Net forward | arrowhead">
            <a:extLst>
              <a:ext uri="{FF2B5EF4-FFF2-40B4-BE49-F238E27FC236}">
                <a16:creationId xmlns:a16="http://schemas.microsoft.com/office/drawing/2014/main" id="{C60DF523-572C-DEB3-8FEE-034453786CA8}"/>
              </a:ext>
            </a:extLst>
          </p:cNvPr>
          <p:cNvSpPr>
            <a:spLocks noGrp="1"/>
          </p:cNvSpPr>
          <p:nvPr/>
        </p:nvSpPr>
        <p:spPr>
          <a:xfrm>
            <a:off x="4053212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0" name="U-Net forward">
            <a:extLst>
              <a:ext uri="{FF2B5EF4-FFF2-40B4-BE49-F238E27FC236}">
                <a16:creationId xmlns:a16="http://schemas.microsoft.com/office/drawing/2014/main" id="{9DE6FC83-28F8-434F-18B4-E17854E44748}"/>
              </a:ext>
            </a:extLst>
          </p:cNvPr>
          <p:cNvSpPr>
            <a:spLocks noGrp="1"/>
          </p:cNvSpPr>
          <p:nvPr/>
        </p:nvSpPr>
        <p:spPr>
          <a:xfrm>
            <a:off x="4159150" y="768792"/>
            <a:ext cx="24076" cy="92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41" name="U-Net forward | arrowhead">
            <a:extLst>
              <a:ext uri="{FF2B5EF4-FFF2-40B4-BE49-F238E27FC236}">
                <a16:creationId xmlns:a16="http://schemas.microsoft.com/office/drawing/2014/main" id="{E54137A6-4214-96DF-FD65-670C91FFA5B9}"/>
              </a:ext>
            </a:extLst>
          </p:cNvPr>
          <p:cNvSpPr>
            <a:spLocks noGrp="1"/>
          </p:cNvSpPr>
          <p:nvPr/>
        </p:nvSpPr>
        <p:spPr>
          <a:xfrm>
            <a:off x="4167576" y="761906"/>
            <a:ext cx="15650" cy="13771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2" name="U-Net skip 1">
            <a:extLst>
              <a:ext uri="{FF2B5EF4-FFF2-40B4-BE49-F238E27FC236}">
                <a16:creationId xmlns:a16="http://schemas.microsoft.com/office/drawing/2014/main" id="{AD552ABD-E0E2-815D-6A83-7AD770480241}"/>
              </a:ext>
            </a:extLst>
          </p:cNvPr>
          <p:cNvSpPr>
            <a:spLocks noGrp="1"/>
          </p:cNvSpPr>
          <p:nvPr/>
        </p:nvSpPr>
        <p:spPr>
          <a:xfrm>
            <a:off x="2997919" y="427180"/>
            <a:ext cx="1257537" cy="101858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3" name="U-Net skip 1 | arrowhead">
            <a:extLst>
              <a:ext uri="{FF2B5EF4-FFF2-40B4-BE49-F238E27FC236}">
                <a16:creationId xmlns:a16="http://schemas.microsoft.com/office/drawing/2014/main" id="{E7B8FA34-F47F-DCAD-84B6-74D8B71F6275}"/>
              </a:ext>
            </a:extLst>
          </p:cNvPr>
          <p:cNvSpPr>
            <a:spLocks noGrp="1"/>
          </p:cNvSpPr>
          <p:nvPr/>
        </p:nvSpPr>
        <p:spPr>
          <a:xfrm>
            <a:off x="4247279" y="50883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4" name="U-Net skip 2">
            <a:extLst>
              <a:ext uri="{FF2B5EF4-FFF2-40B4-BE49-F238E27FC236}">
                <a16:creationId xmlns:a16="http://schemas.microsoft.com/office/drawing/2014/main" id="{95BB343C-1C80-6070-10F4-B7E5EF6062F5}"/>
              </a:ext>
            </a:extLst>
          </p:cNvPr>
          <p:cNvSpPr>
            <a:spLocks noGrp="1"/>
          </p:cNvSpPr>
          <p:nvPr/>
        </p:nvSpPr>
        <p:spPr>
          <a:xfrm>
            <a:off x="3134970" y="457966"/>
            <a:ext cx="976026" cy="101046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5" name="U-Net skip 2 | arrowhead">
            <a:extLst>
              <a:ext uri="{FF2B5EF4-FFF2-40B4-BE49-F238E27FC236}">
                <a16:creationId xmlns:a16="http://schemas.microsoft.com/office/drawing/2014/main" id="{D84B5D4D-A7EA-B33C-43CD-D33B51D4FA9E}"/>
              </a:ext>
            </a:extLst>
          </p:cNvPr>
          <p:cNvSpPr>
            <a:spLocks noGrp="1"/>
          </p:cNvSpPr>
          <p:nvPr/>
        </p:nvSpPr>
        <p:spPr>
          <a:xfrm>
            <a:off x="4102440" y="55513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6" name="U-Net skip 3">
            <a:extLst>
              <a:ext uri="{FF2B5EF4-FFF2-40B4-BE49-F238E27FC236}">
                <a16:creationId xmlns:a16="http://schemas.microsoft.com/office/drawing/2014/main" id="{2D3B2364-4969-FDFD-AC5A-83105465B6C2}"/>
              </a:ext>
            </a:extLst>
          </p:cNvPr>
          <p:cNvSpPr>
            <a:spLocks noGrp="1"/>
          </p:cNvSpPr>
          <p:nvPr/>
        </p:nvSpPr>
        <p:spPr>
          <a:xfrm>
            <a:off x="3268317" y="490609"/>
            <a:ext cx="717378" cy="112354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7" name="U-Net skip 3 | arrowhead">
            <a:extLst>
              <a:ext uri="{FF2B5EF4-FFF2-40B4-BE49-F238E27FC236}">
                <a16:creationId xmlns:a16="http://schemas.microsoft.com/office/drawing/2014/main" id="{6D635E38-CB4E-A992-ABBF-5D055F9693AE}"/>
              </a:ext>
            </a:extLst>
          </p:cNvPr>
          <p:cNvSpPr>
            <a:spLocks noGrp="1"/>
          </p:cNvSpPr>
          <p:nvPr/>
        </p:nvSpPr>
        <p:spPr>
          <a:xfrm>
            <a:off x="3976964" y="59217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8" name="U-Net skip 4">
            <a:extLst>
              <a:ext uri="{FF2B5EF4-FFF2-40B4-BE49-F238E27FC236}">
                <a16:creationId xmlns:a16="http://schemas.microsoft.com/office/drawing/2014/main" id="{BA2C6548-BBC3-B71B-E60A-3A2EA5FF0977}"/>
              </a:ext>
            </a:extLst>
          </p:cNvPr>
          <p:cNvSpPr>
            <a:spLocks noGrp="1"/>
          </p:cNvSpPr>
          <p:nvPr/>
        </p:nvSpPr>
        <p:spPr>
          <a:xfrm>
            <a:off x="3399812" y="523778"/>
            <a:ext cx="450046" cy="145254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9" name="U-Net skip 4 | arrowhead">
            <a:extLst>
              <a:ext uri="{FF2B5EF4-FFF2-40B4-BE49-F238E27FC236}">
                <a16:creationId xmlns:a16="http://schemas.microsoft.com/office/drawing/2014/main" id="{01B6D0C1-FD5C-8FB7-2E1A-F879D49E6750}"/>
              </a:ext>
            </a:extLst>
          </p:cNvPr>
          <p:cNvSpPr>
            <a:spLocks noGrp="1"/>
          </p:cNvSpPr>
          <p:nvPr/>
        </p:nvSpPr>
        <p:spPr>
          <a:xfrm>
            <a:off x="3841302" y="66095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50" name="Skip connections">
            <a:extLst>
              <a:ext uri="{FF2B5EF4-FFF2-40B4-BE49-F238E27FC236}">
                <a16:creationId xmlns:a16="http://schemas.microsoft.com/office/drawing/2014/main" id="{2B09B6C9-B0D1-3A19-7995-EA0E25A48C3F}"/>
              </a:ext>
            </a:extLst>
          </p:cNvPr>
          <p:cNvSpPr>
            <a:spLocks noGrp="1"/>
          </p:cNvSpPr>
          <p:nvPr/>
        </p:nvSpPr>
        <p:spPr>
          <a:xfrm>
            <a:off x="3322472" y="349024"/>
            <a:ext cx="592653" cy="6296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364" dirty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1551" name="Encoder">
            <a:extLst>
              <a:ext uri="{FF2B5EF4-FFF2-40B4-BE49-F238E27FC236}">
                <a16:creationId xmlns:a16="http://schemas.microsoft.com/office/drawing/2014/main" id="{299C2F67-A7DE-87F9-2EF4-DF6C176C1359}"/>
              </a:ext>
            </a:extLst>
          </p:cNvPr>
          <p:cNvSpPr>
            <a:spLocks noGrp="1"/>
          </p:cNvSpPr>
          <p:nvPr/>
        </p:nvSpPr>
        <p:spPr>
          <a:xfrm>
            <a:off x="2959721" y="800705"/>
            <a:ext cx="431525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1552" name="Bottleneck">
            <a:extLst>
              <a:ext uri="{FF2B5EF4-FFF2-40B4-BE49-F238E27FC236}">
                <a16:creationId xmlns:a16="http://schemas.microsoft.com/office/drawing/2014/main" id="{950E82E8-8259-B728-51CB-C945479A2E07}"/>
              </a:ext>
            </a:extLst>
          </p:cNvPr>
          <p:cNvSpPr>
            <a:spLocks noGrp="1"/>
          </p:cNvSpPr>
          <p:nvPr/>
        </p:nvSpPr>
        <p:spPr>
          <a:xfrm>
            <a:off x="3453522" y="791599"/>
            <a:ext cx="338924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1553" name="Decoder">
            <a:extLst>
              <a:ext uri="{FF2B5EF4-FFF2-40B4-BE49-F238E27FC236}">
                <a16:creationId xmlns:a16="http://schemas.microsoft.com/office/drawing/2014/main" id="{B76259FB-1513-7C07-340C-DB6B45E72088}"/>
              </a:ext>
            </a:extLst>
          </p:cNvPr>
          <p:cNvSpPr>
            <a:spLocks noGrp="1"/>
          </p:cNvSpPr>
          <p:nvPr/>
        </p:nvSpPr>
        <p:spPr>
          <a:xfrm>
            <a:off x="3876230" y="797038"/>
            <a:ext cx="411153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554" name="Voxel-to-point fusion">
            <a:extLst>
              <a:ext uri="{FF2B5EF4-FFF2-40B4-BE49-F238E27FC236}">
                <a16:creationId xmlns:a16="http://schemas.microsoft.com/office/drawing/2014/main" id="{BE1E1F3A-60EB-1A55-D87C-54C2BACBA4CF}"/>
              </a:ext>
            </a:extLst>
          </p:cNvPr>
          <p:cNvSpPr>
            <a:spLocks noGrp="1"/>
          </p:cNvSpPr>
          <p:nvPr/>
        </p:nvSpPr>
        <p:spPr>
          <a:xfrm>
            <a:off x="3313416" y="875863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555" name="Voxel-to-point fusion | arrowhead">
            <a:extLst>
              <a:ext uri="{FF2B5EF4-FFF2-40B4-BE49-F238E27FC236}">
                <a16:creationId xmlns:a16="http://schemas.microsoft.com/office/drawing/2014/main" id="{499892AD-7BFD-F77B-07D4-AE34BAC7B430}"/>
              </a:ext>
            </a:extLst>
          </p:cNvPr>
          <p:cNvSpPr>
            <a:spLocks noGrp="1"/>
          </p:cNvSpPr>
          <p:nvPr/>
        </p:nvSpPr>
        <p:spPr>
          <a:xfrm>
            <a:off x="3304373" y="116723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56" name="Voxel-to-point fusion">
            <a:extLst>
              <a:ext uri="{FF2B5EF4-FFF2-40B4-BE49-F238E27FC236}">
                <a16:creationId xmlns:a16="http://schemas.microsoft.com/office/drawing/2014/main" id="{5309417F-8CA5-0B08-F277-05DF890119A6}"/>
              </a:ext>
            </a:extLst>
          </p:cNvPr>
          <p:cNvSpPr>
            <a:spLocks noGrp="1"/>
          </p:cNvSpPr>
          <p:nvPr/>
        </p:nvSpPr>
        <p:spPr>
          <a:xfrm>
            <a:off x="3183123" y="927668"/>
            <a:ext cx="865366" cy="1370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 fusion</a:t>
            </a:r>
          </a:p>
        </p:txBody>
      </p:sp>
      <p:sp>
        <p:nvSpPr>
          <p:cNvPr id="1557" name="b | refined point stage">
            <a:extLst>
              <a:ext uri="{FF2B5EF4-FFF2-40B4-BE49-F238E27FC236}">
                <a16:creationId xmlns:a16="http://schemas.microsoft.com/office/drawing/2014/main" id="{E55B4B73-F3BC-2FE1-D809-C85935104050}"/>
              </a:ext>
            </a:extLst>
          </p:cNvPr>
          <p:cNvSpPr>
            <a:spLocks noGrp="1"/>
          </p:cNvSpPr>
          <p:nvPr/>
        </p:nvSpPr>
        <p:spPr>
          <a:xfrm>
            <a:off x="292013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8" name="b | refined point stage">
            <a:extLst>
              <a:ext uri="{FF2B5EF4-FFF2-40B4-BE49-F238E27FC236}">
                <a16:creationId xmlns:a16="http://schemas.microsoft.com/office/drawing/2014/main" id="{A0A6F2C9-B73E-15D5-63F7-D68D3F715458}"/>
              </a:ext>
            </a:extLst>
          </p:cNvPr>
          <p:cNvSpPr>
            <a:spLocks noGrp="1"/>
          </p:cNvSpPr>
          <p:nvPr/>
        </p:nvSpPr>
        <p:spPr>
          <a:xfrm>
            <a:off x="322386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9" name="b | refined point stage">
            <a:extLst>
              <a:ext uri="{FF2B5EF4-FFF2-40B4-BE49-F238E27FC236}">
                <a16:creationId xmlns:a16="http://schemas.microsoft.com/office/drawing/2014/main" id="{8139EA1E-C6F4-E621-FB9C-9E8F58649FE5}"/>
              </a:ext>
            </a:extLst>
          </p:cNvPr>
          <p:cNvSpPr>
            <a:spLocks noGrp="1"/>
          </p:cNvSpPr>
          <p:nvPr/>
        </p:nvSpPr>
        <p:spPr>
          <a:xfrm>
            <a:off x="352760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0" name="b | refined point stage">
            <a:extLst>
              <a:ext uri="{FF2B5EF4-FFF2-40B4-BE49-F238E27FC236}">
                <a16:creationId xmlns:a16="http://schemas.microsoft.com/office/drawing/2014/main" id="{5917C98C-391A-46FD-7364-624A734B8047}"/>
              </a:ext>
            </a:extLst>
          </p:cNvPr>
          <p:cNvSpPr>
            <a:spLocks noGrp="1"/>
          </p:cNvSpPr>
          <p:nvPr/>
        </p:nvSpPr>
        <p:spPr>
          <a:xfrm>
            <a:off x="383133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1" name="b | refined point stage">
            <a:extLst>
              <a:ext uri="{FF2B5EF4-FFF2-40B4-BE49-F238E27FC236}">
                <a16:creationId xmlns:a16="http://schemas.microsoft.com/office/drawing/2014/main" id="{967EF3AB-149C-A44F-2B56-C729D3172EE7}"/>
              </a:ext>
            </a:extLst>
          </p:cNvPr>
          <p:cNvSpPr>
            <a:spLocks noGrp="1"/>
          </p:cNvSpPr>
          <p:nvPr/>
        </p:nvSpPr>
        <p:spPr>
          <a:xfrm>
            <a:off x="413507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sp>
        <p:nvSpPr>
          <p:cNvPr id="1562" name="Point pathway forward">
            <a:extLst>
              <a:ext uri="{FF2B5EF4-FFF2-40B4-BE49-F238E27FC236}">
                <a16:creationId xmlns:a16="http://schemas.microsoft.com/office/drawing/2014/main" id="{A5784651-2F7C-015A-5CD5-DA1136A57365}"/>
              </a:ext>
            </a:extLst>
          </p:cNvPr>
          <p:cNvSpPr>
            <a:spLocks noGrp="1"/>
          </p:cNvSpPr>
          <p:nvPr/>
        </p:nvSpPr>
        <p:spPr>
          <a:xfrm>
            <a:off x="3123858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3" name="Point pathway forward | arrowhead">
            <a:extLst>
              <a:ext uri="{FF2B5EF4-FFF2-40B4-BE49-F238E27FC236}">
                <a16:creationId xmlns:a16="http://schemas.microsoft.com/office/drawing/2014/main" id="{8A8CAC6B-B84C-021F-EE3C-07253A7A5BF3}"/>
              </a:ext>
            </a:extLst>
          </p:cNvPr>
          <p:cNvSpPr>
            <a:spLocks noGrp="1"/>
          </p:cNvSpPr>
          <p:nvPr/>
        </p:nvSpPr>
        <p:spPr>
          <a:xfrm>
            <a:off x="319145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4" name="Point pathway forward">
            <a:extLst>
              <a:ext uri="{FF2B5EF4-FFF2-40B4-BE49-F238E27FC236}">
                <a16:creationId xmlns:a16="http://schemas.microsoft.com/office/drawing/2014/main" id="{2086DACA-F211-0516-83ED-EAF40E78A93E}"/>
              </a:ext>
            </a:extLst>
          </p:cNvPr>
          <p:cNvSpPr>
            <a:spLocks noGrp="1"/>
          </p:cNvSpPr>
          <p:nvPr/>
        </p:nvSpPr>
        <p:spPr>
          <a:xfrm>
            <a:off x="3427593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5" name="Point pathway forward | arrowhead">
            <a:extLst>
              <a:ext uri="{FF2B5EF4-FFF2-40B4-BE49-F238E27FC236}">
                <a16:creationId xmlns:a16="http://schemas.microsoft.com/office/drawing/2014/main" id="{68848876-B942-EEB8-2919-3245FBD72825}"/>
              </a:ext>
            </a:extLst>
          </p:cNvPr>
          <p:cNvSpPr>
            <a:spLocks noGrp="1"/>
          </p:cNvSpPr>
          <p:nvPr/>
        </p:nvSpPr>
        <p:spPr>
          <a:xfrm>
            <a:off x="3495193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6" name="Point pathway forward">
            <a:extLst>
              <a:ext uri="{FF2B5EF4-FFF2-40B4-BE49-F238E27FC236}">
                <a16:creationId xmlns:a16="http://schemas.microsoft.com/office/drawing/2014/main" id="{517B7A95-56CA-6722-2034-A58159BBABF4}"/>
              </a:ext>
            </a:extLst>
          </p:cNvPr>
          <p:cNvSpPr>
            <a:spLocks noGrp="1"/>
          </p:cNvSpPr>
          <p:nvPr/>
        </p:nvSpPr>
        <p:spPr>
          <a:xfrm>
            <a:off x="3731327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7" name="Point pathway forward | arrowhead">
            <a:extLst>
              <a:ext uri="{FF2B5EF4-FFF2-40B4-BE49-F238E27FC236}">
                <a16:creationId xmlns:a16="http://schemas.microsoft.com/office/drawing/2014/main" id="{1F9B8113-BD39-3048-DC67-8BC6A2FBE701}"/>
              </a:ext>
            </a:extLst>
          </p:cNvPr>
          <p:cNvSpPr>
            <a:spLocks noGrp="1"/>
          </p:cNvSpPr>
          <p:nvPr/>
        </p:nvSpPr>
        <p:spPr>
          <a:xfrm>
            <a:off x="379892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8" name="Point pathway forward">
            <a:extLst>
              <a:ext uri="{FF2B5EF4-FFF2-40B4-BE49-F238E27FC236}">
                <a16:creationId xmlns:a16="http://schemas.microsoft.com/office/drawing/2014/main" id="{1109744A-46DE-5186-2FB6-5238163A3E79}"/>
              </a:ext>
            </a:extLst>
          </p:cNvPr>
          <p:cNvSpPr>
            <a:spLocks noGrp="1"/>
          </p:cNvSpPr>
          <p:nvPr/>
        </p:nvSpPr>
        <p:spPr>
          <a:xfrm>
            <a:off x="4035062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9" name="Point pathway forward | arrowhead">
            <a:extLst>
              <a:ext uri="{FF2B5EF4-FFF2-40B4-BE49-F238E27FC236}">
                <a16:creationId xmlns:a16="http://schemas.microsoft.com/office/drawing/2014/main" id="{04CF95D7-587B-A305-EC6B-C95DE4453B36}"/>
              </a:ext>
            </a:extLst>
          </p:cNvPr>
          <p:cNvSpPr>
            <a:spLocks noGrp="1"/>
          </p:cNvSpPr>
          <p:nvPr/>
        </p:nvSpPr>
        <p:spPr>
          <a:xfrm>
            <a:off x="4102662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0" name="Point recycling rounded return">
            <a:extLst>
              <a:ext uri="{FF2B5EF4-FFF2-40B4-BE49-F238E27FC236}">
                <a16:creationId xmlns:a16="http://schemas.microsoft.com/office/drawing/2014/main" id="{F141F842-8A45-7DB7-B3CD-5C2078764727}"/>
              </a:ext>
            </a:extLst>
          </p:cNvPr>
          <p:cNvSpPr>
            <a:spLocks noGrp="1"/>
          </p:cNvSpPr>
          <p:nvPr/>
        </p:nvSpPr>
        <p:spPr>
          <a:xfrm>
            <a:off x="3016439" y="1359902"/>
            <a:ext cx="1214940" cy="105563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1571" name="Point recycling rounded return | arrowhead">
            <a:extLst>
              <a:ext uri="{FF2B5EF4-FFF2-40B4-BE49-F238E27FC236}">
                <a16:creationId xmlns:a16="http://schemas.microsoft.com/office/drawing/2014/main" id="{5DEC4188-1754-0CB5-9AD4-91EE68720798}"/>
              </a:ext>
            </a:extLst>
          </p:cNvPr>
          <p:cNvSpPr>
            <a:spLocks noGrp="1"/>
          </p:cNvSpPr>
          <p:nvPr/>
        </p:nvSpPr>
        <p:spPr>
          <a:xfrm>
            <a:off x="3007883" y="1359902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1572" name="Recycle">
            <a:extLst>
              <a:ext uri="{FF2B5EF4-FFF2-40B4-BE49-F238E27FC236}">
                <a16:creationId xmlns:a16="http://schemas.microsoft.com/office/drawing/2014/main" id="{5DDA785A-E893-2768-BFEA-5E3D10103A25}"/>
              </a:ext>
            </a:extLst>
          </p:cNvPr>
          <p:cNvSpPr>
            <a:spLocks noGrp="1"/>
          </p:cNvSpPr>
          <p:nvPr/>
        </p:nvSpPr>
        <p:spPr>
          <a:xfrm>
            <a:off x="3466486" y="1385830"/>
            <a:ext cx="314847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423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1573" name="Point Transformer V3">
            <a:extLst>
              <a:ext uri="{FF2B5EF4-FFF2-40B4-BE49-F238E27FC236}">
                <a16:creationId xmlns:a16="http://schemas.microsoft.com/office/drawing/2014/main" id="{9C229B53-2310-3BBE-B80C-8418F3E56817}"/>
              </a:ext>
            </a:extLst>
          </p:cNvPr>
          <p:cNvSpPr>
            <a:spLocks noGrp="1"/>
          </p:cNvSpPr>
          <p:nvPr/>
        </p:nvSpPr>
        <p:spPr>
          <a:xfrm>
            <a:off x="3007180" y="1498801"/>
            <a:ext cx="1235312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6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1574" name="Voxel pathway to ligand-area probability">
            <a:extLst>
              <a:ext uri="{FF2B5EF4-FFF2-40B4-BE49-F238E27FC236}">
                <a16:creationId xmlns:a16="http://schemas.microsoft.com/office/drawing/2014/main" id="{D0453500-5D20-9075-AC83-53BAE7836991}"/>
              </a:ext>
            </a:extLst>
          </p:cNvPr>
          <p:cNvSpPr>
            <a:spLocks noGrp="1"/>
          </p:cNvSpPr>
          <p:nvPr/>
        </p:nvSpPr>
        <p:spPr>
          <a:xfrm>
            <a:off x="4329537" y="615407"/>
            <a:ext cx="94454" cy="92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575" name="Voxel pathway to ligand-area probability | arrowhead">
            <a:extLst>
              <a:ext uri="{FF2B5EF4-FFF2-40B4-BE49-F238E27FC236}">
                <a16:creationId xmlns:a16="http://schemas.microsoft.com/office/drawing/2014/main" id="{31B7DEAC-191C-5141-A148-178A012222C6}"/>
              </a:ext>
            </a:extLst>
          </p:cNvPr>
          <p:cNvSpPr>
            <a:spLocks noGrp="1"/>
          </p:cNvSpPr>
          <p:nvPr/>
        </p:nvSpPr>
        <p:spPr>
          <a:xfrm>
            <a:off x="4404545" y="606851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76" name="Point pathway to atom binding probability">
            <a:extLst>
              <a:ext uri="{FF2B5EF4-FFF2-40B4-BE49-F238E27FC236}">
                <a16:creationId xmlns:a16="http://schemas.microsoft.com/office/drawing/2014/main" id="{86FA6A24-595A-1A3E-A431-A91DE831A4B8}"/>
              </a:ext>
            </a:extLst>
          </p:cNvPr>
          <p:cNvSpPr>
            <a:spLocks noGrp="1"/>
          </p:cNvSpPr>
          <p:nvPr/>
        </p:nvSpPr>
        <p:spPr>
          <a:xfrm>
            <a:off x="4342502" y="1267304"/>
            <a:ext cx="81490" cy="92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577" name="Point pathway to atom binding probability | arrowhead">
            <a:extLst>
              <a:ext uri="{FF2B5EF4-FFF2-40B4-BE49-F238E27FC236}">
                <a16:creationId xmlns:a16="http://schemas.microsoft.com/office/drawing/2014/main" id="{1D3BEB45-F38A-A727-7D8A-1AD77E7A3952}"/>
              </a:ext>
            </a:extLst>
          </p:cNvPr>
          <p:cNvSpPr>
            <a:spLocks noGrp="1"/>
          </p:cNvSpPr>
          <p:nvPr/>
        </p:nvSpPr>
        <p:spPr>
          <a:xfrm>
            <a:off x="4404545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8" name="Ligand-area probability">
            <a:extLst>
              <a:ext uri="{FF2B5EF4-FFF2-40B4-BE49-F238E27FC236}">
                <a16:creationId xmlns:a16="http://schemas.microsoft.com/office/drawing/2014/main" id="{46599E5C-9E07-10FE-27B5-35D57B7D6FE4}"/>
              </a:ext>
            </a:extLst>
          </p:cNvPr>
          <p:cNvSpPr>
            <a:spLocks noGrp="1"/>
          </p:cNvSpPr>
          <p:nvPr/>
        </p:nvSpPr>
        <p:spPr>
          <a:xfrm>
            <a:off x="4464737" y="320942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Ligand-region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grpSp>
        <p:nvGrpSpPr>
          <p:cNvPr id="1579" name="b | Ligand-area probability cube | v4 editable"/>
          <p:cNvGrpSpPr/>
          <p:nvPr/>
        </p:nvGrpSpPr>
        <p:grpSpPr>
          <a:xfrm>
            <a:off x="4490442" y="459000"/>
            <a:ext cx="334115" cy="263000"/>
            <a:chOff x="4043880" y="489960"/>
            <a:chExt cx="571680" cy="450000"/>
          </a:xfrm>
        </p:grpSpPr>
        <p:sp>
          <p:nvSpPr>
            <p:cNvPr id="1580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41">
              <a:solidFill>
                <a:srgbClr val="87ADD3"/>
              </a:solidFill>
            </a:ln>
          </p:spPr>
        </p:sp>
        <p:sp>
          <p:nvSpPr>
            <p:cNvPr id="1581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2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3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4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5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6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7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8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9" name="asset_2027_9">
              <a:extLst>
                <a:ext uri="{FF2B5EF4-FFF2-40B4-BE49-F238E27FC236}">
                  <a16:creationId xmlns:a16="http://schemas.microsoft.com/office/drawing/2014/main" id="{34405941-63EA-46AA-946F-D6856B6416DA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0" name="asset_2027_10">
              <a:extLst>
                <a:ext uri="{FF2B5EF4-FFF2-40B4-BE49-F238E27FC236}">
                  <a16:creationId xmlns:a16="http://schemas.microsoft.com/office/drawing/2014/main" id="{4E3119D4-E48B-4F84-A71E-8556AF9CADD2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1" name="asset_2027_11">
              <a:extLst>
                <a:ext uri="{FF2B5EF4-FFF2-40B4-BE49-F238E27FC236}">
                  <a16:creationId xmlns:a16="http://schemas.microsoft.com/office/drawing/2014/main" id="{ADC0132E-476D-467C-9C2F-6C3273DDA92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2" name="asset_2027_12">
              <a:extLst>
                <a:ext uri="{FF2B5EF4-FFF2-40B4-BE49-F238E27FC236}">
                  <a16:creationId xmlns:a16="http://schemas.microsoft.com/office/drawing/2014/main" id="{7245DCBA-40B5-4896-A0B6-69F047D40D11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3" name="asset_2027_13">
              <a:extLst>
                <a:ext uri="{FF2B5EF4-FFF2-40B4-BE49-F238E27FC236}">
                  <a16:creationId xmlns:a16="http://schemas.microsoft.com/office/drawing/2014/main" id="{D1AC94DD-CA80-42AC-B0FF-2AB7EAB03A11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4" name="asset_2027_14">
              <a:extLst>
                <a:ext uri="{FF2B5EF4-FFF2-40B4-BE49-F238E27FC236}">
                  <a16:creationId xmlns:a16="http://schemas.microsoft.com/office/drawing/2014/main" id="{A3978DBD-AB1B-4A62-99A3-BA8E981F98E7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5" name="asset_2027_15">
              <a:extLst>
                <a:ext uri="{FF2B5EF4-FFF2-40B4-BE49-F238E27FC236}">
                  <a16:creationId xmlns:a16="http://schemas.microsoft.com/office/drawing/2014/main" id="{688BB42A-2690-464A-876F-9DDF54F92102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6" name="asset_2027_16">
              <a:extLst>
                <a:ext uri="{FF2B5EF4-FFF2-40B4-BE49-F238E27FC236}">
                  <a16:creationId xmlns:a16="http://schemas.microsoft.com/office/drawing/2014/main" id="{361B14F3-926B-4209-9774-7EAD2B13E9EF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7" name="asset_2027_17">
              <a:extLst>
                <a:ext uri="{FF2B5EF4-FFF2-40B4-BE49-F238E27FC236}">
                  <a16:creationId xmlns:a16="http://schemas.microsoft.com/office/drawing/2014/main" id="{66E73D46-F7D5-4249-BCC8-A80566549CFC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8" name="asset_2027_18">
              <a:extLst>
                <a:ext uri="{FF2B5EF4-FFF2-40B4-BE49-F238E27FC236}">
                  <a16:creationId xmlns:a16="http://schemas.microsoft.com/office/drawing/2014/main" id="{60DAB196-3FDD-49BF-8D6E-67037AE1C8E3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9" name="asset_2027_19">
              <a:extLst>
                <a:ext uri="{FF2B5EF4-FFF2-40B4-BE49-F238E27FC236}">
                  <a16:creationId xmlns:a16="http://schemas.microsoft.com/office/drawing/2014/main" id="{4C138FF3-2B02-4767-956B-9F501C36EBA0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0" name="asset_2027_20">
              <a:extLst>
                <a:ext uri="{FF2B5EF4-FFF2-40B4-BE49-F238E27FC236}">
                  <a16:creationId xmlns:a16="http://schemas.microsoft.com/office/drawing/2014/main" id="{1A1E79AC-17AD-43DA-9021-7A448741C36C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1" name="asset_2027_21">
              <a:extLst>
                <a:ext uri="{FF2B5EF4-FFF2-40B4-BE49-F238E27FC236}">
                  <a16:creationId xmlns:a16="http://schemas.microsoft.com/office/drawing/2014/main" id="{67E612D4-3E6A-4231-BE3B-0E6ECA8F7EB4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2" name="asset_2027_22">
              <a:extLst>
                <a:ext uri="{FF2B5EF4-FFF2-40B4-BE49-F238E27FC236}">
                  <a16:creationId xmlns:a16="http://schemas.microsoft.com/office/drawing/2014/main" id="{144523C5-0416-4230-96CB-1EAF1BAD0779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3" name="asset_2027_23">
              <a:extLst>
                <a:ext uri="{FF2B5EF4-FFF2-40B4-BE49-F238E27FC236}">
                  <a16:creationId xmlns:a16="http://schemas.microsoft.com/office/drawing/2014/main" id="{C35832E6-9C22-410B-89DF-65A3C9FECA47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4" name="asset_2027_24">
              <a:extLst>
                <a:ext uri="{FF2B5EF4-FFF2-40B4-BE49-F238E27FC236}">
                  <a16:creationId xmlns:a16="http://schemas.microsoft.com/office/drawing/2014/main" id="{DA42F372-F74C-49BF-8BFF-8264CCE324BC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5" name="asset_2027_25">
              <a:extLst>
                <a:ext uri="{FF2B5EF4-FFF2-40B4-BE49-F238E27FC236}">
                  <a16:creationId xmlns:a16="http://schemas.microsoft.com/office/drawing/2014/main" id="{1C82A8F9-2B7C-41FA-868F-35115471245A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6" name="asset_2027_26">
              <a:extLst>
                <a:ext uri="{FF2B5EF4-FFF2-40B4-BE49-F238E27FC236}">
                  <a16:creationId xmlns:a16="http://schemas.microsoft.com/office/drawing/2014/main" id="{1FBF9B24-5307-46E3-9E88-626CD784980E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7" name="asset_2027_27">
              <a:extLst>
                <a:ext uri="{FF2B5EF4-FFF2-40B4-BE49-F238E27FC236}">
                  <a16:creationId xmlns:a16="http://schemas.microsoft.com/office/drawing/2014/main" id="{DF200888-1FB7-4595-88B3-13C42D5C625F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8" name="asset_2027_28">
              <a:extLst>
                <a:ext uri="{FF2B5EF4-FFF2-40B4-BE49-F238E27FC236}">
                  <a16:creationId xmlns:a16="http://schemas.microsoft.com/office/drawing/2014/main" id="{826D53F6-F0E2-4DFF-B647-A55BD5ABE7D5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9" name="asset_2027_29">
              <a:extLst>
                <a:ext uri="{FF2B5EF4-FFF2-40B4-BE49-F238E27FC236}">
                  <a16:creationId xmlns:a16="http://schemas.microsoft.com/office/drawing/2014/main" id="{FA89C153-5459-451F-BF9C-1062D1B17B3E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0" name="asset_2027_30">
              <a:extLst>
                <a:ext uri="{FF2B5EF4-FFF2-40B4-BE49-F238E27FC236}">
                  <a16:creationId xmlns:a16="http://schemas.microsoft.com/office/drawing/2014/main" id="{EFE35B6A-8884-40CA-89ED-7B60AE28B9B8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1" name="asset_2027_31">
              <a:extLst>
                <a:ext uri="{FF2B5EF4-FFF2-40B4-BE49-F238E27FC236}">
                  <a16:creationId xmlns:a16="http://schemas.microsoft.com/office/drawing/2014/main" id="{F66F1E84-B351-4917-A693-D8513B8B7034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2" name="asset_2027_32">
              <a:extLst>
                <a:ext uri="{FF2B5EF4-FFF2-40B4-BE49-F238E27FC236}">
                  <a16:creationId xmlns:a16="http://schemas.microsoft.com/office/drawing/2014/main" id="{99D54062-A6F7-4DD1-8E9E-42ACD355CAAD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3" name="asset_2027_33">
              <a:extLst>
                <a:ext uri="{FF2B5EF4-FFF2-40B4-BE49-F238E27FC236}">
                  <a16:creationId xmlns:a16="http://schemas.microsoft.com/office/drawing/2014/main" id="{E78FE44C-E947-4F2C-B2EE-5123430CAFBF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4" name="asset_2027_34">
              <a:extLst>
                <a:ext uri="{FF2B5EF4-FFF2-40B4-BE49-F238E27FC236}">
                  <a16:creationId xmlns:a16="http://schemas.microsoft.com/office/drawing/2014/main" id="{1C1925E8-0217-4DDA-8B70-FBB79493D4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5" name="asset_2027_35">
              <a:extLst>
                <a:ext uri="{FF2B5EF4-FFF2-40B4-BE49-F238E27FC236}">
                  <a16:creationId xmlns:a16="http://schemas.microsoft.com/office/drawing/2014/main" id="{7B1065D1-6E9E-4B4B-A57B-38F7033F8756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6" name="asset_2027_36">
              <a:extLst>
                <a:ext uri="{FF2B5EF4-FFF2-40B4-BE49-F238E27FC236}">
                  <a16:creationId xmlns:a16="http://schemas.microsoft.com/office/drawing/2014/main" id="{031C8BB0-D0D4-4850-9E24-9DD349BAEC2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7" name="asset_2027_37">
              <a:extLst>
                <a:ext uri="{FF2B5EF4-FFF2-40B4-BE49-F238E27FC236}">
                  <a16:creationId xmlns:a16="http://schemas.microsoft.com/office/drawing/2014/main" id="{E06DF51A-A98F-424D-A5F6-95603CC128D3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8" name="asset_2027_38">
              <a:extLst>
                <a:ext uri="{FF2B5EF4-FFF2-40B4-BE49-F238E27FC236}">
                  <a16:creationId xmlns:a16="http://schemas.microsoft.com/office/drawing/2014/main" id="{79012AB9-04C9-4C5B-9542-11B93745F898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9" name="asset_2027_39">
              <a:extLst>
                <a:ext uri="{FF2B5EF4-FFF2-40B4-BE49-F238E27FC236}">
                  <a16:creationId xmlns:a16="http://schemas.microsoft.com/office/drawing/2014/main" id="{C1D186F1-5504-4ED9-827A-EB669B14FD96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0" name="asset_2027_40">
              <a:extLst>
                <a:ext uri="{FF2B5EF4-FFF2-40B4-BE49-F238E27FC236}">
                  <a16:creationId xmlns:a16="http://schemas.microsoft.com/office/drawing/2014/main" id="{1A8BCF88-2C3B-4AAF-A348-7356448B79E8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1" name="asset_2027_41">
              <a:extLst>
                <a:ext uri="{FF2B5EF4-FFF2-40B4-BE49-F238E27FC236}">
                  <a16:creationId xmlns:a16="http://schemas.microsoft.com/office/drawing/2014/main" id="{6B6D00EE-D856-41A2-B092-27CEC1D19C0C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2" name="asset_2027_42">
              <a:extLst>
                <a:ext uri="{FF2B5EF4-FFF2-40B4-BE49-F238E27FC236}">
                  <a16:creationId xmlns:a16="http://schemas.microsoft.com/office/drawing/2014/main" id="{FD5D9615-FDEC-47C1-8E2F-27690D31EA42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3" name="asset_2027_43">
              <a:extLst>
                <a:ext uri="{FF2B5EF4-FFF2-40B4-BE49-F238E27FC236}">
                  <a16:creationId xmlns:a16="http://schemas.microsoft.com/office/drawing/2014/main" id="{03ACF71B-9F98-49D2-8E5E-0D53A083AC20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4" name="asset_2027_44">
              <a:extLst>
                <a:ext uri="{FF2B5EF4-FFF2-40B4-BE49-F238E27FC236}">
                  <a16:creationId xmlns:a16="http://schemas.microsoft.com/office/drawing/2014/main" id="{724CFBDA-F7E3-4C52-A69B-62485EDF81F1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5" name="asset_2027_45">
              <a:extLst>
                <a:ext uri="{FF2B5EF4-FFF2-40B4-BE49-F238E27FC236}">
                  <a16:creationId xmlns:a16="http://schemas.microsoft.com/office/drawing/2014/main" id="{FCAA0437-0AB5-4B5C-9D61-8D532428BE63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6" name="asset_2027_46">
              <a:extLst>
                <a:ext uri="{FF2B5EF4-FFF2-40B4-BE49-F238E27FC236}">
                  <a16:creationId xmlns:a16="http://schemas.microsoft.com/office/drawing/2014/main" id="{560E5AF9-9BEE-43A1-8ED6-D936E75C34DE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7" name="asset_2027_47">
              <a:extLst>
                <a:ext uri="{FF2B5EF4-FFF2-40B4-BE49-F238E27FC236}">
                  <a16:creationId xmlns:a16="http://schemas.microsoft.com/office/drawing/2014/main" id="{0B464A76-1B1F-4D22-820E-0D794E7B2B77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8" name="asset_2027_48">
              <a:extLst>
                <a:ext uri="{FF2B5EF4-FFF2-40B4-BE49-F238E27FC236}">
                  <a16:creationId xmlns:a16="http://schemas.microsoft.com/office/drawing/2014/main" id="{CF938A00-1880-4525-A4C7-304301BFED96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9" name="asset_2027_49">
              <a:extLst>
                <a:ext uri="{FF2B5EF4-FFF2-40B4-BE49-F238E27FC236}">
                  <a16:creationId xmlns:a16="http://schemas.microsoft.com/office/drawing/2014/main" id="{119ADBD8-A970-4D99-A982-9C8EA3F8074F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0" name="asset_2027_50">
              <a:extLst>
                <a:ext uri="{FF2B5EF4-FFF2-40B4-BE49-F238E27FC236}">
                  <a16:creationId xmlns:a16="http://schemas.microsoft.com/office/drawing/2014/main" id="{C3BC6789-B85C-463C-A9F0-6F1AAA0D33F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1" name="asset_2027_51">
              <a:extLst>
                <a:ext uri="{FF2B5EF4-FFF2-40B4-BE49-F238E27FC236}">
                  <a16:creationId xmlns:a16="http://schemas.microsoft.com/office/drawing/2014/main" id="{CE4DD89B-764C-4055-87DA-1ACA2DC83E40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2" name="asset_2027_52">
              <a:extLst>
                <a:ext uri="{FF2B5EF4-FFF2-40B4-BE49-F238E27FC236}">
                  <a16:creationId xmlns:a16="http://schemas.microsoft.com/office/drawing/2014/main" id="{C84C1206-2200-4D85-B478-81F3D96C2BD6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3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1788">
              <a:solidFill>
                <a:srgbClr val="87ADD3"/>
              </a:solidFill>
            </a:ln>
          </p:spPr>
        </p:sp>
      </p:grpSp>
      <p:sp>
        <p:nvSpPr>
          <p:cNvPr id="1634" name="Cues to Match">
            <a:extLst>
              <a:ext uri="{FF2B5EF4-FFF2-40B4-BE49-F238E27FC236}">
                <a16:creationId xmlns:a16="http://schemas.microsoft.com/office/drawing/2014/main" id="{A46FBCA6-9F66-EE76-B7C9-EAEB8C765FFB}"/>
              </a:ext>
            </a:extLst>
          </p:cNvPr>
          <p:cNvSpPr>
            <a:spLocks noGrp="1"/>
          </p:cNvSpPr>
          <p:nvPr/>
        </p:nvSpPr>
        <p:spPr>
          <a:xfrm>
            <a:off x="4464737" y="820977"/>
            <a:ext cx="520423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635" name="Blob">
            <a:extLst>
              <a:ext uri="{FF2B5EF4-FFF2-40B4-BE49-F238E27FC236}">
                <a16:creationId xmlns:a16="http://schemas.microsoft.com/office/drawing/2014/main" id="{C984FFB6-0157-13F6-B346-927155FE3003}"/>
              </a:ext>
            </a:extLst>
          </p:cNvPr>
          <p:cNvSpPr>
            <a:spLocks noGrp="1"/>
          </p:cNvSpPr>
          <p:nvPr/>
        </p:nvSpPr>
        <p:spPr>
          <a:xfrm>
            <a:off x="4467000" y="1020000"/>
            <a:ext cx="204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636" name="Pseudo atoms cue">
            <a:extLst>
              <a:ext uri="{FF2B5EF4-FFF2-40B4-BE49-F238E27FC236}">
                <a16:creationId xmlns:a16="http://schemas.microsoft.com/office/drawing/2014/main" id="{C7D21ADD-C1C6-6F77-8384-CD0F811E345A}"/>
              </a:ext>
            </a:extLst>
          </p:cNvPr>
          <p:cNvSpPr>
            <a:spLocks noGrp="1"/>
          </p:cNvSpPr>
          <p:nvPr/>
        </p:nvSpPr>
        <p:spPr>
          <a:xfrm>
            <a:off x="4722500" y="1020000"/>
            <a:ext cx="270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637" name="Atom binding probability">
            <a:extLst>
              <a:ext uri="{FF2B5EF4-FFF2-40B4-BE49-F238E27FC236}">
                <a16:creationId xmlns:a16="http://schemas.microsoft.com/office/drawing/2014/main" id="{498779F8-0A99-B1EC-651E-6D2DD93E51F5}"/>
              </a:ext>
            </a:extLst>
          </p:cNvPr>
          <p:cNvSpPr>
            <a:spLocks noGrp="1"/>
          </p:cNvSpPr>
          <p:nvPr/>
        </p:nvSpPr>
        <p:spPr>
          <a:xfrm>
            <a:off x="4464737" y="1167297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638" name="Probability scale">
            <a:extLst>
              <a:ext uri="{FF2B5EF4-FFF2-40B4-BE49-F238E27FC236}">
                <a16:creationId xmlns:a16="http://schemas.microsoft.com/office/drawing/2014/main" id="{95B887C2-207A-BE0B-527F-6A6C16005E39}"/>
              </a:ext>
            </a:extLst>
          </p:cNvPr>
          <p:cNvSpPr>
            <a:spLocks noGrp="1"/>
          </p:cNvSpPr>
          <p:nvPr/>
        </p:nvSpPr>
        <p:spPr>
          <a:xfrm>
            <a:off x="4862926" y="489472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39" name="High">
            <a:extLst>
              <a:ext uri="{FF2B5EF4-FFF2-40B4-BE49-F238E27FC236}">
                <a16:creationId xmlns:a16="http://schemas.microsoft.com/office/drawing/2014/main" id="{2BEBAA7B-8D04-20B0-84C7-F5A713DDE497}"/>
              </a:ext>
            </a:extLst>
          </p:cNvPr>
          <p:cNvSpPr>
            <a:spLocks noGrp="1"/>
          </p:cNvSpPr>
          <p:nvPr/>
        </p:nvSpPr>
        <p:spPr>
          <a:xfrm>
            <a:off x="4899967" y="476508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0" name="Low">
            <a:extLst>
              <a:ext uri="{FF2B5EF4-FFF2-40B4-BE49-F238E27FC236}">
                <a16:creationId xmlns:a16="http://schemas.microsoft.com/office/drawing/2014/main" id="{5005B897-48F5-7EA3-88AB-4A93BB37564D}"/>
              </a:ext>
            </a:extLst>
          </p:cNvPr>
          <p:cNvSpPr>
            <a:spLocks noGrp="1"/>
          </p:cNvSpPr>
          <p:nvPr/>
        </p:nvSpPr>
        <p:spPr>
          <a:xfrm>
            <a:off x="4899966" y="628371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641" name="Probability scale">
            <a:extLst>
              <a:ext uri="{FF2B5EF4-FFF2-40B4-BE49-F238E27FC236}">
                <a16:creationId xmlns:a16="http://schemas.microsoft.com/office/drawing/2014/main" id="{0112C579-36F6-6864-EAC6-BA99D1305608}"/>
              </a:ext>
            </a:extLst>
          </p:cNvPr>
          <p:cNvSpPr>
            <a:spLocks noGrp="1"/>
          </p:cNvSpPr>
          <p:nvPr/>
        </p:nvSpPr>
        <p:spPr>
          <a:xfrm>
            <a:off x="4862926" y="1326568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42" name="High">
            <a:extLst>
              <a:ext uri="{FF2B5EF4-FFF2-40B4-BE49-F238E27FC236}">
                <a16:creationId xmlns:a16="http://schemas.microsoft.com/office/drawing/2014/main" id="{BCA0213E-3EB7-17B9-6A44-96B27FB3CD03}"/>
              </a:ext>
            </a:extLst>
          </p:cNvPr>
          <p:cNvSpPr>
            <a:spLocks noGrp="1"/>
          </p:cNvSpPr>
          <p:nvPr/>
        </p:nvSpPr>
        <p:spPr>
          <a:xfrm>
            <a:off x="4899967" y="1313604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3" name="Low">
            <a:extLst>
              <a:ext uri="{FF2B5EF4-FFF2-40B4-BE49-F238E27FC236}">
                <a16:creationId xmlns:a16="http://schemas.microsoft.com/office/drawing/2014/main" id="{2314D53B-604F-16C3-2C81-8E8C6C6961B9}"/>
              </a:ext>
            </a:extLst>
          </p:cNvPr>
          <p:cNvSpPr>
            <a:spLocks noGrp="1"/>
          </p:cNvSpPr>
          <p:nvPr/>
        </p:nvSpPr>
        <p:spPr>
          <a:xfrm>
            <a:off x="4899966" y="1465466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644" name="b | PTV3 stage 1">
            <a:extLst>
              <a:ext uri="{FF2B5EF4-FFF2-40B4-BE49-F238E27FC236}">
                <a16:creationId xmlns:a16="http://schemas.microsoft.com/office/drawing/2014/main" id="{C1676FA9-E2CE-FBE1-C182-8854FD639BCB}"/>
              </a:ext>
            </a:extLst>
          </p:cNvPr>
          <p:cNvGrpSpPr/>
          <p:nvPr/>
        </p:nvGrpSpPr>
        <p:grpSpPr>
          <a:xfrm>
            <a:off x="2920133" y="1191372"/>
            <a:ext cx="192613" cy="151863"/>
            <a:chOff x="1837958" y="1438830"/>
            <a:chExt cx="279225" cy="243090"/>
          </a:xfrm>
        </p:grpSpPr>
        <p:sp>
          <p:nvSpPr>
            <p:cNvPr id="1645" name="ellipse_1845">
              <a:extLst>
                <a:ext uri="{FF2B5EF4-FFF2-40B4-BE49-F238E27FC236}">
                  <a16:creationId xmlns:a16="http://schemas.microsoft.com/office/drawing/2014/main" id="{6E764F25-DBA9-554E-C4CE-2FD02327DB99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6" name="ellipse_1846">
              <a:extLst>
                <a:ext uri="{FF2B5EF4-FFF2-40B4-BE49-F238E27FC236}">
                  <a16:creationId xmlns:a16="http://schemas.microsoft.com/office/drawing/2014/main" id="{197B7050-3D76-A2AB-BD38-1764B1343A22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7" name="ellipse_1847">
              <a:extLst>
                <a:ext uri="{FF2B5EF4-FFF2-40B4-BE49-F238E27FC236}">
                  <a16:creationId xmlns:a16="http://schemas.microsoft.com/office/drawing/2014/main" id="{81DD4F70-0917-A1BE-79E6-62615F75B8CC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8" name="ellipse_1848">
              <a:extLst>
                <a:ext uri="{FF2B5EF4-FFF2-40B4-BE49-F238E27FC236}">
                  <a16:creationId xmlns:a16="http://schemas.microsoft.com/office/drawing/2014/main" id="{D952897A-5895-C7BE-F43A-95CAB4B2A795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9" name="ellipse_1849">
              <a:extLst>
                <a:ext uri="{FF2B5EF4-FFF2-40B4-BE49-F238E27FC236}">
                  <a16:creationId xmlns:a16="http://schemas.microsoft.com/office/drawing/2014/main" id="{A963D769-952A-7D3A-3F80-8699A441E634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0" name="ellipse_1850">
              <a:extLst>
                <a:ext uri="{FF2B5EF4-FFF2-40B4-BE49-F238E27FC236}">
                  <a16:creationId xmlns:a16="http://schemas.microsoft.com/office/drawing/2014/main" id="{57152106-03AD-F124-8014-3B98F56CFEC2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1" name="ellipse_1851">
              <a:extLst>
                <a:ext uri="{FF2B5EF4-FFF2-40B4-BE49-F238E27FC236}">
                  <a16:creationId xmlns:a16="http://schemas.microsoft.com/office/drawing/2014/main" id="{CE30E060-453E-DE2F-D1A5-53744423F89F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2" name="ellipse_1852">
              <a:extLst>
                <a:ext uri="{FF2B5EF4-FFF2-40B4-BE49-F238E27FC236}">
                  <a16:creationId xmlns:a16="http://schemas.microsoft.com/office/drawing/2014/main" id="{BCD21C73-A23D-DC08-C217-5024F875B013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3" name="ellipse_1853">
              <a:extLst>
                <a:ext uri="{FF2B5EF4-FFF2-40B4-BE49-F238E27FC236}">
                  <a16:creationId xmlns:a16="http://schemas.microsoft.com/office/drawing/2014/main" id="{B2668D05-AB99-45E2-3A48-0AE3CC708E79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4" name="ellipse_1854">
              <a:extLst>
                <a:ext uri="{FF2B5EF4-FFF2-40B4-BE49-F238E27FC236}">
                  <a16:creationId xmlns:a16="http://schemas.microsoft.com/office/drawing/2014/main" id="{C3FC532B-0C18-4686-B3F9-ECB23E3C8E5B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5" name="Pseudo atom | small solid diamond">
              <a:extLst>
                <a:ext uri="{FF2B5EF4-FFF2-40B4-BE49-F238E27FC236}">
                  <a16:creationId xmlns:a16="http://schemas.microsoft.com/office/drawing/2014/main" id="{D47F9E70-6E4F-13F4-8384-DCC1953ED3AB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6" name="Pseudo atom | small solid diamond">
              <a:extLst>
                <a:ext uri="{FF2B5EF4-FFF2-40B4-BE49-F238E27FC236}">
                  <a16:creationId xmlns:a16="http://schemas.microsoft.com/office/drawing/2014/main" id="{40A95EC5-07C8-CBE3-8B5E-76D354B0F803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7" name="Pseudo atom | small solid diamond">
              <a:extLst>
                <a:ext uri="{FF2B5EF4-FFF2-40B4-BE49-F238E27FC236}">
                  <a16:creationId xmlns:a16="http://schemas.microsoft.com/office/drawing/2014/main" id="{C55498F9-6468-6DFB-4A0D-F610CB9A5706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8" name="Pseudo atom | small solid diamond">
              <a:extLst>
                <a:ext uri="{FF2B5EF4-FFF2-40B4-BE49-F238E27FC236}">
                  <a16:creationId xmlns:a16="http://schemas.microsoft.com/office/drawing/2014/main" id="{0248D6CC-526B-E1EC-3CB1-D1883E4B1B2D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9" name="Pseudo atom | small solid diamond">
              <a:extLst>
                <a:ext uri="{FF2B5EF4-FFF2-40B4-BE49-F238E27FC236}">
                  <a16:creationId xmlns:a16="http://schemas.microsoft.com/office/drawing/2014/main" id="{FA4E3C3B-8000-8401-0A8B-FABB928F4EE1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60" name="b | PTV3 stage 2">
            <a:extLst>
              <a:ext uri="{FF2B5EF4-FFF2-40B4-BE49-F238E27FC236}">
                <a16:creationId xmlns:a16="http://schemas.microsoft.com/office/drawing/2014/main" id="{23A1EA82-E394-5DFA-6214-4AC3E743A029}"/>
              </a:ext>
            </a:extLst>
          </p:cNvPr>
          <p:cNvGrpSpPr/>
          <p:nvPr/>
        </p:nvGrpSpPr>
        <p:grpSpPr>
          <a:xfrm>
            <a:off x="3223868" y="1191372"/>
            <a:ext cx="192613" cy="151863"/>
            <a:chOff x="2276505" y="1465110"/>
            <a:chExt cx="243090" cy="190530"/>
          </a:xfrm>
        </p:grpSpPr>
        <p:sp>
          <p:nvSpPr>
            <p:cNvPr id="1661" name="ellipse_1861">
              <a:extLst>
                <a:ext uri="{FF2B5EF4-FFF2-40B4-BE49-F238E27FC236}">
                  <a16:creationId xmlns:a16="http://schemas.microsoft.com/office/drawing/2014/main" id="{B37A0A4A-E74F-5F9F-BAC3-F3FF01CBC46F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2" name="ellipse_1862">
              <a:extLst>
                <a:ext uri="{FF2B5EF4-FFF2-40B4-BE49-F238E27FC236}">
                  <a16:creationId xmlns:a16="http://schemas.microsoft.com/office/drawing/2014/main" id="{083301EA-AB1C-7899-FCE1-2BDF36418D76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3" name="ellipse_1863">
              <a:extLst>
                <a:ext uri="{FF2B5EF4-FFF2-40B4-BE49-F238E27FC236}">
                  <a16:creationId xmlns:a16="http://schemas.microsoft.com/office/drawing/2014/main" id="{F8403B38-B817-0FE9-48D0-4A1ECA4A3BA7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4" name="ellipse_1864">
              <a:extLst>
                <a:ext uri="{FF2B5EF4-FFF2-40B4-BE49-F238E27FC236}">
                  <a16:creationId xmlns:a16="http://schemas.microsoft.com/office/drawing/2014/main" id="{4869A9CB-0815-B038-134E-8053AF841AE3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5" name="ellipse_1865">
              <a:extLst>
                <a:ext uri="{FF2B5EF4-FFF2-40B4-BE49-F238E27FC236}">
                  <a16:creationId xmlns:a16="http://schemas.microsoft.com/office/drawing/2014/main" id="{7FB3C033-ABDB-5C38-781B-5597EA5C77B2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6" name="ellipse_1866">
              <a:extLst>
                <a:ext uri="{FF2B5EF4-FFF2-40B4-BE49-F238E27FC236}">
                  <a16:creationId xmlns:a16="http://schemas.microsoft.com/office/drawing/2014/main" id="{B90E425D-0867-8CFC-E647-C3FE3AF07CC6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7" name="ellipse_1867">
              <a:extLst>
                <a:ext uri="{FF2B5EF4-FFF2-40B4-BE49-F238E27FC236}">
                  <a16:creationId xmlns:a16="http://schemas.microsoft.com/office/drawing/2014/main" id="{5604C167-9769-BBCA-D178-2F3C8E783802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8" name="ellipse_1868">
              <a:extLst>
                <a:ext uri="{FF2B5EF4-FFF2-40B4-BE49-F238E27FC236}">
                  <a16:creationId xmlns:a16="http://schemas.microsoft.com/office/drawing/2014/main" id="{39A43F83-145B-C2C0-84E9-D50DD7699877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9" name="Pseudo atom | small solid diamond">
              <a:extLst>
                <a:ext uri="{FF2B5EF4-FFF2-40B4-BE49-F238E27FC236}">
                  <a16:creationId xmlns:a16="http://schemas.microsoft.com/office/drawing/2014/main" id="{C820E601-BB4E-7C30-63CB-0FC71FC4C14D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0" name="Pseudo atom | small solid diamond">
              <a:extLst>
                <a:ext uri="{FF2B5EF4-FFF2-40B4-BE49-F238E27FC236}">
                  <a16:creationId xmlns:a16="http://schemas.microsoft.com/office/drawing/2014/main" id="{FD16D9BB-ECB4-FAA1-E243-91C1AC6B6860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1" name="Pseudo atom | small solid diamond">
              <a:extLst>
                <a:ext uri="{FF2B5EF4-FFF2-40B4-BE49-F238E27FC236}">
                  <a16:creationId xmlns:a16="http://schemas.microsoft.com/office/drawing/2014/main" id="{F149C5F6-56E3-A04F-21A0-3C229CAF5E15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2" name="Pseudo atom | small solid diamond">
              <a:extLst>
                <a:ext uri="{FF2B5EF4-FFF2-40B4-BE49-F238E27FC236}">
                  <a16:creationId xmlns:a16="http://schemas.microsoft.com/office/drawing/2014/main" id="{77CEDCA4-F08A-788B-C9CF-76180514982B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3" name="Pseudo atom | small solid diamond">
              <a:extLst>
                <a:ext uri="{FF2B5EF4-FFF2-40B4-BE49-F238E27FC236}">
                  <a16:creationId xmlns:a16="http://schemas.microsoft.com/office/drawing/2014/main" id="{57A19B96-D93C-651B-A20F-2726C4535687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74" name="b | PTV3 stage 3">
            <a:extLst>
              <a:ext uri="{FF2B5EF4-FFF2-40B4-BE49-F238E27FC236}">
                <a16:creationId xmlns:a16="http://schemas.microsoft.com/office/drawing/2014/main" id="{9D4E07F7-A1B3-6D94-9D3B-C87A009EFC9E}"/>
              </a:ext>
            </a:extLst>
          </p:cNvPr>
          <p:cNvGrpSpPr/>
          <p:nvPr/>
        </p:nvGrpSpPr>
        <p:grpSpPr>
          <a:xfrm>
            <a:off x="3527603" y="1191372"/>
            <a:ext cx="192613" cy="151863"/>
            <a:chOff x="2703555" y="1491390"/>
            <a:chExt cx="190530" cy="137970"/>
          </a:xfrm>
        </p:grpSpPr>
        <p:sp>
          <p:nvSpPr>
            <p:cNvPr id="1675" name="ellipse_1875">
              <a:extLst>
                <a:ext uri="{FF2B5EF4-FFF2-40B4-BE49-F238E27FC236}">
                  <a16:creationId xmlns:a16="http://schemas.microsoft.com/office/drawing/2014/main" id="{C2EBAE14-9677-3CC3-2EFF-3B8B5AC3E674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6" name="ellipse_1876">
              <a:extLst>
                <a:ext uri="{FF2B5EF4-FFF2-40B4-BE49-F238E27FC236}">
                  <a16:creationId xmlns:a16="http://schemas.microsoft.com/office/drawing/2014/main" id="{2FEF0058-7009-8E93-CFA0-25D0C93585CB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7" name="ellipse_1877">
              <a:extLst>
                <a:ext uri="{FF2B5EF4-FFF2-40B4-BE49-F238E27FC236}">
                  <a16:creationId xmlns:a16="http://schemas.microsoft.com/office/drawing/2014/main" id="{F309FE41-9380-9A20-1E9E-0129102A2DFC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8" name="ellipse_1878">
              <a:extLst>
                <a:ext uri="{FF2B5EF4-FFF2-40B4-BE49-F238E27FC236}">
                  <a16:creationId xmlns:a16="http://schemas.microsoft.com/office/drawing/2014/main" id="{B469328C-6613-AD48-066F-F45135B95DD5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9" name="ellipse_1879">
              <a:extLst>
                <a:ext uri="{FF2B5EF4-FFF2-40B4-BE49-F238E27FC236}">
                  <a16:creationId xmlns:a16="http://schemas.microsoft.com/office/drawing/2014/main" id="{4021B8FF-12FE-5E1D-2EE3-B6B8BF2B4042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0" name="Pseudo atom | small solid diamond">
              <a:extLst>
                <a:ext uri="{FF2B5EF4-FFF2-40B4-BE49-F238E27FC236}">
                  <a16:creationId xmlns:a16="http://schemas.microsoft.com/office/drawing/2014/main" id="{31A67893-603B-350D-3159-5447E6DABFC4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1" name="Pseudo atom | small solid diamond">
              <a:extLst>
                <a:ext uri="{FF2B5EF4-FFF2-40B4-BE49-F238E27FC236}">
                  <a16:creationId xmlns:a16="http://schemas.microsoft.com/office/drawing/2014/main" id="{13D427F8-351E-54EB-34A4-216EA0B8B747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2" name="Pseudo atom | small solid diamond">
              <a:extLst>
                <a:ext uri="{FF2B5EF4-FFF2-40B4-BE49-F238E27FC236}">
                  <a16:creationId xmlns:a16="http://schemas.microsoft.com/office/drawing/2014/main" id="{C2EE35F7-35A5-2044-B1C6-8481D2A5BB7C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3" name="Pseudo atom | small solid diamond">
              <a:extLst>
                <a:ext uri="{FF2B5EF4-FFF2-40B4-BE49-F238E27FC236}">
                  <a16:creationId xmlns:a16="http://schemas.microsoft.com/office/drawing/2014/main" id="{42574D19-CAE6-7297-BB38-A12C136A5088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4" name="Pseudo atom | small solid diamond">
              <a:extLst>
                <a:ext uri="{FF2B5EF4-FFF2-40B4-BE49-F238E27FC236}">
                  <a16:creationId xmlns:a16="http://schemas.microsoft.com/office/drawing/2014/main" id="{BF0A4DD9-CF3C-E4B4-D387-9F9EB8427226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85" name="b | PTV3 stage 4">
            <a:extLst>
              <a:ext uri="{FF2B5EF4-FFF2-40B4-BE49-F238E27FC236}">
                <a16:creationId xmlns:a16="http://schemas.microsoft.com/office/drawing/2014/main" id="{4E625ACB-7730-EABD-CA7E-31410DC3EA27}"/>
              </a:ext>
            </a:extLst>
          </p:cNvPr>
          <p:cNvGrpSpPr/>
          <p:nvPr/>
        </p:nvGrpSpPr>
        <p:grpSpPr>
          <a:xfrm>
            <a:off x="3831338" y="1191372"/>
            <a:ext cx="192613" cy="151863"/>
            <a:chOff x="3097755" y="1465110"/>
            <a:chExt cx="243090" cy="190530"/>
          </a:xfrm>
        </p:grpSpPr>
        <p:sp>
          <p:nvSpPr>
            <p:cNvPr id="1686" name="ellipse_1886">
              <a:extLst>
                <a:ext uri="{FF2B5EF4-FFF2-40B4-BE49-F238E27FC236}">
                  <a16:creationId xmlns:a16="http://schemas.microsoft.com/office/drawing/2014/main" id="{DEBDD630-39CB-4945-69A7-C45ECCCB414A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7" name="ellipse_1887">
              <a:extLst>
                <a:ext uri="{FF2B5EF4-FFF2-40B4-BE49-F238E27FC236}">
                  <a16:creationId xmlns:a16="http://schemas.microsoft.com/office/drawing/2014/main" id="{59BC77A0-9969-AC6F-6915-C0B51253D787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8" name="ellipse_1888">
              <a:extLst>
                <a:ext uri="{FF2B5EF4-FFF2-40B4-BE49-F238E27FC236}">
                  <a16:creationId xmlns:a16="http://schemas.microsoft.com/office/drawing/2014/main" id="{A8042CFE-DABB-883F-C190-FD15F1C91EFF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9" name="ellipse_1889">
              <a:extLst>
                <a:ext uri="{FF2B5EF4-FFF2-40B4-BE49-F238E27FC236}">
                  <a16:creationId xmlns:a16="http://schemas.microsoft.com/office/drawing/2014/main" id="{017434A9-431C-0625-D9E0-828875C1F2EF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0" name="ellipse_1890">
              <a:extLst>
                <a:ext uri="{FF2B5EF4-FFF2-40B4-BE49-F238E27FC236}">
                  <a16:creationId xmlns:a16="http://schemas.microsoft.com/office/drawing/2014/main" id="{1F5E9B61-38E1-5584-6A50-23987A9B7F59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1" name="ellipse_1891">
              <a:extLst>
                <a:ext uri="{FF2B5EF4-FFF2-40B4-BE49-F238E27FC236}">
                  <a16:creationId xmlns:a16="http://schemas.microsoft.com/office/drawing/2014/main" id="{38C39B4A-C03C-0EF8-548B-0DE9A9149171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2" name="ellipse_1892">
              <a:extLst>
                <a:ext uri="{FF2B5EF4-FFF2-40B4-BE49-F238E27FC236}">
                  <a16:creationId xmlns:a16="http://schemas.microsoft.com/office/drawing/2014/main" id="{D43FF6D2-A629-F11C-E0AD-13723D83D57E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3" name="ellipse_1893">
              <a:extLst>
                <a:ext uri="{FF2B5EF4-FFF2-40B4-BE49-F238E27FC236}">
                  <a16:creationId xmlns:a16="http://schemas.microsoft.com/office/drawing/2014/main" id="{831CC9BA-B03C-7279-23E0-EA17BC41F284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4" name="Pseudo atom | small solid diamond">
              <a:extLst>
                <a:ext uri="{FF2B5EF4-FFF2-40B4-BE49-F238E27FC236}">
                  <a16:creationId xmlns:a16="http://schemas.microsoft.com/office/drawing/2014/main" id="{23898752-E7C0-52EA-C7E0-063556BD910C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5" name="Pseudo atom | small solid diamond">
              <a:extLst>
                <a:ext uri="{FF2B5EF4-FFF2-40B4-BE49-F238E27FC236}">
                  <a16:creationId xmlns:a16="http://schemas.microsoft.com/office/drawing/2014/main" id="{6D5015BF-5484-B8E6-B0E2-02407DF2F178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6" name="Pseudo atom | small solid diamond">
              <a:extLst>
                <a:ext uri="{FF2B5EF4-FFF2-40B4-BE49-F238E27FC236}">
                  <a16:creationId xmlns:a16="http://schemas.microsoft.com/office/drawing/2014/main" id="{2726F865-88D0-A4CF-0993-9AA0E0C36A47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7" name="Pseudo atom | small solid diamond">
              <a:extLst>
                <a:ext uri="{FF2B5EF4-FFF2-40B4-BE49-F238E27FC236}">
                  <a16:creationId xmlns:a16="http://schemas.microsoft.com/office/drawing/2014/main" id="{DECB651C-331E-DA33-2FA6-8298C9E48C8D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8" name="Pseudo atom | small solid diamond">
              <a:extLst>
                <a:ext uri="{FF2B5EF4-FFF2-40B4-BE49-F238E27FC236}">
                  <a16:creationId xmlns:a16="http://schemas.microsoft.com/office/drawing/2014/main" id="{84133FDC-C3B3-8510-5D8C-B98696EC3BCE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99" name="b | PTV3 stage 5">
            <a:extLst>
              <a:ext uri="{FF2B5EF4-FFF2-40B4-BE49-F238E27FC236}">
                <a16:creationId xmlns:a16="http://schemas.microsoft.com/office/drawing/2014/main" id="{BA8DF252-2B5F-29DA-4136-E9858897891C}"/>
              </a:ext>
            </a:extLst>
          </p:cNvPr>
          <p:cNvGrpSpPr/>
          <p:nvPr/>
        </p:nvGrpSpPr>
        <p:grpSpPr>
          <a:xfrm>
            <a:off x="4135073" y="1191372"/>
            <a:ext cx="192613" cy="151863"/>
            <a:chOff x="3473888" y="1438830"/>
            <a:chExt cx="279225" cy="243090"/>
          </a:xfrm>
        </p:grpSpPr>
        <p:sp>
          <p:nvSpPr>
            <p:cNvPr id="1700" name="ellipse_1900">
              <a:extLst>
                <a:ext uri="{FF2B5EF4-FFF2-40B4-BE49-F238E27FC236}">
                  <a16:creationId xmlns:a16="http://schemas.microsoft.com/office/drawing/2014/main" id="{1A40232D-4A98-E958-9D43-C2005E585A2F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1" name="ellipse_1901">
              <a:extLst>
                <a:ext uri="{FF2B5EF4-FFF2-40B4-BE49-F238E27FC236}">
                  <a16:creationId xmlns:a16="http://schemas.microsoft.com/office/drawing/2014/main" id="{5F7139B2-9C53-F883-B610-E2D0FCA1C3EF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2" name="ellipse_1902">
              <a:extLst>
                <a:ext uri="{FF2B5EF4-FFF2-40B4-BE49-F238E27FC236}">
                  <a16:creationId xmlns:a16="http://schemas.microsoft.com/office/drawing/2014/main" id="{DF5325C2-D24A-E8C1-AFC4-A1D6FCE146CF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3" name="ellipse_1903">
              <a:extLst>
                <a:ext uri="{FF2B5EF4-FFF2-40B4-BE49-F238E27FC236}">
                  <a16:creationId xmlns:a16="http://schemas.microsoft.com/office/drawing/2014/main" id="{CCB15768-37EE-E144-F5BD-50E1F0D6A00B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4" name="ellipse_1904">
              <a:extLst>
                <a:ext uri="{FF2B5EF4-FFF2-40B4-BE49-F238E27FC236}">
                  <a16:creationId xmlns:a16="http://schemas.microsoft.com/office/drawing/2014/main" id="{3C6FC5A4-3EEC-DFF4-C7AC-4BEF9B715E73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5" name="ellipse_1905">
              <a:extLst>
                <a:ext uri="{FF2B5EF4-FFF2-40B4-BE49-F238E27FC236}">
                  <a16:creationId xmlns:a16="http://schemas.microsoft.com/office/drawing/2014/main" id="{A7DBCE17-E9CD-22D1-5C2E-ABD09A4F3ADB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6" name="ellipse_1906">
              <a:extLst>
                <a:ext uri="{FF2B5EF4-FFF2-40B4-BE49-F238E27FC236}">
                  <a16:creationId xmlns:a16="http://schemas.microsoft.com/office/drawing/2014/main" id="{09B08BB9-FF7D-78AF-132C-E1E6E3B32ACC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7" name="ellipse_1907">
              <a:extLst>
                <a:ext uri="{FF2B5EF4-FFF2-40B4-BE49-F238E27FC236}">
                  <a16:creationId xmlns:a16="http://schemas.microsoft.com/office/drawing/2014/main" id="{9065E74D-C006-BE02-81E5-504C0667EEC4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8" name="ellipse_1908">
              <a:extLst>
                <a:ext uri="{FF2B5EF4-FFF2-40B4-BE49-F238E27FC236}">
                  <a16:creationId xmlns:a16="http://schemas.microsoft.com/office/drawing/2014/main" id="{3E7CCF9B-D08E-7B45-FD81-449880C15D5E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9" name="ellipse_1909">
              <a:extLst>
                <a:ext uri="{FF2B5EF4-FFF2-40B4-BE49-F238E27FC236}">
                  <a16:creationId xmlns:a16="http://schemas.microsoft.com/office/drawing/2014/main" id="{7381DA4A-DE28-CFB2-088D-D48CA57D0EB3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0" name="Pseudo atom | small solid diamond">
              <a:extLst>
                <a:ext uri="{FF2B5EF4-FFF2-40B4-BE49-F238E27FC236}">
                  <a16:creationId xmlns:a16="http://schemas.microsoft.com/office/drawing/2014/main" id="{949C5E2A-BF77-9AA9-712C-E406280813B7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1" name="Pseudo atom | small solid diamond">
              <a:extLst>
                <a:ext uri="{FF2B5EF4-FFF2-40B4-BE49-F238E27FC236}">
                  <a16:creationId xmlns:a16="http://schemas.microsoft.com/office/drawing/2014/main" id="{F5BCF5DC-78BC-4F02-7E0F-69A7F9F4C77A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2" name="Pseudo atom | small solid diamond">
              <a:extLst>
                <a:ext uri="{FF2B5EF4-FFF2-40B4-BE49-F238E27FC236}">
                  <a16:creationId xmlns:a16="http://schemas.microsoft.com/office/drawing/2014/main" id="{0F1395F3-C26D-9DE3-ECE5-1CAE76A69008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3" name="Pseudo atom | small solid diamond">
              <a:extLst>
                <a:ext uri="{FF2B5EF4-FFF2-40B4-BE49-F238E27FC236}">
                  <a16:creationId xmlns:a16="http://schemas.microsoft.com/office/drawing/2014/main" id="{84838EC1-3B57-65F1-56C4-2649AFCB1DB2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4" name="Pseudo atom | small solid diamond">
              <a:extLst>
                <a:ext uri="{FF2B5EF4-FFF2-40B4-BE49-F238E27FC236}">
                  <a16:creationId xmlns:a16="http://schemas.microsoft.com/office/drawing/2014/main" id="{F1909A85-7A2F-877A-0CFB-9DBF849A270C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5" name="b | Receptor embedding feature bar">
            <a:extLst>
              <a:ext uri="{FF2B5EF4-FFF2-40B4-BE49-F238E27FC236}">
                <a16:creationId xmlns:a16="http://schemas.microsoft.com/office/drawing/2014/main" id="{68E2A5AD-1ABF-61B1-2543-17C21A3A42F6}"/>
              </a:ext>
            </a:extLst>
          </p:cNvPr>
          <p:cNvGrpSpPr/>
          <p:nvPr/>
        </p:nvGrpSpPr>
        <p:grpSpPr>
          <a:xfrm>
            <a:off x="2242286" y="1142965"/>
            <a:ext cx="242618" cy="14816"/>
            <a:chOff x="1258155" y="1540665"/>
            <a:chExt cx="325215" cy="42705"/>
          </a:xfrm>
        </p:grpSpPr>
        <p:sp>
          <p:nvSpPr>
            <p:cNvPr id="1716" name="feature_1">
              <a:extLst>
                <a:ext uri="{FF2B5EF4-FFF2-40B4-BE49-F238E27FC236}">
                  <a16:creationId xmlns:a16="http://schemas.microsoft.com/office/drawing/2014/main" id="{E21EE4CE-67B1-F3FB-B39E-9572172B5C7E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7" name="feature_2">
              <a:extLst>
                <a:ext uri="{FF2B5EF4-FFF2-40B4-BE49-F238E27FC236}">
                  <a16:creationId xmlns:a16="http://schemas.microsoft.com/office/drawing/2014/main" id="{9A1987D2-173C-478F-29E3-CF6C33E174A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8" name="feature_3">
              <a:extLst>
                <a:ext uri="{FF2B5EF4-FFF2-40B4-BE49-F238E27FC236}">
                  <a16:creationId xmlns:a16="http://schemas.microsoft.com/office/drawing/2014/main" id="{B944528F-2EBB-88B7-073D-355EBDFB26A3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9" name="feature_4">
              <a:extLst>
                <a:ext uri="{FF2B5EF4-FFF2-40B4-BE49-F238E27FC236}">
                  <a16:creationId xmlns:a16="http://schemas.microsoft.com/office/drawing/2014/main" id="{8123CED1-0BEF-B7E1-95B4-73B9FEE4DED2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0" name="feature_5">
              <a:extLst>
                <a:ext uri="{FF2B5EF4-FFF2-40B4-BE49-F238E27FC236}">
                  <a16:creationId xmlns:a16="http://schemas.microsoft.com/office/drawing/2014/main" id="{508ACE6D-A37F-1FE8-271D-07551B6A4546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1" name="feature_6">
              <a:extLst>
                <a:ext uri="{FF2B5EF4-FFF2-40B4-BE49-F238E27FC236}">
                  <a16:creationId xmlns:a16="http://schemas.microsoft.com/office/drawing/2014/main" id="{8843B37E-41FD-118A-8AFF-22DBF538E05A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2" name="feature_7">
              <a:extLst>
                <a:ext uri="{FF2B5EF4-FFF2-40B4-BE49-F238E27FC236}">
                  <a16:creationId xmlns:a16="http://schemas.microsoft.com/office/drawing/2014/main" id="{3F88DFC0-852F-5D39-FE80-AC50287351FE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23" name="b | Pseudo atoms">
            <a:extLst>
              <a:ext uri="{FF2B5EF4-FFF2-40B4-BE49-F238E27FC236}">
                <a16:creationId xmlns:a16="http://schemas.microsoft.com/office/drawing/2014/main" id="{8E31C4B9-39A0-9B42-2819-D701DEA7C7D8}"/>
              </a:ext>
            </a:extLst>
          </p:cNvPr>
          <p:cNvGrpSpPr/>
          <p:nvPr/>
        </p:nvGrpSpPr>
        <p:grpSpPr>
          <a:xfrm>
            <a:off x="2201500" y="1360000"/>
            <a:ext cx="319000" cy="159000"/>
            <a:chOff x="1224494" y="1827718"/>
            <a:chExt cx="319272" cy="160003"/>
          </a:xfrm>
        </p:grpSpPr>
        <p:sp>
          <p:nvSpPr>
            <p:cNvPr id="172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39583" y="186561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5" name="Pseudo atom | small solid diamond">
              <a:extLst>
                <a:ext uri="{FF2B5EF4-FFF2-40B4-BE49-F238E27FC236}">
                  <a16:creationId xmlns:a16="http://schemas.microsoft.com/office/drawing/2014/main" id="{C1220AC0-17E2-5159-60B2-D54B1AE046D4}"/>
                </a:ext>
              </a:extLst>
            </p:cNvPr>
            <p:cNvSpPr/>
            <p:nvPr/>
          </p:nvSpPr>
          <p:spPr>
            <a:xfrm>
              <a:off x="1336337" y="197400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6" name="Pseudo atom | small solid diamond">
              <a:extLst>
                <a:ext uri="{FF2B5EF4-FFF2-40B4-BE49-F238E27FC236}">
                  <a16:creationId xmlns:a16="http://schemas.microsoft.com/office/drawing/2014/main" id="{2C743AB9-F896-CB6D-8766-3727DEE86F28}"/>
                </a:ext>
              </a:extLst>
            </p:cNvPr>
            <p:cNvSpPr/>
            <p:nvPr/>
          </p:nvSpPr>
          <p:spPr>
            <a:xfrm>
              <a:off x="1253164" y="195694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7" name="Pseudo atom | small solid diamond">
              <a:extLst>
                <a:ext uri="{FF2B5EF4-FFF2-40B4-BE49-F238E27FC236}">
                  <a16:creationId xmlns:a16="http://schemas.microsoft.com/office/drawing/2014/main" id="{A5BDC21A-C5AF-A4B6-36CC-EB1D9735D9FB}"/>
                </a:ext>
              </a:extLst>
            </p:cNvPr>
            <p:cNvSpPr/>
            <p:nvPr/>
          </p:nvSpPr>
          <p:spPr>
            <a:xfrm>
              <a:off x="1253413" y="187778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8" name="Pseudo atom | small solid diamond">
              <a:extLst>
                <a:ext uri="{FF2B5EF4-FFF2-40B4-BE49-F238E27FC236}">
                  <a16:creationId xmlns:a16="http://schemas.microsoft.com/office/drawing/2014/main" id="{1B2AC413-C826-7D28-5334-945B10F56119}"/>
                </a:ext>
              </a:extLst>
            </p:cNvPr>
            <p:cNvSpPr/>
            <p:nvPr/>
          </p:nvSpPr>
          <p:spPr>
            <a:xfrm>
              <a:off x="1429247" y="192024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9" name="Pseudo atom | small solid diamond">
              <a:extLst>
                <a:ext uri="{FF2B5EF4-FFF2-40B4-BE49-F238E27FC236}">
                  <a16:creationId xmlns:a16="http://schemas.microsoft.com/office/drawing/2014/main" id="{27CD90E8-D173-ABAF-6379-B68FD95B0FB1}"/>
                </a:ext>
              </a:extLst>
            </p:cNvPr>
            <p:cNvSpPr/>
            <p:nvPr/>
          </p:nvSpPr>
          <p:spPr>
            <a:xfrm>
              <a:off x="1523954" y="188898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0" name="Pseudo atom | small solid diamond">
              <a:extLst>
                <a:ext uri="{FF2B5EF4-FFF2-40B4-BE49-F238E27FC236}">
                  <a16:creationId xmlns:a16="http://schemas.microsoft.com/office/drawing/2014/main" id="{26CB92B8-18BD-E545-9A89-4E3A3DDF83C5}"/>
                </a:ext>
              </a:extLst>
            </p:cNvPr>
            <p:cNvSpPr/>
            <p:nvPr/>
          </p:nvSpPr>
          <p:spPr>
            <a:xfrm>
              <a:off x="1518729" y="196753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1" name="Pseudo atom | small solid diamond">
              <a:extLst>
                <a:ext uri="{FF2B5EF4-FFF2-40B4-BE49-F238E27FC236}">
                  <a16:creationId xmlns:a16="http://schemas.microsoft.com/office/drawing/2014/main" id="{CCF54E8C-14F5-AC0A-2FE9-C7C223900C0E}"/>
                </a:ext>
              </a:extLst>
            </p:cNvPr>
            <p:cNvSpPr/>
            <p:nvPr/>
          </p:nvSpPr>
          <p:spPr>
            <a:xfrm>
              <a:off x="1442178" y="182923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2" name="Pseudo atom | small solid diamond">
              <a:extLst>
                <a:ext uri="{FF2B5EF4-FFF2-40B4-BE49-F238E27FC236}">
                  <a16:creationId xmlns:a16="http://schemas.microsoft.com/office/drawing/2014/main" id="{3530A738-4110-5D53-C3B5-56FAA29BA782}"/>
                </a:ext>
              </a:extLst>
            </p:cNvPr>
            <p:cNvSpPr/>
            <p:nvPr/>
          </p:nvSpPr>
          <p:spPr>
            <a:xfrm>
              <a:off x="1470133" y="196357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3" name="Pseudo atom | small solid diamond">
              <a:extLst>
                <a:ext uri="{FF2B5EF4-FFF2-40B4-BE49-F238E27FC236}">
                  <a16:creationId xmlns:a16="http://schemas.microsoft.com/office/drawing/2014/main" id="{643A8A27-5082-11E9-6DF8-62029EDB2BA1}"/>
                </a:ext>
              </a:extLst>
            </p:cNvPr>
            <p:cNvSpPr/>
            <p:nvPr/>
          </p:nvSpPr>
          <p:spPr>
            <a:xfrm>
              <a:off x="1376682" y="185632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4" name="Pseudo atom | small solid diamond">
              <a:extLst>
                <a:ext uri="{FF2B5EF4-FFF2-40B4-BE49-F238E27FC236}">
                  <a16:creationId xmlns:a16="http://schemas.microsoft.com/office/drawing/2014/main" id="{0C222145-C329-4976-D578-8D036F4E281B}"/>
                </a:ext>
              </a:extLst>
            </p:cNvPr>
            <p:cNvSpPr/>
            <p:nvPr/>
          </p:nvSpPr>
          <p:spPr>
            <a:xfrm>
              <a:off x="1259476" y="195513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5" name="Pseudo atom | small solid diamond">
              <a:extLst>
                <a:ext uri="{FF2B5EF4-FFF2-40B4-BE49-F238E27FC236}">
                  <a16:creationId xmlns:a16="http://schemas.microsoft.com/office/drawing/2014/main" id="{C4CB2F02-EA91-573C-6EC4-7BB529661680}"/>
                </a:ext>
              </a:extLst>
            </p:cNvPr>
            <p:cNvSpPr/>
            <p:nvPr/>
          </p:nvSpPr>
          <p:spPr>
            <a:xfrm>
              <a:off x="1227515" y="190952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6" name="Pseudo atom | small solid diamond">
              <a:extLst>
                <a:ext uri="{FF2B5EF4-FFF2-40B4-BE49-F238E27FC236}">
                  <a16:creationId xmlns:a16="http://schemas.microsoft.com/office/drawing/2014/main" id="{01120F4A-BE0C-A199-4AB5-7C4F4DF3799E}"/>
                </a:ext>
              </a:extLst>
            </p:cNvPr>
            <p:cNvSpPr/>
            <p:nvPr/>
          </p:nvSpPr>
          <p:spPr>
            <a:xfrm>
              <a:off x="1267208" y="187219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7" name="Pseudo atom | small solid diamond">
              <a:extLst>
                <a:ext uri="{FF2B5EF4-FFF2-40B4-BE49-F238E27FC236}">
                  <a16:creationId xmlns:a16="http://schemas.microsoft.com/office/drawing/2014/main" id="{57DEA26B-0208-C45D-8976-D93D9EC94D8A}"/>
                </a:ext>
              </a:extLst>
            </p:cNvPr>
            <p:cNvSpPr/>
            <p:nvPr/>
          </p:nvSpPr>
          <p:spPr>
            <a:xfrm>
              <a:off x="1531545" y="186843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8" name="Pseudo atom | small solid diamond">
              <a:extLst>
                <a:ext uri="{FF2B5EF4-FFF2-40B4-BE49-F238E27FC236}">
                  <a16:creationId xmlns:a16="http://schemas.microsoft.com/office/drawing/2014/main" id="{ADB7DD25-6F5B-8AB1-FD7F-A8B08D2CE29A}"/>
                </a:ext>
              </a:extLst>
            </p:cNvPr>
            <p:cNvSpPr/>
            <p:nvPr/>
          </p:nvSpPr>
          <p:spPr>
            <a:xfrm>
              <a:off x="1431224" y="194324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9" name="Pseudo atom | small solid diamond">
              <a:extLst>
                <a:ext uri="{FF2B5EF4-FFF2-40B4-BE49-F238E27FC236}">
                  <a16:creationId xmlns:a16="http://schemas.microsoft.com/office/drawing/2014/main" id="{B5BB41B1-6993-E219-D051-01575299AC45}"/>
                </a:ext>
              </a:extLst>
            </p:cNvPr>
            <p:cNvSpPr/>
            <p:nvPr/>
          </p:nvSpPr>
          <p:spPr>
            <a:xfrm>
              <a:off x="1296181" y="184861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0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33046" y="19013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1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71359" y="1941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2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19250" y="18885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3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51177" y="18469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92682" y="1909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5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94734" y="19429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6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42625" y="18437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7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09672" y="1974921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48" name="b | Candidate blob matched to Match"/>
          <p:cNvGrpSpPr/>
          <p:nvPr/>
        </p:nvGrpSpPr>
        <p:grpSpPr>
          <a:xfrm>
            <a:off x="4490500" y="914000"/>
            <a:ext cx="155316" cy="100125"/>
            <a:chOff x="2714019" y="2595654"/>
            <a:chExt cx="155316" cy="100125"/>
          </a:xfrm>
        </p:grpSpPr>
        <p:sp>
          <p:nvSpPr>
            <p:cNvPr id="1749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714019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0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51" name="b | Pseudo atoms cue matched to Match">
            <a:extLst>
              <a:ext uri="{FF2B5EF4-FFF2-40B4-BE49-F238E27FC236}">
                <a16:creationId xmlns:a16="http://schemas.microsoft.com/office/drawing/2014/main" id="{5A1DFE96-A8C7-AD86-6D6A-1913B3422C89}"/>
              </a:ext>
            </a:extLst>
          </p:cNvPr>
          <p:cNvGrpSpPr/>
          <p:nvPr/>
        </p:nvGrpSpPr>
        <p:grpSpPr>
          <a:xfrm>
            <a:off x="4784500" y="914000"/>
            <a:ext cx="132836" cy="100125"/>
            <a:chOff x="2356083" y="3581646"/>
            <a:chExt cx="132815" cy="121377"/>
          </a:xfrm>
        </p:grpSpPr>
        <p:sp>
          <p:nvSpPr>
            <p:cNvPr id="1752" name="Pseudo atom | small solid diamond">
              <a:extLst>
                <a:ext uri="{FF2B5EF4-FFF2-40B4-BE49-F238E27FC236}">
                  <a16:creationId xmlns:a16="http://schemas.microsoft.com/office/drawing/2014/main" id="{7D201F4A-9E65-793A-D032-8276D5F80DBB}"/>
                </a:ext>
              </a:extLst>
            </p:cNvPr>
            <p:cNvSpPr/>
            <p:nvPr/>
          </p:nvSpPr>
          <p:spPr>
            <a:xfrm>
              <a:off x="2470337" y="365792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3" name="Pseudo atom | small solid diamond">
              <a:extLst>
                <a:ext uri="{FF2B5EF4-FFF2-40B4-BE49-F238E27FC236}">
                  <a16:creationId xmlns:a16="http://schemas.microsoft.com/office/drawing/2014/main" id="{CC7F86F5-EE3C-A3E5-856F-3CAC3E0A67D3}"/>
                </a:ext>
              </a:extLst>
            </p:cNvPr>
            <p:cNvSpPr/>
            <p:nvPr/>
          </p:nvSpPr>
          <p:spPr>
            <a:xfrm>
              <a:off x="2367832" y="358164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4" name="Pseudo atom | small solid diamond">
              <a:extLst>
                <a:ext uri="{FF2B5EF4-FFF2-40B4-BE49-F238E27FC236}">
                  <a16:creationId xmlns:a16="http://schemas.microsoft.com/office/drawing/2014/main" id="{38EF4C65-C290-52C0-447A-923E11938EB3}"/>
                </a:ext>
              </a:extLst>
            </p:cNvPr>
            <p:cNvSpPr/>
            <p:nvPr/>
          </p:nvSpPr>
          <p:spPr>
            <a:xfrm>
              <a:off x="2462977" y="3688569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5" name="Pseudo atom | small solid diamond">
              <a:extLst>
                <a:ext uri="{FF2B5EF4-FFF2-40B4-BE49-F238E27FC236}">
                  <a16:creationId xmlns:a16="http://schemas.microsoft.com/office/drawing/2014/main" id="{225D7F66-5C9F-7DBA-C241-59A79A43F2C9}"/>
                </a:ext>
              </a:extLst>
            </p:cNvPr>
            <p:cNvSpPr/>
            <p:nvPr/>
          </p:nvSpPr>
          <p:spPr>
            <a:xfrm>
              <a:off x="2381094" y="3596723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6" name="Pseudo atom | small solid diamond">
              <a:extLst>
                <a:ext uri="{FF2B5EF4-FFF2-40B4-BE49-F238E27FC236}">
                  <a16:creationId xmlns:a16="http://schemas.microsoft.com/office/drawing/2014/main" id="{7AB75D92-E75C-CD76-34AB-CF527A0CAEEF}"/>
                </a:ext>
              </a:extLst>
            </p:cNvPr>
            <p:cNvSpPr/>
            <p:nvPr/>
          </p:nvSpPr>
          <p:spPr>
            <a:xfrm>
              <a:off x="2474444" y="3633245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7" name="Pseudo atom | small solid diamond">
              <a:extLst>
                <a:ext uri="{FF2B5EF4-FFF2-40B4-BE49-F238E27FC236}">
                  <a16:creationId xmlns:a16="http://schemas.microsoft.com/office/drawing/2014/main" id="{30F8F9F2-23EA-EAE3-240E-840DEE71BD54}"/>
                </a:ext>
              </a:extLst>
            </p:cNvPr>
            <p:cNvSpPr/>
            <p:nvPr/>
          </p:nvSpPr>
          <p:spPr>
            <a:xfrm>
              <a:off x="2419798" y="361567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8" name="Pseudo atom | small solid diamond">
              <a:extLst>
                <a:ext uri="{FF2B5EF4-FFF2-40B4-BE49-F238E27FC236}">
                  <a16:creationId xmlns:a16="http://schemas.microsoft.com/office/drawing/2014/main" id="{C001A4AB-55AC-7E19-8417-1673B1CCD688}"/>
                </a:ext>
              </a:extLst>
            </p:cNvPr>
            <p:cNvSpPr/>
            <p:nvPr/>
          </p:nvSpPr>
          <p:spPr>
            <a:xfrm>
              <a:off x="2356083" y="363092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9" name="Pseudo atom | small solid diamond">
              <a:extLst>
                <a:ext uri="{FF2B5EF4-FFF2-40B4-BE49-F238E27FC236}">
                  <a16:creationId xmlns:a16="http://schemas.microsoft.com/office/drawing/2014/main" id="{FE196410-CC33-81BF-EB84-F075E0A6EF25}"/>
                </a:ext>
              </a:extLst>
            </p:cNvPr>
            <p:cNvSpPr/>
            <p:nvPr/>
          </p:nvSpPr>
          <p:spPr>
            <a:xfrm>
              <a:off x="2399168" y="362144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0" name="Pseudo atom | small solid diamond">
              <a:extLst>
                <a:ext uri="{FF2B5EF4-FFF2-40B4-BE49-F238E27FC236}">
                  <a16:creationId xmlns:a16="http://schemas.microsoft.com/office/drawing/2014/main" id="{EFE8C116-2B94-FCCB-F944-D9BFD58C3872}"/>
                </a:ext>
              </a:extLst>
            </p:cNvPr>
            <p:cNvSpPr/>
            <p:nvPr/>
          </p:nvSpPr>
          <p:spPr>
            <a:xfrm>
              <a:off x="2442478" y="366401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1" name="Pseudo atom | small solid diamond">
              <a:extLst>
                <a:ext uri="{FF2B5EF4-FFF2-40B4-BE49-F238E27FC236}">
                  <a16:creationId xmlns:a16="http://schemas.microsoft.com/office/drawing/2014/main" id="{63DA1393-B1D1-AEA4-3854-012BC1C76FCA}"/>
                </a:ext>
              </a:extLst>
            </p:cNvPr>
            <p:cNvSpPr/>
            <p:nvPr/>
          </p:nvSpPr>
          <p:spPr>
            <a:xfrm>
              <a:off x="2457792" y="3672561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62" name="b | Atom binding probability atoms">
            <a:extLst>
              <a:ext uri="{FF2B5EF4-FFF2-40B4-BE49-F238E27FC236}">
                <a16:creationId xmlns:a16="http://schemas.microsoft.com/office/drawing/2014/main" id="{F18600FF-1A0A-5554-35F3-ED260089FE16}"/>
              </a:ext>
            </a:extLst>
          </p:cNvPr>
          <p:cNvGrpSpPr/>
          <p:nvPr/>
        </p:nvGrpSpPr>
        <p:grpSpPr>
          <a:xfrm>
            <a:off x="4481404" y="1313603"/>
            <a:ext cx="348184" cy="198162"/>
            <a:chOff x="4048258" y="1358908"/>
            <a:chExt cx="619157" cy="354006"/>
          </a:xfrm>
        </p:grpSpPr>
        <p:sp>
          <p:nvSpPr>
            <p:cNvPr id="1763" name="ellipse_2090">
              <a:extLst>
                <a:ext uri="{FF2B5EF4-FFF2-40B4-BE49-F238E27FC236}">
                  <a16:creationId xmlns:a16="http://schemas.microsoft.com/office/drawing/2014/main" id="{CBD588EE-A3BA-33C4-BF03-97EB078D3411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4" name="ellipse_2091">
              <a:extLst>
                <a:ext uri="{FF2B5EF4-FFF2-40B4-BE49-F238E27FC236}">
                  <a16:creationId xmlns:a16="http://schemas.microsoft.com/office/drawing/2014/main" id="{3EAD1776-C5B5-6F58-AAEE-6CDD999DE893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5" name="ellipse_2092">
              <a:extLst>
                <a:ext uri="{FF2B5EF4-FFF2-40B4-BE49-F238E27FC236}">
                  <a16:creationId xmlns:a16="http://schemas.microsoft.com/office/drawing/2014/main" id="{FA427F62-F7CB-B5E5-DF9B-5E62DBB78158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6" name="ellipse_2093">
              <a:extLst>
                <a:ext uri="{FF2B5EF4-FFF2-40B4-BE49-F238E27FC236}">
                  <a16:creationId xmlns:a16="http://schemas.microsoft.com/office/drawing/2014/main" id="{0490AC07-8BBA-79C8-BFED-A7F3104A9642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7" name="ellipse_2094">
              <a:extLst>
                <a:ext uri="{FF2B5EF4-FFF2-40B4-BE49-F238E27FC236}">
                  <a16:creationId xmlns:a16="http://schemas.microsoft.com/office/drawing/2014/main" id="{952745FD-DE09-503D-CB1F-676407CFC9AA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8" name="ellipse_2095">
              <a:extLst>
                <a:ext uri="{FF2B5EF4-FFF2-40B4-BE49-F238E27FC236}">
                  <a16:creationId xmlns:a16="http://schemas.microsoft.com/office/drawing/2014/main" id="{AF93DE0E-5D93-89DD-D930-545F1B10456E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9" name="ellipse_2096">
              <a:extLst>
                <a:ext uri="{FF2B5EF4-FFF2-40B4-BE49-F238E27FC236}">
                  <a16:creationId xmlns:a16="http://schemas.microsoft.com/office/drawing/2014/main" id="{3AAB646C-5BF7-3BD9-5E0A-47BC3CB52E3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0" name="ellipse_2097">
              <a:extLst>
                <a:ext uri="{FF2B5EF4-FFF2-40B4-BE49-F238E27FC236}">
                  <a16:creationId xmlns:a16="http://schemas.microsoft.com/office/drawing/2014/main" id="{98189645-3058-8E87-8CDD-5FDE6B2C8E79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1" name="ellipse_2098">
              <a:extLst>
                <a:ext uri="{FF2B5EF4-FFF2-40B4-BE49-F238E27FC236}">
                  <a16:creationId xmlns:a16="http://schemas.microsoft.com/office/drawing/2014/main" id="{8FFE06FD-E2CB-DEB1-5E37-8CDE6FD16ED5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2" name="ellipse_2099">
              <a:extLst>
                <a:ext uri="{FF2B5EF4-FFF2-40B4-BE49-F238E27FC236}">
                  <a16:creationId xmlns:a16="http://schemas.microsoft.com/office/drawing/2014/main" id="{DCE66A16-64BD-202E-FFE1-79E644DA739C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3" name="ellipse_2100">
              <a:extLst>
                <a:ext uri="{FF2B5EF4-FFF2-40B4-BE49-F238E27FC236}">
                  <a16:creationId xmlns:a16="http://schemas.microsoft.com/office/drawing/2014/main" id="{77C50F41-8B5A-D1A0-D0AD-0B5B86C5A7CF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4" name="ellipse_2101">
              <a:extLst>
                <a:ext uri="{FF2B5EF4-FFF2-40B4-BE49-F238E27FC236}">
                  <a16:creationId xmlns:a16="http://schemas.microsoft.com/office/drawing/2014/main" id="{249064B6-F818-2BB7-FFD6-4F406F42ECF2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5" name="ellipse_2102">
              <a:extLst>
                <a:ext uri="{FF2B5EF4-FFF2-40B4-BE49-F238E27FC236}">
                  <a16:creationId xmlns:a16="http://schemas.microsoft.com/office/drawing/2014/main" id="{CC57D1C1-DD7E-9301-B44D-B5827B4CE964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6" name="ellipse_2103">
              <a:extLst>
                <a:ext uri="{FF2B5EF4-FFF2-40B4-BE49-F238E27FC236}">
                  <a16:creationId xmlns:a16="http://schemas.microsoft.com/office/drawing/2014/main" id="{060B784B-8CD9-E54A-AD19-D8AEE51304AE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7" name="ellipse_2104">
              <a:extLst>
                <a:ext uri="{FF2B5EF4-FFF2-40B4-BE49-F238E27FC236}">
                  <a16:creationId xmlns:a16="http://schemas.microsoft.com/office/drawing/2014/main" id="{FA08D5C9-801C-5C99-54B6-5DD18B8C5CC7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8" name="ellipse_2105">
              <a:extLst>
                <a:ext uri="{FF2B5EF4-FFF2-40B4-BE49-F238E27FC236}">
                  <a16:creationId xmlns:a16="http://schemas.microsoft.com/office/drawing/2014/main" id="{77128847-B0BA-166F-201B-B23E7AD3ABA8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9" name="ellipse_2106">
              <a:extLst>
                <a:ext uri="{FF2B5EF4-FFF2-40B4-BE49-F238E27FC236}">
                  <a16:creationId xmlns:a16="http://schemas.microsoft.com/office/drawing/2014/main" id="{4552C83A-FEF6-C8E3-A4CF-E5D048E5179D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0" name="ellipse_2107">
              <a:extLst>
                <a:ext uri="{FF2B5EF4-FFF2-40B4-BE49-F238E27FC236}">
                  <a16:creationId xmlns:a16="http://schemas.microsoft.com/office/drawing/2014/main" id="{1A000040-E7B4-B500-E195-D6D2D2330789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1" name="ellipse_2108">
              <a:extLst>
                <a:ext uri="{FF2B5EF4-FFF2-40B4-BE49-F238E27FC236}">
                  <a16:creationId xmlns:a16="http://schemas.microsoft.com/office/drawing/2014/main" id="{8EDEF44D-E385-C3F0-C228-C602331FBC04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2" name="ellipse_2109">
              <a:extLst>
                <a:ext uri="{FF2B5EF4-FFF2-40B4-BE49-F238E27FC236}">
                  <a16:creationId xmlns:a16="http://schemas.microsoft.com/office/drawing/2014/main" id="{0AF0AFB4-13F5-7151-1CE6-8281A5EEFC1E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3" name="ellipse_2110">
              <a:extLst>
                <a:ext uri="{FF2B5EF4-FFF2-40B4-BE49-F238E27FC236}">
                  <a16:creationId xmlns:a16="http://schemas.microsoft.com/office/drawing/2014/main" id="{23FF43CF-B48E-630C-0B72-9552B5CD41CE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4" name="ellipse_2111">
              <a:extLst>
                <a:ext uri="{FF2B5EF4-FFF2-40B4-BE49-F238E27FC236}">
                  <a16:creationId xmlns:a16="http://schemas.microsoft.com/office/drawing/2014/main" id="{7E7B98C1-A16B-B334-468D-8DBEFEFD9C6D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5" name="ellipse_2112">
              <a:extLst>
                <a:ext uri="{FF2B5EF4-FFF2-40B4-BE49-F238E27FC236}">
                  <a16:creationId xmlns:a16="http://schemas.microsoft.com/office/drawing/2014/main" id="{3BA026B6-BA8A-2E20-02E2-1C7280247750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6" name="ellipse_2113">
              <a:extLst>
                <a:ext uri="{FF2B5EF4-FFF2-40B4-BE49-F238E27FC236}">
                  <a16:creationId xmlns:a16="http://schemas.microsoft.com/office/drawing/2014/main" id="{8A548621-1226-DEE1-4C52-394E0A6255D4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7" name="ellipse_2114">
              <a:extLst>
                <a:ext uri="{FF2B5EF4-FFF2-40B4-BE49-F238E27FC236}">
                  <a16:creationId xmlns:a16="http://schemas.microsoft.com/office/drawing/2014/main" id="{CEE9C097-F8F6-6EE3-4940-8457A2775DB1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8" name="ellipse_2115">
              <a:extLst>
                <a:ext uri="{FF2B5EF4-FFF2-40B4-BE49-F238E27FC236}">
                  <a16:creationId xmlns:a16="http://schemas.microsoft.com/office/drawing/2014/main" id="{72EA503D-9656-4CE4-85AF-F144213C1938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9" name="ellipse_2116">
              <a:extLst>
                <a:ext uri="{FF2B5EF4-FFF2-40B4-BE49-F238E27FC236}">
                  <a16:creationId xmlns:a16="http://schemas.microsoft.com/office/drawing/2014/main" id="{DED678EB-406D-687A-CF83-38E01CFC07D5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0" name="ellipse_2117">
              <a:extLst>
                <a:ext uri="{FF2B5EF4-FFF2-40B4-BE49-F238E27FC236}">
                  <a16:creationId xmlns:a16="http://schemas.microsoft.com/office/drawing/2014/main" id="{89618EEF-48D8-B99B-A566-5BC83F78E7B4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1" name="ellipse_2118">
              <a:extLst>
                <a:ext uri="{FF2B5EF4-FFF2-40B4-BE49-F238E27FC236}">
                  <a16:creationId xmlns:a16="http://schemas.microsoft.com/office/drawing/2014/main" id="{69F2330B-9AD1-8D62-2F58-56D7BC3523E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2" name="ellipse_2119">
              <a:extLst>
                <a:ext uri="{FF2B5EF4-FFF2-40B4-BE49-F238E27FC236}">
                  <a16:creationId xmlns:a16="http://schemas.microsoft.com/office/drawing/2014/main" id="{3F99D8F5-58BE-1377-7404-D5379FB3A85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3" name="ellipse_2120">
              <a:extLst>
                <a:ext uri="{FF2B5EF4-FFF2-40B4-BE49-F238E27FC236}">
                  <a16:creationId xmlns:a16="http://schemas.microsoft.com/office/drawing/2014/main" id="{7CF26033-9F35-95BE-4872-F3B5EC230C3A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4" name="ellipse_2121">
              <a:extLst>
                <a:ext uri="{FF2B5EF4-FFF2-40B4-BE49-F238E27FC236}">
                  <a16:creationId xmlns:a16="http://schemas.microsoft.com/office/drawing/2014/main" id="{209D44EF-ABCA-50A1-F9C7-09C8659D775B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5" name="ellipse_2122">
              <a:extLst>
                <a:ext uri="{FF2B5EF4-FFF2-40B4-BE49-F238E27FC236}">
                  <a16:creationId xmlns:a16="http://schemas.microsoft.com/office/drawing/2014/main" id="{6E294A8E-F28C-EA21-B55C-DC75F472D7C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6" name="ellipse_2123">
              <a:extLst>
                <a:ext uri="{FF2B5EF4-FFF2-40B4-BE49-F238E27FC236}">
                  <a16:creationId xmlns:a16="http://schemas.microsoft.com/office/drawing/2014/main" id="{1BC804C8-127E-0AA3-E009-86A7258DF5AC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7" name="ellipse_2124">
              <a:extLst>
                <a:ext uri="{FF2B5EF4-FFF2-40B4-BE49-F238E27FC236}">
                  <a16:creationId xmlns:a16="http://schemas.microsoft.com/office/drawing/2014/main" id="{276F0B44-507B-31C5-C786-1119E704151C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8" name="ellipse_2125">
              <a:extLst>
                <a:ext uri="{FF2B5EF4-FFF2-40B4-BE49-F238E27FC236}">
                  <a16:creationId xmlns:a16="http://schemas.microsoft.com/office/drawing/2014/main" id="{40B18D8B-E1CA-81DD-0025-83D9F5B9B79C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9" name="ellipse_2126">
              <a:extLst>
                <a:ext uri="{FF2B5EF4-FFF2-40B4-BE49-F238E27FC236}">
                  <a16:creationId xmlns:a16="http://schemas.microsoft.com/office/drawing/2014/main" id="{DF024F9A-4C76-48B1-7BAD-E6162B35C38E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0" name="ellipse_2127">
              <a:extLst>
                <a:ext uri="{FF2B5EF4-FFF2-40B4-BE49-F238E27FC236}">
                  <a16:creationId xmlns:a16="http://schemas.microsoft.com/office/drawing/2014/main" id="{D11FD325-60A4-A938-D014-05D6B586A2C3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1" name="ellipse_2128">
              <a:extLst>
                <a:ext uri="{FF2B5EF4-FFF2-40B4-BE49-F238E27FC236}">
                  <a16:creationId xmlns:a16="http://schemas.microsoft.com/office/drawing/2014/main" id="{9F589DC5-07B2-D58D-F462-2A7277B79610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2" name="ellipse_2129">
              <a:extLst>
                <a:ext uri="{FF2B5EF4-FFF2-40B4-BE49-F238E27FC236}">
                  <a16:creationId xmlns:a16="http://schemas.microsoft.com/office/drawing/2014/main" id="{6200D936-ECFA-A1EC-3976-90A295990247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3" name="ellipse_2130">
              <a:extLst>
                <a:ext uri="{FF2B5EF4-FFF2-40B4-BE49-F238E27FC236}">
                  <a16:creationId xmlns:a16="http://schemas.microsoft.com/office/drawing/2014/main" id="{5679C4A3-A590-F320-CA55-EFC0FEB3A3FD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4" name="ellipse_2131">
              <a:extLst>
                <a:ext uri="{FF2B5EF4-FFF2-40B4-BE49-F238E27FC236}">
                  <a16:creationId xmlns:a16="http://schemas.microsoft.com/office/drawing/2014/main" id="{8360672F-84DC-D8A3-D83A-1989AA5BAF61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5" name="ellipse_2132">
              <a:extLst>
                <a:ext uri="{FF2B5EF4-FFF2-40B4-BE49-F238E27FC236}">
                  <a16:creationId xmlns:a16="http://schemas.microsoft.com/office/drawing/2014/main" id="{470B6575-1946-A9F8-FC08-85241C868957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6" name="ellipse_2133">
              <a:extLst>
                <a:ext uri="{FF2B5EF4-FFF2-40B4-BE49-F238E27FC236}">
                  <a16:creationId xmlns:a16="http://schemas.microsoft.com/office/drawing/2014/main" id="{DFF9378C-C513-EE52-BE77-7C4D53173188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7" name="ellipse_2134">
              <a:extLst>
                <a:ext uri="{FF2B5EF4-FFF2-40B4-BE49-F238E27FC236}">
                  <a16:creationId xmlns:a16="http://schemas.microsoft.com/office/drawing/2014/main" id="{88B2AB24-8B7E-3A08-45D1-3EC5BC2A3971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8" name="ellipse_2135">
              <a:extLst>
                <a:ext uri="{FF2B5EF4-FFF2-40B4-BE49-F238E27FC236}">
                  <a16:creationId xmlns:a16="http://schemas.microsoft.com/office/drawing/2014/main" id="{0036F3F9-9E6E-793F-4EEB-F9AAFA4A9026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9" name="ellipse_2136">
              <a:extLst>
                <a:ext uri="{FF2B5EF4-FFF2-40B4-BE49-F238E27FC236}">
                  <a16:creationId xmlns:a16="http://schemas.microsoft.com/office/drawing/2014/main" id="{DE6F2EDB-63ED-2D59-170D-E5566A653C82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0" name="ellipse_2137">
              <a:extLst>
                <a:ext uri="{FF2B5EF4-FFF2-40B4-BE49-F238E27FC236}">
                  <a16:creationId xmlns:a16="http://schemas.microsoft.com/office/drawing/2014/main" id="{6C22D785-70DD-B1E4-0AA5-5F5B2E582FC7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1" name="ellipse_2138">
              <a:extLst>
                <a:ext uri="{FF2B5EF4-FFF2-40B4-BE49-F238E27FC236}">
                  <a16:creationId xmlns:a16="http://schemas.microsoft.com/office/drawing/2014/main" id="{0D7D27AF-9187-B7E5-E139-FA9D0EC1A0B9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2" name="ellipse_2139">
              <a:extLst>
                <a:ext uri="{FF2B5EF4-FFF2-40B4-BE49-F238E27FC236}">
                  <a16:creationId xmlns:a16="http://schemas.microsoft.com/office/drawing/2014/main" id="{786629BA-0B6F-6894-EC9D-135EE152806C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3" name="ellipse_2140">
              <a:extLst>
                <a:ext uri="{FF2B5EF4-FFF2-40B4-BE49-F238E27FC236}">
                  <a16:creationId xmlns:a16="http://schemas.microsoft.com/office/drawing/2014/main" id="{6A01F0FB-291F-A015-A42A-952B218E4A75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4" name="ellipse_2141">
              <a:extLst>
                <a:ext uri="{FF2B5EF4-FFF2-40B4-BE49-F238E27FC236}">
                  <a16:creationId xmlns:a16="http://schemas.microsoft.com/office/drawing/2014/main" id="{66EBF56F-7E6E-8E8A-7C91-286C56562265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5" name="ellipse_2142">
              <a:extLst>
                <a:ext uri="{FF2B5EF4-FFF2-40B4-BE49-F238E27FC236}">
                  <a16:creationId xmlns:a16="http://schemas.microsoft.com/office/drawing/2014/main" id="{BD3FF831-7852-8545-E02C-59BD458FA2F2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6" name="ellipse_2143">
              <a:extLst>
                <a:ext uri="{FF2B5EF4-FFF2-40B4-BE49-F238E27FC236}">
                  <a16:creationId xmlns:a16="http://schemas.microsoft.com/office/drawing/2014/main" id="{8DACE373-19FE-D8CA-6A93-44FDB698A44B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7" name="ellipse_2144">
              <a:extLst>
                <a:ext uri="{FF2B5EF4-FFF2-40B4-BE49-F238E27FC236}">
                  <a16:creationId xmlns:a16="http://schemas.microsoft.com/office/drawing/2014/main" id="{8021850D-E323-E044-6D74-8104836CB71B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8" name="ellipse_2145">
              <a:extLst>
                <a:ext uri="{FF2B5EF4-FFF2-40B4-BE49-F238E27FC236}">
                  <a16:creationId xmlns:a16="http://schemas.microsoft.com/office/drawing/2014/main" id="{4CCC3730-1D79-698C-023C-914768C6E1B3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9" name="ellipse_2146">
              <a:extLst>
                <a:ext uri="{FF2B5EF4-FFF2-40B4-BE49-F238E27FC236}">
                  <a16:creationId xmlns:a16="http://schemas.microsoft.com/office/drawing/2014/main" id="{A21F4A3C-DD76-1FD4-4DED-424CD358F27D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0" name="ellipse_2147">
              <a:extLst>
                <a:ext uri="{FF2B5EF4-FFF2-40B4-BE49-F238E27FC236}">
                  <a16:creationId xmlns:a16="http://schemas.microsoft.com/office/drawing/2014/main" id="{9A718C97-5C13-2BA4-F1A4-25D40CBB2172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1" name="ellipse_2148">
              <a:extLst>
                <a:ext uri="{FF2B5EF4-FFF2-40B4-BE49-F238E27FC236}">
                  <a16:creationId xmlns:a16="http://schemas.microsoft.com/office/drawing/2014/main" id="{F75CEC6B-2A48-856D-E3CE-137A098A66D8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2" name="ellipse_2149">
              <a:extLst>
                <a:ext uri="{FF2B5EF4-FFF2-40B4-BE49-F238E27FC236}">
                  <a16:creationId xmlns:a16="http://schemas.microsoft.com/office/drawing/2014/main" id="{8D3FD4BA-A651-7935-39D5-4B6D31CE29D5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3" name="ellipse_2150">
              <a:extLst>
                <a:ext uri="{FF2B5EF4-FFF2-40B4-BE49-F238E27FC236}">
                  <a16:creationId xmlns:a16="http://schemas.microsoft.com/office/drawing/2014/main" id="{83B57BD1-2FA9-4974-76A4-4800784046CE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4" name="ellipse_2151">
              <a:extLst>
                <a:ext uri="{FF2B5EF4-FFF2-40B4-BE49-F238E27FC236}">
                  <a16:creationId xmlns:a16="http://schemas.microsoft.com/office/drawing/2014/main" id="{CA1D9A86-DF9F-CBD9-C656-988081C0A408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5" name="ellipse_2152">
              <a:extLst>
                <a:ext uri="{FF2B5EF4-FFF2-40B4-BE49-F238E27FC236}">
                  <a16:creationId xmlns:a16="http://schemas.microsoft.com/office/drawing/2014/main" id="{6C8F6028-4587-3846-21B9-5833E8D4C481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6" name="ellipse_2153">
              <a:extLst>
                <a:ext uri="{FF2B5EF4-FFF2-40B4-BE49-F238E27FC236}">
                  <a16:creationId xmlns:a16="http://schemas.microsoft.com/office/drawing/2014/main" id="{CDA2AC36-0FCA-C664-0122-B23EA963DE72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7" name="ellipse_2154">
              <a:extLst>
                <a:ext uri="{FF2B5EF4-FFF2-40B4-BE49-F238E27FC236}">
                  <a16:creationId xmlns:a16="http://schemas.microsoft.com/office/drawing/2014/main" id="{2AF5E7EF-400D-A8AA-EC6E-CD995996D1D7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8" name="ellipse_2155">
              <a:extLst>
                <a:ext uri="{FF2B5EF4-FFF2-40B4-BE49-F238E27FC236}">
                  <a16:creationId xmlns:a16="http://schemas.microsoft.com/office/drawing/2014/main" id="{397DCE5A-EC31-D96D-2E9D-0E2A897BA0C3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9" name="ellipse_2156">
              <a:extLst>
                <a:ext uri="{FF2B5EF4-FFF2-40B4-BE49-F238E27FC236}">
                  <a16:creationId xmlns:a16="http://schemas.microsoft.com/office/drawing/2014/main" id="{677EABBB-ADB7-67C0-161F-9D06063CA95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0" name="ellipse_2157">
              <a:extLst>
                <a:ext uri="{FF2B5EF4-FFF2-40B4-BE49-F238E27FC236}">
                  <a16:creationId xmlns:a16="http://schemas.microsoft.com/office/drawing/2014/main" id="{B07C6409-156A-41B4-8B38-92418D3328AD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1" name="ellipse_2158">
              <a:extLst>
                <a:ext uri="{FF2B5EF4-FFF2-40B4-BE49-F238E27FC236}">
                  <a16:creationId xmlns:a16="http://schemas.microsoft.com/office/drawing/2014/main" id="{CB238420-C8BB-EDDD-1DFE-1E71530E537D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2" name="ellipse_2159">
              <a:extLst>
                <a:ext uri="{FF2B5EF4-FFF2-40B4-BE49-F238E27FC236}">
                  <a16:creationId xmlns:a16="http://schemas.microsoft.com/office/drawing/2014/main" id="{1C6307AC-293E-3940-5C38-B7756EA73052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3" name="ellipse_2160">
              <a:extLst>
                <a:ext uri="{FF2B5EF4-FFF2-40B4-BE49-F238E27FC236}">
                  <a16:creationId xmlns:a16="http://schemas.microsoft.com/office/drawing/2014/main" id="{1DD9754A-EAB3-FBB4-1EBB-03F2F1FA201F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4" name="ellipse_2161">
              <a:extLst>
                <a:ext uri="{FF2B5EF4-FFF2-40B4-BE49-F238E27FC236}">
                  <a16:creationId xmlns:a16="http://schemas.microsoft.com/office/drawing/2014/main" id="{79E50B0F-4276-42C8-2E7C-F5329F37D17C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5" name="ellipse_2162">
              <a:extLst>
                <a:ext uri="{FF2B5EF4-FFF2-40B4-BE49-F238E27FC236}">
                  <a16:creationId xmlns:a16="http://schemas.microsoft.com/office/drawing/2014/main" id="{FB51459F-DCE8-B404-C7A3-094370E22E6F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6" name="ellipse_2163">
              <a:extLst>
                <a:ext uri="{FF2B5EF4-FFF2-40B4-BE49-F238E27FC236}">
                  <a16:creationId xmlns:a16="http://schemas.microsoft.com/office/drawing/2014/main" id="{E755F9AB-A8CF-972C-EB2D-552C0D3A7C84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7" name="ellipse_2164">
              <a:extLst>
                <a:ext uri="{FF2B5EF4-FFF2-40B4-BE49-F238E27FC236}">
                  <a16:creationId xmlns:a16="http://schemas.microsoft.com/office/drawing/2014/main" id="{CE907A41-D518-3F1D-C3A0-57F9EF26CE65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8" name="ellipse_2165">
              <a:extLst>
                <a:ext uri="{FF2B5EF4-FFF2-40B4-BE49-F238E27FC236}">
                  <a16:creationId xmlns:a16="http://schemas.microsoft.com/office/drawing/2014/main" id="{3A2118F1-6704-133C-F78E-531A4A008CC0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9" name="ellipse_2166">
              <a:extLst>
                <a:ext uri="{FF2B5EF4-FFF2-40B4-BE49-F238E27FC236}">
                  <a16:creationId xmlns:a16="http://schemas.microsoft.com/office/drawing/2014/main" id="{A5681E39-4D00-C532-F7B4-24598D832801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0" name="ellipse_2167">
              <a:extLst>
                <a:ext uri="{FF2B5EF4-FFF2-40B4-BE49-F238E27FC236}">
                  <a16:creationId xmlns:a16="http://schemas.microsoft.com/office/drawing/2014/main" id="{45AC14A4-6E99-6763-42FF-9F9CDBB73259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1" name="ellipse_2168">
              <a:extLst>
                <a:ext uri="{FF2B5EF4-FFF2-40B4-BE49-F238E27FC236}">
                  <a16:creationId xmlns:a16="http://schemas.microsoft.com/office/drawing/2014/main" id="{66837522-9230-ACCD-0CF9-C0CD74441BAA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2" name="ellipse_2169">
              <a:extLst>
                <a:ext uri="{FF2B5EF4-FFF2-40B4-BE49-F238E27FC236}">
                  <a16:creationId xmlns:a16="http://schemas.microsoft.com/office/drawing/2014/main" id="{EFE77510-B504-D1EA-417F-FA144661A214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3" name="ellipse_2170">
              <a:extLst>
                <a:ext uri="{FF2B5EF4-FFF2-40B4-BE49-F238E27FC236}">
                  <a16:creationId xmlns:a16="http://schemas.microsoft.com/office/drawing/2014/main" id="{2D6C5F0E-6E41-961E-F4AE-45DDB067826E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4" name="ellipse_2171">
              <a:extLst>
                <a:ext uri="{FF2B5EF4-FFF2-40B4-BE49-F238E27FC236}">
                  <a16:creationId xmlns:a16="http://schemas.microsoft.com/office/drawing/2014/main" id="{FF980CB9-82B0-8045-C8FE-37FF30E161F4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5" name="ellipse_2172">
              <a:extLst>
                <a:ext uri="{FF2B5EF4-FFF2-40B4-BE49-F238E27FC236}">
                  <a16:creationId xmlns:a16="http://schemas.microsoft.com/office/drawing/2014/main" id="{51177189-AC89-A143-8F33-6807DF74ED52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6" name="ellipse_2173">
              <a:extLst>
                <a:ext uri="{FF2B5EF4-FFF2-40B4-BE49-F238E27FC236}">
                  <a16:creationId xmlns:a16="http://schemas.microsoft.com/office/drawing/2014/main" id="{977D8148-1E08-C63B-A316-B040FF08E94D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7" name="ellipse_2174">
              <a:extLst>
                <a:ext uri="{FF2B5EF4-FFF2-40B4-BE49-F238E27FC236}">
                  <a16:creationId xmlns:a16="http://schemas.microsoft.com/office/drawing/2014/main" id="{154D9869-C263-0AC0-22A9-C9E5F29FA1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8" name="ellipse_2175">
              <a:extLst>
                <a:ext uri="{FF2B5EF4-FFF2-40B4-BE49-F238E27FC236}">
                  <a16:creationId xmlns:a16="http://schemas.microsoft.com/office/drawing/2014/main" id="{97E418BF-BECA-3213-63F2-7A6D75E88864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9" name="ellipse_2176">
              <a:extLst>
                <a:ext uri="{FF2B5EF4-FFF2-40B4-BE49-F238E27FC236}">
                  <a16:creationId xmlns:a16="http://schemas.microsoft.com/office/drawing/2014/main" id="{3F95D632-402C-5C54-1F85-149625D120FD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0" name="ellipse_2177">
              <a:extLst>
                <a:ext uri="{FF2B5EF4-FFF2-40B4-BE49-F238E27FC236}">
                  <a16:creationId xmlns:a16="http://schemas.microsoft.com/office/drawing/2014/main" id="{B9FD10CB-A0ED-6D39-A2C1-2B98587469ED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1" name="ellipse_2178">
              <a:extLst>
                <a:ext uri="{FF2B5EF4-FFF2-40B4-BE49-F238E27FC236}">
                  <a16:creationId xmlns:a16="http://schemas.microsoft.com/office/drawing/2014/main" id="{E015AC56-4150-1EA0-A4E9-E0D250349EB1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2" name="ellipse_2179">
              <a:extLst>
                <a:ext uri="{FF2B5EF4-FFF2-40B4-BE49-F238E27FC236}">
                  <a16:creationId xmlns:a16="http://schemas.microsoft.com/office/drawing/2014/main" id="{D50E4658-464D-CF10-9A82-4ED2E20D912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3" name="ellipse_2180">
              <a:extLst>
                <a:ext uri="{FF2B5EF4-FFF2-40B4-BE49-F238E27FC236}">
                  <a16:creationId xmlns:a16="http://schemas.microsoft.com/office/drawing/2014/main" id="{DCF47F3D-D5FC-9D27-4CB9-6B8DCE96AE57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4" name="ellipse_2181">
              <a:extLst>
                <a:ext uri="{FF2B5EF4-FFF2-40B4-BE49-F238E27FC236}">
                  <a16:creationId xmlns:a16="http://schemas.microsoft.com/office/drawing/2014/main" id="{B8B7E02A-7E8F-2B2F-0BA7-31D39F2B016F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5" name="ellipse_2182">
              <a:extLst>
                <a:ext uri="{FF2B5EF4-FFF2-40B4-BE49-F238E27FC236}">
                  <a16:creationId xmlns:a16="http://schemas.microsoft.com/office/drawing/2014/main" id="{9B3E2083-2C5A-8D71-EC99-C3AAD0978A85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6" name="ellipse_2183">
              <a:extLst>
                <a:ext uri="{FF2B5EF4-FFF2-40B4-BE49-F238E27FC236}">
                  <a16:creationId xmlns:a16="http://schemas.microsoft.com/office/drawing/2014/main" id="{6415A768-D8A5-5EEA-6A0F-2FAADBB004C3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7" name="ellipse_2184">
              <a:extLst>
                <a:ext uri="{FF2B5EF4-FFF2-40B4-BE49-F238E27FC236}">
                  <a16:creationId xmlns:a16="http://schemas.microsoft.com/office/drawing/2014/main" id="{1D9B5F8D-7CBB-5605-2908-158E53F29E19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8" name="ellipse_2185">
              <a:extLst>
                <a:ext uri="{FF2B5EF4-FFF2-40B4-BE49-F238E27FC236}">
                  <a16:creationId xmlns:a16="http://schemas.microsoft.com/office/drawing/2014/main" id="{DB325903-7737-DE33-C84B-1EB938A88303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9" name="ellipse_2186">
              <a:extLst>
                <a:ext uri="{FF2B5EF4-FFF2-40B4-BE49-F238E27FC236}">
                  <a16:creationId xmlns:a16="http://schemas.microsoft.com/office/drawing/2014/main" id="{67E85818-9BB0-4B1C-07E3-B92D8C5357FE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0" name="ellipse_2187">
              <a:extLst>
                <a:ext uri="{FF2B5EF4-FFF2-40B4-BE49-F238E27FC236}">
                  <a16:creationId xmlns:a16="http://schemas.microsoft.com/office/drawing/2014/main" id="{A31CC5D7-2CB3-E755-D408-8536212D53D3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1" name="ellipse_2188">
              <a:extLst>
                <a:ext uri="{FF2B5EF4-FFF2-40B4-BE49-F238E27FC236}">
                  <a16:creationId xmlns:a16="http://schemas.microsoft.com/office/drawing/2014/main" id="{F5496B1D-7813-7819-E6C4-541971155E50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2" name="ellipse_2189">
              <a:extLst>
                <a:ext uri="{FF2B5EF4-FFF2-40B4-BE49-F238E27FC236}">
                  <a16:creationId xmlns:a16="http://schemas.microsoft.com/office/drawing/2014/main" id="{8A326DF7-7326-8A15-7473-69D2CCFABF5B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3" name="ellipse_2190">
              <a:extLst>
                <a:ext uri="{FF2B5EF4-FFF2-40B4-BE49-F238E27FC236}">
                  <a16:creationId xmlns:a16="http://schemas.microsoft.com/office/drawing/2014/main" id="{045C20BE-D428-E4E3-2816-B271D7DE5BCC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4" name="ellipse_2191">
              <a:extLst>
                <a:ext uri="{FF2B5EF4-FFF2-40B4-BE49-F238E27FC236}">
                  <a16:creationId xmlns:a16="http://schemas.microsoft.com/office/drawing/2014/main" id="{28661607-30E7-7D8C-B454-D0F74231E68A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5" name="ellipse_2192">
              <a:extLst>
                <a:ext uri="{FF2B5EF4-FFF2-40B4-BE49-F238E27FC236}">
                  <a16:creationId xmlns:a16="http://schemas.microsoft.com/office/drawing/2014/main" id="{093D10E6-6AA5-F110-E451-AA1D4FC68AF3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6" name="ellipse_2193">
              <a:extLst>
                <a:ext uri="{FF2B5EF4-FFF2-40B4-BE49-F238E27FC236}">
                  <a16:creationId xmlns:a16="http://schemas.microsoft.com/office/drawing/2014/main" id="{9A0145ED-11CB-9566-CBB0-8F12E93872F5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7" name="ellipse_2194">
              <a:extLst>
                <a:ext uri="{FF2B5EF4-FFF2-40B4-BE49-F238E27FC236}">
                  <a16:creationId xmlns:a16="http://schemas.microsoft.com/office/drawing/2014/main" id="{18DD055C-8BB1-ADE0-3DA3-2480A91F168C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8" name="ellipse_2195">
              <a:extLst>
                <a:ext uri="{FF2B5EF4-FFF2-40B4-BE49-F238E27FC236}">
                  <a16:creationId xmlns:a16="http://schemas.microsoft.com/office/drawing/2014/main" id="{5CC8139A-27F9-82CA-467C-608BCAE58535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9" name="ellipse_2196">
              <a:extLst>
                <a:ext uri="{FF2B5EF4-FFF2-40B4-BE49-F238E27FC236}">
                  <a16:creationId xmlns:a16="http://schemas.microsoft.com/office/drawing/2014/main" id="{5B6161FC-0F84-BE6F-173C-95F9CAEFBB21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0" name="ellipse_2197">
              <a:extLst>
                <a:ext uri="{FF2B5EF4-FFF2-40B4-BE49-F238E27FC236}">
                  <a16:creationId xmlns:a16="http://schemas.microsoft.com/office/drawing/2014/main" id="{A0DA4961-E012-8DD3-1D95-31EE488AC6C0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1" name="ellipse_2198">
              <a:extLst>
                <a:ext uri="{FF2B5EF4-FFF2-40B4-BE49-F238E27FC236}">
                  <a16:creationId xmlns:a16="http://schemas.microsoft.com/office/drawing/2014/main" id="{916DBC23-8425-B63F-7261-5E1BCD1520CB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2" name="ellipse_2199">
              <a:extLst>
                <a:ext uri="{FF2B5EF4-FFF2-40B4-BE49-F238E27FC236}">
                  <a16:creationId xmlns:a16="http://schemas.microsoft.com/office/drawing/2014/main" id="{C19E57D3-C822-45BF-E88B-53B9D7571DD2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3" name="ellipse_2200">
              <a:extLst>
                <a:ext uri="{FF2B5EF4-FFF2-40B4-BE49-F238E27FC236}">
                  <a16:creationId xmlns:a16="http://schemas.microsoft.com/office/drawing/2014/main" id="{8FB3E88D-BB1A-2A49-29F3-C3ECBDD4F0AE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4" name="ellipse_2201">
              <a:extLst>
                <a:ext uri="{FF2B5EF4-FFF2-40B4-BE49-F238E27FC236}">
                  <a16:creationId xmlns:a16="http://schemas.microsoft.com/office/drawing/2014/main" id="{C5AF456F-11B0-664C-9F3C-75F181A11802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5" name="ellipse_2202">
              <a:extLst>
                <a:ext uri="{FF2B5EF4-FFF2-40B4-BE49-F238E27FC236}">
                  <a16:creationId xmlns:a16="http://schemas.microsoft.com/office/drawing/2014/main" id="{1B231F3B-0D17-D381-D49C-DB17F332DD18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6" name="ellipse_2203">
              <a:extLst>
                <a:ext uri="{FF2B5EF4-FFF2-40B4-BE49-F238E27FC236}">
                  <a16:creationId xmlns:a16="http://schemas.microsoft.com/office/drawing/2014/main" id="{29664548-5D33-AAA0-4C00-DF8968D90B4B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7" name="ellipse_2204">
              <a:extLst>
                <a:ext uri="{FF2B5EF4-FFF2-40B4-BE49-F238E27FC236}">
                  <a16:creationId xmlns:a16="http://schemas.microsoft.com/office/drawing/2014/main" id="{44973C32-FDDD-BF8B-C0C7-3B0CD2FFF6A1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8" name="ellipse_2205">
              <a:extLst>
                <a:ext uri="{FF2B5EF4-FFF2-40B4-BE49-F238E27FC236}">
                  <a16:creationId xmlns:a16="http://schemas.microsoft.com/office/drawing/2014/main" id="{06DE724D-3730-2454-33C2-5B4C46451AF2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9" name="ellipse_2206">
              <a:extLst>
                <a:ext uri="{FF2B5EF4-FFF2-40B4-BE49-F238E27FC236}">
                  <a16:creationId xmlns:a16="http://schemas.microsoft.com/office/drawing/2014/main" id="{CFCBC54A-C11E-268A-9173-DBFD610DEFFD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0" name="ellipse_2207">
              <a:extLst>
                <a:ext uri="{FF2B5EF4-FFF2-40B4-BE49-F238E27FC236}">
                  <a16:creationId xmlns:a16="http://schemas.microsoft.com/office/drawing/2014/main" id="{DDF5B957-3674-63C9-2AF4-FB333720CD9C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1" name="ellipse_2208">
              <a:extLst>
                <a:ext uri="{FF2B5EF4-FFF2-40B4-BE49-F238E27FC236}">
                  <a16:creationId xmlns:a16="http://schemas.microsoft.com/office/drawing/2014/main" id="{AC6A2CFD-C898-20A5-D310-626F0DDD711B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2" name="ellipse_2209">
              <a:extLst>
                <a:ext uri="{FF2B5EF4-FFF2-40B4-BE49-F238E27FC236}">
                  <a16:creationId xmlns:a16="http://schemas.microsoft.com/office/drawing/2014/main" id="{3F52F3CC-E37E-6053-566B-1A97F0EAA024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3" name="ellipse_2210">
              <a:extLst>
                <a:ext uri="{FF2B5EF4-FFF2-40B4-BE49-F238E27FC236}">
                  <a16:creationId xmlns:a16="http://schemas.microsoft.com/office/drawing/2014/main" id="{2D1B9971-65C9-64CA-7ED2-FE0F93CB5055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4" name="ellipse_2211">
              <a:extLst>
                <a:ext uri="{FF2B5EF4-FFF2-40B4-BE49-F238E27FC236}">
                  <a16:creationId xmlns:a16="http://schemas.microsoft.com/office/drawing/2014/main" id="{EEEFA362-EBAA-A495-DB83-240E0BEFA041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5" name="ellipse_2212">
              <a:extLst>
                <a:ext uri="{FF2B5EF4-FFF2-40B4-BE49-F238E27FC236}">
                  <a16:creationId xmlns:a16="http://schemas.microsoft.com/office/drawing/2014/main" id="{1553B031-2533-0EF3-B11E-A3A298DD2527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6" name="ellipse_2213">
              <a:extLst>
                <a:ext uri="{FF2B5EF4-FFF2-40B4-BE49-F238E27FC236}">
                  <a16:creationId xmlns:a16="http://schemas.microsoft.com/office/drawing/2014/main" id="{C0F9C2B7-008A-7843-CE1C-9E9BAEF7F34B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7" name="ellipse_2214">
              <a:extLst>
                <a:ext uri="{FF2B5EF4-FFF2-40B4-BE49-F238E27FC236}">
                  <a16:creationId xmlns:a16="http://schemas.microsoft.com/office/drawing/2014/main" id="{63FB8A4A-CCEC-018E-F048-FF786CAE8F5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8" name="ellipse_2215">
              <a:extLst>
                <a:ext uri="{FF2B5EF4-FFF2-40B4-BE49-F238E27FC236}">
                  <a16:creationId xmlns:a16="http://schemas.microsoft.com/office/drawing/2014/main" id="{8677DA1D-78C0-1225-6703-6001EB9854F6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9" name="ellipse_2216">
              <a:extLst>
                <a:ext uri="{FF2B5EF4-FFF2-40B4-BE49-F238E27FC236}">
                  <a16:creationId xmlns:a16="http://schemas.microsoft.com/office/drawing/2014/main" id="{EA6717CB-0E34-8D0F-0DDC-B24FC59B912D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0" name="ellipse_2217">
              <a:extLst>
                <a:ext uri="{FF2B5EF4-FFF2-40B4-BE49-F238E27FC236}">
                  <a16:creationId xmlns:a16="http://schemas.microsoft.com/office/drawing/2014/main" id="{3C6AA9F5-99B5-8881-4B36-BA7C0B634BB4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1" name="ellipse_2218">
              <a:extLst>
                <a:ext uri="{FF2B5EF4-FFF2-40B4-BE49-F238E27FC236}">
                  <a16:creationId xmlns:a16="http://schemas.microsoft.com/office/drawing/2014/main" id="{A8D61B11-A05C-902D-366B-0152463D89F1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2" name="ellipse_2219">
              <a:extLst>
                <a:ext uri="{FF2B5EF4-FFF2-40B4-BE49-F238E27FC236}">
                  <a16:creationId xmlns:a16="http://schemas.microsoft.com/office/drawing/2014/main" id="{98373FAE-A0E6-ED00-FE82-60C5A290D38A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3" name="ellipse_2220">
              <a:extLst>
                <a:ext uri="{FF2B5EF4-FFF2-40B4-BE49-F238E27FC236}">
                  <a16:creationId xmlns:a16="http://schemas.microsoft.com/office/drawing/2014/main" id="{47053A4A-0686-F8A2-C02A-81B821290D1C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4" name="ellipse_2221">
              <a:extLst>
                <a:ext uri="{FF2B5EF4-FFF2-40B4-BE49-F238E27FC236}">
                  <a16:creationId xmlns:a16="http://schemas.microsoft.com/office/drawing/2014/main" id="{84ABBA91-7890-B5FD-9EFC-4B56985B9971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5" name="ellipse_2222">
              <a:extLst>
                <a:ext uri="{FF2B5EF4-FFF2-40B4-BE49-F238E27FC236}">
                  <a16:creationId xmlns:a16="http://schemas.microsoft.com/office/drawing/2014/main" id="{21832E51-9E5F-92DE-DAC8-CD53B84A55CD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6" name="ellipse_2223">
              <a:extLst>
                <a:ext uri="{FF2B5EF4-FFF2-40B4-BE49-F238E27FC236}">
                  <a16:creationId xmlns:a16="http://schemas.microsoft.com/office/drawing/2014/main" id="{279931E7-BDA8-0938-0C09-93B0843FB81F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7" name="ellipse_2224">
              <a:extLst>
                <a:ext uri="{FF2B5EF4-FFF2-40B4-BE49-F238E27FC236}">
                  <a16:creationId xmlns:a16="http://schemas.microsoft.com/office/drawing/2014/main" id="{3E46A9EE-C8E8-B173-C3AF-5DEBFE1F3FD2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8" name="ellipse_2225">
              <a:extLst>
                <a:ext uri="{FF2B5EF4-FFF2-40B4-BE49-F238E27FC236}">
                  <a16:creationId xmlns:a16="http://schemas.microsoft.com/office/drawing/2014/main" id="{24352E1A-34D8-2B52-E4C0-198A50D3C837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9" name="ellipse_2226">
              <a:extLst>
                <a:ext uri="{FF2B5EF4-FFF2-40B4-BE49-F238E27FC236}">
                  <a16:creationId xmlns:a16="http://schemas.microsoft.com/office/drawing/2014/main" id="{E5D48CD9-2230-5EB5-B610-D47A04327C9E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0" name="ellipse_2227">
              <a:extLst>
                <a:ext uri="{FF2B5EF4-FFF2-40B4-BE49-F238E27FC236}">
                  <a16:creationId xmlns:a16="http://schemas.microsoft.com/office/drawing/2014/main" id="{3EF779CB-D095-7406-8F2F-74892CADA272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1" name="ellipse_2228">
              <a:extLst>
                <a:ext uri="{FF2B5EF4-FFF2-40B4-BE49-F238E27FC236}">
                  <a16:creationId xmlns:a16="http://schemas.microsoft.com/office/drawing/2014/main" id="{4D3CAC82-F853-5C4A-D9F5-0C2E5CA0749B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2" name="ellipse_2229">
              <a:extLst>
                <a:ext uri="{FF2B5EF4-FFF2-40B4-BE49-F238E27FC236}">
                  <a16:creationId xmlns:a16="http://schemas.microsoft.com/office/drawing/2014/main" id="{B506E05B-DC28-FB4A-D484-317B3A7CB57C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3" name="ellipse_2230">
              <a:extLst>
                <a:ext uri="{FF2B5EF4-FFF2-40B4-BE49-F238E27FC236}">
                  <a16:creationId xmlns:a16="http://schemas.microsoft.com/office/drawing/2014/main" id="{EB20075A-8AD8-A1C3-4877-86E04812BC75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4" name="ellipse_2231">
              <a:extLst>
                <a:ext uri="{FF2B5EF4-FFF2-40B4-BE49-F238E27FC236}">
                  <a16:creationId xmlns:a16="http://schemas.microsoft.com/office/drawing/2014/main" id="{4D309287-A947-CBEB-193B-F66350B13CC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5" name="ellipse_2232">
              <a:extLst>
                <a:ext uri="{FF2B5EF4-FFF2-40B4-BE49-F238E27FC236}">
                  <a16:creationId xmlns:a16="http://schemas.microsoft.com/office/drawing/2014/main" id="{C7004E38-E65B-1FF3-C9DA-B9F1D8134E06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6" name="ellipse_2233">
              <a:extLst>
                <a:ext uri="{FF2B5EF4-FFF2-40B4-BE49-F238E27FC236}">
                  <a16:creationId xmlns:a16="http://schemas.microsoft.com/office/drawing/2014/main" id="{B80EC19B-3113-671C-BC50-EF6C73D0115C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7" name="ellipse_2234">
              <a:extLst>
                <a:ext uri="{FF2B5EF4-FFF2-40B4-BE49-F238E27FC236}">
                  <a16:creationId xmlns:a16="http://schemas.microsoft.com/office/drawing/2014/main" id="{1A72FD43-D587-E27C-14DC-B16661879BBC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8" name="ellipse_2235">
              <a:extLst>
                <a:ext uri="{FF2B5EF4-FFF2-40B4-BE49-F238E27FC236}">
                  <a16:creationId xmlns:a16="http://schemas.microsoft.com/office/drawing/2014/main" id="{3E6C1AE9-91E1-4CE5-4B6A-E47EF04AFA5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9" name="ellipse_2236">
              <a:extLst>
                <a:ext uri="{FF2B5EF4-FFF2-40B4-BE49-F238E27FC236}">
                  <a16:creationId xmlns:a16="http://schemas.microsoft.com/office/drawing/2014/main" id="{EB9D2C39-474F-6C68-6555-F50089E5B0C9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0" name="ellipse_2237">
              <a:extLst>
                <a:ext uri="{FF2B5EF4-FFF2-40B4-BE49-F238E27FC236}">
                  <a16:creationId xmlns:a16="http://schemas.microsoft.com/office/drawing/2014/main" id="{DB980468-3491-11A5-DE34-ED12AFAEE91B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1" name="ellipse_2238">
              <a:extLst>
                <a:ext uri="{FF2B5EF4-FFF2-40B4-BE49-F238E27FC236}">
                  <a16:creationId xmlns:a16="http://schemas.microsoft.com/office/drawing/2014/main" id="{8E17EA45-1136-FEAC-C65F-0E6508CB01F3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2" name="ellipse_2239">
              <a:extLst>
                <a:ext uri="{FF2B5EF4-FFF2-40B4-BE49-F238E27FC236}">
                  <a16:creationId xmlns:a16="http://schemas.microsoft.com/office/drawing/2014/main" id="{3F298802-FC4A-60AC-8577-0284DFFFD6F3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3" name="ellipse_2240">
              <a:extLst>
                <a:ext uri="{FF2B5EF4-FFF2-40B4-BE49-F238E27FC236}">
                  <a16:creationId xmlns:a16="http://schemas.microsoft.com/office/drawing/2014/main" id="{918AFC04-A779-96A4-64A7-5788FA94E0D6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4" name="ellipse_2241">
              <a:extLst>
                <a:ext uri="{FF2B5EF4-FFF2-40B4-BE49-F238E27FC236}">
                  <a16:creationId xmlns:a16="http://schemas.microsoft.com/office/drawing/2014/main" id="{0477F0B2-C26F-BF20-ED5F-4626A7B91A4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5" name="ellipse_2242">
              <a:extLst>
                <a:ext uri="{FF2B5EF4-FFF2-40B4-BE49-F238E27FC236}">
                  <a16:creationId xmlns:a16="http://schemas.microsoft.com/office/drawing/2014/main" id="{F1FC3FD9-B686-6342-26C3-352AFF4B8C5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6" name="ellipse_2243">
              <a:extLst>
                <a:ext uri="{FF2B5EF4-FFF2-40B4-BE49-F238E27FC236}">
                  <a16:creationId xmlns:a16="http://schemas.microsoft.com/office/drawing/2014/main" id="{AA378CEF-E3C5-18D9-28F8-158260A0061D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7" name="ellipse_2244">
              <a:extLst>
                <a:ext uri="{FF2B5EF4-FFF2-40B4-BE49-F238E27FC236}">
                  <a16:creationId xmlns:a16="http://schemas.microsoft.com/office/drawing/2014/main" id="{7B50744A-6D9A-043F-D7E7-0F7288434828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8" name="ellipse_2245">
              <a:extLst>
                <a:ext uri="{FF2B5EF4-FFF2-40B4-BE49-F238E27FC236}">
                  <a16:creationId xmlns:a16="http://schemas.microsoft.com/office/drawing/2014/main" id="{17A394B8-5DE3-F3D9-2F7F-57C5BC529DBE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9" name="ellipse_2246">
              <a:extLst>
                <a:ext uri="{FF2B5EF4-FFF2-40B4-BE49-F238E27FC236}">
                  <a16:creationId xmlns:a16="http://schemas.microsoft.com/office/drawing/2014/main" id="{43B68530-5A46-B707-8B34-D5A65C2CD3D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0" name="ellipse_2247">
              <a:extLst>
                <a:ext uri="{FF2B5EF4-FFF2-40B4-BE49-F238E27FC236}">
                  <a16:creationId xmlns:a16="http://schemas.microsoft.com/office/drawing/2014/main" id="{466DB010-E058-126C-3239-E32516346232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1" name="ellipse_2248">
              <a:extLst>
                <a:ext uri="{FF2B5EF4-FFF2-40B4-BE49-F238E27FC236}">
                  <a16:creationId xmlns:a16="http://schemas.microsoft.com/office/drawing/2014/main" id="{0DAA6709-BEA1-9625-CF63-12B0C7BA4688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2" name="ellipse_2249">
              <a:extLst>
                <a:ext uri="{FF2B5EF4-FFF2-40B4-BE49-F238E27FC236}">
                  <a16:creationId xmlns:a16="http://schemas.microsoft.com/office/drawing/2014/main" id="{3D91868B-F433-B949-10BC-17C562F275F3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3" name="ellipse_2250">
              <a:extLst>
                <a:ext uri="{FF2B5EF4-FFF2-40B4-BE49-F238E27FC236}">
                  <a16:creationId xmlns:a16="http://schemas.microsoft.com/office/drawing/2014/main" id="{D06AA5D7-CA78-95E8-883A-66655566DC5E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4" name="ellipse_2251">
              <a:extLst>
                <a:ext uri="{FF2B5EF4-FFF2-40B4-BE49-F238E27FC236}">
                  <a16:creationId xmlns:a16="http://schemas.microsoft.com/office/drawing/2014/main" id="{D036FC62-92CC-B774-21CA-93CDC5A1E207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5" name="ellipse_2252">
              <a:extLst>
                <a:ext uri="{FF2B5EF4-FFF2-40B4-BE49-F238E27FC236}">
                  <a16:creationId xmlns:a16="http://schemas.microsoft.com/office/drawing/2014/main" id="{054F3B6E-FFCA-9294-A608-ECC45732754F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6" name="ellipse_2253">
              <a:extLst>
                <a:ext uri="{FF2B5EF4-FFF2-40B4-BE49-F238E27FC236}">
                  <a16:creationId xmlns:a16="http://schemas.microsoft.com/office/drawing/2014/main" id="{3C33DCDD-97D8-0CF9-45D3-FB38CCC98243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7" name="ellipse_2254">
              <a:extLst>
                <a:ext uri="{FF2B5EF4-FFF2-40B4-BE49-F238E27FC236}">
                  <a16:creationId xmlns:a16="http://schemas.microsoft.com/office/drawing/2014/main" id="{45440191-CB8E-0282-F392-BF49B80D002C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8" name="ellipse_2255">
              <a:extLst>
                <a:ext uri="{FF2B5EF4-FFF2-40B4-BE49-F238E27FC236}">
                  <a16:creationId xmlns:a16="http://schemas.microsoft.com/office/drawing/2014/main" id="{ED46A7AD-7F70-4753-E76D-02E312665A17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9" name="ellipse_2256">
              <a:extLst>
                <a:ext uri="{FF2B5EF4-FFF2-40B4-BE49-F238E27FC236}">
                  <a16:creationId xmlns:a16="http://schemas.microsoft.com/office/drawing/2014/main" id="{91CDD69E-AFC2-3EC5-DE24-94A57FC5E4CA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0" name="ellipse_2257">
              <a:extLst>
                <a:ext uri="{FF2B5EF4-FFF2-40B4-BE49-F238E27FC236}">
                  <a16:creationId xmlns:a16="http://schemas.microsoft.com/office/drawing/2014/main" id="{E7AE554C-5C09-7013-2831-E60314E85504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1" name="ellipse_2258">
              <a:extLst>
                <a:ext uri="{FF2B5EF4-FFF2-40B4-BE49-F238E27FC236}">
                  <a16:creationId xmlns:a16="http://schemas.microsoft.com/office/drawing/2014/main" id="{16795F78-F22B-94B3-45AB-DA03FB9E1157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2" name="ellipse_2259">
              <a:extLst>
                <a:ext uri="{FF2B5EF4-FFF2-40B4-BE49-F238E27FC236}">
                  <a16:creationId xmlns:a16="http://schemas.microsoft.com/office/drawing/2014/main" id="{08962B8B-EAF2-969C-088B-844C58C79206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3" name="ellipse_2260">
              <a:extLst>
                <a:ext uri="{FF2B5EF4-FFF2-40B4-BE49-F238E27FC236}">
                  <a16:creationId xmlns:a16="http://schemas.microsoft.com/office/drawing/2014/main" id="{D54EC136-A3C0-3BB4-0E4B-94C6B9CD505B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4" name="ellipse_2261">
              <a:extLst>
                <a:ext uri="{FF2B5EF4-FFF2-40B4-BE49-F238E27FC236}">
                  <a16:creationId xmlns:a16="http://schemas.microsoft.com/office/drawing/2014/main" id="{910AC8AB-E534-BC7D-7D26-1DF7703C9F9B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5" name="ellipse_2262">
              <a:extLst>
                <a:ext uri="{FF2B5EF4-FFF2-40B4-BE49-F238E27FC236}">
                  <a16:creationId xmlns:a16="http://schemas.microsoft.com/office/drawing/2014/main" id="{9D6A813D-23DE-D94E-B24E-CC0472E9F498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6" name="ellipse_2263">
              <a:extLst>
                <a:ext uri="{FF2B5EF4-FFF2-40B4-BE49-F238E27FC236}">
                  <a16:creationId xmlns:a16="http://schemas.microsoft.com/office/drawing/2014/main" id="{7E503169-E20F-FBFD-EC10-E06E332126CF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7" name="ellipse_2264">
              <a:extLst>
                <a:ext uri="{FF2B5EF4-FFF2-40B4-BE49-F238E27FC236}">
                  <a16:creationId xmlns:a16="http://schemas.microsoft.com/office/drawing/2014/main" id="{7A0B2A4C-4B15-955A-87D5-CB1D5DB1278B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8" name="ellipse_2265">
              <a:extLst>
                <a:ext uri="{FF2B5EF4-FFF2-40B4-BE49-F238E27FC236}">
                  <a16:creationId xmlns:a16="http://schemas.microsoft.com/office/drawing/2014/main" id="{19E09C88-4D2A-27FD-87BC-6B2B7A995E92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9" name="ellipse_2266">
              <a:extLst>
                <a:ext uri="{FF2B5EF4-FFF2-40B4-BE49-F238E27FC236}">
                  <a16:creationId xmlns:a16="http://schemas.microsoft.com/office/drawing/2014/main" id="{3AE80D41-CA7A-DA50-10D0-DFBE2E98DD84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0" name="ellipse_2267">
              <a:extLst>
                <a:ext uri="{FF2B5EF4-FFF2-40B4-BE49-F238E27FC236}">
                  <a16:creationId xmlns:a16="http://schemas.microsoft.com/office/drawing/2014/main" id="{FA732ED8-5127-2DEF-E938-D9DBC0CD80D1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1" name="ellipse_2268">
              <a:extLst>
                <a:ext uri="{FF2B5EF4-FFF2-40B4-BE49-F238E27FC236}">
                  <a16:creationId xmlns:a16="http://schemas.microsoft.com/office/drawing/2014/main" id="{4441F2C1-DD8A-3A5B-9C30-49482C3CFA98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2" name="ellipse_2269">
              <a:extLst>
                <a:ext uri="{FF2B5EF4-FFF2-40B4-BE49-F238E27FC236}">
                  <a16:creationId xmlns:a16="http://schemas.microsoft.com/office/drawing/2014/main" id="{2C915FCD-7904-E870-2184-FB0E8CD6CE52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3" name="ellipse_2270">
              <a:extLst>
                <a:ext uri="{FF2B5EF4-FFF2-40B4-BE49-F238E27FC236}">
                  <a16:creationId xmlns:a16="http://schemas.microsoft.com/office/drawing/2014/main" id="{C6B06455-438A-ACF7-9746-4438D3574D7F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4" name="ellipse_2271">
              <a:extLst>
                <a:ext uri="{FF2B5EF4-FFF2-40B4-BE49-F238E27FC236}">
                  <a16:creationId xmlns:a16="http://schemas.microsoft.com/office/drawing/2014/main" id="{8C0D56D1-245B-C812-89DB-D0DAB6869849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5" name="ellipse_2272">
              <a:extLst>
                <a:ext uri="{FF2B5EF4-FFF2-40B4-BE49-F238E27FC236}">
                  <a16:creationId xmlns:a16="http://schemas.microsoft.com/office/drawing/2014/main" id="{9E974A03-00D6-BB33-D94B-55BA03CE914B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6" name="ellipse_2273">
              <a:extLst>
                <a:ext uri="{FF2B5EF4-FFF2-40B4-BE49-F238E27FC236}">
                  <a16:creationId xmlns:a16="http://schemas.microsoft.com/office/drawing/2014/main" id="{13BF07EA-316C-776C-AAF5-C1B119A49C34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7" name="ellipse_2274">
              <a:extLst>
                <a:ext uri="{FF2B5EF4-FFF2-40B4-BE49-F238E27FC236}">
                  <a16:creationId xmlns:a16="http://schemas.microsoft.com/office/drawing/2014/main" id="{12054A0F-7086-40B6-B84E-B092D3ED98AA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8" name="ellipse_2275">
              <a:extLst>
                <a:ext uri="{FF2B5EF4-FFF2-40B4-BE49-F238E27FC236}">
                  <a16:creationId xmlns:a16="http://schemas.microsoft.com/office/drawing/2014/main" id="{F10AC51B-CA7D-9AA5-D0E5-69E0C9EB94F0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9" name="ellipse_2276">
              <a:extLst>
                <a:ext uri="{FF2B5EF4-FFF2-40B4-BE49-F238E27FC236}">
                  <a16:creationId xmlns:a16="http://schemas.microsoft.com/office/drawing/2014/main" id="{7039CEDC-61E8-B28B-333E-AA2E93C89543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0" name="ellipse_2277">
              <a:extLst>
                <a:ext uri="{FF2B5EF4-FFF2-40B4-BE49-F238E27FC236}">
                  <a16:creationId xmlns:a16="http://schemas.microsoft.com/office/drawing/2014/main" id="{D5CC3D1A-A662-8CDE-0050-CC086E91A29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1" name="ellipse_2278">
              <a:extLst>
                <a:ext uri="{FF2B5EF4-FFF2-40B4-BE49-F238E27FC236}">
                  <a16:creationId xmlns:a16="http://schemas.microsoft.com/office/drawing/2014/main" id="{C7863D01-65EE-D948-0BA8-EE16F73D378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2" name="ellipse_2279">
              <a:extLst>
                <a:ext uri="{FF2B5EF4-FFF2-40B4-BE49-F238E27FC236}">
                  <a16:creationId xmlns:a16="http://schemas.microsoft.com/office/drawing/2014/main" id="{CBE1FD0E-2CC7-CC08-BD54-CAC8EF44B297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3" name="ellipse_2280">
              <a:extLst>
                <a:ext uri="{FF2B5EF4-FFF2-40B4-BE49-F238E27FC236}">
                  <a16:creationId xmlns:a16="http://schemas.microsoft.com/office/drawing/2014/main" id="{3617DBD3-0891-88B0-8942-88EAA33306B8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4" name="ellipse_2281">
              <a:extLst>
                <a:ext uri="{FF2B5EF4-FFF2-40B4-BE49-F238E27FC236}">
                  <a16:creationId xmlns:a16="http://schemas.microsoft.com/office/drawing/2014/main" id="{7DD60AFB-A1AF-CD64-0589-1EEBBDC19CC0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5" name="ellipse_2282">
              <a:extLst>
                <a:ext uri="{FF2B5EF4-FFF2-40B4-BE49-F238E27FC236}">
                  <a16:creationId xmlns:a16="http://schemas.microsoft.com/office/drawing/2014/main" id="{7D37AF8E-1E51-3281-5B11-8989E87018E8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6" name="ellipse_2283">
              <a:extLst>
                <a:ext uri="{FF2B5EF4-FFF2-40B4-BE49-F238E27FC236}">
                  <a16:creationId xmlns:a16="http://schemas.microsoft.com/office/drawing/2014/main" id="{6C4C9841-4E1E-0D69-4A93-F065A4D9687C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7" name="ellipse_2284">
              <a:extLst>
                <a:ext uri="{FF2B5EF4-FFF2-40B4-BE49-F238E27FC236}">
                  <a16:creationId xmlns:a16="http://schemas.microsoft.com/office/drawing/2014/main" id="{E778E66A-8331-D792-E8FF-23567715713E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8" name="ellipse_2285">
              <a:extLst>
                <a:ext uri="{FF2B5EF4-FFF2-40B4-BE49-F238E27FC236}">
                  <a16:creationId xmlns:a16="http://schemas.microsoft.com/office/drawing/2014/main" id="{C09548FA-F400-7E86-978A-6A0A62EF7EA4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9" name="ellipse_2286">
              <a:extLst>
                <a:ext uri="{FF2B5EF4-FFF2-40B4-BE49-F238E27FC236}">
                  <a16:creationId xmlns:a16="http://schemas.microsoft.com/office/drawing/2014/main" id="{4AF51FED-88DF-2C58-6C13-3A9CB736535D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0" name="ellipse_2287">
              <a:extLst>
                <a:ext uri="{FF2B5EF4-FFF2-40B4-BE49-F238E27FC236}">
                  <a16:creationId xmlns:a16="http://schemas.microsoft.com/office/drawing/2014/main" id="{972C9A22-790A-19A0-3EE0-8EFC3C46AB07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1" name="ellipse_2288">
              <a:extLst>
                <a:ext uri="{FF2B5EF4-FFF2-40B4-BE49-F238E27FC236}">
                  <a16:creationId xmlns:a16="http://schemas.microsoft.com/office/drawing/2014/main" id="{3D34E7C8-2BEB-E157-9366-69A350843A92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2" name="ellipse_2289">
              <a:extLst>
                <a:ext uri="{FF2B5EF4-FFF2-40B4-BE49-F238E27FC236}">
                  <a16:creationId xmlns:a16="http://schemas.microsoft.com/office/drawing/2014/main" id="{C1B8A1E6-9ECD-6D09-6A72-D873D4ECB8F3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3" name="ellipse_2290">
              <a:extLst>
                <a:ext uri="{FF2B5EF4-FFF2-40B4-BE49-F238E27FC236}">
                  <a16:creationId xmlns:a16="http://schemas.microsoft.com/office/drawing/2014/main" id="{197ABEC0-6418-A472-40BB-09F213671F8B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4" name="ellipse_2291">
              <a:extLst>
                <a:ext uri="{FF2B5EF4-FFF2-40B4-BE49-F238E27FC236}">
                  <a16:creationId xmlns:a16="http://schemas.microsoft.com/office/drawing/2014/main" id="{7C4336BA-7172-BAFF-46D7-49EF9B6E588E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5" name="ellipse_2292">
              <a:extLst>
                <a:ext uri="{FF2B5EF4-FFF2-40B4-BE49-F238E27FC236}">
                  <a16:creationId xmlns:a16="http://schemas.microsoft.com/office/drawing/2014/main" id="{70DEEB2C-3827-0F02-21AA-EA0E5A6F9F2E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6" name="ellipse_2293">
              <a:extLst>
                <a:ext uri="{FF2B5EF4-FFF2-40B4-BE49-F238E27FC236}">
                  <a16:creationId xmlns:a16="http://schemas.microsoft.com/office/drawing/2014/main" id="{26E1CE8D-D081-6157-1618-AABE0DB1EDC7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7" name="ellipse_2294">
              <a:extLst>
                <a:ext uri="{FF2B5EF4-FFF2-40B4-BE49-F238E27FC236}">
                  <a16:creationId xmlns:a16="http://schemas.microsoft.com/office/drawing/2014/main" id="{AD976E07-C5AE-A0F8-725A-DCFDEE0BABF3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8" name="ellipse_2295">
              <a:extLst>
                <a:ext uri="{FF2B5EF4-FFF2-40B4-BE49-F238E27FC236}">
                  <a16:creationId xmlns:a16="http://schemas.microsoft.com/office/drawing/2014/main" id="{DD05A4F6-8A17-88A2-5943-8D95F1D90561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9" name="ellipse_2296">
              <a:extLst>
                <a:ext uri="{FF2B5EF4-FFF2-40B4-BE49-F238E27FC236}">
                  <a16:creationId xmlns:a16="http://schemas.microsoft.com/office/drawing/2014/main" id="{F9EAA4E7-A0DF-94F2-C3E4-9F3C50FC4FC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0" name="ellipse_2297">
              <a:extLst>
                <a:ext uri="{FF2B5EF4-FFF2-40B4-BE49-F238E27FC236}">
                  <a16:creationId xmlns:a16="http://schemas.microsoft.com/office/drawing/2014/main" id="{AAFE1DF8-AFB8-32D9-8C4A-AC59C48E4D5C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1" name="ellipse_2298">
              <a:extLst>
                <a:ext uri="{FF2B5EF4-FFF2-40B4-BE49-F238E27FC236}">
                  <a16:creationId xmlns:a16="http://schemas.microsoft.com/office/drawing/2014/main" id="{08351075-568A-2CE4-EB86-6C2764FF41DA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2" name="ellipse_2299">
              <a:extLst>
                <a:ext uri="{FF2B5EF4-FFF2-40B4-BE49-F238E27FC236}">
                  <a16:creationId xmlns:a16="http://schemas.microsoft.com/office/drawing/2014/main" id="{2D073169-7852-F10D-6BFC-AA912F86DFAC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3" name="ellipse_2300">
              <a:extLst>
                <a:ext uri="{FF2B5EF4-FFF2-40B4-BE49-F238E27FC236}">
                  <a16:creationId xmlns:a16="http://schemas.microsoft.com/office/drawing/2014/main" id="{E3CE4D72-E951-2AB9-6BA2-925380B464B0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4" name="ellipse_2301">
              <a:extLst>
                <a:ext uri="{FF2B5EF4-FFF2-40B4-BE49-F238E27FC236}">
                  <a16:creationId xmlns:a16="http://schemas.microsoft.com/office/drawing/2014/main" id="{1C0C7E08-1F08-10E3-64B0-BCF55164889E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5" name="ellipse_2302">
              <a:extLst>
                <a:ext uri="{FF2B5EF4-FFF2-40B4-BE49-F238E27FC236}">
                  <a16:creationId xmlns:a16="http://schemas.microsoft.com/office/drawing/2014/main" id="{35D6AF95-D0DB-EBC5-5AA3-57963DC0108B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6" name="ellipse_2303">
              <a:extLst>
                <a:ext uri="{FF2B5EF4-FFF2-40B4-BE49-F238E27FC236}">
                  <a16:creationId xmlns:a16="http://schemas.microsoft.com/office/drawing/2014/main" id="{73E71806-192C-055E-3DCF-12CBF86FB1EF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7" name="ellipse_2304">
              <a:extLst>
                <a:ext uri="{FF2B5EF4-FFF2-40B4-BE49-F238E27FC236}">
                  <a16:creationId xmlns:a16="http://schemas.microsoft.com/office/drawing/2014/main" id="{86007247-D7C3-7D98-6CE2-11B1D4CC0EB3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8" name="ellipse_2305">
              <a:extLst>
                <a:ext uri="{FF2B5EF4-FFF2-40B4-BE49-F238E27FC236}">
                  <a16:creationId xmlns:a16="http://schemas.microsoft.com/office/drawing/2014/main" id="{D4179FDF-49BE-BA4B-89B9-E66F7F110C85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9" name="ellipse_2306">
              <a:extLst>
                <a:ext uri="{FF2B5EF4-FFF2-40B4-BE49-F238E27FC236}">
                  <a16:creationId xmlns:a16="http://schemas.microsoft.com/office/drawing/2014/main" id="{48412C41-3C16-DD70-7A94-250DF10CACB6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0" name="ellipse_2307">
              <a:extLst>
                <a:ext uri="{FF2B5EF4-FFF2-40B4-BE49-F238E27FC236}">
                  <a16:creationId xmlns:a16="http://schemas.microsoft.com/office/drawing/2014/main" id="{C5143DB6-743C-B66F-D40F-A0FDE4760BEF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1" name="ellipse_2308">
              <a:extLst>
                <a:ext uri="{FF2B5EF4-FFF2-40B4-BE49-F238E27FC236}">
                  <a16:creationId xmlns:a16="http://schemas.microsoft.com/office/drawing/2014/main" id="{E3DDAD64-BBB6-1104-D847-E3E76181934F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2" name="ellipse_2309">
              <a:extLst>
                <a:ext uri="{FF2B5EF4-FFF2-40B4-BE49-F238E27FC236}">
                  <a16:creationId xmlns:a16="http://schemas.microsoft.com/office/drawing/2014/main" id="{E38EA753-EDF6-0DD6-E6E9-5702A0B893B3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3" name="ellipse_2310">
              <a:extLst>
                <a:ext uri="{FF2B5EF4-FFF2-40B4-BE49-F238E27FC236}">
                  <a16:creationId xmlns:a16="http://schemas.microsoft.com/office/drawing/2014/main" id="{2FFCC27D-3E9A-99B1-990D-D43ED24A4089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4" name="ellipse_2311">
              <a:extLst>
                <a:ext uri="{FF2B5EF4-FFF2-40B4-BE49-F238E27FC236}">
                  <a16:creationId xmlns:a16="http://schemas.microsoft.com/office/drawing/2014/main" id="{4BCDD434-5423-8744-2313-6E5257C55799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5" name="ellipse_2312">
              <a:extLst>
                <a:ext uri="{FF2B5EF4-FFF2-40B4-BE49-F238E27FC236}">
                  <a16:creationId xmlns:a16="http://schemas.microsoft.com/office/drawing/2014/main" id="{6346EFBB-6261-E524-F774-855E1F985380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6" name="ellipse_2313">
              <a:extLst>
                <a:ext uri="{FF2B5EF4-FFF2-40B4-BE49-F238E27FC236}">
                  <a16:creationId xmlns:a16="http://schemas.microsoft.com/office/drawing/2014/main" id="{C006413C-EC86-1E47-9E99-D1580C2E3614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7" name="ellipse_2314">
              <a:extLst>
                <a:ext uri="{FF2B5EF4-FFF2-40B4-BE49-F238E27FC236}">
                  <a16:creationId xmlns:a16="http://schemas.microsoft.com/office/drawing/2014/main" id="{6FFF3B98-FE59-6071-A537-F3E8022E2E93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8" name="ellipse_2315">
              <a:extLst>
                <a:ext uri="{FF2B5EF4-FFF2-40B4-BE49-F238E27FC236}">
                  <a16:creationId xmlns:a16="http://schemas.microsoft.com/office/drawing/2014/main" id="{910423FF-ACE9-B6B5-671D-7D011550A527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2316">
              <a:extLst>
                <a:ext uri="{FF2B5EF4-FFF2-40B4-BE49-F238E27FC236}">
                  <a16:creationId xmlns:a16="http://schemas.microsoft.com/office/drawing/2014/main" id="{FDD6706A-0D35-546D-DEC2-49F40EF69EA4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2317">
              <a:extLst>
                <a:ext uri="{FF2B5EF4-FFF2-40B4-BE49-F238E27FC236}">
                  <a16:creationId xmlns:a16="http://schemas.microsoft.com/office/drawing/2014/main" id="{B89D60B7-D934-CD15-7589-C4465545FF6B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2318">
              <a:extLst>
                <a:ext uri="{FF2B5EF4-FFF2-40B4-BE49-F238E27FC236}">
                  <a16:creationId xmlns:a16="http://schemas.microsoft.com/office/drawing/2014/main" id="{CFE5D82E-CAAB-A38B-F8E0-2F0554CBC096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2319">
              <a:extLst>
                <a:ext uri="{FF2B5EF4-FFF2-40B4-BE49-F238E27FC236}">
                  <a16:creationId xmlns:a16="http://schemas.microsoft.com/office/drawing/2014/main" id="{83398342-48E8-D135-3FD1-B26887E19A65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3" name="Voxel-to-point fusion">
            <a:extLst>
              <a:ext uri="{FF2B5EF4-FFF2-40B4-BE49-F238E27FC236}">
                <a16:creationId xmlns:a16="http://schemas.microsoft.com/office/drawing/2014/main" id="{4B09A963-E0DD-99D8-6981-3F1072C103F1}"/>
              </a:ext>
            </a:extLst>
          </p:cNvPr>
          <p:cNvSpPr>
            <a:spLocks noGrp="1"/>
          </p:cNvSpPr>
          <p:nvPr/>
        </p:nvSpPr>
        <p:spPr>
          <a:xfrm>
            <a:off x="3012660" y="880241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4" name="Voxel-to-point fusion | arrowhead">
            <a:extLst>
              <a:ext uri="{FF2B5EF4-FFF2-40B4-BE49-F238E27FC236}">
                <a16:creationId xmlns:a16="http://schemas.microsoft.com/office/drawing/2014/main" id="{7425A5C2-1D05-AAC6-505F-B6929033C762}"/>
              </a:ext>
            </a:extLst>
          </p:cNvPr>
          <p:cNvSpPr>
            <a:spLocks noGrp="1"/>
          </p:cNvSpPr>
          <p:nvPr/>
        </p:nvSpPr>
        <p:spPr>
          <a:xfrm>
            <a:off x="3003616" y="1171609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5" name="Voxel-to-point fusion">
            <a:extLst>
              <a:ext uri="{FF2B5EF4-FFF2-40B4-BE49-F238E27FC236}">
                <a16:creationId xmlns:a16="http://schemas.microsoft.com/office/drawing/2014/main" id="{66955A30-2204-2769-C099-433F4F7203C8}"/>
              </a:ext>
            </a:extLst>
          </p:cNvPr>
          <p:cNvSpPr>
            <a:spLocks noGrp="1"/>
          </p:cNvSpPr>
          <p:nvPr/>
        </p:nvSpPr>
        <p:spPr>
          <a:xfrm>
            <a:off x="3922673" y="878388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6" name="Voxel-to-point fusion | arrowhead">
            <a:extLst>
              <a:ext uri="{FF2B5EF4-FFF2-40B4-BE49-F238E27FC236}">
                <a16:creationId xmlns:a16="http://schemas.microsoft.com/office/drawing/2014/main" id="{E43614B7-73E2-C7A0-3A75-BFA6199A1701}"/>
              </a:ext>
            </a:extLst>
          </p:cNvPr>
          <p:cNvSpPr>
            <a:spLocks noGrp="1"/>
          </p:cNvSpPr>
          <p:nvPr/>
        </p:nvSpPr>
        <p:spPr>
          <a:xfrm>
            <a:off x="3913629" y="116975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7" name="Voxel-to-point fusion">
            <a:extLst>
              <a:ext uri="{FF2B5EF4-FFF2-40B4-BE49-F238E27FC236}">
                <a16:creationId xmlns:a16="http://schemas.microsoft.com/office/drawing/2014/main" id="{DD6EB5BF-E3B9-4AB8-9D9F-4A7C028E9B72}"/>
              </a:ext>
            </a:extLst>
          </p:cNvPr>
          <p:cNvSpPr>
            <a:spLocks noGrp="1"/>
          </p:cNvSpPr>
          <p:nvPr/>
        </p:nvSpPr>
        <p:spPr>
          <a:xfrm>
            <a:off x="4226018" y="875292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8" name="Voxel-to-point fusion | arrowhead">
            <a:extLst>
              <a:ext uri="{FF2B5EF4-FFF2-40B4-BE49-F238E27FC236}">
                <a16:creationId xmlns:a16="http://schemas.microsoft.com/office/drawing/2014/main" id="{9DF5DD5B-15CD-D977-95C5-E78BF6656265}"/>
              </a:ext>
            </a:extLst>
          </p:cNvPr>
          <p:cNvSpPr>
            <a:spLocks noGrp="1"/>
          </p:cNvSpPr>
          <p:nvPr/>
        </p:nvSpPr>
        <p:spPr>
          <a:xfrm>
            <a:off x="4216975" y="1166660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1999" name="连接符: 肘形 569">
            <a:extLst>
              <a:ext uri="{FF2B5EF4-FFF2-40B4-BE49-F238E27FC236}">
                <a16:creationId xmlns:a16="http://schemas.microsoft.com/office/drawing/2014/main" id="{1BE2B009-E1C5-2C5C-2BCD-82A6A62E49EC}"/>
              </a:ext>
            </a:extLst>
          </p:cNvPr>
          <p:cNvCxnSpPr>
            <a:cxnSpLocks/>
          </p:cNvCxnSpPr>
          <p:nvPr/>
        </p:nvCxnSpPr>
        <p:spPr>
          <a:xfrm flipV="1">
            <a:off x="2571949" y="1289054"/>
            <a:ext cx="325996" cy="106954"/>
          </a:xfrm>
          <a:prstGeom prst="bentConnector3">
            <a:avLst>
              <a:gd name="adj1" fmla="val 83601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  <p:grpSp>
        <p:nvGrpSpPr>
          <p:cNvPr id="2000" name="Arrow | shared_input → find_density">
            <a:extLst>
              <a:ext uri="{FF2B5EF4-FFF2-40B4-BE49-F238E27FC236}">
                <a16:creationId xmlns:a16="http://schemas.microsoft.com/office/drawing/2014/main" id="{E225BFF1-E8B4-D5A5-4F95-FE484FB74D08}"/>
              </a:ext>
            </a:extLst>
          </p:cNvPr>
          <p:cNvGrpSpPr/>
          <p:nvPr/>
        </p:nvGrpSpPr>
        <p:grpSpPr>
          <a:xfrm>
            <a:off x="2045298" y="542254"/>
            <a:ext cx="124645" cy="20837"/>
            <a:chOff x="959220" y="757422"/>
            <a:chExt cx="174105" cy="29105"/>
          </a:xfrm>
        </p:grpSpPr>
        <p:cxnSp>
          <p:nvCxnSpPr>
            <p:cNvPr id="2001" name="Arrow | shared_input → find_density | path">
              <a:extLst>
                <a:ext uri="{FF2B5EF4-FFF2-40B4-BE49-F238E27FC236}">
                  <a16:creationId xmlns:a16="http://schemas.microsoft.com/office/drawing/2014/main" id="{F30B4445-4DED-3C79-85E4-46233916FF14}"/>
                </a:ext>
              </a:extLst>
            </p:cNvPr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2" name="Arrow | shared_input → find_density | editable arrowhead">
              <a:extLst>
                <a:ext uri="{FF2B5EF4-FFF2-40B4-BE49-F238E27FC236}">
                  <a16:creationId xmlns:a16="http://schemas.microsoft.com/office/drawing/2014/main" id="{DE325CFF-F12D-F815-216B-225667997DB5}"/>
                </a:ext>
              </a:extLst>
            </p:cNvPr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03" name="Arrow 56">
            <a:extLst>
              <a:ext uri="{FF2B5EF4-FFF2-40B4-BE49-F238E27FC236}">
                <a16:creationId xmlns:a16="http://schemas.microsoft.com/office/drawing/2014/main" id="{E02DD7B0-AF91-A31E-8E21-3A4E0A7DEB77}"/>
              </a:ext>
            </a:extLst>
          </p:cNvPr>
          <p:cNvSpPr>
            <a:spLocks noGrp="1"/>
          </p:cNvSpPr>
          <p:nvPr/>
        </p:nvSpPr>
        <p:spPr>
          <a:xfrm>
            <a:off x="3815547" y="2682497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2004" name="Arrow 56 | proportional arrowhead">
            <a:extLst>
              <a:ext uri="{FF2B5EF4-FFF2-40B4-BE49-F238E27FC236}">
                <a16:creationId xmlns:a16="http://schemas.microsoft.com/office/drawing/2014/main" id="{BB2A553E-6157-AB0C-0937-E9B2ED8BEB4F}"/>
              </a:ext>
            </a:extLst>
          </p:cNvPr>
          <p:cNvSpPr/>
          <p:nvPr/>
        </p:nvSpPr>
        <p:spPr>
          <a:xfrm>
            <a:off x="3808394" y="2694757"/>
            <a:ext cx="14305" cy="18390"/>
          </a:xfrm>
          <a:custGeom>
            <a:avLst/>
            <a:gdLst/>
            <a:ahLst/>
            <a:cxnLst/>
            <a:rect l="0" t="0" r="0" b="0"/>
            <a:pathLst>
              <a:path w="66675" h="85725">
                <a:moveTo>
                  <a:pt x="33338" y="85725"/>
                </a:moveTo>
                <a:lnTo>
                  <a:pt x="66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2B887C"/>
          </a:solidFill>
          <a:ln w="1">
            <a:noFill/>
          </a:ln>
        </p:spPr>
      </p:sp>
      <p:sp>
        <p:nvSpPr>
          <p:cNvPr id="2005" name="Atom encoding to point input | arrowhead">
            <a:extLst>
              <a:ext uri="{FF2B5EF4-FFF2-40B4-BE49-F238E27FC236}">
                <a16:creationId xmlns:a16="http://schemas.microsoft.com/office/drawing/2014/main" id="{BEB38505-637B-D3AE-A7DA-6A5C3BFAC485}"/>
              </a:ext>
            </a:extLst>
          </p:cNvPr>
          <p:cNvSpPr>
            <a:spLocks noGrp="1"/>
          </p:cNvSpPr>
          <p:nvPr/>
        </p:nvSpPr>
        <p:spPr>
          <a:xfrm>
            <a:off x="2893015" y="1238638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3749798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/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6" name="Match continuous input boundary">
              <a:extLst>
                <a:ext uri="{FF2B5EF4-FFF2-40B4-BE49-F238E27FC236}">
                  <a16:creationId xmlns:a16="http://schemas.microsoft.com/office/drawing/2014/main" id="{1534F5B1-FA5F-4DBD-B108-CAA8E98D90CE}"/>
                </a:ext>
              </a:extLst>
            </p:cNvPr>
            <p:cNvSpPr>
              <a:spLocks noGrp="1"/>
            </p:cNvSpPr>
            <p:nvPr/>
          </p:nvSpPr>
          <p:spPr>
            <a:xfrm>
              <a:off x="1246823" y="5281613"/>
              <a:ext cx="3163253" cy="2511743"/>
            </a:xfrm>
            <a:custGeom>
              <a:avLst/>
              <a:gdLst/>
              <a:ahLst/>
              <a:cxnLst/>
              <a:rect l="0" t="0" r="0" b="0"/>
              <a:pathLst>
                <a:path w="3163253" h="2511743">
                  <a:moveTo>
                    <a:pt x="76200" y="0"/>
                  </a:moveTo>
                  <a:lnTo>
                    <a:pt x="2100263" y="0"/>
                  </a:lnTo>
                  <a:cubicBezTo>
                    <a:pt x="2143125" y="0"/>
                    <a:pt x="2176463" y="33338"/>
                    <a:pt x="2176463" y="76200"/>
                  </a:cubicBezTo>
                  <a:lnTo>
                    <a:pt x="2176463" y="1066800"/>
                  </a:lnTo>
                  <a:cubicBezTo>
                    <a:pt x="2176463" y="1157288"/>
                    <a:pt x="2247900" y="1225868"/>
                    <a:pt x="2338388" y="1225868"/>
                  </a:cubicBezTo>
                  <a:lnTo>
                    <a:pt x="3087053" y="1225868"/>
                  </a:lnTo>
                  <a:cubicBezTo>
                    <a:pt x="3128963" y="1225868"/>
                    <a:pt x="3163253" y="1260158"/>
                    <a:pt x="3163253" y="1302068"/>
                  </a:cubicBezTo>
                  <a:lnTo>
                    <a:pt x="3163253" y="2435543"/>
                  </a:lnTo>
                  <a:cubicBezTo>
                    <a:pt x="3163253" y="2478405"/>
                    <a:pt x="3128963" y="2511743"/>
                    <a:pt x="3087053" y="2511743"/>
                  </a:cubicBezTo>
                  <a:lnTo>
                    <a:pt x="76200" y="2511743"/>
                  </a:lnTo>
                  <a:cubicBezTo>
                    <a:pt x="33338" y="2511743"/>
                    <a:pt x="0" y="2478405"/>
                    <a:pt x="0" y="2435543"/>
                  </a:cubicBezTo>
                  <a:lnTo>
                    <a:pt x="0" y="76200"/>
                  </a:lnTo>
                  <a:cubicBezTo>
                    <a:pt x="0" y="33338"/>
                    <a:pt x="33338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7290">
              <a:solidFill>
                <a:srgbClr val="B6CEC5"/>
              </a:solidFill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5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10687" y="418240"/>
            <a:ext cx="425669" cy="506264"/>
            <a:chOff x="496477" y="1485900"/>
            <a:chExt cx="1521646" cy="1809750"/>
          </a:xfrm>
        </p:grpSpPr>
        <p:sp>
          <p:nvSpPr>
            <p:cNvPr id="16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4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5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8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1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1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3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6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7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8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9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0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1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3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4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5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6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8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0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2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3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4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5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6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7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8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9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80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1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3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5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6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7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8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9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0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1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2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4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5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6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9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1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3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4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5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0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2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3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4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5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6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7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8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9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0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1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2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3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4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5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6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7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8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9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0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1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2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3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4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5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6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7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0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1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2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3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5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6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8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9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0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3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4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5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6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7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8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9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0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1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2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3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4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5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6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9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0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1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2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3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5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6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9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0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1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3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4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6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7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8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0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1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3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4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5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6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7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8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9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0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2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3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4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5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6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7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8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9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30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1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2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3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4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06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07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8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9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0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1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2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3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14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5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6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7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8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9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0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1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2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3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24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5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6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27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8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9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0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31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2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3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4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35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36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7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8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9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0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1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2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3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44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5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46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7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8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49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50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1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2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3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54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5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56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7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8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9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0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1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2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3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64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65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66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7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8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9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0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71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2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73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4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5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76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77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78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9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3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4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5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6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7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8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9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0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1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2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13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14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15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6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7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8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9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0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1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2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23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4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25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26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7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8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9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0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1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2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3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4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5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6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7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8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39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0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1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2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43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44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5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6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7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8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9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0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1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2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3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4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5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6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7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8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6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1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2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3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4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5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6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7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8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9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0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1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2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93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4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5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6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97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8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9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0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1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2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03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04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5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6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7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8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9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0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1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12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3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14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5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6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7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8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9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0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21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22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3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4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5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526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1001313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476322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513676" y="3413346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772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351941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42290" y="1154249"/>
            <a:ext cx="490063" cy="238146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967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404224" y="1091756"/>
            <a:ext cx="312525" cy="371664"/>
            <a:chOff x="496477" y="1485900"/>
            <a:chExt cx="1521646" cy="1809750"/>
          </a:xfrm>
        </p:grpSpPr>
        <p:sp>
          <p:nvSpPr>
            <p:cNvPr id="968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69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0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1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2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3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4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75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6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7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8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9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0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1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2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83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84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5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86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7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88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9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0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1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2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3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4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5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6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7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5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6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7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8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9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0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11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12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3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4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15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6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7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8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9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0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1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2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3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24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5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6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27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8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9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0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1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32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3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34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35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6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7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38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9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40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1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2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3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44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5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46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7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8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9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0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51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2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3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54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5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56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7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8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9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0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1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62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63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4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65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6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7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8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9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0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1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2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3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4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75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6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7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8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79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0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1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2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3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84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85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6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87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8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9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0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1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2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93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4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95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96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7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8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9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0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01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2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3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04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05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6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7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8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9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0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1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12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3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4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15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6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17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8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9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0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1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2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23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24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25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6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27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8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9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0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1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32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3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4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35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36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7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8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9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0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1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42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3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4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45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6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47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8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9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0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1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2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53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54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5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6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7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8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9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0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1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2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3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4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65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66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7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8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9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0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1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2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3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4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75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76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7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8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9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80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1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2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83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84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5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6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/>
          <p:cNvGrpSpPr/>
          <p:nvPr/>
        </p:nvGrpSpPr>
        <p:grpSpPr>
          <a:xfrm>
            <a:off x="823347" y="284723"/>
            <a:ext cx="4497322" cy="3967446"/>
            <a:chOff x="1936337" y="669608"/>
            <a:chExt cx="10576750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EF36BE7-C5D3-4850-91ED-59525EF6D71B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5A70DC59-A515-4654-A616-0FF92F9A3D3E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3602A3D0-493C-4929-B975-3F3E8D12DF80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969FC965-BD9C-4C1B-BF09-76633A461723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62FCC329-CCF5-4465-9D2E-3857FC42314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D70F9D26-FA06-43AB-BD8E-9AFBB5B8BD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5AA182E0-D4B3-4465-945E-290698A94EC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14A27BEB-4492-42CA-956D-20E6E43193D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9DF6DA11-B9E6-4A2F-BDE3-F4228072F156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9E970DB5-885D-420D-925B-4909EC27B93F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7F5D1F8F-D74E-4432-90A2-1C00E2A4FD13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34BE8E40-B9AA-48E9-9E0D-FF35C45BE2A9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5B11BC19-5E44-410F-B9BB-6F9FDB6601D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349B5915-B4B5-4AC4-B7AC-1B798A4907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9D4D7E4-678B-4219-B75C-D26BF0B548E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2E5B769-2786-4A09-A75B-FF9A234636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5965EE49-4332-44D9-93E3-A3E953A7659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39B9295B-7FBD-4E81-881C-03DB03744D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400FCF19-94E5-4266-B534-A1BEFAA69E4A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C824DE55-B096-47AD-AA4D-4BF709A88C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0903F776-28B4-4D11-BDAB-03322CD92C3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582F41AD-2C63-4DDB-ABDC-10EBE566F12E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16A20B0E-9969-41C7-8D68-B03B219EE85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8856BA63-58CC-4BE8-9187-355140C1126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EC360ED-6A99-45D5-9E3D-883544709BA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3ABCF88B-6F87-49B5-B187-ECD91092357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9580C2A9-45FE-48FD-BFAA-848575663A22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A7097541-C558-4548-BC5B-3A4C62BBF4A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71D68110-2F5E-4911-8B2D-7D619EB757D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9C415475-263D-491F-821D-92C9EC8977E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E1E238C7-17CC-413C-9BFA-3A84CCE978A4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7402C6FC-DB5A-4A40-8D06-E9DEE21048B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31C0911-1C0D-440F-A91B-CC76E339A5B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BFD0848C-9520-4F28-AF79-4E6B8D0C713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F729437F-9854-427C-B8A2-88D96123C63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D802343-B505-4E00-84AD-884919EF0767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6FAF6252-F4ED-4710-B328-C463373B55D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18185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69CCB4D-8C4A-475D-83CD-98420BC6FF35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18185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CE3A8E2-D620-46F2-8506-35E0426E1EA6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18185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479DD8D6-B498-4371-B5D0-E71EAA40B3BE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18185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681AC12-8626-4955-A167-DC3C77CC7C91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18185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D48DD11A-03EE-4044-A923-07AB91E65B5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18185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EE479000-6820-48C7-B0BD-09880097134D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18185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97CF9A1A-5F61-4EE9-A5DA-7362A0CE09C7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18185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F9CFE97F-0C10-47A5-A172-670DFB7EF3B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614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43E97634-E1C9-4530-979A-52B84840386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614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33CE4B75-593B-4B96-8AEC-4AD48BB013EA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614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89DC42E6-5EC6-48F4-B8C5-1FB61DAFA8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614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45B0BC35-3F59-4552-85A1-BF19EF8B277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614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78B0CEB7-DE27-4E41-9A2F-A68C175B39E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614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858CE4B2-85E6-4A99-A859-A7DDDF0B68B2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614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560418F1-A4DD-441E-A5D8-428FE310B2C2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614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06A1DC34-79C4-4A23-B160-C9B35B6275CC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3044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EF0B22B1-C3CC-4A91-8BBE-4CC5AC9ECD9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3044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0BE4DC0A-04CD-4256-9DC3-E681FDB5CBC7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3044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E3A829BE-6122-42DD-BF91-43BB618D467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3044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6902DAD-356A-4C83-AC6B-755DA239E87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3044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B5CD6935-F11E-404A-8F05-1D8043A03F00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3044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0A08C0C4-22C4-46F0-A9A7-6336879D925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3044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EC8118F-C355-407E-9971-9FFF8C53B4E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3044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B4EFB6F1-B3CC-4637-85C9-8B15DE7ED11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473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809E675F-6332-4596-B09B-C91EC64A0338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473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349A2476-1C6E-4070-A7E0-F84C1D3E903E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473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95202091-A3C4-47F4-A214-46243DB4A478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473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5902AA90-1419-48FD-B2EB-5811163787B5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473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F4944DD5-804E-460F-B168-9D06820152D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473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41840305-449F-4EE9-BB7C-5B4BD4DF029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473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55D0A30B-A411-41E9-9A42-5045C59DA5B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473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A6B091D2-212C-4538-ACF6-4ECB5DC06574}"/>
                </a:ext>
              </a:extLst>
            </p:cNvPr>
            <p:cNvSpPr>
              <a:spLocks noGrp="1"/>
            </p:cNvSpPr>
            <p:nvPr/>
          </p:nvSpPr>
          <p:spPr>
            <a:xfrm>
              <a:off x="11700510" y="1452563"/>
              <a:ext cx="57150" cy="57150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8EEE245D-8F6B-4F62-A967-14990D9BF733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1A8E6132-A8D9-48C9-8B0B-ADB0BA1AA8B0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2102C443-5BCF-4E6C-8ED1-1380D19A5B4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C0BA6E0F-53CD-47FD-99DA-A1F4DE23B45B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28A89AB5-6458-48CB-A5E6-1A54AB04F613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A405D209-A784-4649-9438-D44FB554C9D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4C07412-3C3F-4CA5-B3D2-0F36A68A2BEC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B1C398E9-B215-4AEF-98BB-A03726805508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6" name="Find density encoded">
              <a:extLst>
                <a:ext uri="{FF2B5EF4-FFF2-40B4-BE49-F238E27FC236}">
                  <a16:creationId xmlns:a16="http://schemas.microsoft.com/office/drawing/2014/main" id="{4214F23D-4EB9-49FE-A606-8D8F3941C2AE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1544003"/>
              <a:ext cx="97823" cy="190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7" name="Find density encoded head">
              <a:extLst>
                <a:ext uri="{FF2B5EF4-FFF2-40B4-BE49-F238E27FC236}">
                  <a16:creationId xmlns:a16="http://schemas.microsoft.com/office/drawing/2014/main" id="{8604F731-767E-4DB7-BFA2-3C82B0879B68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277D47F8-610B-4D84-BA59-8DE270256EE3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6487211C-F692-4CEE-A722-96E4892B5BFF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0" name="Find receptor encoded">
              <a:extLst>
                <a:ext uri="{FF2B5EF4-FFF2-40B4-BE49-F238E27FC236}">
                  <a16:creationId xmlns:a16="http://schemas.microsoft.com/office/drawing/2014/main" id="{65FD8D26-FD67-4D16-9ECF-F05B0C0CB95D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3107055"/>
              <a:ext cx="97822" cy="191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1" name="Find receptor encoded head">
              <a:extLst>
                <a:ext uri="{FF2B5EF4-FFF2-40B4-BE49-F238E27FC236}">
                  <a16:creationId xmlns:a16="http://schemas.microsoft.com/office/drawing/2014/main" id="{C2DC69E1-0BA8-4401-8E4F-38B48F7F2D96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7B12D1FF-FF41-475A-9F4F-A19D7ACC2032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A67A7FAA-820E-4EAA-8C4B-4A9A339C765B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9ED1AE50-036E-4C79-98C6-0AF40A80AC0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6C164B7C-DD82-434C-827B-5A77537BF102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EDC7F2DB-28D9-4CA2-AE32-9160CBB67D90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254C8982-D1E9-41D3-B995-72C04BD74E5E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990C8C9D-5AD9-4399-A7C6-3E36AFC99F45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C29F6875-BC03-4E61-840C-A7351057CDB3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13F9F1CD-5445-4920-B693-1F5D2FDFEA1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E528FB9C-EE47-4379-A616-E0B7595C0FD7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DCDED4D9-647E-4406-ABA8-CD294CCDF383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F5858A24-0247-42A0-8277-09B274AA6C38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E2A96CF6-9586-4065-A888-DD2768819E93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17B888F2-6540-4D4B-8454-093A36BCD2DA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5FD0FC1E-A2E0-447C-8976-15C0C6554D7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A92BFDAA-B302-43F2-BE6F-D9BDDB4A3BFA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79C3430-D458-498F-85CC-DE83994A19C0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178DE55-003E-47FF-BE8B-3D0261EA0C56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26397243-B075-4E9D-8985-7301777A347E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A7267017-8A14-42EC-8A9D-54A54824B471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6E26F32B-352E-40C8-B988-935DDD104ACA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8E6C4921-A0F8-4CF6-BA2D-437FBB3D8CF0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F346257-227D-4AC5-B6AF-F31598D24DC4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164F017E-D245-47BC-AB07-FA0FACB5C258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5CA18EF3-6160-430A-B70C-589F37B89540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AAD5489E-F6DC-46C4-BE6B-CE6E8CD8BE68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576EEB9F-FDCD-4A4E-9F6E-62D651C79469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B8456FCB-2D8D-48BA-BBF5-EFC0546D99AC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C5ED9E6C-8763-4EE6-B5EE-BA86CBA6412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E7E8F900-B2AE-4D26-9F46-E0D19AD9F40F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72C27DF9-4567-4793-84C9-EF83BCF9557A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AD4DC57D-9834-47B8-B404-B73E062447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414D8CCB-8CE0-45D4-AC3F-4FC48C9E8CC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5873D13C-E7E8-4FE5-A55C-4D5AC39B6A34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A88350D8-0052-46AC-945C-852F7CC24216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C174510E-2B24-46C2-8D08-D0C7AA4C955B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1977E209-6A23-4758-90B6-725697E17F53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3A31A365-AADD-4F05-AF58-3E682D0D9364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3D5DF29F-B349-4119-8346-C60E46FDB616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A617F94B-9413-4C54-90E3-42393764E2D6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EA5D9AFD-630B-4BFF-B945-4DE28157DDAE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32B4229F-A5D5-43B0-84E4-CCD631A6D46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58E606F9-9E8F-43D3-B25C-597F414F9E18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5559D588-0CDB-4776-9445-8FE1E07F19C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729F795C-19C1-43BF-A4A6-77887B4A312A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847D0B18-47CC-4CCE-9BA0-FD7B0BD86917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620C8E39-6401-4165-8BE6-2FA71C53A282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9" name="Pool concat refined">
              <a:extLst>
                <a:ext uri="{FF2B5EF4-FFF2-40B4-BE49-F238E27FC236}">
                  <a16:creationId xmlns:a16="http://schemas.microsoft.com/office/drawing/2014/main" id="{480E0B74-27C9-42C4-B17E-5D09AE9AA287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916"/>
              <a:ext cx="836771" cy="203359"/>
            </a:xfrm>
            <a:custGeom>
              <a:avLst/>
              <a:gdLst/>
              <a:ahLst/>
              <a:cxnLst/>
              <a:rect l="0" t="0" r="0" b="0"/>
              <a:pathLst>
                <a:path w="836771" h="203359">
                  <a:moveTo>
                    <a:pt x="0" y="0"/>
                  </a:moveTo>
                  <a:lnTo>
                    <a:pt x="0" y="203359"/>
                  </a:lnTo>
                  <a:lnTo>
                    <a:pt x="836771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0" name="Attention concat refined">
              <a:extLst>
                <a:ext uri="{FF2B5EF4-FFF2-40B4-BE49-F238E27FC236}">
                  <a16:creationId xmlns:a16="http://schemas.microsoft.com/office/drawing/2014/main" id="{7820C71E-FBC5-4D14-85E8-B84963DD4BA0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473916"/>
              <a:ext cx="837724" cy="203359"/>
            </a:xfrm>
            <a:custGeom>
              <a:avLst/>
              <a:gdLst/>
              <a:ahLst/>
              <a:cxnLst/>
              <a:rect l="0" t="0" r="0" b="0"/>
              <a:pathLst>
                <a:path w="837724" h="203359">
                  <a:moveTo>
                    <a:pt x="837724" y="0"/>
                  </a:moveTo>
                  <a:lnTo>
                    <a:pt x="837724" y="203359"/>
                  </a:lnTo>
                  <a:lnTo>
                    <a:pt x="0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1" name="Concat to MLP refined">
              <a:extLst>
                <a:ext uri="{FF2B5EF4-FFF2-40B4-BE49-F238E27FC236}">
                  <a16:creationId xmlns:a16="http://schemas.microsoft.com/office/drawing/2014/main" id="{61922117-F063-4B01-81AE-4C043834B837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677275"/>
              <a:ext cx="191" cy="90964"/>
            </a:xfrm>
            <a:custGeom>
              <a:avLst/>
              <a:gdLst/>
              <a:ahLst/>
              <a:cxnLst/>
              <a:rect l="0" t="0" r="0" b="0"/>
              <a:pathLst>
                <a:path w="191" h="90964">
                  <a:moveTo>
                    <a:pt x="0" y="0"/>
                  </a:moveTo>
                  <a:lnTo>
                    <a:pt x="0" y="90964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2" name="Concat to MLP refined head">
              <a:extLst>
                <a:ext uri="{FF2B5EF4-FFF2-40B4-BE49-F238E27FC236}">
                  <a16:creationId xmlns:a16="http://schemas.microsoft.com/office/drawing/2014/main" id="{34ECEA4C-7A3F-448E-B6E2-DEF60F680D0C}"/>
                </a:ext>
              </a:extLst>
            </p:cNvPr>
            <p:cNvSpPr>
              <a:spLocks noGrp="1"/>
            </p:cNvSpPr>
            <p:nvPr/>
          </p:nvSpPr>
          <p:spPr>
            <a:xfrm>
              <a:off x="2773109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2A19880-E4AD-4287-B505-0CEB272454E5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F31410B3-B07A-4347-B62A-2B930957FC8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0AF7D692-5D2C-4D5E-B9C6-114065BB3D6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3F7FF714-5AE2-4267-92D8-98C4BDFD57C1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74C3AEBF-01BF-49CE-9B21-11DD94CE8E3D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431E9C4B-58A0-42CD-BCA7-CC1A7F14403C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425AB34-6681-444C-9BD9-1A9465677FA9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4AC6FD9E-E6BE-45E9-B859-3958229158E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CF9586E0-2D4C-41C1-A11C-420736F4852C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5565D01E-214D-4978-BDFC-8F556479133A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976F3AE2-097E-4065-99D8-2DF9B1AC27BE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DA8FC4C5-2D65-4C1B-A6F5-029D323FAFC5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9A4A33F2-CB13-459E-A07F-A498129A58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1402BA3-D5EF-43CF-BE23-3C3464F8ADC4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7EAAF992-1A81-424F-A49A-55614A758BAB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87E17C8A-6D0A-4088-AEDA-0D3330856E5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2C5CC3F7-81FD-4FA0-BFA7-B1BA0421A9F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C6D535D4-200B-4234-B28E-CE16F55DB9A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8387E723-789B-4ECC-802D-30714380138A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ED1979A7-3450-4840-9115-7398E8082E9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8614F48E-E92A-4643-AF33-DD555D0AFDE1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9B18B405-3E6A-4E93-AAC3-40547DE6C31E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DAC2726D-AE95-4988-968B-CE94975A0264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4FC1DCA9-39E1-4B20-8B90-C9822689CF5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7CCEA573-512E-47A9-812E-81B08EC5406E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0DC4558A-D6BD-4A45-992A-74E017589615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6C190B58-9517-4407-B154-29B57B80AC4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6A38D69C-DA98-48F6-BE35-D5B5E0E948E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00FD508-7AC9-4ECE-9B08-BE19A326D5B5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37B5E44E-06A6-4FC1-9B46-66821AF67A62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762DE590-3BA5-4D07-BF8E-AEE31F86F332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376FC4F3-138E-459B-9980-D59688558ECB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C57182E0-F17D-405E-BB5F-D336898AB74F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BAB3E33E-7DF3-4121-B7D1-9DC5C4543B52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5768B13B-F7B8-420F-8A39-66392CC08BE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B9CAC691-55CE-4C7F-98C8-77E4F630AE9D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8C8371E9-A3AE-4A33-8708-E0B52B5207D4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BFC9FACE-AB63-4D04-B4DD-03BB5A4ED55D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EF64B67D-F163-4B23-8875-004C8851613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A5CE0D31-182F-42BF-B21D-1319E75B3C1F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551B5410-7382-4B81-A4C3-6EBEA234FDFA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5364B99-7E6E-476A-8B06-2764C19FC0A1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BC96B516-2266-46FD-88C2-D603E687780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32ACD3AD-BE82-4F8E-AF74-A41DA8F2DBE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1A6C7EC4-40E3-4DEE-BD48-F2F62649E45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3BD12346-5882-4EF5-AD67-BE6111F3840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D421DCE7-E587-4C9C-A992-63E3679BCC2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9FFAF848-D4E4-4C1B-82BC-7474C301B6EF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31" name="Build inputs to tools refined">
              <a:extLst>
                <a:ext uri="{FF2B5EF4-FFF2-40B4-BE49-F238E27FC236}">
                  <a16:creationId xmlns:a16="http://schemas.microsoft.com/office/drawing/2014/main" id="{F863D410-C12C-4D6F-BE2C-3BF21C76053F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3895725"/>
              <a:ext cx="191" cy="329089"/>
            </a:xfrm>
            <a:custGeom>
              <a:avLst/>
              <a:gdLst/>
              <a:ahLst/>
              <a:cxnLst/>
              <a:rect l="0" t="0" r="0" b="0"/>
              <a:pathLst>
                <a:path w="191" h="329089">
                  <a:moveTo>
                    <a:pt x="0" y="0"/>
                  </a:moveTo>
                  <a:lnTo>
                    <a:pt x="0" y="329089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2" name="Build inputs to tools refined head">
              <a:extLst>
                <a:ext uri="{FF2B5EF4-FFF2-40B4-BE49-F238E27FC236}">
                  <a16:creationId xmlns:a16="http://schemas.microsoft.com/office/drawing/2014/main" id="{B1C9350D-25E4-4483-A208-A8532BE277BE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418147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  <p:sp>
          <p:nvSpPr>
            <p:cNvPr id="1433" name="Build tools to pose refined">
              <a:extLst>
                <a:ext uri="{FF2B5EF4-FFF2-40B4-BE49-F238E27FC236}">
                  <a16:creationId xmlns:a16="http://schemas.microsoft.com/office/drawing/2014/main" id="{A9320EAE-2233-4B4F-8C9F-ACB3A040E2D0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7536561"/>
              <a:ext cx="191" cy="399478"/>
            </a:xfrm>
            <a:custGeom>
              <a:avLst/>
              <a:gdLst/>
              <a:ahLst/>
              <a:cxnLst/>
              <a:rect l="0" t="0" r="0" b="0"/>
              <a:pathLst>
                <a:path w="191" h="399478">
                  <a:moveTo>
                    <a:pt x="0" y="0"/>
                  </a:moveTo>
                  <a:lnTo>
                    <a:pt x="0" y="399478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4" name="Build tools to pose refined head">
              <a:extLst>
                <a:ext uri="{FF2B5EF4-FFF2-40B4-BE49-F238E27FC236}">
                  <a16:creationId xmlns:a16="http://schemas.microsoft.com/office/drawing/2014/main" id="{181A29A8-31EA-4AC9-9829-437224E047E8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789270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05FCAA7F-9B80-A6FD-1105-B99A09D2D8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DDD4F1F-F7CE-90B1-76F1-7DDB78BECE38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79A4-CDCA-994F-41BF-1B7B6D5C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F40FB6F1-643B-212C-65B2-D4F7C9C1CC2D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FCD00BE0-D4F1-874F-9321-FFAC875CE511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188C24A2-592A-D89D-87C8-7886D693D5EF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74966D5D-0681-641E-DD37-705449AE7067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/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51125693-A4AD-7688-FFFB-F8765223C63E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23AEA58-0A1F-569A-713C-3AEAFCBC8919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766EB46A-1BAD-0F40-88BD-BEEC8E1AAB6A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2CF6FD1-F566-8752-EA23-ECD228D2F381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FA8F47E-F198-C797-47C0-E693F67958AD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27BFB7-4EB7-6250-4FEA-FB48E8A578E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AE295DF7-BEC6-A77E-84AF-B9825A35E864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918BABF5-C6F1-CDD2-B42A-58539F242897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84632" y="440579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5FC1AFEA-9C5D-82A3-D90F-D6780A1F9BA0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26F0143-376F-F427-9360-0F5BB54E663F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B7B5D0F7-1388-CDFA-A6D6-98644A6B4566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AF793AF2-FF01-959B-700D-B6748C2025F0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AF9177D4-4DAC-6C9A-B180-F37E4ADB5908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564ED4B4-B8F4-10B2-463F-B5870C9DCBC2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496CC7AC-C3AC-6DA2-32E7-4CDC0CEBDA3B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5B7E83A7-E377-7573-4F86-2E76A4A5A5E3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BCC84BAB-1427-1F20-BA75-8F44DA162CB5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04F068A9-AC25-3FF0-A811-36FB0CF87064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1E4C0F1D-DC56-C799-9E71-0C2D9730DBCB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35C06F03-F168-ED61-60ED-D55E51F790DA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5E46D6EB-CE76-EAF8-2638-578AB6CE1724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691134B-3391-AEE9-5B3D-9D8E2E1BBD7C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F9BFB853-1313-9C23-6D24-27A4883A8BF8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B238D352-CB68-7741-2A07-CBFDB1F6B73D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11BC09F9-9D83-77DE-7C68-CF270EAA67FD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B6ACE0C1-FD95-AA93-17CF-507AE06132B3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63A7FDC6-F2B0-4702-8290-9010002C51B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806E2341-45A6-33CF-7B50-318CF1029814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06935F3B-686A-C7BD-0720-6966B80B6C3C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94E712A6-889C-F5B6-65F1-1206FDD3B1DE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BECCDD5B-B6A1-27B9-9202-6847C90C036B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9ECEEC8E-62EE-B8AA-28C7-B3A81E5B1E30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7BBCADE6-F6FE-DFB0-56C1-5B0F761BFA4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44F9094C-4BB2-6EFB-2BB8-C4F7772FBA00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6EBB3958-BE02-D020-69C8-342D82B4A86C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DBB8377D-2152-DAF1-497F-A5212433DB8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B5B8DF4D-8954-6FF0-8015-1A645E12ABCF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9585BCAF-65BF-B639-166D-3182E8B0687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8ABE91B-CAA4-6455-598F-869CFEE2374A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629F8DAB-7FB6-9893-DB25-26852E9A275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07923D5-14FC-3FA4-8191-5ACC3EF0015F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78B1D8DE-68E5-2B9E-1F18-5F1F2B5EEE99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D3BD31A2-F700-9381-4E17-A8971DE2D1BE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C915CFFC-2CF6-4D54-D0DD-EC90DD990F5B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9D13D85A-685B-423A-AF58-3275939D9CB2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FCDDABD8-E33D-13D0-30C7-CEA676DC504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94C54B22-53F0-4954-0A9A-6FA1083BE332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807B46E9-E1AD-A108-CD44-144839CBE077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24DEC96-EAF9-27FF-A157-E4E244291226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0028B912-06D9-C2A3-19A0-F3EAC35E3AD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DD1A2039-8E00-A307-1C93-BA77ECE9EF00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13E5C8F7-1E23-233A-E21F-527A4FD8A444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5B7644AB-324C-EBEC-C379-72753DB4346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5BE8510B-6396-7F95-11BA-3AA1E002D1C2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D41A46F7-8B0D-A0DD-C049-8915A84E57D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23D5CB76-FB1F-4E47-CE06-83124D33B8F7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2705956B-3598-49F4-6FEB-DE4FEF6D41D2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E14464F8-9D39-9D7B-B193-67EC8C0787F5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E3DF11C9-5246-610E-040B-51829EA6082E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0AEF4321-E027-1A5D-EE95-578DEE5D8B24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38641419-E63A-44B7-06ED-981DE1D2D3F6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9E72412C-B0D5-D8DB-8A9C-E68CF67FB5E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6925E5FA-38D3-AC6C-9309-29E263FDBF8D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DDDEBE80-D051-D7C4-33A2-28C471D9C60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74E28B2C-ED85-CCBE-D868-EBA705635FC8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4CB00E6-90D2-8F1D-BE7A-22326DAD939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7D093839-9154-C884-68EF-C9ECCE6621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1FA0A2A8-9BFF-4AE5-A3C2-19CE070A845E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CE9DD6-E678-3F42-17CB-C51390E56250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F21A1680-4864-3BFE-EB9D-0D3548EAFDA6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D9FEC55-C600-9965-4DE6-32A6E17D5A07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4E7484B-02CC-45B0-4AEF-EAE34B63D8C5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12E3B1A0-061D-7FA3-04DF-6E20E7FA1ABD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58067C07-9B74-CDCE-13CA-51603B1629E1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C0BF5DCB-E2FE-88D7-925D-B15DF896655F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BC5AD3E-310F-35DA-0FB8-D159F2DED5E8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8EEA3A3D-7AAC-521A-6379-E8E2A1EE4491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88CB68BB-F9CA-D93A-8F3A-4C11F8E4E8DF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A3CB90A5-61D5-ABD1-1BA5-6E33BFDF175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3BB711EA-8085-B79B-EE11-34AA1669B798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47ECFAD4-A020-EBB8-0D58-EC96CA45DB8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43CDC5F-2E00-91D1-9B72-8F34482B3C7D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FED793AD-C4F5-11AD-836A-4182E5F12CE9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04A40466-1375-E394-AE6C-150B6030646A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6462F8DF-7040-24EA-878A-4122A1A10390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B5F501AF-219C-F3F3-DA20-9EF4F1EC7D5C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98748402-936C-803F-1C8C-F51F74FBA264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3EEFE5C7-5F80-39E0-8196-C33DCC04ADF5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359C60E3-4EB6-9B72-208C-2260717B49C8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7A26A077-8387-30AD-2262-3B9C7D6DE198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870F54D2-86E6-8026-95CA-35EDE8FF3602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C85A81B8-A397-BECE-2758-976F9B02BF9C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27A764EE-F4EB-8365-729D-CD01B9D35B9A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5D7FF66C-D602-C419-CCA0-4CCA03439723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C7F8516B-8E67-6C13-7AC3-B39CFD29686C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308FE4E-C3B2-7FFB-0A71-1EDE15A5A3E8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8543A7A1-58C9-B5C2-A85E-C90AD7627125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C26654CE-1D7C-9DA3-5063-A0AAD3BC8658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996B2A10-34E5-AC41-4214-69514A6E6FA3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B76716BC-6049-F52F-E9E9-CBF18EEBE7AC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016DAC12-92B5-B26D-28FB-24D9BF161C25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CA0C6A76-5AB5-3E89-F968-128002FB1032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DE596162-5015-EDD5-1CD2-370FCA46C05C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C26C0B0-5569-F89F-3FEA-CEF90EA6D242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E4EDC89-114B-19E9-6D29-A6FD4A2F393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2F38D6F3-B01E-C5BA-A6C9-E80C393808C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24C8E631-3CF0-FD02-569A-AB6F90D5398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C729E10D-0627-21B9-80CF-0964929780FF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A99A2187-84A0-9B20-BF3A-DAB02B69C4C4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168B60A-97E6-2D84-ADAE-99C5B3DBA046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44A756EE-B4F8-7939-7EB8-07F6FCD49046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016A9C6E-5198-FE0E-481B-D12E15B0BC56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5706DC0D-A0C3-DFFD-87CD-47547F093DE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5B9D6E8A-FA15-376C-893D-6AE85A97832A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CB6D41F4-2F4C-0147-6715-F828348E49F1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F661528C-728C-0DB5-C438-D0FCEA7CF8FC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0343E35-99F5-1ACC-DA79-E3EE47A15994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DD82712E-9CB5-8E3C-1A90-69817008B6C4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BF20A1CB-BB03-F44A-9405-2804AE46D80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811726C1-EE9F-7AF9-0241-F38230586DFB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E608C1A8-5769-1EC6-68D3-F6B7AA96404F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7F07F02C-4457-806D-D8AC-8653FE4B1378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744BEF9B-95E0-6D56-E780-F11665838CB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383BC3B3-FC57-60D2-77D9-9911773C8A3F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67196488-2662-64CF-488E-085A25BB4E59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7DA677-3888-4202-A04C-7620A39B2E4D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6B6B1D76-AF18-D1B4-5D5A-FD370D24EE83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3CC5AD1D-2C48-BA7A-5B77-18257E783D2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365F4308-8CD1-ACFC-0218-EA06C7AB26F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3672DCC8-AFAE-5AA5-723A-C807168ECAD5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002F864A-A277-7EDE-09A4-E116CB29A28D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1DDA2240-6422-CB8C-AF7F-8F4FBB854D26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507E16DC-04CF-B410-9AFD-489E4864358C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461218A4-8921-45E2-4609-6C4CD11E497F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6C4D5CC9-16B0-6476-3A0B-7C804E5482E5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A7083B0-B183-B390-C6AE-CCCAABB585E9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A75BB714-1412-1833-FF3D-8CC4F5987DCC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A3433B42-0D4E-C6F3-A9BD-D858F22A89CB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0968BD44-3947-46EE-C6A8-F706201B8123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30E967BA-6762-6E14-75E4-178218199979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0FF86A91-3BD9-4F7A-3C41-834CA7EA3163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6C0E0001-F941-F803-550C-0939BC99EC5F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B4947E23-1160-5AB6-BC49-17F898A69AB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3B62E300-6201-DBD4-4D8B-BD730C1948D2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5E9C15C4-0506-2ADE-DD0D-FF1E3819C366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2C9AA63E-8B78-8547-E314-6AD46F10E94C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F379D6B1-7E96-FA3F-45F6-AC1AD27EE619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0D6D6F83-BE22-05E6-6C23-D3EA3FC193E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DC21D278-5F66-7FF3-38AF-CD8A274C864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810B6089-F8CE-AF1E-44A2-E19CE3F9837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36648FB-8923-071D-5C16-9AE83904EDF4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68A249AD-82B2-642D-0E5B-F9D155E89E59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942B0B81-0070-46BC-ACA3-2067C02BFA91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D8315276-4E63-5667-B8F5-D755978FB728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3C3E513D-117D-F9C5-E843-4ADE71F1A534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E2AF7BF0-DCD7-6A09-DB52-F56C70E67F66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E143882F-D578-D9A7-3A5A-DA653B3888C9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F7C189BD-98A2-3212-4370-8A855532EE5A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D29C3050-F3BC-F8E9-0868-1D4DF604EED0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D9F44062-E9EE-5EEA-475D-44B4E14AD5BE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4F3272BC-EB15-7025-F612-1D23C0456582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701C80F9-9BD9-407B-4A4D-2988E4E7C0AC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899A62A1-E41C-13AF-84CC-F3D2A1497C8A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8BF153AC-D4F4-AB56-2C6C-F682E83BE25F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001666BD-3371-FAE5-BFC1-5AE28485A0B6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DD77F914-4A91-13B1-57CC-0A52DDABB50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143DC0CC-AE32-B391-6EBD-06307B0FD610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4A2797B-169B-5C15-6C48-BEE276A4608D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29A486D-C26D-332C-AD86-773A9F8C0A9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CCBF7C0-31D7-82E5-85D9-A2196504B5F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A5996693-4315-D7C4-A829-BF0E2E7CCD80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C0F8E56D-743B-1190-AE64-A7FE3412155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11A8942-669D-8FE3-9821-4570FFF24985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02028F49-EA79-2C34-E162-02BF6E52908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B78178FC-63C3-B9EA-6C4C-55EDAF9B6325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4D33826-8534-57D5-E5A4-69884F3BA9A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763CD0B8-F857-F6B1-C045-3E46BC02380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2C7A9114-B782-125E-4FC9-817D68D05AF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47586400-15A4-9E60-7D5A-15270E385FFB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82675EB1-5DDC-8703-1688-9393B30C39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8574CE7-73A2-67FD-8519-060464640D1C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B64704A-976C-0B25-18DD-28708AC928E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81657C78-5512-5EFF-A7D5-541FAF411EB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AD2D874-826E-8483-3490-C88C7D8FF6DB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6933E229-98BE-F34D-317A-088D80385A2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78F2761E-C262-5B8B-04D8-7319ADC76E5C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10BC27E9-7345-0F5D-8B1F-0C8554382C57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A11B1404-F6ED-2271-7625-C4A891F27990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6B42F1BA-DED5-E5F5-A474-F1CD633C8B29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42FAC547-0A5D-391A-864E-F3766A1D8EE4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2172C5BF-1123-3BD4-0ABD-A64F16B23E3E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758A1499-85DB-F756-9CC0-615F6D0296A2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DEF43145-7AD3-427B-7228-8D32558504CC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A43722AA-9EE0-A9BB-FE7E-7CDCAE87E13C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43489179-3FE6-1990-9BCD-9C93A3CC5297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61B564CE-6B16-3BBF-A84B-3A73C32D59DA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8994CBBD-12D1-F1BC-1F61-4456D9A76A7F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669B1AB1-4827-8F94-BE95-7727871C9609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E4ABE1C6-444C-FB47-0194-71E165A0B03D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3898EF1F-CCF3-C808-AE25-9524D495381D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4548775F-6400-D677-8952-35BF8012992F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7D10B69D-0FE2-B624-2F7F-E8C63FE54C2F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ACEBDEF1-D4D4-0332-F601-ECD82253005C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6F5BEBE3-6C14-4D36-FDC5-A9E0C7B7F1B1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406B7696-F141-1C83-E18F-AFFE6B7A9938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0B81C9E-3D43-37FF-2B3F-849AA06ABE33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303A1CD5-17F0-8B5C-ABA0-6690209EA294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202285-7CDB-24A2-9BE1-37280A5C7271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0509DE11-C048-03FE-5E87-1D1364736B1B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2C0EFBD9-D215-375B-2FFA-F74B046C82C9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157BAE8B-5DA6-7975-596C-2A7C383D5B0C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09CEE996-94DC-EAA1-84AE-A7236703F815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7663B0D3-2E7B-EA3E-716C-A70CDC8E90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74A73489-7F55-E2D4-5328-DF75B2A18028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4EB84358-8261-F22E-6EB6-F6FD55AD8F74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1C596411-E065-BA70-C79E-45F5D8365BD4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BE34EFC8-3CF7-C64C-B78F-6717DFBA7FA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380E7913-C3D9-14A9-6965-5DE31CE9E19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582F2480-AA4E-BBDC-7680-464E9A591F5A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3A860D55-6EA8-D6A3-E826-DC35F282FAC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52050C10-DB96-BE5E-FEF3-49DDD3A8F80D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CF893707-81A6-2C4D-76B0-EB4B42FCE026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394EDFE9-A823-7E1F-B296-0B1105988C5B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491FF418-3525-29BC-23C6-9C6A26A05A6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56C9F6EE-9D68-DADC-0DC4-E3CBBCDB86E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5BE846EA-CC52-386A-DEFA-78DF50758BD6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1828625B-8296-D375-A97B-54E781F65968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8196E77E-E223-585C-35E7-043A0CCB8DBB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6741F160-A057-950A-D96A-3A49B7A0BF64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8EF8F41B-08DA-3253-B26D-60250C3EED02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3E1DD07C-4E30-7FD4-A8CA-9AD0CDAFC7C6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70856C-1AA7-00F4-D22F-214DDCB4BE11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52984578-0D63-F190-D2D8-FC8C92DE026B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A8680880-E661-565B-D108-7135C74862DB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AEA0EFF-108C-3210-112D-FFC0A7C53648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844CB15E-8B0A-4C90-B87F-B79E09A43EDC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6E9E1E5F-48F6-CD40-3E6E-2E9CADE413F2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9E92102A-53F4-04BE-0388-C6659DC99D1E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B533CA73-7D0B-96CC-ACB1-B2ED39254219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AE6EF0E3-9B54-B868-B28A-3E38AA6A5541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1F13938-C5E8-E858-9144-E2AF8CB5A66D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0510FD25-9A79-0C70-C6F7-E4A1A1E1082D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287EA92E-297B-EEDE-699C-A86A3A995B88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0EB6CED0-813C-3419-C25A-C69CBC508B7A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7E47F0E-5908-EA0A-FF6B-FCE70AAC4C8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BD206687-89B1-4B0F-EEF7-3F90396AEC71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DB149F77-9554-3BDA-7EB5-332A66BF93DC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D3221D20-FCA8-4C4C-C58C-0368CCF33862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F343B5E-8900-CFD5-FB4C-220F4C6A8EE4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61D775C5-97A6-D7E1-536A-11655202ACCB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81B10B56-2C80-2B9C-0B9E-B93FAF64DF5A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E1420C3D-7CB7-1D11-35DE-4B008425B6A3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78579F8-0BD2-560B-537C-8BC1BD4F78C7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B540E27E-73A1-329C-EF9C-2C5D113AB8B3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BF886CC-88EF-BBCF-29EB-C7BBCF49C910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30D649E-C45E-4AF0-F379-CB0EDDE45018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148A4A4D-AFDA-DCFB-BB7C-76E526EA6917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77FF8680-98B1-07BA-019C-83A1D2487A48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614E115-66A1-C341-6844-7E410522AF74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74C71503-3BCE-88B0-A520-7CC34B1BFB8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39808FE-BCF4-3C81-AB07-9F4897C92D27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F4D6FCCB-9C32-2223-E103-8A64FCD4C3F9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8071F223-29BE-44D0-EA39-D122D379FF28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642A5731-5ABD-EB9B-BADD-2CE096B3B00C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1AAF0D81-F3EF-CFC8-B2D4-9490D8DA3970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A01C011F-A5D4-7A3B-E9EB-ABEC1935B7E5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398A0871-019C-5D8F-39FD-3FE1586EA4B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3DA013F-F4EF-DD41-2A03-5985B09501CB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30292733-A56E-89DC-1116-B85A279E7DE2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F04A02E6-3847-6C44-3AA9-BA100137A4F9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73C56922-063A-376A-3620-9787F7593674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B40AF900-E6B7-410F-02D0-CA03B1CF5CEC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C9A69938-63CE-A79A-2E27-FB51131B6EA2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AC8D4F7C-FCE3-C28D-EC2B-F1104BB0772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D9969138-6DB7-95F2-E76C-3CAB8D21CE3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E625B3B0-129B-ECD1-4678-CB01CE8A2218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6DC632E-9D6A-0ED9-52D0-007F5071E386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62962649-92DB-4032-9461-C42B3E41A3D5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404CEA3E-1070-701B-B14F-51818FEBC58E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9082E84A-DE22-A311-7CA2-39A4A7E18B04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6A7EAFD1-5236-9814-63C0-F16237B3D204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52BD5E92-619E-1EC2-EB2C-CC0B2E2A20A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4C2B1621-70C7-4E09-D77A-9F70E266B566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0AEFDD71-1B60-33B8-E54A-B1B2DE75646F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6A5BACA2-4269-99D5-52A4-CA6186807157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833DBCE4-B186-44BA-66DC-F1386B3D10A0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67D2EEB5-A3A0-79BF-8FDD-FA47B49A7E2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383E87F0-CB49-CFC6-D008-22E32C07D827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E5BB1F6B-6FC7-7702-9D32-22D740947D6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FF4B645C-F282-30ED-56EA-C5F126A64939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2F374146-8678-7C00-86AF-38EE05DD713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0C9D98E4-A88A-27D6-B0A1-1A18A0ED9FE3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12CC5D0-B3A3-E618-C890-2ADE640E6CBF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48EDDB1C-7E77-8919-703B-79F25075ED94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F032FC67-F51C-7F2F-1BF0-79D0585F65E6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62289158-9F33-DF35-C2F5-AA65E04419B7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343E153-12A5-8E03-0E6F-087969688F0B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F47C0F8E-E638-3D8E-37F9-87E7DB46828C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15A0D4CE-8F29-86C6-DCAA-DCD65C881979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3A7AF14F-3FFC-5BCD-D7FF-4F399E36BEB4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A426ED77-C2AD-8FB4-53A5-20D540E494A0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736A182E-4088-D2F7-1C65-C65EFE0C7A0A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E29D7EA8-5449-D92A-D278-F9C142C3210B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4AF81DBE-4454-9D8E-6726-CCF15367AE43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1D31804F-D219-64B6-1088-6F86567AAAB1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D0494404-EE78-5458-9585-12980F376A0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0BAD49F5-4CD2-EAB1-9EAA-5198B4280ED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E6554211-304E-D9C9-A64F-39EB7F32A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5D957AF-E65E-6C41-A6F1-9197674F7C99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1CF6C764-E9A3-8A05-229F-C37542527506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2407D7DF-D678-DF58-FF73-CE904560EC3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D4100DF-4EE1-CC99-3329-1B0047406A7E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B21DB18A-4C9A-2410-0D03-12647FD98CE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54630D60-895D-BE8F-5DA7-EF0A7438EC0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E76C63E-506C-45D7-4C33-CC4F78325D2C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12EC9162-46C7-1EED-43C0-11811180CA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73CC4C3D-A292-AAAF-6C13-8C8D2DB750CD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56C902D8-D6D7-CEBE-75D6-45586E6D6C62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48507BF8-7F5C-6C0A-D392-9CAED6074FF3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0BE1AAD8-8506-DC94-DA6D-64B952CCC6CA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89E1FAF1-D3EB-B064-C7FF-35478790FD1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3A9A2A20-E5B5-4415-C30A-29A96EA0D608}"/>
                </a:ext>
              </a:extLst>
            </p:cNvPr>
            <p:cNvSpPr>
              <a:spLocks noGrp="1"/>
            </p:cNvSpPr>
            <p:nvPr/>
          </p:nvSpPr>
          <p:spPr>
            <a:xfrm>
              <a:off x="10994726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4189CD53-8930-C436-878B-94577FA7E3D7}"/>
                </a:ext>
              </a:extLst>
            </p:cNvPr>
            <p:cNvSpPr>
              <a:spLocks noGrp="1"/>
            </p:cNvSpPr>
            <p:nvPr/>
          </p:nvSpPr>
          <p:spPr>
            <a:xfrm>
              <a:off x="11062140" y="196367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15C6E5BA-1C34-B757-EAF7-585CC8914759}"/>
                </a:ext>
              </a:extLst>
            </p:cNvPr>
            <p:cNvSpPr>
              <a:spLocks noGrp="1"/>
            </p:cNvSpPr>
            <p:nvPr/>
          </p:nvSpPr>
          <p:spPr>
            <a:xfrm>
              <a:off x="11077177" y="2199833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B1AF940D-9511-D115-8971-C752FC65AB90}"/>
                </a:ext>
              </a:extLst>
            </p:cNvPr>
            <p:cNvSpPr>
              <a:spLocks noGrp="1"/>
            </p:cNvSpPr>
            <p:nvPr/>
          </p:nvSpPr>
          <p:spPr>
            <a:xfrm>
              <a:off x="12446455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A79CAA79-306A-AAC3-3447-0F23AD110A04}"/>
                </a:ext>
              </a:extLst>
            </p:cNvPr>
            <p:cNvSpPr>
              <a:spLocks noGrp="1"/>
            </p:cNvSpPr>
            <p:nvPr/>
          </p:nvSpPr>
          <p:spPr>
            <a:xfrm>
              <a:off x="11078664" y="337090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C9A04FF6-6CA0-1015-2B47-134B3913B64C}"/>
                </a:ext>
              </a:extLst>
            </p:cNvPr>
            <p:cNvSpPr>
              <a:spLocks noGrp="1"/>
            </p:cNvSpPr>
            <p:nvPr/>
          </p:nvSpPr>
          <p:spPr>
            <a:xfrm>
              <a:off x="11092106" y="35999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1E818860-F0E2-4CBF-C53D-006FABB3EB7F}"/>
                </a:ext>
              </a:extLst>
            </p:cNvPr>
            <p:cNvSpPr>
              <a:spLocks noGrp="1"/>
            </p:cNvSpPr>
            <p:nvPr/>
          </p:nvSpPr>
          <p:spPr>
            <a:xfrm>
              <a:off x="12431539" y="340432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7754A0DD-965D-2CEF-D2CA-17E8AEB259EA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6C53CC4C-7535-81E0-4D16-4D12BF741F0D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D72616A-DA39-932F-50F4-4BCA037166C0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692944B-B8B5-49B2-B9BD-362565BABDD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D56F0028-A0CD-D6B0-7B93-C75C236BD02C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E5C27521-2839-8101-C61F-69E84D4EAC1B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DD4328FD-ECF3-FD9D-72A7-AE8E5D44B2FC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D768A3E0-9802-885C-C2D9-D8F899BCAFF6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B2F3CBC2-4A42-C496-46B3-783F73C1B4B7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816AA2C8-6FF9-6D32-71DE-34DB8FDB925A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67571027-87DB-2ABD-72D5-20B2B38CEE8F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07C99C0-5673-863A-CB92-B082DB4D3B1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7C4DEA4-D0E4-AF89-8C09-AEAAF986F4B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B1FF6C47-D94F-1B08-57A7-169DDAC597C1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EC047C5D-7D7F-9181-DE54-5C9B8CDB7DC9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5C741507-0440-7F4E-5A00-71203ACC6ABC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2D4A9350-9216-3214-3E22-8D17B62A1FE6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F6BF1E55-343F-2961-AA49-9C6C1E2CCC95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3EC586D-DC95-23E1-56B8-71AD6E6BB533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C8757D31-906E-8D63-D2AA-3B94CDE7511B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5887470-6C76-42CA-4B8F-D100045F87C9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2818E42C-06F1-7DD9-0856-7E660336930F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1EDB2C4B-E832-194D-366E-58269622855C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C8DC67D2-9783-6AF8-6969-30D61D522B5D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17ED473C-768B-BBEE-FDC5-E1F3F4E76B00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4BF74FB9-44C5-9DA2-3EA9-672B3CC2DB2A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0920B06A-A93F-0169-27DE-821339147C5F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36D1AAD-694A-BBB3-9CA3-3DE266CAE4F4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C2BFBEA9-2904-BD21-1500-3E7C0D775358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8B4B0046-82A8-A940-2562-4B1C6BB5B561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9D64A02-805A-09CD-5AD2-06A217399347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CBD91DC-6E01-1211-0404-8770554AFE3F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FA03AD3F-7B84-5FBF-30A2-81EF6B7D917F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03C98FEB-BB45-1C0B-AD34-D37EAFD7F83C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6D8F1200-1639-335B-39C6-BE11264CAD88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A6D284C9-6E7E-4133-B8FE-CD08676ADCCD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B5CDD390-92EC-BECD-62AE-AF4640767DC4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797C17D0-AB06-8A05-740A-00F36C5288CC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08F4C9B1-B416-A1A0-0ED3-70C18D7DD21E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84F8FB2A-E0F3-9092-422D-F7934CF39C7B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5E35B08D-A78B-DB3C-9E10-4BAF2579E5C2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9A987D10-2FF2-3C14-2532-A66D1616F462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93309FA9-533F-2304-1A8B-D12B9DE7645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6A7250F-F63B-CAF7-CDDC-951B9F3E585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A69C14E1-B4CF-E432-B58F-944DE5D8883F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C23DBFA-8B88-5082-5786-D966FBCFA50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32AF90E7-B3D2-553D-60FD-F39F38D542F0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ED37D57-662C-A3FB-15D4-60199EBCAB48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47738A98-47A7-59B8-1145-73019CB55C2D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3601185F-CEE9-4EC0-B73D-CA3390780DA1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BE3A87E4-915C-406D-FE17-04F69EEB1580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7A181311-AC26-A2F7-ECE3-C077A74538B0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C2E2A854-E53C-4FCC-432A-88E7F7ACD750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A7B66D38-11CA-2466-6CBB-A7A623E57598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AD36EB1D-4F82-49C2-95D3-8C778B8C9216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FF163E24-1329-F2C2-EB5A-E78D388E6B40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E7E7DC52-C450-DE05-F3CD-856B9D905DC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A9D2EDC0-4EF9-EB40-22B5-8AB7BF0DFC01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55FA52B1-A861-0595-4376-645BB8A5A1B3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70627291-58D2-EF05-2040-E891E82DAD9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E69CF7E5-0F46-072F-5DE5-5AFCB1792E6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4719A840-C530-29E6-328F-900F16B2CC68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6CC3F987-0C24-0E49-2659-970ACDF4C6FA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ACBAB17-E5DC-867F-821C-92454253B9A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14BBD13E-6636-B1D3-F2CB-D2201C3BCF3B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9703E4AF-CF3C-0A2E-4E6F-CEFD43C36E0E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513E15CB-DE10-907E-6B71-6F97D144D4F7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02262C9F-05EB-7E85-DBA1-AC4FB6AB3AC3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429448AF-79B2-43C5-4109-A58D100573F2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0B5DE40D-596D-6A20-7AB3-27B77EAA12AF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C533ACE2-E91A-8795-52CE-6C5620039EA9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942735DB-41D0-FE0C-D94C-761C9595E5B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06B07611-9AFA-8846-64B3-4FD4AD86A8E7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CF2802C1-8731-EAE4-7091-04DA3600E2E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C500A754-B264-027A-B18E-F7B6A5B7C217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45400633-58D0-A1F4-7135-DC888180B164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FDF68A23-C666-E49A-8B07-FBABFD3E067C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15A53EB0-CA9B-605D-D422-877E882CB8AB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3E0F718B-94A9-D5B6-2C9B-5C1CB9B40B2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27E7B09D-B0C9-ED2F-D87F-AB977963DFD2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3FA95924-E898-FC0D-04F3-5B944E49A58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6C7E4C5C-C63C-242D-2316-A28BA466F23F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2418601D-61DE-3C9D-FF8A-17CCAAEBF4D1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DB775623-C772-383B-305A-E779C0260E13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2DF907DC-B3B0-7361-0097-5DA315AA5D8C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A477F01-174A-56E6-76ED-5199D7C2C303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D97457FD-C5A5-A0C9-45AF-8EAA10587DFF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441AAB97-A094-8B0B-8610-3546E6933540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CCED2BEF-2777-DAE8-C148-AE7F4C53F23B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7A493CE0-77E0-D2B8-07B4-69E39C9C55D8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6B2273A2-EF08-68FC-FE93-35170855BCC6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F0524EA7-5D43-63EA-DEA0-05A6E571D6B9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2A9AB223-DC11-0AAF-ED19-0F1767FDAD20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613655D9-9E97-942F-C66A-5D9AE7FB145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F1F4A97D-8ACC-FC25-1FA8-49BD7F01A6C9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52494A20-F1B2-F11B-541B-7860A4C6CF9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F71BA74B-B499-D4FE-C387-0D62B8F06129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7055FBD2-8BD2-25D0-8F59-CE7074E630B0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0396956A-8D95-CEB0-4E60-49E4F0AB205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44CCBEF-0528-0E60-D652-CF4342794341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D6C5A680-CB25-7431-0F3D-1FB59C3AB694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15E5D44F-C485-A768-F790-CF786FC476F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5A31D843-33A1-271E-D3D9-BBCAF3183C22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86E0C9C-2ADA-39A8-7E2C-BF28E7AB3B0F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9D667C6-A39A-DE70-85EB-FB3077D7FD24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B6AE60C0-42E2-9A7B-1337-25CEFCA80CDC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9D0A3411-2969-01FC-77F8-239B95072F4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7678470D-81BC-7924-CBD1-044BBAEF64A3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A0A2C15D-2FF4-B459-F81B-56D955BD0595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99CCC3C4-E207-143C-B398-6DB976763F05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15513648-596D-1922-F922-CB1C3EFEC464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6D68552D-95A2-A471-CC16-72FBE72EB4C6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4B47D83A-224F-4902-791F-4F9654899FCE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7C591942-869B-2897-568C-F53B2E0C627A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6297D6E-3FE4-F696-A7FD-5DB144C685F7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80E681D7-DD73-6AB1-2B01-355695133168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B172A828-49F4-3ABE-3983-B8F0247AC841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DC193DC-2BB3-1FE0-BDA6-D429A4B92713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4134C70B-3E08-8CF2-343A-8C2B59169361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FE310-2D4D-A0C0-774C-2E8F010ABD5B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369BA530-E2E2-A342-B2A9-5587B374823D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CE54CFAD-9CD8-9BAF-4E08-2F41734E581E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38C5191E-6151-490D-6000-7FCF4ECB2E24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707341FB-4510-2C5D-8EC6-2110155A9DEC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2DF0A280-3EB8-61D3-657A-50F7024B06B8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3C7D3B04-4C33-797A-D111-D55D128814B4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2C434F96-4BA9-F374-C850-78E8B61307FE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66040366-F22C-7709-B360-26D8DE2F87CE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3A33FFA7-63A2-237E-D3E5-FAC2D1777E34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64D9E62-4788-5983-3349-69C367866619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13F2744F-58B7-DDA3-3FBA-555F04339E5C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C53F5B55-B94D-7A8D-A2BA-F719B6EBB275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9F2FE578-3DC2-8FB2-95DA-C9DE651EBEE7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3B32B1-65D5-E823-6386-F4E92E29C68C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FDA83CE1-10C3-84D1-DFCE-F314CAE37073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C12AFCC5-020F-6ADF-3265-AF066752A98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194A9F91-9EBB-0148-08DD-F3B73FE388B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B3C97BB0-EA24-82D3-9913-45ADCA7C3C94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5B318D7-00FA-A8AD-0F38-315E0A83E1CF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C001DB30-D02B-04A4-3CFD-F9361633ED59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16F9D3B-514D-837E-7E48-DEC0428694F2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3CB525D5-E884-B6F1-2A33-EF22766751BD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365602DA-F971-00BA-2D67-AC4C4C3EB322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C0E9E112-FB4C-3D7F-2CBD-D0E534F8E583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432DB19D-F30F-2469-8D8B-C3A5BA8E12C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71372DCF-5E5E-2BB6-7811-7006C2F5A053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012805FE-4DD4-2B69-3013-4863813FDCBE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2705CD14-54F8-E461-4778-15341470AF38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132BEBCC-2392-2419-C9B2-BF5BA10423E9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FFB249C-0375-B527-CC48-2CE98698AFC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CD7114D5-AA7B-7468-0694-E101E6C101B4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ED63FA36-1F11-00BF-AB76-506F79DCA662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84576D7C-5F9A-7A4B-3F60-1ECD5359E2F3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33376475-57E6-E9CC-6BC6-542EDD509857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239A8EBB-CFD6-7A39-E47F-EDDA94188776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3C580D10-AD6A-1EDB-1794-ECEA4F83E494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00A01FDC-D373-60FA-A8EC-C9AC2415D96C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C1DA3C52-F222-99D9-FF77-B6BE1FB7B0D5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C940F4A6-0B2F-6C00-8437-29CFE2379187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1910BD55-C157-3092-59C6-32A2BF6B634E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DC38EB25-E458-DE7C-E476-05433631F6A5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1417F4A1-B43D-5554-3012-E7BBE30A1A1F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59D7718C-739A-7FD2-210D-516C9C0D036D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6F95BBD-B1AF-E513-F8D4-80CEEBE93560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64A3592C-5468-CD3E-F3C6-60AA314D25B7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21D7A71D-AA27-387B-BCE4-63DC5DF49E20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4B632048-9517-E5B7-7E06-0B5063533988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7F72242-21F2-D512-14C9-10D44ACB5677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2D146DA7-BA10-B0BD-CE7A-06A73EF1365D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48B6E508-0FD6-1105-C3DD-86384A57C6DD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20B625AF-9EC3-007B-F40C-DDFE899EA2E6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0C61A8F0-E51E-6B42-C512-59922AC7C74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D24F60FB-3B10-EE32-23C0-5A9F0BC142D4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5F4419B-F342-0230-00ED-443FF3DBEDDC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0C9CA27B-B3D4-7F79-2AA8-225815BA2D4C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D886636E-6CE9-B501-A1BF-50159BE3E20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65D5A61A-F099-3F80-9D2A-A2A21DD824B2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73C1E5DA-A1B6-8948-48C9-3437F2E07AE0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413402C4-3626-B7DB-43F3-4EC623A38489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0624B78-68B0-99D0-7EBD-D3B09BB09AC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09FC6182-4600-ACDE-6260-63D4814986DE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63D4F1DD-6752-7091-8264-F2533E4C9785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854A8EC6-67BB-9A5F-9F02-B3593C81BE65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FAB2250C-8E7D-03A1-72E4-D4C81F7BDDB1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181CE275-3540-CAD1-FC4B-27A6617364D9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567FDE8F-DE2C-0157-679A-59970E38D8F2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A42476A7-1E3C-6AB6-4428-D8E7CF81CF22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81F1C2F5-585F-3900-B632-A6AA75F56048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FB62F490-FC6D-A829-B758-E01E057244F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EA7FFCB1-EDE5-9F99-9731-8AA9BBE7AC79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3259D7DF-DE5F-62D0-877C-588A9F7B9802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37234F67-70C1-4BD6-D7D4-29BE361ED85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40042943-3305-FABB-0AA7-01AFAEDA9C67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A4CF9ABB-5541-19EF-BCA1-8ED1B4E9906B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9BC63B00-3AF3-9883-CEA9-8BCDB08989F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781BD085-3A20-E7CE-DD48-2CC663EE5ED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2F198F4E-1E9B-7890-4925-E6DE096CA6B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BDEB8200-3AFD-34A6-2FB0-2A13DD7F6492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2C612303-E539-E75E-379C-19102C37262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A439B42C-DF29-19F6-A567-DA273CFCEDD5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4EAAB79D-59F5-4663-17A8-54E50978E9D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70DECE61-1FBF-46E1-A50F-1DE352AEB452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8B6161F-2136-332C-B84B-B69198CBCBD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05530E10-7459-5179-0D36-C1A5D4F977DF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E1D9CE6C-7DFE-FE01-3886-9DB273DD6DEC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915C007F-BEBA-7EAE-7159-0745B8FE1192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73B6A4D8-EF3C-3597-0103-D467B5353AD9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12D671AC-5042-5664-731F-8834326CE55C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2B598DAE-A0E1-DBD1-4A81-0F705BE79E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A61903E-34C0-BBB8-DEAC-34A2095C7B1B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B331B08-1614-7BE8-C1F6-13A824C7C7CA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5690D045-817D-A980-F1D6-D962F14CE80B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B394075-11B1-DC85-1C45-150BE8BA3450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FE044A78-B1EF-92E1-27F3-2C0146A33BA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CB23E2C-5ED2-A631-A649-6688740AE4D0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23A7D502-FE5F-3DBD-CD64-0CA5C06F2437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E54F1612-5172-138C-878F-A55C7B9D307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30BC6318-C63E-65E5-3B02-8B1FD566191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DF7AA76-0B44-59B5-4587-D33CBC1DDFF7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41D9DBE-DE60-FF49-7EDD-B7B1CFA5D83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E714C2D-C6D7-2F7A-5C5E-799ACD584A7D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EE99B80-AF2A-0693-2373-FEE558B2CF1D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14F194DF-35E2-1245-7FDB-2198381BC8E4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9EF1AE4B-4E98-772F-A186-F84DCDEC07E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2364542A-C529-EA54-2E52-CBE40817C848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4B37B906-535E-68C9-0E27-3E7C9AA493EA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B37B3F1-DAB1-BBFA-5AEB-307BE4645AC5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1A8A272-1A89-5EF4-B775-F20A2C8DE999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AC3DA03-3A5C-4A3A-87CE-E7553277558E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B075A433-FEB1-AE81-24E3-23533128DB55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E91C340-4839-9A6D-D111-6A0254EC91CF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05E26C58-7697-DD9C-1C3A-C3E19C5FDA2F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15D0FF4-D7E4-1EB2-9E6E-62DB207113D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EC7168B3-5F6F-39A8-568E-EFE0B875699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26382AD7-6488-D7E1-0AC7-41ABD7700D2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7E23AF92-2DEF-8FE1-AF15-269471CBDF65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FAE07D77-3753-72B9-A2D2-EC7A8B4700EB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7EA5153D-8798-A001-3BF0-2DA0946505B2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8052BAF0-F773-A859-A0B2-5863C22C6343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FE306D2-FCB0-A6F3-BA3D-D42E8ACD8F13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7EF75726-439A-19F9-E317-20DE6040D5C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EFE6D674-22E9-E4DD-DE49-F1B6C9852931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26846003-1403-0080-BF7A-785B4D27846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58C167B-1C08-2CF5-7F70-C8E7CA32860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1A379CC2-57FF-8A7F-435F-7886EF61BB5A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9367CA59-5735-5E2E-D54F-9E01581923B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676723-59D4-2DFC-08A7-CBD4F17E1C23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F6BF2B99-A389-B27B-6043-8638354243B4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112A14F4-8A99-85C9-FFB1-AF611951D789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9E11D6E-DD3A-39BD-A719-25E152935CE5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1982E906-CB6E-CCF7-CFDD-F750BBCFE39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8EE858D3-C795-4A5F-F506-BDD0DE0AAB62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8867049-FDF1-AED4-3161-4997D92FB690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60ABE26-F0CD-4405-B8ED-6E676FD417C8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F0F677FA-5225-5173-2DF9-E05DDC169C95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E939E472-0524-B1F8-DE8E-CEE1F5D1D87D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3638EF74-3CEC-01FA-F2D9-5D1363BE1F5A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E447DEAC-F63A-4E30-8936-5237ADDD3CA4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840027FF-AAA6-E356-A2D1-E923EEBDD722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831A899F-006A-FB17-0663-FD59ED2869F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AB28468E-8025-D9AA-135C-A66ECFB72EC6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AE8278BA-5A41-06FF-91EA-EF316339621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6F50E809-FA39-6A45-F4A8-703E108351D4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4B8218FB-3E82-4AFF-50EB-B880F2C4A7E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C9BFD29E-A979-21CD-54E1-10E51FC0F2BF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BE893B93-E121-CC04-B2F6-F795D4FBC863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7278406B-064D-5D88-BA36-A08CCAD783D8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F4FF3F0F-29DB-68DA-2CE5-45D41826F4A2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EE1A9AFE-0F9E-FDCD-63C3-04968E89EF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0469F586-496D-D1D4-6D88-2576706E803E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875A1DF2-ECDD-8D4C-68B8-A6BB6A9359E9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A07449F4-3D57-6347-E812-4262FA832B3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498C082A-32E2-7F1E-C960-C4D3EF39289C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3E2648B7-626F-4B30-9859-4C1B90FAEC3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B730F78E-9E60-43D4-12BD-3B975843A4A3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9D456367-1BC9-AA40-5AC2-6AEE1DCE41A0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A75ABFE1-0472-20C2-2CA6-08B1B65C1AB0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11A9D31-1538-59B7-913E-2EB92405134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76C02B71-E3DC-55A5-1D7E-59D1BCB69ED3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7BA1C12-F074-BD5D-B677-6CA0FDBD931E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74245876-414E-80F3-BA0C-AE944E2D493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CD9C4AB4-1AF5-A32A-8638-BB7E07CE55C5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70CF814F-97F7-8A5D-4717-FB01F31AA7CF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3934438B-50D9-4249-026A-9DDEBE2EE6BF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97106EC9-A215-B101-629C-BF4D30C25C3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C941683E-EB80-D63F-8949-6DD222AC429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5E53E183-E142-2887-741F-67BE581F053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034F1CDA-0ED1-C212-DFDC-563134B85A8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584B6C2D-FF02-A1EA-7E74-EE55AC1D1F66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CD05C1D3-F11C-B635-715C-864E19D938A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A7E14028-B475-E642-4D6E-18C0764A282A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D05A4ADB-16EE-0EB2-D676-31D35028608C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E337EDCC-8ED5-8FDA-1FA1-F1A1AF09910D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4F34376-4EA1-0A40-F7C3-9D8DFC060F9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1E17CADB-51E9-D657-20DC-2DE97368E3A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4F09E21E-EB91-FBD9-CC3E-30E66271116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4743D179-EF12-4969-D692-91D21FC03FCD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7EFB575C-F0FD-B306-8DFA-BDA9FBAA79A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03018CAD-4CDE-0708-CB3D-F5E9D77AC86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D74263-6044-F3BD-44CC-3B13F8B7069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3B482EF-03AA-D624-9097-3C65CDA2798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E6762FD5-2518-5CCE-273D-EBA5D37BA78F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E6E52EFE-A80D-C8EA-1DAA-B53E1028879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A92A3A79-A3E3-5A62-41CD-5A0C15E35D81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07E4CE49-6AF2-82EF-4709-0CF12CA005F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29343AD8-02A3-B287-7452-F8334EF6E9E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F40C5A4A-B5C5-80C8-7003-343D3988F4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3579BC08-DD5C-BFEA-5148-BAA30B7249FD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87501BC3-0F92-C2E2-D230-3543318D683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BC27468-3ADC-DB3A-48A4-33AD7DF4188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1BA227F0-4B72-E11F-66BC-03B1BD6F58D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154EF3A3-F25D-D6F1-EE88-9A9757078B94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7569307B-1837-799D-E4F4-4FD8B9A0312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81B9E0DA-4E34-C4D8-C182-B026E4029AE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1F086472-6658-B3CC-5327-137E244B1760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73973882-7BD5-6745-EFED-1C3890B1E41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F28C61F6-66D3-FDC2-E160-2FA3B69CD60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20B990B6-E626-5399-F566-0E27B7B2B90E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0F8F6504-CA45-BB91-4406-EBDFE9F20BB1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923F5BC8-8E4F-A5D4-942C-BB5A1C63D10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B2556CBC-F6D9-65E2-20DE-C39AA7876C7C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323F13D5-7462-D828-FD24-F112A9C55196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5AFACE25-EFEF-14B8-3C31-832343DF54AC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78AABCD5-781C-B95D-332F-0626F3B4DEF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1941471C-9F1E-5EF3-824A-2C538499AC68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DEAEADF-5B45-8F17-84CC-6D002AEB9EAE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F24EE317-F8AA-4ED7-C84F-8C86D8219E6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D8F59622-4770-6063-89A5-EC979735C3E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6930025-E431-0998-004B-31ACA8A2C82D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E0DBC39D-B72E-3E15-1B7C-683FA653E0BC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901B347F-9329-C3E0-7A3A-F87B01979348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B84116F7-96DC-C1A4-BE05-B18D873AF115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31A9E0C-E896-3882-A44A-49525B1B5F7D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CF358F8-4EF1-C35E-07F8-EA1CD2DC0B50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4364EE95-CB70-4B73-6AAD-E71D36F098C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A2AD1183-4CFA-E321-0996-0FCEF390D613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6ACDE132-D057-D5EE-1752-E630EA018745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634C3B4F-AFA0-FFB0-401E-34C6FB7FF534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B5D12082-E681-DD8F-64AB-37F825289F58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5E782C71-339D-8847-C417-5C3E5ECA42C0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8CFD1055-6DFE-5AE5-2EC4-CBEC3ECF1B9C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F19B91F6-9372-A64A-6A52-79C243DD3E83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2486EBDB-EC76-2008-18B4-287024FDC248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091DAB10-775B-417F-3D48-5AF0BD9CBF54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31144B45-BDDC-FA80-2E38-461D51304121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ACB9BD80-F1AE-1A3A-4628-B8B19615BEE5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836E5F63-559E-03B0-3A67-CEE15A6BBE1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10CC3E4B-90F2-2B07-9CC7-A87304771375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14865DBF-28C2-9909-AA1F-17A6C16AD033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8977193-D924-526A-8E97-B86A152CB1E7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A99F401D-8FD7-0FE0-F4F1-25C2BC3F32F3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9BA43996-BA68-61EE-F301-9353C0C350C3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846E97B0-A854-4449-EB60-0A4DE0C4C292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65201D58-996C-F828-C154-A21621BABDB6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03DB872D-C78B-3E9E-A074-5CF93FB836D2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C32670BC-C2AD-63ED-5937-6377710FB06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DCF3C958-CDDE-8D3D-28A7-DE9FCBBCC1AE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186DDA80-D05A-54D2-E8E8-756FBBE6E507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4621A2DA-C6A8-A1DA-3038-0B9D581C0E4E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2DBA74C8-E766-A9DE-4B35-7268966EDB76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2F510E31-10FA-559B-4194-957E6B36230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0C974B1A-594F-17FC-E8DB-D1AB86CEA4D7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A8D95B48-0A72-DE03-F5FB-7C4C7F41405E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6E57FCFF-C306-F0C9-FF97-FA352F0AE98A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E632C8E2-BBE5-096D-87DC-8D96F6A68DB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066E616F-FB82-5E8C-F808-96E82A42636C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2E651D9A-1901-B3A5-95D9-97CCE7923E9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87900F69-C2F9-DD90-D9E9-2B176FF7E4E1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E907E3E2-9608-DEE8-5543-4DAB75B1846E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BDFF5C20-8951-4FC7-DA48-28906F810FFB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6B446F7A-995D-26D3-9A57-0D3B22786C9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0782C0A9-C549-5FAC-04EF-5DF54FF93B6F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9FED7E1-F613-7C24-5ACA-72254BA673C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99C3EB37-0412-EF05-19CA-BE0A37E94B36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84632AA5-E282-7CB9-FC37-4466FC612D3E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8280AFA9-997D-8C0F-9799-889B5192ED9D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E9E714A3-DB71-9205-13D3-20D35CD82D5B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B54BBDD3-F1F3-8205-04CA-315B6EF30A73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5D042792-8F06-9FC4-20DE-72B4A999084A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A0A9F55-032B-E69D-6424-2F855686FC5F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9B301075-FA1E-791A-2BF4-6110E317808C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D1C400AA-2E1E-85F1-FE47-CF95D33E5EFF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47C95EBB-5ED8-EF2B-9D44-31F439A9727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02284902-C248-08E3-9F1A-4037AE8866C1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B23782A0-A926-22FD-D241-7BBADBB1E65D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6A185475-775F-3B8B-6D70-27B58C3FC19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992821E0-ACA8-8D63-D620-6FD8209E59C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AE4E8F48-6314-15BB-8412-7B0584531AE5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0677E7DC-0FF1-DBAA-C094-41EB2D42A315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E4CD58ED-0A1F-B0AA-EF97-3808219BE949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A1DAB095-F195-4C3B-CBC9-7E2F408D3D78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E2D8110D-56AF-2596-CE07-2CC48DFF690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2816171-1FF5-C944-4B25-C3AC2856076C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A86456D4-EE27-6AB6-298A-C1C395CD0F3D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553F7CE9-3802-4777-7306-069FAC4BF2F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76112CC-AAB5-95B8-1BBD-DD6212DAB3D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EA4A3783-CA2A-255E-E05F-46DD3D1D62D9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4BB4E5E3-162E-7BBC-A0F3-D5E9E4F50A6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DD549152-5E28-AF15-9DF8-AFDD17DE462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CBA56F8A-ABA8-B5FE-307E-F31E77D2A217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3B5C2330-7901-31F5-ED44-E76DAA1EDBF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88CCFB55-EF25-7EDB-C39C-81522F4CDC18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0B9A769D-BF92-4BFE-BB6B-B64FD8B4C23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8536F3A0-29A0-E383-6462-0A3D9E67675B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771CC774-5445-1EAF-E8B1-8C0E70AB2B80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3A6829D1-1CC0-FB8D-B846-F13ABF154EB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AEF056DC-5AD1-EE46-3B0B-1D76AFD09AB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C1AAFB30-41AE-8093-95AA-9566965F692F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9EECBFBB-57F7-442C-6D26-140D10B912EE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D096CBE9-E7F6-AF5D-E966-CC012BA4FBEB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690EC056-EB62-7224-0FA6-3D31987B1BA4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A30E78FE-C259-B157-B21F-055905283BB5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FE5DE1AD-1E5B-8D08-60A7-F5DABA7BC560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ABD8772C-0594-9A63-B4F1-52882ECC12F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D2649B87-D3EE-094F-70CF-27FD3BA45466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4E24FAEB-8215-5E2A-B9CD-3E87CEE1FEE1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085C8DAF-1B87-795B-B97A-AB6758F7C06F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C1DA1E59-02B7-D372-ECF1-5F36BA6E8655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9A522498-4122-B781-F26F-A74A872C9591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73BB77C2-562A-9B77-6817-6CDD3B5B7E97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DDD46BFF-DED4-7AB5-C1C4-B58B2E44137C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9F13DA3E-FDFB-7843-C331-25235D412197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6C12F012-3045-E74A-9EB9-985744FA57A0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F0802B08-A73B-3846-5294-13EC0E95380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6DB7F570-B2D2-FD34-518C-6E5ACAB5556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EA256513-23A6-04D1-EA62-188533F226E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A8D51F7E-6DB8-6843-D4B3-827B9430AB8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CA67D3B5-1CFB-17BC-6374-1635E52DEA1C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7370C999-C9EE-2E1C-EA37-60D30FD30D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3F9E1182-2C6A-039D-2D64-3723B91CA0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5A6B474E-BC0D-1A68-F0D2-B5ACCB35446D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/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/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/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/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/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/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/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/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/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/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/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/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/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/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/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/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/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/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/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/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/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/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/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/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/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/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/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/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/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/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/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/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/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/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/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/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/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/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/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/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/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/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/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/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/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</p:spTree>
    <p:extLst>
      <p:ext uri="{BB962C8B-B14F-4D97-AF65-F5344CB8AC3E}">
        <p14:creationId xmlns:p14="http://schemas.microsoft.com/office/powerpoint/2010/main" val="855178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526966" y="284774"/>
            <a:ext cx="530017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5974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8CF1199C-6488-C5B6-B489-1131732B4FB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25982" y="440507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52696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43351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F69C3484-D4CA-5CF5-A811-BAAD64D96D19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5BEDE59E-1502-910B-30AB-45323F0BF922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1ED618CE-9A0C-4D92-A1D9-567722D3895E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3A07A73D-051D-D9EE-920E-D1B700243604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BEFDE796-DF99-D474-7D35-F9E24C0A1D47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014FEADD-FB15-E6AE-9D31-E45B3205075B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41AD75BB-D36E-BD31-59B9-DF7CC662F99A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8A40F5E0-0D9F-BA9B-5567-E30F4021C6D7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5467AFFC-F78F-F5E3-4569-00F871160A16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55CA06D9-3668-9A0A-C973-C3444B44971F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7C67C13A-693A-3087-5B99-725B8214CB8F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31A6E3B8-3FBA-5BD8-F092-65EE8E42CFDB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7049FD4E-7E73-FF5A-C04B-2CCCB4F38AD0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F1E9671B-381D-088D-F190-A15764039392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36EACDF9-86D0-A467-CE8C-8D780D2CD2FE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F9392FF-45BF-9F5D-A722-3A01BD3DBF8D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0415D1E7-A606-0DBD-8A24-00D99C0E2B31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830B83B6-A0A3-7A1B-2D4C-4189A44AEDF5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3F3EF40-1F47-3F9B-940E-73FF6FFB1F41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47FC8A07-9E8E-6379-044A-23421BF0D922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399ED067-8670-FDD7-0C32-EAFA50F69B2F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666F0459-E516-F217-3EC6-2C728EDFA919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6B61C1A9-C093-F176-9FC6-5C8CEF0F7DF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1E4F469F-7836-A0D6-A097-7B51DBF87E56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CBFA1F1-3A6C-9653-5B6C-114BEFCD608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590002FD-DA83-29F3-6B62-FF592DC4222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56CC2203-4EE3-5A4C-8D23-624CF16FFD4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1D5FB17F-EA91-CAE4-EB52-E76D15B5F493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076EB4-FE1B-BF3D-64B3-ACC6232BDF67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DB43086-8CBF-4438-63AE-DC95AD9CACD7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6EAE1600-B5CE-A50C-FC9E-B1F699B4F771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4D2E623A-5B8B-FE56-4F43-2CE6AABAE2FE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65F9978-950A-BC27-431A-CBA0E9F59D5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85F127C5-0074-F3D8-62CD-E5127A2D76CB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B6319ED7-CA62-BA8A-E5C2-018FF7CDFC72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C2DADC9A-9E30-48E3-EB84-1DC15DCBBAE7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226D532-F6B1-1B51-0FAC-94619B25DF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53D0FCF-FC02-6973-FFEE-8E1D7C99A029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A120FFD0-6C5E-5B2A-3298-1446F31AFC8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AC83C970-4B5F-AFB5-CA73-55ADDB689811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C00D2C30-AF90-12B6-94A3-A00C1891AEED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72CECBF-50A3-3E90-EC36-0A23144C2F0F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9108DFD5-36A7-E2CA-E079-A52974128C7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CD4F37B2-B29D-5950-962E-FDDE84A671AA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310FD14C-22A9-D6FE-33DA-9541A4CA71BD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F5AAE6-0334-C38B-4BEF-8762159EEF2A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88365B54-F351-A2B6-BF54-911909F42E30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2DAC2BA4-3066-DA61-A768-F1D970E8544E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FABC2CD2-4740-7DD9-D862-DD424566475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ED397C9F-9FBF-40FC-B786-71A58C8D4A90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221BD795-609E-9BD6-95DF-B59A641B1DE2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E9F80C3C-FB1C-2936-07B2-BA007A23E287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41E9F6FF-FA9E-0326-612B-777A38EB88BF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67E55810-ED9E-3976-6B66-66567D455E9E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134B44F-9E2E-3010-4E55-4C0FD07DDACF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8D15C5E-5303-2273-F64D-DCD660FC02DE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B9028FB4-050F-BAB4-098C-6B86C0BF67DB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E4CB5225-E936-26D4-E422-31DBAF6CE73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CF25E1C6-48CF-2DEF-471C-24230CFF0AF9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430F8AF2-5590-E9CC-46F3-88FF949B68B7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5E0BD2B6-ACD5-1B1E-5B25-416CCC9FE69A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8A71246C-43AF-0900-059C-B0D4DF07335E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657C6804-6145-BB2E-08AD-23FBBEC70628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89A7C9CE-A0D8-FFBD-FFBF-3B2E2D0C68CE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A58408E6-85A1-E81F-6E54-9CF9BC0DB81F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ABB52148-696F-9B54-A058-EC85B93EF075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79E5D671-41ED-B269-E4AE-7D5B3E2DBECD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08EE9BB-6C26-F34B-7EA3-BC8F289BD44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04A09EF3-DFDC-51EC-5876-104237C839E3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919272CC-ECDD-E524-6968-05E37DE0BDD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66545033-7CFC-E6D6-9FD9-BC50B4BC2D3F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F892FC0E-4B04-3747-54CE-BBD74AB6BF48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6E3F51B8-F502-9C57-6713-794FAE4E0DCD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929B7EC6-18BE-A699-AC59-1DD2251E6FA3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D7B71D32-1FC7-8BC9-AA16-78B69BF07DC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3257CF93-3138-8D08-EC17-33E402CE33B9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91ACD27A-459C-D658-CF63-99DD4634CB8E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55231BA1-A44A-275E-3D25-B1B7DF2D00C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BF0886F4-21A9-7F29-09AC-A5C7B38425FA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42753A3A-9BF7-7B1F-AAF7-2455CD94D773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0404BBB8-A3CF-E4EE-4F79-572C24481AA1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413E3A6E-7EEB-2920-9949-3DD83C79C1AA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3B711B1D-1478-6557-117C-4786BE7A2F26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20A10593-66F5-56F4-053B-2A72F6EF9331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464B23C2-E203-5326-F115-EFCBEE2F9F3A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B10517A4-4CCB-10B8-A4F4-FDF19894B533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8FF7EACB-B49D-50E2-3F38-894DA9CC9DF4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284988" y="1142791"/>
            <a:ext cx="187969" cy="12840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059561" y="1012468"/>
            <a:ext cx="210752" cy="119242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069342" y="1154249"/>
            <a:ext cx="190188" cy="103739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06007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457164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060070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71808C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7180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678223" y="415407"/>
            <a:ext cx="1158792" cy="124500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70688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71328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29551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713914" y="14333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4719630" y="15307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289168" y="1447545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476201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70706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69403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721F42D-5CED-D38B-D14F-93EB2714B42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5F5CB325-D7B0-28A8-15EA-CB0CA76CBF7B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7B1B14CC-95A1-A7F0-5031-B4690ACB1EC3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9CD5BD57-1051-0ACB-6FC0-1D8CD64FECE0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61C3FBAD-3768-4534-EAC1-C013CBBB51DE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E78CA77C-B5D3-BFCA-062E-6123E13C821A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92042C6-BB2D-64FE-3CA8-0211863737AE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0D9A4AF1-B651-1976-46D2-9F68DD96A5CD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C1C909E-24A5-CDA1-1BF5-7DD7BFDA33C7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298AEDA-837A-1A0D-C85B-0794200E8576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A3B09034-B702-D891-B0EE-10DFFF09E7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8B78F3C5-6530-60BA-3A88-8CD46C5BA680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DEACF5CE-433D-345C-C39A-832ADB2C7D8A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88B9FEB7-F53E-4D6A-694B-5615BC4A4EBC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5ED7737-8004-0515-0B10-BD576E0A9ABB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9A5E1053-B458-51D7-8DA9-15690E40054A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BB74D9BF-D056-49D0-43FF-11C7BC565498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929ABB5-8988-7BFB-75A0-3084B3ECFED4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A4FF7209-B4C2-65AA-3718-B2C9B9E718F4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630AB0D7-0A23-2EBB-D8AF-8D485EF8702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2215CF3-CDD1-E298-B050-59D800AC8C6F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9AD4C9C3-5553-D82D-3BB2-125D8215F7C2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80DB7781-1331-67C3-1924-DCA9A363CCBD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FACCAFD7-65EA-185B-F029-1C5B8F082C75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DC3ECAF-E1B7-A262-39D0-693B5D2ADFD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838C19A5-D196-A092-1779-A1A98181F2DF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AD54A032-0245-089C-78CC-DB2A6A2EDA0E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E4DDCADE-7EE6-4EA6-631F-00F7229047A9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29BE27D-12DC-5645-9755-FC17E057273A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ED5377EC-ACEB-3BEB-F78A-C2A36EF2C86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5D86DA43-E7FA-7156-490B-88ADC624FFF1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2458E3CC-1E08-8D8A-CF0A-F34D0FA238BB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EC79F3E9-78F0-E9A6-1E15-0CD47052FF67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84C0297D-8DA2-F5A7-814E-791819E4637D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4CB137F1-27B6-F26D-C2C8-7530BAB7660F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5850A15-E2A8-0739-D4B9-964D208A96A1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60D25597-E102-A149-576E-A07EB4522D91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0D9127B2-7A62-702F-A5F8-1F076E0B5A33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019374AD-9098-9CBF-9CBF-DC9831831E1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EC99A7FA-5C41-4DD1-60CD-0E9F6D330F7D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223111B-22AA-3FC6-427F-8378207EBF0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63EC5C5A-5811-3A70-7C01-A2B7AB7CCCA1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12BE89AA-9B1A-3CAE-6836-EF087791CF6C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4F56B543-A6D8-9ED6-3A18-5AA1D66F0113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DA98DDD-4DDF-C7BA-01C4-02A5ADCBF1CE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FACBC15F-CC30-86AB-0D28-C7BF6A25A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69791C55-487E-EC48-6E8A-91F4EC1F2BA4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07DEC25F-D2CF-9A52-B158-28F75351B7E8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F435FE74-CD27-07B4-E199-B4D1AA08B365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F1F498A-D4A1-A219-54F2-98BFEF048397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B156B8D9-37CD-CB87-7D02-816D0A5CF48C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31AA94B8-B109-35B5-D714-3E8BE9F3B027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E2134194-5DFD-3615-A1E1-784C0EA2943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7A409D0-9480-61D3-228B-0518D1458F0D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6A21B392-47AF-1AC2-ADA3-0D8CC2423D57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705225C6-76DF-1569-AA41-F1DEE9484371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D01487E8-695E-20EB-B22F-8E3EAB40E12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FBBD33FF-D2A2-AF0E-FD99-9746011FA22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E0FCE3D3-5D38-5B0B-ABFB-C158839778CC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131F165A-9283-134F-9F8C-5B4CB3E629E1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2FB5F527-33F4-008D-99A3-184D29D6E1E1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959E1FA4-8AF2-4E18-508B-67B7D914B31D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E878782D-A58A-DC2F-1ABE-DF87BA6ED319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0C66597A-F73E-F89A-1EE9-09C2380D36DC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8D628C3E-9FAC-3C7F-E359-6F6E075D6E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C3298701-3E1A-7585-F847-765EEEC44DB4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388A004B-02DC-3C41-68EF-7B9DAE66310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B3B68297-C4DF-43ED-B13D-E293C644D5C1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CB1CBD99-8630-0A8C-F020-E9D9393D97BD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3FBF8555-846C-3E5D-D178-A45FD41B1498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FD368FA-35AB-A437-2C04-13253CDF6522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18BE611C-FBB6-A7F8-029A-C7C1A1B1569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C5DB0A48-5F87-965F-B1D1-D3364E5468D7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52538605-7187-62FC-AA99-1EBAE548B946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EB6D764D-9E8F-0CCF-B0F2-B69E064149CD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12762689-805B-87AE-A4B3-C6DA7D505B1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C33B4FD9-290E-74AF-0BE8-65B5C58B2204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EBE4D1C3-62FD-E92D-D5A9-7017811C531C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5A434FCE-65F2-695E-CFB0-C88B964B571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43857F3-D2C4-4DD9-27D3-D8BFDB072D25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284D1E2B-5E04-B2ED-2B09-89EB8A6B69CF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57980F62-9267-CBB8-1562-517DFCB3593A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C702F3C-AD06-EDED-6BD7-8D4D8D11E938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CA8486F6-DF01-56F8-D2E3-4495BC751E73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6E344F30-2300-02B1-A186-43DB8676B9DB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489D423B-E937-C087-D52A-03EF2DB28330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6AEAC629-8AF1-FF6D-3D6A-8A264835DFE5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2CC6CC9E-796A-3E7B-11CA-35E8DAD89773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465C39B5-A622-FE53-C818-7B4E85ECF4D8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A7CC364F-5151-F5A2-CF47-70FE575C0C51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206FE354-83B0-A5D1-A9BB-B29BD7AED2C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7068EFB6-5D25-85D7-B932-E5E002F6ADF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64AA3755-334B-3E25-E68E-FB4A15FE4CE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29EA654D-ABD2-5E01-CDF2-CD366021E8BA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F588CE7E-DB0F-8B89-F991-65544A972312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80524B57-540A-E390-A81E-A892BF592735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818D2CA-562C-A846-852B-79E57EB11793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1AE78841-0A9D-B9B4-CACB-5DA8044BD2B9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327C9B77-4B4D-20C2-A47B-ACFC7BF96BA8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9E6DCF4F-CD6E-D960-1037-E1EC0FC0BBAD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DB5A4CEF-8D90-6A99-5DC2-F8E98011A7A1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B6A3CAF-6017-5F82-E5CE-4DFECFCFB8E8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309760D5-D716-D247-23D6-9CD398C6CD2A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FA1259A3-2234-389E-58A8-32436A0A0136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49F180F6-6752-4355-DEEE-9AB967CE4DFC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6E36730B-FBEE-3CEB-618D-C02CF511E166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639BC331-E143-EE35-6F15-6EB8B986546C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3D94C491-9CC3-E660-2F0E-86DA7AF8352A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7CCED46B-C20E-F482-7E8D-90FB1967613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C3CEA769-6668-4E71-479B-64683F9E5C5B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0371FCE0-E9BF-DDDC-F07A-467930A6638C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6AAF36A0-FFEA-5C55-A4F4-5BB8D947F00A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68AC7DC7-5E83-1974-DFDE-7180491CC37D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9447FC04-4DA9-7727-B152-F3C2676DCD23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9F1DE3C-AD0E-413F-1C78-9C6029BE217F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354AD320-6584-DBFA-784B-71136BBA0FA3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01C22-AF6B-E1F8-F250-CD35A395BA6F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9009DBC5-C001-7FD4-5099-F877F3CE0D8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92AE9823-12EE-021F-73D4-D24539ECD18A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048F419C-8258-E87F-210E-855B1B299817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AE11306F-DCC9-5E11-4214-1F0124BD1129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AC832282-18E2-BFA1-FD30-69A7E4D1C8C6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AA224D7A-50A4-48EB-3AA6-EF2A0760970B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133E51C1-88D4-537E-F5B1-AB4D14FCE2AD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FCCEE117-A36A-754F-76EA-317FDFFB1429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42CEF832-895B-EDB4-5A52-614B7A9F44EE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0038CE02-08D2-19FC-0D86-04C4D8A0E7E0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8190D2A5-47A4-02CB-24FC-11B52B30E7FA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00E018ED-6A72-899B-7257-D6A137310F61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52F3D6CC-9754-A8F2-5CC7-DCF059E4D1A9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A0F5CFCE-F0F9-7798-916C-F9F9CF5A3A03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E534F86-B094-EAC2-2402-A1626F713B11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8BB8CBC2-F25F-53B7-B2A6-64C87F6A12F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E28E20F7-7468-F046-32C1-88F148D38A75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3CA42B4D-9606-C493-476B-F87E08E6AF72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19D878A-F400-BA33-130D-F0944DC0091A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6C6E8944-F80C-E798-2F6D-7CF641C2B244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0449B013-DD18-5420-D984-B7EF0591A10B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49701510-4C19-B827-5AD7-B9578E0E3444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B2A9FB4B-2030-D566-A7B9-F2D68CB34C7F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5867F7E5-745F-E404-9078-B091DA0AFCBA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E2A5B4BB-8853-1ADE-9EB2-F4246904DB11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12239DE3-CDA9-D1CA-5B6D-9ECFF52C8EF2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155F65F8-C409-2037-E334-C666C3BD56CD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EA9C3AD6-7CB4-C4E4-6667-B4A34CA6C9B4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DDAF5F4E-F498-9512-A5D9-8686F294C493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2969CB4-1084-3799-994C-2BA001F7DFA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ED6E955C-5F78-BA6F-EA05-D6C8F01912F7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513CEA41-389D-F52E-D0A0-9E553EC6383F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A2E526B0-8A05-FB6C-13EF-C9770D593B0B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C9474CFB-C4E0-8C7E-2F2E-3F67A5ECDE7B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AC062AFC-35E0-1E38-199E-533A8F02E7B5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C300301D-B234-D678-B508-457DBCC66261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94036C6A-FB77-15E3-7D2E-7904DC40FF99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8484F858-D812-ABB7-71B3-7D111099857D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FD0BF84-BEF6-B66A-04BF-3434180319F4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29C78753-FCFA-12E8-BDFB-B602103BF873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A29B03C-0268-9DF8-9ABB-6DFCB395138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97E7DE57-B103-75C8-5B08-C4069CD2D117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92316A3C-C51E-ABBB-53EF-26359B1AFDEC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158789C-C7CC-E42B-AF42-53589FA88136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2EF4177E-9DE4-664D-F73A-89BE3D63F04B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0D902A1A-EA15-559F-92F2-B0A19E78ACA7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1B06646B-83AE-A12F-95C4-F409EDFD80E7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5499B8E-5BA1-382E-32E7-7B82B3F703F9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00A0500A-EC09-1E0F-5160-6C3BE7D3DF1A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FCBDF288-3B0E-FFA7-98C0-E2A8C3472574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B3742C92-60BD-B9FC-7C20-F62112C8E13D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1EFB1660-5D32-3BC8-BA17-D7EF5D72C65B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06D2197E-8F92-132E-83A9-C12A0E1EDCBA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BCBBCF4-0C44-C397-5451-0F7692867C87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D915A45E-DA68-83C5-FEE4-CFFE3A10A824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92AEC499-40AD-4886-2C42-617205F0DEE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5CC1F050-FCEF-7AAB-DDFD-C1B8D12BE9EB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CF0BD33F-B2C7-DE8E-893D-28AE2CC95725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A133269F-9361-DB02-5E35-67A026CB3116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A0F7EFAD-8800-B368-6FF3-C3BA87C76FF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D8734B22-C57D-67D9-A8AA-90CD25432653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4F2B2D23-05D2-25AE-F0FD-A758144FFEF9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2F407FF7-F6B6-7C42-1CE4-DC0BE1D69910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4A8B18C7-6BAF-213B-A982-EC22B9A67D00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8AF595ED-5C8E-27DB-2FC0-50074C6897AF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EA1D18DB-3A22-7563-F8AE-FE7E69411FA9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BE7F2CE3-826C-8442-18D3-B939F4AAF54E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16B8C0A8-9524-5753-2CFB-3A6E758C9DD4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2E219119-1D22-E787-3791-A431AB567EB6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D1D62DD-329B-0884-DB63-F0C735ACC411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BC92D352-DE8A-FF16-CDD7-3FF2E46035FD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C81AEC01-9879-5247-5292-925FF171378F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Atom embedding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16D019FC-8FE3-D40F-821E-4F20BC4004C0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24C88AB2-5918-0F4D-EDE6-0D89FC02F1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46207" y="1226607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64B2259B-4593-C74C-1994-5CCAF189A8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289700" y="1017496"/>
            <a:ext cx="210752" cy="119242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" name="Find candidate blob 2">
            <a:extLst>
              <a:ext uri="{FF2B5EF4-FFF2-40B4-BE49-F238E27FC236}">
                <a16:creationId xmlns:a16="http://schemas.microsoft.com/office/drawing/2014/main" id="{F546CADE-F799-FF54-D901-B1872437A4FD}"/>
              </a:ext>
            </a:extLst>
          </p:cNvPr>
          <p:cNvGrpSpPr/>
          <p:nvPr/>
        </p:nvGrpSpPr>
        <p:grpSpPr>
          <a:xfrm>
            <a:off x="4044174" y="980397"/>
            <a:ext cx="210752" cy="119242"/>
            <a:chOff x="1928706" y="3559489"/>
            <a:chExt cx="227897" cy="155682"/>
          </a:xfrm>
        </p:grpSpPr>
        <p:sp>
          <p:nvSpPr>
            <p:cNvPr id="19" name="Candidate blob | editable contour">
              <a:extLst>
                <a:ext uri="{FF2B5EF4-FFF2-40B4-BE49-F238E27FC236}">
                  <a16:creationId xmlns:a16="http://schemas.microsoft.com/office/drawing/2014/main" id="{D503CF1F-EC12-B63E-8F02-58032E7F13E3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" name="ellipse_2612">
              <a:extLst>
                <a:ext uri="{FF2B5EF4-FFF2-40B4-BE49-F238E27FC236}">
                  <a16:creationId xmlns:a16="http://schemas.microsoft.com/office/drawing/2014/main" id="{1A86510C-0316-73F3-76D0-D29503AE7080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pic>
        <p:nvPicPr>
          <p:cNvPr id="2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E01FAF0F-7383-AEC3-8192-CE781D4C8B9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4014845" y="470235"/>
            <a:ext cx="501650" cy="47901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B0F837-8383-9660-CCC5-75B454A335E6}"/>
              </a:ext>
            </a:extLst>
          </p:cNvPr>
          <p:cNvSpPr txBox="1"/>
          <p:nvPr/>
        </p:nvSpPr>
        <p:spPr>
          <a:xfrm>
            <a:off x="874946" y="473312"/>
            <a:ext cx="71205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00" dirty="0"/>
              <a:t>Space transform(..?)</a:t>
            </a:r>
            <a:endParaRPr lang="zh-CN" altLang="en-US" sz="5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EB13465-5D7F-1961-8F05-CAD7F94CB2EF}"/>
              </a:ext>
            </a:extLst>
          </p:cNvPr>
          <p:cNvSpPr txBox="1"/>
          <p:nvPr/>
        </p:nvSpPr>
        <p:spPr>
          <a:xfrm>
            <a:off x="843436" y="1207504"/>
            <a:ext cx="324008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500" dirty="0"/>
              <a:t>Embedding head(..?)</a:t>
            </a:r>
            <a:endParaRPr lang="zh-CN" altLang="en-US" sz="500" dirty="0"/>
          </a:p>
        </p:txBody>
      </p:sp>
    </p:spTree>
    <p:extLst>
      <p:ext uri="{BB962C8B-B14F-4D97-AF65-F5344CB8AC3E}">
        <p14:creationId xmlns:p14="http://schemas.microsoft.com/office/powerpoint/2010/main" val="28997995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3614</Words>
  <Application>Microsoft Office PowerPoint</Application>
  <DocSecurity>0</DocSecurity>
  <PresentationFormat>自定义</PresentationFormat>
  <Paragraphs>451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Arial</vt:lpstr>
      <vt:lpstr>Calibri</vt:lpstr>
      <vt:lpstr>Cambria Math</vt:lpstr>
      <vt:lpstr>Segoe UI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133</cp:revision>
  <dcterms:created xsi:type="dcterms:W3CDTF">2026-10-01T15:00:20Z</dcterms:created>
  <dcterms:modified xsi:type="dcterms:W3CDTF">2026-10-25T12:44:28Z</dcterms:modified>
</cp:coreProperties>
</file>